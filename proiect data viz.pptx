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10.png" ContentType="image/png"/>
  <Override PartName="/ppt/media/image5.png" ContentType="image/png"/>
  <Override PartName="/ppt/media/image11.png" ContentType="image/png"/>
  <Override PartName="/ppt/media/image6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media/image14.png" ContentType="image/png"/>
  <Override PartName="/ppt/media/image15.png" ContentType="image/png"/>
  <Override PartName="/ppt/media/image16.png" ContentType="image/png"/>
  <Override PartName="/ppt/media/image17.png" ContentType="image/png"/>
  <Override PartName="/ppt/media/image18.png" ContentType="image/png"/>
  <Override PartName="/ppt/media/image19.png" ContentType="image/png"/>
  <Override PartName="/ppt/media/image20.png" ContentType="image/png"/>
  <Override PartName="/ppt/media/image21.png" ContentType="image/png"/>
  <Override PartName="/ppt/media/image22.png" ContentType="image/png"/>
  <Override PartName="/ppt/media/image23.png" ContentType="image/png"/>
  <Override PartName="/ppt/media/image24.png" ContentType="image/png"/>
  <Override PartName="/ppt/media/image25.png" ContentType="image/png"/>
  <Override PartName="/ppt/media/image26.png" ContentType="image/png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649200" cy="73152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87C344-9C46-4C41-92F2-FB69784A772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1035000" y="2439720"/>
            <a:ext cx="101455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493FD9-0FD7-47C3-8DC4-8454B31EDC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101455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402130-E356-4AE9-B6EC-2FB2030D516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6A3D8EE-A809-44B0-98FB-220323D1B02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FD5FE9-1C4B-4B4B-820A-E6C6762D1F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1187280" y="816120"/>
            <a:ext cx="2859120" cy="30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F50F48-2554-46F9-91CD-2B2AD176D9D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103500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8B512FF-1604-4A76-92F1-AC1633058E8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623376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1B27F12-7861-4A2B-9621-23B0FFE0D73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1035000" y="4213800"/>
            <a:ext cx="101455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14B847-47E1-45A8-9C32-01E708F499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101455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1035000" y="4213800"/>
            <a:ext cx="101455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F133EF9-F0E1-4FDD-BB0D-86DC9AEDE5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03500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623376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A4A19D-F759-4248-B7DB-A58A66005A2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4465440" y="243972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7895880" y="243972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1035000" y="421380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4465440" y="421380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7895880" y="421380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064F80-668A-4C8E-A951-E4CD78A9CE6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241075-D6EA-4640-AEB9-6A3BEE317D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subTitle"/>
          </p:nvPr>
        </p:nvSpPr>
        <p:spPr>
          <a:xfrm>
            <a:off x="1035000" y="2439720"/>
            <a:ext cx="101455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A37CEE-7E81-4500-AF2D-273818F4FAA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101455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07F256-C44A-4931-8782-661B99B15A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0D21B15-8C79-4294-BE98-2D48673475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4140606-AB33-4C99-9F5B-7F12961DB1D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subTitle"/>
          </p:nvPr>
        </p:nvSpPr>
        <p:spPr>
          <a:xfrm>
            <a:off x="1187280" y="816120"/>
            <a:ext cx="2859120" cy="3085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ro-RO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0405AF6-C8A1-4171-9B79-DCC5A1D4B79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103500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17B04D-D6BF-4630-83B9-A0A37B6E4E5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/>
          </p:nvPr>
        </p:nvSpPr>
        <p:spPr>
          <a:xfrm>
            <a:off x="623376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28A90A7-CD38-4656-AED1-F9CE35A9976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/>
          </p:nvPr>
        </p:nvSpPr>
        <p:spPr>
          <a:xfrm>
            <a:off x="1035000" y="4213800"/>
            <a:ext cx="101455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A477AD6-6E42-4422-8545-E6B52A0A9E8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101455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1035000" y="4213800"/>
            <a:ext cx="101455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D7070EA-64C6-4708-80A6-24A8ECB2D24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6233760" y="243972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4"/>
          <p:cNvSpPr>
            <a:spLocks noGrp="1"/>
          </p:cNvSpPr>
          <p:nvPr>
            <p:ph/>
          </p:nvPr>
        </p:nvSpPr>
        <p:spPr>
          <a:xfrm>
            <a:off x="103500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5"/>
          <p:cNvSpPr>
            <a:spLocks noGrp="1"/>
          </p:cNvSpPr>
          <p:nvPr>
            <p:ph/>
          </p:nvPr>
        </p:nvSpPr>
        <p:spPr>
          <a:xfrm>
            <a:off x="6233760" y="4213800"/>
            <a:ext cx="495072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510AF63-22D7-4535-A016-092ED8DA380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/>
          </p:nvPr>
        </p:nvSpPr>
        <p:spPr>
          <a:xfrm>
            <a:off x="4465440" y="243972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7" name="PlaceHolder 4"/>
          <p:cNvSpPr>
            <a:spLocks noGrp="1"/>
          </p:cNvSpPr>
          <p:nvPr>
            <p:ph/>
          </p:nvPr>
        </p:nvSpPr>
        <p:spPr>
          <a:xfrm>
            <a:off x="7895880" y="243972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8" name="PlaceHolder 5"/>
          <p:cNvSpPr>
            <a:spLocks noGrp="1"/>
          </p:cNvSpPr>
          <p:nvPr>
            <p:ph/>
          </p:nvPr>
        </p:nvSpPr>
        <p:spPr>
          <a:xfrm>
            <a:off x="1035000" y="421380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9" name="PlaceHolder 6"/>
          <p:cNvSpPr>
            <a:spLocks noGrp="1"/>
          </p:cNvSpPr>
          <p:nvPr>
            <p:ph/>
          </p:nvPr>
        </p:nvSpPr>
        <p:spPr>
          <a:xfrm>
            <a:off x="4465440" y="421380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0" name="PlaceHolder 7"/>
          <p:cNvSpPr>
            <a:spLocks noGrp="1"/>
          </p:cNvSpPr>
          <p:nvPr>
            <p:ph/>
          </p:nvPr>
        </p:nvSpPr>
        <p:spPr>
          <a:xfrm>
            <a:off x="7895880" y="4213800"/>
            <a:ext cx="3266640" cy="161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ro-RO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CB0A7F-306F-4B41-BE0C-D11973D89AF8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ro-RO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bg object 16"/>
          <p:cNvSpPr/>
          <p:nvPr/>
        </p:nvSpPr>
        <p:spPr>
          <a:xfrm>
            <a:off x="228600" y="228600"/>
            <a:ext cx="12191760" cy="323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23640"/>
              <a:gd name="textAreaBottom" fmla="*/ 324000 h 323640"/>
            </a:gdLst>
            <a:ahLst/>
            <a:rect l="textAreaLeft" t="textAreaTop" r="textAreaRight" b="textAreaBottom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" name="bg object 17"/>
          <p:cNvSpPr/>
          <p:nvPr/>
        </p:nvSpPr>
        <p:spPr>
          <a:xfrm>
            <a:off x="228600" y="548640"/>
            <a:ext cx="12191760" cy="36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00"/>
              <a:gd name="textAreaBottom" fmla="*/ 3960 h 3600"/>
            </a:gdLst>
            <a:ahLst/>
            <a:rect l="textAreaLeft" t="textAreaTop" r="textAreaRight" b="textAreaBottom"/>
            <a:pathLst>
              <a:path w="12192000" h="3809">
                <a:moveTo>
                  <a:pt x="0" y="3809"/>
                </a:moveTo>
                <a:lnTo>
                  <a:pt x="12191999" y="3809"/>
                </a:lnTo>
                <a:lnTo>
                  <a:pt x="12191999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>
              <a:alpha val="1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" name="bg object 18"/>
          <p:cNvSpPr/>
          <p:nvPr/>
        </p:nvSpPr>
        <p:spPr>
          <a:xfrm>
            <a:off x="228600" y="1762200"/>
            <a:ext cx="12191760" cy="79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920"/>
              <a:gd name="textAreaBottom" fmla="*/ 8280 h 7920"/>
            </a:gdLst>
            <a:ahLst/>
            <a:rect l="textAreaLeft" t="textAreaTop" r="textAreaRight" b="textAreaBottom"/>
            <a:pathLst>
              <a:path w="12192000" h="8255">
                <a:moveTo>
                  <a:pt x="0" y="8255"/>
                </a:moveTo>
                <a:lnTo>
                  <a:pt x="12191999" y="8255"/>
                </a:lnTo>
                <a:lnTo>
                  <a:pt x="12191999" y="0"/>
                </a:lnTo>
                <a:lnTo>
                  <a:pt x="0" y="0"/>
                </a:lnTo>
                <a:lnTo>
                  <a:pt x="0" y="8255"/>
                </a:lnTo>
                <a:close/>
              </a:path>
            </a:pathLst>
          </a:custGeom>
          <a:solidFill>
            <a:srgbClr val="000000">
              <a:alpha val="1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" name="bg object 19"/>
          <p:cNvSpPr/>
          <p:nvPr/>
        </p:nvSpPr>
        <p:spPr>
          <a:xfrm>
            <a:off x="228600" y="1762200"/>
            <a:ext cx="12191760" cy="63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3720"/>
              <a:gd name="textAreaBottom" fmla="*/ 64080 h 63720"/>
            </a:gdLst>
            <a:ahLst/>
            <a:rect l="textAreaLeft" t="textAreaTop" r="textAreaRight" b="textAreaBottom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" name="bg object 20"/>
          <p:cNvSpPr/>
          <p:nvPr/>
        </p:nvSpPr>
        <p:spPr>
          <a:xfrm>
            <a:off x="228600" y="552600"/>
            <a:ext cx="12191760" cy="12092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209240"/>
              <a:gd name="textAreaBottom" fmla="*/ 1209600 h 1209240"/>
            </a:gdLst>
            <a:ahLst/>
            <a:rect l="textAreaLeft" t="textAreaTop" r="textAreaRight" b="textAreaBottom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o-RO" sz="4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1035000" y="2439720"/>
            <a:ext cx="10145520" cy="3396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o-RO" sz="275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ftr" idx="1"/>
          </p:nvPr>
        </p:nvSpPr>
        <p:spPr>
          <a:xfrm>
            <a:off x="4300560" y="6803280"/>
            <a:ext cx="404748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o-R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o-RO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2"/>
          </p:nvPr>
        </p:nvSpPr>
        <p:spPr>
          <a:xfrm>
            <a:off x="632520" y="6803280"/>
            <a:ext cx="290880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&lt;date/time&gt;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9107280" y="6803280"/>
            <a:ext cx="290880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ro-RO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EAAA86B-9C61-43D1-8703-482CABC5C9FE}" type="slidenum">
              <a:rPr b="0" lang="ro-RO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bg object 16" hidden="1"/>
          <p:cNvSpPr/>
          <p:nvPr/>
        </p:nvSpPr>
        <p:spPr>
          <a:xfrm>
            <a:off x="228600" y="228600"/>
            <a:ext cx="12191760" cy="323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23640"/>
              <a:gd name="textAreaBottom" fmla="*/ 324000 h 323640"/>
            </a:gdLst>
            <a:ahLst/>
            <a:rect l="textAreaLeft" t="textAreaTop" r="textAreaRight" b="textAreaBottom"/>
            <a:pathLst>
              <a:path w="12192000" h="323850">
                <a:moveTo>
                  <a:pt x="12191999" y="323849"/>
                </a:moveTo>
                <a:lnTo>
                  <a:pt x="0" y="32384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323849"/>
                </a:lnTo>
                <a:close/>
              </a:path>
            </a:pathLst>
          </a:custGeom>
          <a:solidFill>
            <a:srgbClr val="3b3a3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bg object 17" hidden="1"/>
          <p:cNvSpPr/>
          <p:nvPr/>
        </p:nvSpPr>
        <p:spPr>
          <a:xfrm>
            <a:off x="228600" y="548640"/>
            <a:ext cx="12191760" cy="360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3600"/>
              <a:gd name="textAreaBottom" fmla="*/ 3960 h 3600"/>
            </a:gdLst>
            <a:ahLst/>
            <a:rect l="textAreaLeft" t="textAreaTop" r="textAreaRight" b="textAreaBottom"/>
            <a:pathLst>
              <a:path w="12192000" h="3809">
                <a:moveTo>
                  <a:pt x="0" y="3809"/>
                </a:moveTo>
                <a:lnTo>
                  <a:pt x="12191999" y="3809"/>
                </a:lnTo>
                <a:lnTo>
                  <a:pt x="12191999" y="0"/>
                </a:lnTo>
                <a:lnTo>
                  <a:pt x="0" y="0"/>
                </a:lnTo>
                <a:lnTo>
                  <a:pt x="0" y="3809"/>
                </a:lnTo>
                <a:close/>
              </a:path>
            </a:pathLst>
          </a:custGeom>
          <a:solidFill>
            <a:srgbClr val="000000">
              <a:alpha val="1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bg object 18" hidden="1"/>
          <p:cNvSpPr/>
          <p:nvPr/>
        </p:nvSpPr>
        <p:spPr>
          <a:xfrm>
            <a:off x="228600" y="1762200"/>
            <a:ext cx="12191760" cy="79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7920"/>
              <a:gd name="textAreaBottom" fmla="*/ 8280 h 7920"/>
            </a:gdLst>
            <a:ahLst/>
            <a:rect l="textAreaLeft" t="textAreaTop" r="textAreaRight" b="textAreaBottom"/>
            <a:pathLst>
              <a:path w="12192000" h="8255">
                <a:moveTo>
                  <a:pt x="0" y="8255"/>
                </a:moveTo>
                <a:lnTo>
                  <a:pt x="12191999" y="8255"/>
                </a:lnTo>
                <a:lnTo>
                  <a:pt x="12191999" y="0"/>
                </a:lnTo>
                <a:lnTo>
                  <a:pt x="0" y="0"/>
                </a:lnTo>
                <a:lnTo>
                  <a:pt x="0" y="8255"/>
                </a:lnTo>
                <a:close/>
              </a:path>
            </a:pathLst>
          </a:custGeom>
          <a:solidFill>
            <a:srgbClr val="000000">
              <a:alpha val="11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bg object 19" hidden="1"/>
          <p:cNvSpPr/>
          <p:nvPr/>
        </p:nvSpPr>
        <p:spPr>
          <a:xfrm>
            <a:off x="228600" y="1762200"/>
            <a:ext cx="12191760" cy="6372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3720"/>
              <a:gd name="textAreaBottom" fmla="*/ 64080 h 63720"/>
            </a:gdLst>
            <a:ahLst/>
            <a:rect l="textAreaLeft" t="textAreaTop" r="textAreaRight" b="textAreaBottom"/>
            <a:pathLst>
              <a:path w="12192000" h="64135">
                <a:moveTo>
                  <a:pt x="0" y="64135"/>
                </a:moveTo>
                <a:lnTo>
                  <a:pt x="12191999" y="64135"/>
                </a:lnTo>
                <a:lnTo>
                  <a:pt x="12191999" y="0"/>
                </a:lnTo>
                <a:lnTo>
                  <a:pt x="0" y="0"/>
                </a:lnTo>
                <a:lnTo>
                  <a:pt x="0" y="64135"/>
                </a:lnTo>
                <a:close/>
              </a:path>
            </a:pathLst>
          </a:custGeom>
          <a:solidFill>
            <a:srgbClr val="000000">
              <a:alpha val="13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bg object 20" hidden="1"/>
          <p:cNvSpPr/>
          <p:nvPr/>
        </p:nvSpPr>
        <p:spPr>
          <a:xfrm>
            <a:off x="228600" y="552600"/>
            <a:ext cx="12191760" cy="12092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1209240"/>
              <a:gd name="textAreaBottom" fmla="*/ 1209600 h 1209240"/>
            </a:gdLst>
            <a:ahLst/>
            <a:rect l="textAreaLeft" t="textAreaTop" r="textAreaRight" b="textAreaBottom"/>
            <a:pathLst>
              <a:path w="12192000" h="1209675">
                <a:moveTo>
                  <a:pt x="12191999" y="1209674"/>
                </a:moveTo>
                <a:lnTo>
                  <a:pt x="0" y="120967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209674"/>
                </a:lnTo>
                <a:close/>
              </a:path>
            </a:pathLst>
          </a:custGeom>
          <a:solidFill>
            <a:srgbClr val="f2f1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665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ro-RO" sz="42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4"/>
          </p:nvPr>
        </p:nvSpPr>
        <p:spPr>
          <a:xfrm>
            <a:off x="4300560" y="6803280"/>
            <a:ext cx="404748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ro-RO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ro-RO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dt" idx="5"/>
          </p:nvPr>
        </p:nvSpPr>
        <p:spPr>
          <a:xfrm>
            <a:off x="632520" y="6803280"/>
            <a:ext cx="290880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def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&lt;date/time&gt;</a:t>
            </a:r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sldNum" idx="6"/>
          </p:nvPr>
        </p:nvSpPr>
        <p:spPr>
          <a:xfrm>
            <a:off x="9107280" y="6803280"/>
            <a:ext cx="2908800" cy="365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ro-RO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9B8A232-33F7-4B3A-A7EB-5A1091A48AAD}" type="slidenum">
              <a:rPr b="0" lang="ro-RO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ro-RO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2.png"/><Relationship Id="rId11" Type="http://schemas.openxmlformats.org/officeDocument/2006/relationships/image" Target="../media/image4.png"/><Relationship Id="rId1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3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19.png"/><Relationship Id="rId14" Type="http://schemas.openxmlformats.org/officeDocument/2006/relationships/image" Target="../media/image2.png"/><Relationship Id="rId15" Type="http://schemas.openxmlformats.org/officeDocument/2006/relationships/image" Target="../media/image20.png"/><Relationship Id="rId16" Type="http://schemas.openxmlformats.org/officeDocument/2006/relationships/image" Target="../media/image21.png"/><Relationship Id="rId17" Type="http://schemas.openxmlformats.org/officeDocument/2006/relationships/image" Target="../media/image21.png"/><Relationship Id="rId18" Type="http://schemas.openxmlformats.org/officeDocument/2006/relationships/image" Target="../media/image21.png"/><Relationship Id="rId19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3.png"/><Relationship Id="rId3" Type="http://schemas.openxmlformats.org/officeDocument/2006/relationships/image" Target="../media/image23.png"/><Relationship Id="rId4" Type="http://schemas.openxmlformats.org/officeDocument/2006/relationships/image" Target="../media/image23.png"/><Relationship Id="rId5" Type="http://schemas.openxmlformats.org/officeDocument/2006/relationships/image" Target="../media/image23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Relationship Id="rId12" Type="http://schemas.openxmlformats.org/officeDocument/2006/relationships/image" Target="../media/image6.png"/><Relationship Id="rId13" Type="http://schemas.openxmlformats.org/officeDocument/2006/relationships/image" Target="../media/image7.png"/><Relationship Id="rId14" Type="http://schemas.openxmlformats.org/officeDocument/2006/relationships/image" Target="../media/image26.png"/><Relationship Id="rId15" Type="http://schemas.openxmlformats.org/officeDocument/2006/relationships/image" Target="../media/image10.png"/><Relationship Id="rId16" Type="http://schemas.openxmlformats.org/officeDocument/2006/relationships/image" Target="../media/image11.png"/><Relationship Id="rId17" Type="http://schemas.openxmlformats.org/officeDocument/2006/relationships/image" Target="../media/image2.png"/><Relationship Id="rId18" Type="http://schemas.openxmlformats.org/officeDocument/2006/relationships/image" Target="../media/image4.png"/><Relationship Id="rId19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1668600" y="1222920"/>
            <a:ext cx="9454320" cy="22248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 algn="ctr">
              <a:lnSpc>
                <a:spcPct val="110000"/>
              </a:lnSpc>
              <a:spcBef>
                <a:spcPts val="99"/>
              </a:spcBef>
              <a:buNone/>
            </a:pP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The</a:t>
            </a:r>
            <a:r>
              <a:rPr b="0" lang="ro-RO" sz="4400" spc="-75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Netflix</a:t>
            </a:r>
            <a:r>
              <a:rPr b="0" lang="ro-RO" sz="440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Effect:</a:t>
            </a:r>
            <a:r>
              <a:rPr b="0" lang="ro-RO" sz="440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How</a:t>
            </a:r>
            <a:r>
              <a:rPr b="0" lang="ro-RO" sz="440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Streaming</a:t>
            </a:r>
            <a:r>
              <a:rPr b="0" lang="ro-RO" sz="440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557" strike="noStrike">
                <a:solidFill>
                  <a:schemeClr val="lt1"/>
                </a:solidFill>
                <a:latin typeface="Segoe UI Light"/>
              </a:rPr>
              <a:t>T</a:t>
            </a:r>
            <a:r>
              <a:rPr b="0" lang="ro-RO" sz="4400" spc="-55" strike="noStrike">
                <a:solidFill>
                  <a:schemeClr val="lt1"/>
                </a:solidFill>
                <a:latin typeface="Segoe UI Light"/>
              </a:rPr>
              <a:t>r</a:t>
            </a:r>
            <a:r>
              <a:rPr b="0" lang="ro-RO" sz="4400" spc="32" strike="noStrike">
                <a:solidFill>
                  <a:schemeClr val="lt1"/>
                </a:solidFill>
                <a:latin typeface="Segoe UI Light"/>
              </a:rPr>
              <a:t>ends</a:t>
            </a:r>
            <a:r>
              <a:rPr b="0" lang="ro-RO" sz="4400" spc="-80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Influence</a:t>
            </a:r>
            <a:r>
              <a:rPr b="0" lang="ro-RO" sz="4400" spc="-5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Global</a:t>
            </a:r>
            <a:r>
              <a:rPr b="0" lang="ro-RO" sz="4400" spc="-5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Internet</a:t>
            </a:r>
            <a:r>
              <a:rPr b="0" lang="ro-RO" sz="4400" spc="-5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and</a:t>
            </a:r>
            <a:r>
              <a:rPr b="0" lang="ro-RO" sz="4400" spc="-4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2" strike="noStrike">
                <a:solidFill>
                  <a:schemeClr val="lt1"/>
                </a:solidFill>
                <a:latin typeface="Segoe UI Light"/>
              </a:rPr>
              <a:t>Cultural </a:t>
            </a:r>
            <a:r>
              <a:rPr b="0" lang="ro-RO" sz="4400" spc="-1" strike="noStrike">
                <a:solidFill>
                  <a:schemeClr val="lt1"/>
                </a:solidFill>
                <a:latin typeface="Segoe UI Light"/>
              </a:rPr>
              <a:t>Consumption</a:t>
            </a:r>
            <a:r>
              <a:rPr b="0" lang="ro-RO" sz="4400" spc="-75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400" spc="-12" strike="noStrike">
                <a:solidFill>
                  <a:schemeClr val="lt1"/>
                </a:solidFill>
                <a:latin typeface="Segoe UI Light"/>
              </a:rPr>
              <a:t>Patterns</a:t>
            </a:r>
            <a:endParaRPr b="0" lang="ro-RO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4" name="object 5"/>
          <p:cNvSpPr/>
          <p:nvPr/>
        </p:nvSpPr>
        <p:spPr>
          <a:xfrm>
            <a:off x="9360000" y="5296680"/>
            <a:ext cx="172440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12000"/>
              </a:lnSpc>
              <a:spcBef>
                <a:spcPts val="99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Paul</a:t>
            </a:r>
            <a:r>
              <a:rPr b="0" lang="ro-RO" sz="2400" spc="-137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Carpen 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787320" y="635040"/>
            <a:ext cx="383328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INTRODUCTION: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8" name="object 5"/>
          <p:cNvSpPr/>
          <p:nvPr/>
        </p:nvSpPr>
        <p:spPr>
          <a:xfrm>
            <a:off x="673200" y="1915200"/>
            <a:ext cx="11197800" cy="4390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 algn="just">
              <a:lnSpc>
                <a:spcPct val="112000"/>
              </a:lnSpc>
              <a:spcBef>
                <a:spcPts val="99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In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last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decade,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streaming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services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have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revolutionized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way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people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consume media.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  <a:p>
            <a:pPr marL="12600" algn="just">
              <a:lnSpc>
                <a:spcPct val="112000"/>
              </a:lnSpc>
              <a:spcBef>
                <a:spcPts val="1120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Among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them,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has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emerged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as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global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leader,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reshaping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not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only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entertainment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habits</a:t>
            </a:r>
            <a:r>
              <a:rPr b="0" lang="ro-RO" sz="2400" spc="-7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but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also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influencing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broader</a:t>
            </a:r>
            <a:r>
              <a:rPr b="0" lang="ro-RO" sz="2400" spc="-7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patterns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in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internet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usage,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energy</a:t>
            </a:r>
            <a:r>
              <a:rPr b="0" lang="ro-RO" sz="2400" spc="-7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consumption,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26" strike="noStrike">
                <a:solidFill>
                  <a:srgbClr val="ffffff"/>
                </a:solidFill>
                <a:latin typeface="Segoe UI Light"/>
              </a:rPr>
              <a:t>and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cultural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engagement.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rapid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shift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from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traditional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media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(cinemas,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books,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live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TV)</a:t>
            </a:r>
            <a:r>
              <a:rPr b="0" lang="ro-RO" sz="2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26" strike="noStrike">
                <a:solidFill>
                  <a:srgbClr val="ffffff"/>
                </a:solidFill>
                <a:latin typeface="Segoe UI Light"/>
              </a:rPr>
              <a:t>to </a:t>
            </a:r>
            <a:r>
              <a:rPr b="0" lang="ro-RO" sz="2400" spc="-21" strike="noStrike">
                <a:solidFill>
                  <a:srgbClr val="ffffff"/>
                </a:solidFill>
                <a:latin typeface="Segoe UI Light"/>
              </a:rPr>
              <a:t>on-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demand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streaming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has</a:t>
            </a:r>
            <a:r>
              <a:rPr b="0" lang="ro-RO" sz="240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triggered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both</a:t>
            </a:r>
            <a:r>
              <a:rPr b="0" lang="ro-RO" sz="240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enthusiasm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concern</a:t>
            </a:r>
            <a:r>
              <a:rPr b="0" lang="ro-RO" sz="240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among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various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346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industries</a:t>
            </a:r>
            <a:r>
              <a:rPr b="0" lang="ro-RO" sz="240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240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policymakers.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12000"/>
              </a:lnSpc>
              <a:spcBef>
                <a:spcPts val="1125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This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project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seeks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to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explore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ripple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effects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of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Netflix's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expansion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on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societal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behavior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infrastructure,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offering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multi-faceted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look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at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how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digital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consumption</a:t>
            </a:r>
            <a:r>
              <a:rPr b="0" lang="ro-RO" sz="2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is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altering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global</a:t>
            </a:r>
            <a:r>
              <a:rPr b="0" lang="ro-RO" sz="240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patterns.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OBJECTIVES: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object 5"/>
          <p:cNvSpPr/>
          <p:nvPr/>
        </p:nvSpPr>
        <p:spPr>
          <a:xfrm>
            <a:off x="911160" y="1839600"/>
            <a:ext cx="9975960" cy="5578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1040" bIns="0" anchor="t">
            <a:spAutoFit/>
          </a:bodyPr>
          <a:p>
            <a:pPr marL="12600">
              <a:lnSpc>
                <a:spcPct val="100000"/>
              </a:lnSpc>
              <a:spcBef>
                <a:spcPts val="1740"/>
              </a:spcBef>
            </a:pPr>
            <a:r>
              <a:rPr b="0" lang="ro-RO" sz="2750" spc="-26" strike="noStrike">
                <a:solidFill>
                  <a:srgbClr val="ffffff"/>
                </a:solidFill>
                <a:latin typeface="Segoe UI Light"/>
              </a:rPr>
              <a:t>What?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4351"/>
              </a:lnSpc>
              <a:spcBef>
                <a:spcPts val="320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This</a:t>
            </a:r>
            <a:r>
              <a:rPr b="0" lang="ro-RO" sz="240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project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aims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to</a:t>
            </a:r>
            <a:r>
              <a:rPr b="0" lang="ro-RO" sz="240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answer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following</a:t>
            </a:r>
            <a:r>
              <a:rPr b="0" lang="ro-RO" sz="2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key</a:t>
            </a:r>
            <a:r>
              <a:rPr b="0" lang="ro-RO" sz="240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questions: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How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has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Netflix's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global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user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base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evolved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over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time?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835"/>
              </a:lnSpc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What</a:t>
            </a:r>
            <a:r>
              <a:rPr b="0" lang="ro-RO" sz="240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correlations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exist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between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viewership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21" strike="noStrike">
                <a:solidFill>
                  <a:srgbClr val="ffffff"/>
                </a:solidFill>
                <a:latin typeface="Segoe UI Light"/>
              </a:rPr>
              <a:t>and: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266"/>
              </a:lnSpc>
              <a:spcBef>
                <a:spcPts val="1120"/>
              </a:spcBef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57" strike="noStrike">
                <a:solidFill>
                  <a:srgbClr val="ffffff"/>
                </a:solidFill>
                <a:latin typeface="Segoe UI Light"/>
              </a:rPr>
              <a:t>Internet</a:t>
            </a:r>
            <a:r>
              <a:rPr b="0" lang="ro-RO" sz="275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bandwidth</a:t>
            </a:r>
            <a:r>
              <a:rPr b="0" lang="ro-RO" sz="275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97" strike="noStrike">
                <a:solidFill>
                  <a:srgbClr val="ffffff"/>
                </a:solidFill>
                <a:latin typeface="Segoe UI Light"/>
              </a:rPr>
              <a:t>consumption?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226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26" strike="noStrike">
                <a:solidFill>
                  <a:srgbClr val="ffffff"/>
                </a:solidFill>
                <a:latin typeface="Segoe UI Light"/>
              </a:rPr>
              <a:t>Electricity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rgbClr val="ffffff"/>
                </a:solidFill>
                <a:latin typeface="Segoe UI Light"/>
              </a:rPr>
              <a:t>during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peak</a:t>
            </a:r>
            <a:r>
              <a:rPr b="0" lang="ro-RO" sz="2750" spc="-7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2" strike="noStrike">
                <a:solidFill>
                  <a:srgbClr val="ffffff"/>
                </a:solidFill>
                <a:latin typeface="Segoe UI Light"/>
              </a:rPr>
              <a:t>hours?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226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77" strike="noStrike">
                <a:solidFill>
                  <a:srgbClr val="ffffff"/>
                </a:solidFill>
                <a:latin typeface="Segoe UI Light"/>
              </a:rPr>
              <a:t>Traditional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0" strike="noStrike">
                <a:solidFill>
                  <a:srgbClr val="ffffff"/>
                </a:solidFill>
                <a:latin typeface="Segoe UI Light"/>
              </a:rPr>
              <a:t>cultural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02" strike="noStrike">
                <a:solidFill>
                  <a:srgbClr val="ffffff"/>
                </a:solidFill>
                <a:latin typeface="Segoe UI Light"/>
              </a:rPr>
              <a:t>engagement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37" strike="noStrike">
                <a:solidFill>
                  <a:srgbClr val="ffffff"/>
                </a:solidFill>
                <a:latin typeface="Segoe UI Light"/>
              </a:rPr>
              <a:t>(e.g.,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85" strike="noStrike">
                <a:solidFill>
                  <a:srgbClr val="ffffff"/>
                </a:solidFill>
                <a:latin typeface="Segoe UI Light"/>
              </a:rPr>
              <a:t>cinema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37" strike="noStrike">
                <a:solidFill>
                  <a:srgbClr val="ffffff"/>
                </a:solidFill>
                <a:latin typeface="Segoe UI Light"/>
              </a:rPr>
              <a:t>ticket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0" strike="noStrike">
                <a:solidFill>
                  <a:srgbClr val="ffffff"/>
                </a:solidFill>
                <a:latin typeface="Segoe UI Light"/>
              </a:rPr>
              <a:t>sales,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11" strike="noStrike">
                <a:solidFill>
                  <a:srgbClr val="ffffff"/>
                </a:solidFill>
                <a:latin typeface="Segoe UI Light"/>
              </a:rPr>
              <a:t>book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35" strike="noStrike">
                <a:solidFill>
                  <a:srgbClr val="ffffff"/>
                </a:solidFill>
                <a:latin typeface="Segoe UI Light"/>
              </a:rPr>
              <a:t>reading)?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226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202" strike="noStrike">
                <a:solidFill>
                  <a:srgbClr val="ffffff"/>
                </a:solidFill>
                <a:latin typeface="Segoe UI Light"/>
              </a:rPr>
              <a:t>Are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rgbClr val="ffffff"/>
                </a:solidFill>
                <a:latin typeface="Segoe UI Light"/>
              </a:rPr>
              <a:t>there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seasonal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rgbClr val="ffffff"/>
                </a:solidFill>
                <a:latin typeface="Segoe UI Light"/>
              </a:rPr>
              <a:t>or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regional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patterns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37" strike="noStrike">
                <a:solidFill>
                  <a:srgbClr val="ffffff"/>
                </a:solidFill>
                <a:latin typeface="Segoe UI Light"/>
              </a:rPr>
              <a:t>in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82" strike="noStrike">
                <a:solidFill>
                  <a:srgbClr val="ffffff"/>
                </a:solidFill>
                <a:latin typeface="Segoe UI Light"/>
              </a:rPr>
              <a:t>streaming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41" strike="noStrike">
                <a:solidFill>
                  <a:srgbClr val="ffffff"/>
                </a:solidFill>
                <a:latin typeface="Segoe UI Light"/>
              </a:rPr>
              <a:t>behavior?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260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242" strike="noStrike">
                <a:solidFill>
                  <a:srgbClr val="ffffff"/>
                </a:solidFill>
                <a:latin typeface="Segoe UI Light"/>
              </a:rPr>
              <a:t>How</a:t>
            </a:r>
            <a:r>
              <a:rPr b="0" lang="ro-RO" sz="275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25" strike="noStrike">
                <a:solidFill>
                  <a:srgbClr val="ffffff"/>
                </a:solidFill>
                <a:latin typeface="Segoe UI Light"/>
              </a:rPr>
              <a:t>do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57" strike="noStrike">
                <a:solidFill>
                  <a:srgbClr val="ffffff"/>
                </a:solidFill>
                <a:latin typeface="Segoe UI Light"/>
              </a:rPr>
              <a:t>different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0" strike="noStrike">
                <a:solidFill>
                  <a:srgbClr val="ffffff"/>
                </a:solidFill>
                <a:latin typeface="Segoe UI Light"/>
              </a:rPr>
              <a:t>countries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5" strike="noStrike">
                <a:solidFill>
                  <a:srgbClr val="ffffff"/>
                </a:solidFill>
                <a:latin typeface="Segoe UI Light"/>
              </a:rPr>
              <a:t>exhibit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5" strike="noStrike">
                <a:solidFill>
                  <a:srgbClr val="ffffff"/>
                </a:solidFill>
                <a:latin typeface="Segoe UI Light"/>
              </a:rPr>
              <a:t>varying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85" strike="noStrike">
                <a:solidFill>
                  <a:srgbClr val="ffffff"/>
                </a:solidFill>
                <a:latin typeface="Segoe UI Light"/>
              </a:rPr>
              <a:t>responses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to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“streaming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46" strike="noStrike">
                <a:solidFill>
                  <a:srgbClr val="ffffff"/>
                </a:solidFill>
                <a:latin typeface="Segoe UI Light"/>
              </a:rPr>
              <a:t>shift”?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OBJECTIVES: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object 5"/>
          <p:cNvSpPr/>
          <p:nvPr/>
        </p:nvSpPr>
        <p:spPr>
          <a:xfrm>
            <a:off x="911160" y="1839600"/>
            <a:ext cx="10527840" cy="50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1040" bIns="0" anchor="t">
            <a:spAutoFit/>
          </a:bodyPr>
          <a:p>
            <a:pPr marL="12600">
              <a:lnSpc>
                <a:spcPct val="100000"/>
              </a:lnSpc>
              <a:spcBef>
                <a:spcPts val="1740"/>
              </a:spcBef>
            </a:pPr>
            <a:r>
              <a:rPr b="0" lang="ro-RO" sz="2750" spc="-21" strike="noStrike">
                <a:solidFill>
                  <a:srgbClr val="ffffff"/>
                </a:solidFill>
                <a:latin typeface="Segoe UI Light"/>
              </a:rPr>
              <a:t>Who?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00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target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audience</a:t>
            </a:r>
            <a:r>
              <a:rPr b="0" lang="ro-RO" sz="240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for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this</a:t>
            </a:r>
            <a:r>
              <a:rPr b="0" lang="ro-RO" sz="240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Segoe UI Light"/>
              </a:rPr>
              <a:t>project</a:t>
            </a:r>
            <a:r>
              <a:rPr b="0" lang="ro-RO" sz="240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Segoe UI Light"/>
              </a:rPr>
              <a:t>includes:</a:t>
            </a:r>
            <a:endParaRPr b="0" lang="ro-RO" sz="2400" spc="-1" strike="noStrike">
              <a:solidFill>
                <a:srgbClr val="000000"/>
              </a:solidFill>
              <a:latin typeface="Arial"/>
            </a:endParaRPr>
          </a:p>
          <a:p>
            <a:pPr marL="182160" indent="-73800">
              <a:lnSpc>
                <a:spcPts val="3229"/>
              </a:lnSpc>
              <a:spcBef>
                <a:spcPts val="1284"/>
              </a:spcBef>
              <a:buClr>
                <a:srgbClr val="ffffff"/>
              </a:buClr>
              <a:buSzPct val="33000"/>
              <a:buFont typeface="Arial MT"/>
              <a:buChar char="•"/>
              <a:tabLst>
                <a:tab algn="l" pos="183600"/>
              </a:tabLst>
            </a:pPr>
            <a:r>
              <a:rPr b="0" lang="ro-RO" sz="2750" spc="-197" strike="noStrike">
                <a:solidFill>
                  <a:srgbClr val="ffffff"/>
                </a:solidFill>
                <a:latin typeface="Segoe UI Light"/>
              </a:rPr>
              <a:t>Media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56" strike="noStrike">
                <a:solidFill>
                  <a:srgbClr val="ffffff"/>
                </a:solidFill>
                <a:latin typeface="Segoe UI Light"/>
              </a:rPr>
              <a:t>&amp;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57" strike="noStrike">
                <a:solidFill>
                  <a:srgbClr val="ffffff"/>
                </a:solidFill>
                <a:latin typeface="Segoe UI Light"/>
              </a:rPr>
              <a:t>entertainment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companies</a:t>
            </a:r>
            <a:r>
              <a:rPr b="0" lang="ro-RO" sz="2750" spc="-5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looking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to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82" strike="noStrike">
                <a:solidFill>
                  <a:srgbClr val="ffffff"/>
                </a:solidFill>
                <a:latin typeface="Segoe UI Light"/>
              </a:rPr>
              <a:t>understand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85" strike="noStrike">
                <a:solidFill>
                  <a:srgbClr val="ffffff"/>
                </a:solidFill>
                <a:latin typeface="Segoe UI Light"/>
              </a:rPr>
              <a:t>changing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5" strike="noStrike">
                <a:solidFill>
                  <a:srgbClr val="ffffff"/>
                </a:solidFill>
                <a:latin typeface="Segoe UI Light"/>
              </a:rPr>
              <a:t>consumption </a:t>
            </a:r>
            <a:r>
              <a:rPr b="0" lang="ro-RO" sz="2750" spc="-145" strike="noStrike">
                <a:solidFill>
                  <a:srgbClr val="ffffff"/>
                </a:solidFill>
                <a:latin typeface="Segoe UI Light"/>
              </a:rPr>
              <a:t>	</a:t>
            </a:r>
            <a:r>
              <a:rPr b="0" lang="ro-RO" sz="2750" spc="-12" strike="noStrike">
                <a:solidFill>
                  <a:srgbClr val="ffffff"/>
                </a:solidFill>
                <a:latin typeface="Segoe UI Light"/>
              </a:rPr>
              <a:t>habits.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084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245" strike="noStrike">
                <a:solidFill>
                  <a:srgbClr val="ffffff"/>
                </a:solidFill>
                <a:latin typeface="Segoe UI Light"/>
              </a:rPr>
              <a:t>Telecom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02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energy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providers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57" strike="noStrike">
                <a:solidFill>
                  <a:srgbClr val="ffffff"/>
                </a:solidFill>
                <a:latin typeface="Segoe UI Light"/>
              </a:rPr>
              <a:t>interested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37" strike="noStrike">
                <a:solidFill>
                  <a:srgbClr val="ffffff"/>
                </a:solidFill>
                <a:latin typeface="Segoe UI Light"/>
              </a:rPr>
              <a:t>in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behavioral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rgbClr val="ffffff"/>
                </a:solidFill>
                <a:latin typeface="Segoe UI Light"/>
              </a:rPr>
              <a:t>trends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57" strike="noStrike">
                <a:solidFill>
                  <a:srgbClr val="ffffff"/>
                </a:solidFill>
                <a:latin typeface="Segoe UI Light"/>
              </a:rPr>
              <a:t>that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2" strike="noStrike">
                <a:solidFill>
                  <a:srgbClr val="ffffff"/>
                </a:solidFill>
                <a:latin typeface="Segoe UI Light"/>
              </a:rPr>
              <a:t>affect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3600">
              <a:lnSpc>
                <a:spcPts val="3226"/>
              </a:lnSpc>
              <a:tabLst>
                <a:tab algn="l" pos="182880"/>
              </a:tabLst>
            </a:pPr>
            <a:r>
              <a:rPr b="0" lang="ro-RO" sz="2750" spc="-145" strike="noStrike">
                <a:solidFill>
                  <a:srgbClr val="ffffff"/>
                </a:solidFill>
                <a:latin typeface="Segoe UI Light"/>
              </a:rPr>
              <a:t>infrastructure</a:t>
            </a:r>
            <a:r>
              <a:rPr b="0" lang="ro-RO" sz="2750" spc="-97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55" strike="noStrike">
                <a:solidFill>
                  <a:srgbClr val="ffffff"/>
                </a:solidFill>
                <a:latin typeface="Segoe UI Light"/>
              </a:rPr>
              <a:t>demand.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160" indent="-73800">
              <a:lnSpc>
                <a:spcPts val="3229"/>
              </a:lnSpc>
              <a:spcBef>
                <a:spcPts val="125"/>
              </a:spcBef>
              <a:buClr>
                <a:srgbClr val="ffffff"/>
              </a:buClr>
              <a:buSzPct val="33000"/>
              <a:buFont typeface="Arial MT"/>
              <a:buChar char="•"/>
              <a:tabLst>
                <a:tab algn="l" pos="183600"/>
              </a:tabLst>
            </a:pPr>
            <a:r>
              <a:rPr b="0" lang="ro-RO" sz="2750" spc="-151" strike="noStrike">
                <a:solidFill>
                  <a:srgbClr val="ffffff"/>
                </a:solidFill>
                <a:latin typeface="Segoe UI Light"/>
              </a:rPr>
              <a:t>Cultural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37" strike="noStrike">
                <a:solidFill>
                  <a:srgbClr val="ffffff"/>
                </a:solidFill>
                <a:latin typeface="Segoe UI Light"/>
              </a:rPr>
              <a:t>institutions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02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policymakers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seeking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to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evaluate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the</a:t>
            </a:r>
            <a:r>
              <a:rPr b="0" lang="ro-RO" sz="2750" spc="-6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rgbClr val="ffffff"/>
                </a:solidFill>
                <a:latin typeface="Segoe UI Light"/>
              </a:rPr>
              <a:t>impact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97" strike="noStrike">
                <a:solidFill>
                  <a:srgbClr val="ffffff"/>
                </a:solidFill>
                <a:latin typeface="Segoe UI Light"/>
              </a:rPr>
              <a:t>of</a:t>
            </a:r>
            <a:r>
              <a:rPr b="0" lang="ro-RO" sz="2750" spc="-6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80" strike="noStrike">
                <a:solidFill>
                  <a:srgbClr val="ffffff"/>
                </a:solidFill>
                <a:latin typeface="Segoe UI Light"/>
              </a:rPr>
              <a:t>digital </a:t>
            </a:r>
            <a:r>
              <a:rPr b="0" lang="ro-RO" sz="2750" spc="-80" strike="noStrike">
                <a:solidFill>
                  <a:srgbClr val="ffffff"/>
                </a:solidFill>
                <a:latin typeface="Segoe UI Light"/>
              </a:rPr>
              <a:t>	</a:t>
            </a:r>
            <a:r>
              <a:rPr b="0" lang="ro-RO" sz="2750" spc="-171" strike="noStrike">
                <a:solidFill>
                  <a:srgbClr val="ffffff"/>
                </a:solidFill>
                <a:latin typeface="Segoe UI Light"/>
              </a:rPr>
              <a:t>platforms</a:t>
            </a:r>
            <a:r>
              <a:rPr b="0" lang="ro-RO" sz="275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11" strike="noStrike">
                <a:solidFill>
                  <a:srgbClr val="ffffff"/>
                </a:solidFill>
                <a:latin typeface="Segoe UI Light"/>
              </a:rPr>
              <a:t>on</a:t>
            </a:r>
            <a:r>
              <a:rPr b="0" lang="ro-RO" sz="275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5" strike="noStrike">
                <a:solidFill>
                  <a:srgbClr val="ffffff"/>
                </a:solidFill>
                <a:latin typeface="Segoe UI Light"/>
              </a:rPr>
              <a:t>traditional</a:t>
            </a:r>
            <a:r>
              <a:rPr b="0" lang="ro-RO" sz="275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2" strike="noStrike">
                <a:solidFill>
                  <a:srgbClr val="ffffff"/>
                </a:solidFill>
                <a:latin typeface="Segoe UI Light"/>
              </a:rPr>
              <a:t>media.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2880" indent="-73800">
              <a:lnSpc>
                <a:spcPts val="3084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91" strike="noStrike">
                <a:solidFill>
                  <a:srgbClr val="ffffff"/>
                </a:solidFill>
                <a:latin typeface="Segoe UI Light"/>
              </a:rPr>
              <a:t>Academic</a:t>
            </a:r>
            <a:r>
              <a:rPr b="0" lang="ro-RO" sz="2750" spc="-80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researchers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rgbClr val="ffffff"/>
                </a:solidFill>
                <a:latin typeface="Segoe UI Light"/>
              </a:rPr>
              <a:t>exploring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40" strike="noStrike">
                <a:solidFill>
                  <a:srgbClr val="ffffff"/>
                </a:solidFill>
                <a:latin typeface="Segoe UI Light"/>
              </a:rPr>
              <a:t>digital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60" strike="noStrike">
                <a:solidFill>
                  <a:srgbClr val="ffffff"/>
                </a:solidFill>
                <a:latin typeface="Segoe UI Light"/>
              </a:rPr>
              <a:t>transformation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202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11" strike="noStrike">
                <a:solidFill>
                  <a:srgbClr val="ffffff"/>
                </a:solidFill>
                <a:latin typeface="Segoe UI Light"/>
              </a:rPr>
              <a:t>its</a:t>
            </a:r>
            <a:r>
              <a:rPr b="0" lang="ro-RO" sz="2750" spc="-7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2750" spc="-100" strike="noStrike">
                <a:solidFill>
                  <a:srgbClr val="ffffff"/>
                </a:solidFill>
                <a:latin typeface="Segoe UI Light"/>
              </a:rPr>
              <a:t>macroeconomic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  <a:p>
            <a:pPr marL="183600">
              <a:lnSpc>
                <a:spcPts val="3266"/>
              </a:lnSpc>
              <a:tabLst>
                <a:tab algn="l" pos="182880"/>
              </a:tabLst>
            </a:pPr>
            <a:r>
              <a:rPr b="0" lang="ro-RO" sz="2750" spc="-75" strike="noStrike">
                <a:solidFill>
                  <a:srgbClr val="ffffff"/>
                </a:solidFill>
                <a:latin typeface="Segoe UI Light"/>
              </a:rPr>
              <a:t>implications.</a:t>
            </a:r>
            <a:endParaRPr b="0" lang="ro-RO" sz="27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1187280" y="816120"/>
            <a:ext cx="285912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OBJECTIVES: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1035000" y="2439720"/>
            <a:ext cx="10145520" cy="4373280"/>
          </a:xfrm>
          <a:prstGeom prst="rect">
            <a:avLst/>
          </a:prstGeom>
          <a:noFill/>
          <a:ln w="0">
            <a:noFill/>
          </a:ln>
        </p:spPr>
        <p:txBody>
          <a:bodyPr lIns="0" rIns="0" tIns="221040" bIns="0" anchor="t">
            <a:noAutofit/>
          </a:bodyPr>
          <a:p>
            <a:pPr marL="12600" indent="0">
              <a:lnSpc>
                <a:spcPct val="100000"/>
              </a:lnSpc>
              <a:spcBef>
                <a:spcPts val="1740"/>
              </a:spcBef>
              <a:buNone/>
            </a:pPr>
            <a:r>
              <a:rPr b="0" lang="ro-RO" sz="2750" spc="-21" strike="noStrike">
                <a:solidFill>
                  <a:schemeClr val="lt1"/>
                </a:solidFill>
                <a:latin typeface="Segoe UI Light"/>
              </a:rPr>
              <a:t>How?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marL="12600" indent="0">
              <a:lnSpc>
                <a:spcPct val="100000"/>
              </a:lnSpc>
              <a:spcBef>
                <a:spcPts val="1400"/>
              </a:spcBef>
              <a:buNone/>
            </a:pP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The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analysis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will</a:t>
            </a:r>
            <a:r>
              <a:rPr b="0" lang="ro-RO" sz="2400" spc="-60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be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based</a:t>
            </a:r>
            <a:r>
              <a:rPr b="0" lang="ro-RO" sz="2400" spc="-60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on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a</a:t>
            </a:r>
            <a:r>
              <a:rPr b="0" lang="ro-RO" sz="2400" spc="-60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combination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of</a:t>
            </a:r>
            <a:r>
              <a:rPr b="0" lang="ro-RO" sz="2400" spc="-60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datasets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from</a:t>
            </a:r>
            <a:r>
              <a:rPr b="0" lang="ro-RO" sz="2400" spc="-60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" strike="noStrike">
                <a:solidFill>
                  <a:schemeClr val="lt1"/>
                </a:solidFill>
                <a:latin typeface="Segoe UI Light"/>
              </a:rPr>
              <a:t>reputable</a:t>
            </a:r>
            <a:r>
              <a:rPr b="0" lang="ro-RO" sz="240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400" spc="-12" strike="noStrike">
                <a:solidFill>
                  <a:schemeClr val="lt1"/>
                </a:solidFill>
                <a:latin typeface="Segoe UI Light"/>
              </a:rPr>
              <a:t>sources:</a:t>
            </a:r>
            <a:endParaRPr b="0" lang="ro-RO" sz="2400" spc="-1" strike="noStrike">
              <a:solidFill>
                <a:srgbClr val="000000"/>
              </a:solidFill>
              <a:latin typeface="Calibri"/>
            </a:endParaRPr>
          </a:p>
          <a:p>
            <a:pPr marL="182880" indent="-73800">
              <a:lnSpc>
                <a:spcPts val="3266"/>
              </a:lnSpc>
              <a:spcBef>
                <a:spcPts val="1120"/>
              </a:spcBef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40" strike="noStrike">
                <a:solidFill>
                  <a:schemeClr val="lt1"/>
                </a:solidFill>
                <a:latin typeface="Segoe UI Light"/>
              </a:rPr>
              <a:t>Netflix</a:t>
            </a:r>
            <a:r>
              <a:rPr b="0" lang="ro-RO" sz="275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chemeClr val="lt1"/>
                </a:solidFill>
                <a:latin typeface="Segoe UI Light"/>
              </a:rPr>
              <a:t>user</a:t>
            </a:r>
            <a:r>
              <a:rPr b="0" lang="ro-RO" sz="275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202" strike="noStrike">
                <a:solidFill>
                  <a:schemeClr val="lt1"/>
                </a:solidFill>
                <a:latin typeface="Segoe UI Light"/>
              </a:rPr>
              <a:t>and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85" strike="noStrike">
                <a:solidFill>
                  <a:schemeClr val="lt1"/>
                </a:solidFill>
                <a:latin typeface="Segoe UI Light"/>
              </a:rPr>
              <a:t>revenue</a:t>
            </a:r>
            <a:r>
              <a:rPr b="0" lang="ro-RO" sz="275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chemeClr val="lt1"/>
                </a:solidFill>
                <a:latin typeface="Segoe UI Light"/>
              </a:rPr>
              <a:t>data</a:t>
            </a:r>
            <a:r>
              <a:rPr b="0" lang="ro-RO" sz="275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85" strike="noStrike">
                <a:solidFill>
                  <a:schemeClr val="lt1"/>
                </a:solidFill>
                <a:latin typeface="Segoe UI Light"/>
              </a:rPr>
              <a:t>(from</a:t>
            </a:r>
            <a:r>
              <a:rPr b="0" lang="ro-RO" sz="2750" spc="-6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2" strike="noStrike">
                <a:solidFill>
                  <a:schemeClr val="lt1"/>
                </a:solidFill>
                <a:latin typeface="Segoe UI Light"/>
              </a:rPr>
              <a:t>Kaggle)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marL="182880" indent="-73800">
              <a:lnSpc>
                <a:spcPts val="3226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57" strike="noStrike">
                <a:solidFill>
                  <a:schemeClr val="lt1"/>
                </a:solidFill>
                <a:latin typeface="Segoe UI Light"/>
              </a:rPr>
              <a:t>Internet</a:t>
            </a:r>
            <a:r>
              <a:rPr b="0" lang="ro-RO" sz="2750" spc="-5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chemeClr val="lt1"/>
                </a:solidFill>
                <a:latin typeface="Segoe UI Light"/>
              </a:rPr>
              <a:t>usage</a:t>
            </a:r>
            <a:r>
              <a:rPr b="0" lang="ro-RO" sz="2750" spc="-5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31" strike="noStrike">
                <a:solidFill>
                  <a:schemeClr val="lt1"/>
                </a:solidFill>
                <a:latin typeface="Segoe UI Light"/>
              </a:rPr>
              <a:t>statistics</a:t>
            </a:r>
            <a:r>
              <a:rPr b="0" lang="ro-RO" sz="2750" spc="-4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97" strike="noStrike">
                <a:solidFill>
                  <a:schemeClr val="lt1"/>
                </a:solidFill>
                <a:latin typeface="Segoe UI Light"/>
              </a:rPr>
              <a:t>(World</a:t>
            </a:r>
            <a:r>
              <a:rPr b="0" lang="ro-RO" sz="2750" spc="-5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chemeClr val="lt1"/>
                </a:solidFill>
                <a:latin typeface="Segoe UI Light"/>
              </a:rPr>
              <a:t>Bank,</a:t>
            </a:r>
            <a:r>
              <a:rPr b="0" lang="ro-RO" sz="2750" spc="-55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35" strike="noStrike">
                <a:solidFill>
                  <a:schemeClr val="lt1"/>
                </a:solidFill>
                <a:latin typeface="Segoe UI Light"/>
              </a:rPr>
              <a:t>Eurostat)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marL="182880" indent="-73800">
              <a:lnSpc>
                <a:spcPts val="3226"/>
              </a:lnSpc>
              <a:buClr>
                <a:srgbClr val="ffffff"/>
              </a:buClr>
              <a:buSzPct val="33000"/>
              <a:buFont typeface="Arial MT"/>
              <a:buChar char="•"/>
              <a:tabLst>
                <a:tab algn="l" pos="182880"/>
              </a:tabLst>
            </a:pPr>
            <a:r>
              <a:rPr b="0" lang="ro-RO" sz="2750" spc="-191" strike="noStrike">
                <a:solidFill>
                  <a:schemeClr val="lt1"/>
                </a:solidFill>
                <a:latin typeface="Segoe UI Light"/>
              </a:rPr>
              <a:t>Energy</a:t>
            </a:r>
            <a:r>
              <a:rPr b="0" lang="ro-RO" sz="2750" spc="-41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chemeClr val="lt1"/>
                </a:solidFill>
                <a:latin typeface="Segoe UI Light"/>
              </a:rPr>
              <a:t>consumption</a:t>
            </a:r>
            <a:r>
              <a:rPr b="0" lang="ro-RO" sz="2750" spc="-41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chemeClr val="lt1"/>
                </a:solidFill>
                <a:latin typeface="Segoe UI Light"/>
              </a:rPr>
              <a:t>patterns</a:t>
            </a:r>
            <a:r>
              <a:rPr b="0" lang="ro-RO" sz="2750" spc="-4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45" strike="noStrike">
                <a:solidFill>
                  <a:schemeClr val="lt1"/>
                </a:solidFill>
                <a:latin typeface="Segoe UI Light"/>
              </a:rPr>
              <a:t>(International</a:t>
            </a:r>
            <a:r>
              <a:rPr b="0" lang="ro-RO" sz="2750" spc="-41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91" strike="noStrike">
                <a:solidFill>
                  <a:schemeClr val="lt1"/>
                </a:solidFill>
                <a:latin typeface="Segoe UI Light"/>
              </a:rPr>
              <a:t>Energy</a:t>
            </a:r>
            <a:r>
              <a:rPr b="0" lang="ro-RO" sz="2750" spc="-41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211" strike="noStrike">
                <a:solidFill>
                  <a:schemeClr val="lt1"/>
                </a:solidFill>
                <a:latin typeface="Segoe UI Light"/>
              </a:rPr>
              <a:t>Agency,</a:t>
            </a:r>
            <a:r>
              <a:rPr b="0" lang="ro-RO" sz="2750" spc="-46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2" strike="noStrike">
                <a:solidFill>
                  <a:schemeClr val="lt1"/>
                </a:solidFill>
                <a:latin typeface="Segoe UI Light"/>
              </a:rPr>
              <a:t>Kaggle)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  <a:p>
            <a:pPr marL="182160" indent="-73800">
              <a:lnSpc>
                <a:spcPts val="3229"/>
              </a:lnSpc>
              <a:spcBef>
                <a:spcPts val="125"/>
              </a:spcBef>
              <a:buClr>
                <a:srgbClr val="ffffff"/>
              </a:buClr>
              <a:buSzPct val="33000"/>
              <a:buFont typeface="Arial MT"/>
              <a:buChar char="•"/>
              <a:tabLst>
                <a:tab algn="l" pos="183600"/>
              </a:tabLst>
            </a:pPr>
            <a:r>
              <a:rPr b="0" lang="ro-RO" sz="2750" spc="-151" strike="noStrike">
                <a:solidFill>
                  <a:schemeClr val="lt1"/>
                </a:solidFill>
                <a:latin typeface="Segoe UI Light"/>
              </a:rPr>
              <a:t>Cultural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45" strike="noStrike">
                <a:solidFill>
                  <a:schemeClr val="lt1"/>
                </a:solidFill>
                <a:latin typeface="Segoe UI Light"/>
              </a:rPr>
              <a:t>indicators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82" strike="noStrike">
                <a:solidFill>
                  <a:schemeClr val="lt1"/>
                </a:solidFill>
                <a:latin typeface="Segoe UI Light"/>
              </a:rPr>
              <a:t>such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71" strike="noStrike">
                <a:solidFill>
                  <a:schemeClr val="lt1"/>
                </a:solidFill>
                <a:latin typeface="Segoe UI Light"/>
              </a:rPr>
              <a:t>as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85" strike="noStrike">
                <a:solidFill>
                  <a:schemeClr val="lt1"/>
                </a:solidFill>
                <a:latin typeface="Segoe UI Light"/>
              </a:rPr>
              <a:t>cinema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77" strike="noStrike">
                <a:solidFill>
                  <a:schemeClr val="lt1"/>
                </a:solidFill>
                <a:latin typeface="Segoe UI Light"/>
              </a:rPr>
              <a:t>attendance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202" strike="noStrike">
                <a:solidFill>
                  <a:schemeClr val="lt1"/>
                </a:solidFill>
                <a:latin typeface="Segoe UI Light"/>
              </a:rPr>
              <a:t>and</a:t>
            </a:r>
            <a:r>
              <a:rPr b="0" lang="ro-RO" sz="2750" spc="-75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211" strike="noStrike">
                <a:solidFill>
                  <a:schemeClr val="lt1"/>
                </a:solidFill>
                <a:latin typeface="Segoe UI Light"/>
              </a:rPr>
              <a:t>book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65" strike="noStrike">
                <a:solidFill>
                  <a:schemeClr val="lt1"/>
                </a:solidFill>
                <a:latin typeface="Segoe UI Light"/>
              </a:rPr>
              <a:t>readership</a:t>
            </a:r>
            <a:r>
              <a:rPr b="0" lang="ro-RO" sz="2750" spc="-72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2750" spc="-111" strike="noStrike">
                <a:solidFill>
                  <a:schemeClr val="lt1"/>
                </a:solidFill>
                <a:latin typeface="Segoe UI Light"/>
              </a:rPr>
              <a:t>(Eurostat, </a:t>
            </a:r>
            <a:r>
              <a:rPr b="0" lang="ro-RO" sz="2750" spc="-11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2750" spc="-80" strike="noStrike">
                <a:solidFill>
                  <a:schemeClr val="lt1"/>
                </a:solidFill>
                <a:latin typeface="Segoe UI Light"/>
              </a:rPr>
              <a:t>UNESCO)</a:t>
            </a:r>
            <a:endParaRPr b="0" lang="ro-RO" sz="275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2" name="object 3"/>
          <p:cNvGrpSpPr/>
          <p:nvPr/>
        </p:nvGrpSpPr>
        <p:grpSpPr>
          <a:xfrm>
            <a:off x="228600" y="228600"/>
            <a:ext cx="12191760" cy="6857640"/>
            <a:chOff x="228600" y="228600"/>
            <a:chExt cx="12191760" cy="6857640"/>
          </a:xfrm>
        </p:grpSpPr>
        <p:sp>
          <p:nvSpPr>
            <p:cNvPr id="113" name="object 4"/>
            <p:cNvSpPr/>
            <p:nvPr/>
          </p:nvSpPr>
          <p:spPr>
            <a:xfrm>
              <a:off x="228600" y="22860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3a3a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4" name="object 5"/>
            <p:cNvSpPr/>
            <p:nvPr/>
          </p:nvSpPr>
          <p:spPr>
            <a:xfrm>
              <a:off x="1014480" y="5149800"/>
              <a:ext cx="4962240" cy="9000"/>
            </a:xfrm>
            <a:custGeom>
              <a:avLst/>
              <a:gdLst>
                <a:gd name="textAreaLeft" fmla="*/ 0 w 4962240"/>
                <a:gd name="textAreaRight" fmla="*/ 4962600 w 496224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4962525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4962525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4962525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4962525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4962525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4962525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4962525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4962525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4962525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4962525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4962525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4962525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4962525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4962525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4962525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4962525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4962525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4962525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4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4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4962525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4962525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4" y="464"/>
                  </a:lnTo>
                  <a:lnTo>
                    <a:pt x="913934" y="2324"/>
                  </a:lnTo>
                  <a:lnTo>
                    <a:pt x="914399" y="3447"/>
                  </a:lnTo>
                  <a:lnTo>
                    <a:pt x="914399" y="6077"/>
                  </a:lnTo>
                  <a:lnTo>
                    <a:pt x="913934" y="7200"/>
                  </a:lnTo>
                  <a:lnTo>
                    <a:pt x="912074" y="9060"/>
                  </a:lnTo>
                  <a:lnTo>
                    <a:pt x="910952" y="9524"/>
                  </a:lnTo>
                  <a:close/>
                </a:path>
                <a:path w="4962525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4962525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4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4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4962525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4962525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4" y="6077"/>
                  </a:lnTo>
                  <a:lnTo>
                    <a:pt x="1095374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4962525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4962525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4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4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4962525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4962525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4962525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4962525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4962525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4" y="7200"/>
                  </a:lnTo>
                  <a:lnTo>
                    <a:pt x="1428749" y="6077"/>
                  </a:lnTo>
                  <a:lnTo>
                    <a:pt x="1428749" y="3447"/>
                  </a:lnTo>
                  <a:lnTo>
                    <a:pt x="1429214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49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49" y="9060"/>
                  </a:lnTo>
                  <a:lnTo>
                    <a:pt x="1434827" y="9524"/>
                  </a:lnTo>
                  <a:close/>
                </a:path>
                <a:path w="4962525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4962525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4962525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5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5" y="9060"/>
                  </a:lnTo>
                  <a:lnTo>
                    <a:pt x="1577702" y="9524"/>
                  </a:lnTo>
                  <a:close/>
                </a:path>
                <a:path w="4962525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49" y="464"/>
                  </a:lnTo>
                  <a:lnTo>
                    <a:pt x="1628309" y="2324"/>
                  </a:lnTo>
                  <a:lnTo>
                    <a:pt x="1628774" y="3447"/>
                  </a:lnTo>
                  <a:lnTo>
                    <a:pt x="1628774" y="6077"/>
                  </a:lnTo>
                  <a:lnTo>
                    <a:pt x="1628309" y="7200"/>
                  </a:lnTo>
                  <a:lnTo>
                    <a:pt x="1626449" y="9060"/>
                  </a:lnTo>
                  <a:lnTo>
                    <a:pt x="1625327" y="9524"/>
                  </a:lnTo>
                  <a:close/>
                </a:path>
                <a:path w="4962525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4962525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4962525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4962525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4962525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4962525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4962525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4962525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4" y="7200"/>
                  </a:lnTo>
                  <a:lnTo>
                    <a:pt x="2000249" y="6077"/>
                  </a:lnTo>
                  <a:lnTo>
                    <a:pt x="2000249" y="3447"/>
                  </a:lnTo>
                  <a:lnTo>
                    <a:pt x="2000714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49" y="464"/>
                  </a:lnTo>
                  <a:lnTo>
                    <a:pt x="2009309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09" y="7200"/>
                  </a:lnTo>
                  <a:lnTo>
                    <a:pt x="2007449" y="9060"/>
                  </a:lnTo>
                  <a:lnTo>
                    <a:pt x="2006327" y="9524"/>
                  </a:lnTo>
                  <a:close/>
                </a:path>
                <a:path w="4962525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5" y="464"/>
                  </a:lnTo>
                  <a:lnTo>
                    <a:pt x="2056935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5" y="7200"/>
                  </a:lnTo>
                  <a:lnTo>
                    <a:pt x="2055075" y="9060"/>
                  </a:lnTo>
                  <a:lnTo>
                    <a:pt x="2053952" y="9524"/>
                  </a:lnTo>
                  <a:close/>
                </a:path>
                <a:path w="4962525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4962525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4962525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49" y="464"/>
                  </a:lnTo>
                  <a:lnTo>
                    <a:pt x="2199809" y="2324"/>
                  </a:lnTo>
                  <a:lnTo>
                    <a:pt x="2200274" y="3447"/>
                  </a:lnTo>
                  <a:lnTo>
                    <a:pt x="2200274" y="6077"/>
                  </a:lnTo>
                  <a:lnTo>
                    <a:pt x="2199809" y="7200"/>
                  </a:lnTo>
                  <a:lnTo>
                    <a:pt x="2197949" y="9060"/>
                  </a:lnTo>
                  <a:lnTo>
                    <a:pt x="2196827" y="9524"/>
                  </a:lnTo>
                  <a:close/>
                </a:path>
                <a:path w="4962525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4962525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4962525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4962525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4962525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4962525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4962525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90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90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4962525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4962525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4962525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4962525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4962525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4962525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4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4" y="9060"/>
                  </a:lnTo>
                  <a:lnTo>
                    <a:pt x="2815952" y="9524"/>
                  </a:lnTo>
                  <a:close/>
                </a:path>
                <a:path w="4962525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59" y="2324"/>
                  </a:lnTo>
                  <a:lnTo>
                    <a:pt x="2867024" y="3447"/>
                  </a:lnTo>
                  <a:lnTo>
                    <a:pt x="2867024" y="6077"/>
                  </a:lnTo>
                  <a:lnTo>
                    <a:pt x="2866559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4962525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4962525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  <a:path w="4962525" h="9525">
                  <a:moveTo>
                    <a:pt x="3006452" y="9524"/>
                  </a:moveTo>
                  <a:lnTo>
                    <a:pt x="3003822" y="9524"/>
                  </a:lnTo>
                  <a:lnTo>
                    <a:pt x="3002699" y="9060"/>
                  </a:lnTo>
                  <a:lnTo>
                    <a:pt x="3000839" y="7200"/>
                  </a:lnTo>
                  <a:lnTo>
                    <a:pt x="3000374" y="6077"/>
                  </a:lnTo>
                  <a:lnTo>
                    <a:pt x="3000374" y="3447"/>
                  </a:lnTo>
                  <a:lnTo>
                    <a:pt x="3000839" y="2324"/>
                  </a:lnTo>
                  <a:lnTo>
                    <a:pt x="3002699" y="464"/>
                  </a:lnTo>
                  <a:lnTo>
                    <a:pt x="3003822" y="0"/>
                  </a:lnTo>
                  <a:lnTo>
                    <a:pt x="3006452" y="0"/>
                  </a:lnTo>
                  <a:lnTo>
                    <a:pt x="3007574" y="464"/>
                  </a:lnTo>
                  <a:lnTo>
                    <a:pt x="3009434" y="2324"/>
                  </a:lnTo>
                  <a:lnTo>
                    <a:pt x="3009899" y="3447"/>
                  </a:lnTo>
                  <a:lnTo>
                    <a:pt x="3009899" y="6077"/>
                  </a:lnTo>
                  <a:lnTo>
                    <a:pt x="3009434" y="7200"/>
                  </a:lnTo>
                  <a:lnTo>
                    <a:pt x="3007574" y="9060"/>
                  </a:lnTo>
                  <a:lnTo>
                    <a:pt x="3006452" y="9524"/>
                  </a:lnTo>
                  <a:close/>
                </a:path>
                <a:path w="4962525" h="9525">
                  <a:moveTo>
                    <a:pt x="3054077" y="9524"/>
                  </a:moveTo>
                  <a:lnTo>
                    <a:pt x="3051447" y="9524"/>
                  </a:lnTo>
                  <a:lnTo>
                    <a:pt x="3050324" y="9060"/>
                  </a:lnTo>
                  <a:lnTo>
                    <a:pt x="3048464" y="7200"/>
                  </a:lnTo>
                  <a:lnTo>
                    <a:pt x="3047999" y="6077"/>
                  </a:lnTo>
                  <a:lnTo>
                    <a:pt x="3047999" y="3447"/>
                  </a:lnTo>
                  <a:lnTo>
                    <a:pt x="3048464" y="2324"/>
                  </a:lnTo>
                  <a:lnTo>
                    <a:pt x="3050324" y="464"/>
                  </a:lnTo>
                  <a:lnTo>
                    <a:pt x="3051447" y="0"/>
                  </a:lnTo>
                  <a:lnTo>
                    <a:pt x="3054077" y="0"/>
                  </a:lnTo>
                  <a:lnTo>
                    <a:pt x="3055199" y="464"/>
                  </a:lnTo>
                  <a:lnTo>
                    <a:pt x="3057059" y="2324"/>
                  </a:lnTo>
                  <a:lnTo>
                    <a:pt x="3057524" y="3447"/>
                  </a:lnTo>
                  <a:lnTo>
                    <a:pt x="3057524" y="6077"/>
                  </a:lnTo>
                  <a:lnTo>
                    <a:pt x="3057059" y="7200"/>
                  </a:lnTo>
                  <a:lnTo>
                    <a:pt x="3055199" y="9060"/>
                  </a:lnTo>
                  <a:lnTo>
                    <a:pt x="3054077" y="9524"/>
                  </a:lnTo>
                  <a:close/>
                </a:path>
                <a:path w="4962525" h="9525">
                  <a:moveTo>
                    <a:pt x="3101702" y="9524"/>
                  </a:moveTo>
                  <a:lnTo>
                    <a:pt x="3099072" y="9524"/>
                  </a:lnTo>
                  <a:lnTo>
                    <a:pt x="3097949" y="9060"/>
                  </a:lnTo>
                  <a:lnTo>
                    <a:pt x="3096089" y="7200"/>
                  </a:lnTo>
                  <a:lnTo>
                    <a:pt x="3095624" y="6077"/>
                  </a:lnTo>
                  <a:lnTo>
                    <a:pt x="3095624" y="3447"/>
                  </a:lnTo>
                  <a:lnTo>
                    <a:pt x="3096089" y="2324"/>
                  </a:lnTo>
                  <a:lnTo>
                    <a:pt x="3097949" y="464"/>
                  </a:lnTo>
                  <a:lnTo>
                    <a:pt x="3099072" y="0"/>
                  </a:lnTo>
                  <a:lnTo>
                    <a:pt x="3101702" y="0"/>
                  </a:lnTo>
                  <a:lnTo>
                    <a:pt x="3102825" y="464"/>
                  </a:lnTo>
                  <a:lnTo>
                    <a:pt x="3104684" y="2324"/>
                  </a:lnTo>
                  <a:lnTo>
                    <a:pt x="3105149" y="3447"/>
                  </a:lnTo>
                  <a:lnTo>
                    <a:pt x="3105149" y="6077"/>
                  </a:lnTo>
                  <a:lnTo>
                    <a:pt x="3104684" y="7200"/>
                  </a:lnTo>
                  <a:lnTo>
                    <a:pt x="3102825" y="9060"/>
                  </a:lnTo>
                  <a:lnTo>
                    <a:pt x="3101702" y="9524"/>
                  </a:lnTo>
                  <a:close/>
                </a:path>
                <a:path w="4962525" h="9525">
                  <a:moveTo>
                    <a:pt x="3149327" y="9524"/>
                  </a:moveTo>
                  <a:lnTo>
                    <a:pt x="3146697" y="9524"/>
                  </a:lnTo>
                  <a:lnTo>
                    <a:pt x="3145574" y="9060"/>
                  </a:lnTo>
                  <a:lnTo>
                    <a:pt x="3143714" y="7200"/>
                  </a:lnTo>
                  <a:lnTo>
                    <a:pt x="3143249" y="6077"/>
                  </a:lnTo>
                  <a:lnTo>
                    <a:pt x="3143249" y="3447"/>
                  </a:lnTo>
                  <a:lnTo>
                    <a:pt x="3143714" y="2324"/>
                  </a:lnTo>
                  <a:lnTo>
                    <a:pt x="3145574" y="464"/>
                  </a:lnTo>
                  <a:lnTo>
                    <a:pt x="3146697" y="0"/>
                  </a:lnTo>
                  <a:lnTo>
                    <a:pt x="3149327" y="0"/>
                  </a:lnTo>
                  <a:lnTo>
                    <a:pt x="3150450" y="464"/>
                  </a:lnTo>
                  <a:lnTo>
                    <a:pt x="3152309" y="2324"/>
                  </a:lnTo>
                  <a:lnTo>
                    <a:pt x="3152774" y="3447"/>
                  </a:lnTo>
                  <a:lnTo>
                    <a:pt x="3152774" y="6077"/>
                  </a:lnTo>
                  <a:lnTo>
                    <a:pt x="3152309" y="7200"/>
                  </a:lnTo>
                  <a:lnTo>
                    <a:pt x="3150450" y="9060"/>
                  </a:lnTo>
                  <a:lnTo>
                    <a:pt x="3149327" y="9524"/>
                  </a:lnTo>
                  <a:close/>
                </a:path>
                <a:path w="4962525" h="9525">
                  <a:moveTo>
                    <a:pt x="3196952" y="9524"/>
                  </a:moveTo>
                  <a:lnTo>
                    <a:pt x="3194322" y="9524"/>
                  </a:lnTo>
                  <a:lnTo>
                    <a:pt x="3193199" y="9060"/>
                  </a:lnTo>
                  <a:lnTo>
                    <a:pt x="3191339" y="7200"/>
                  </a:lnTo>
                  <a:lnTo>
                    <a:pt x="3190874" y="6077"/>
                  </a:lnTo>
                  <a:lnTo>
                    <a:pt x="3190874" y="3447"/>
                  </a:lnTo>
                  <a:lnTo>
                    <a:pt x="3191339" y="2324"/>
                  </a:lnTo>
                  <a:lnTo>
                    <a:pt x="3193199" y="464"/>
                  </a:lnTo>
                  <a:lnTo>
                    <a:pt x="3194322" y="0"/>
                  </a:lnTo>
                  <a:lnTo>
                    <a:pt x="3196952" y="0"/>
                  </a:lnTo>
                  <a:lnTo>
                    <a:pt x="3198074" y="464"/>
                  </a:lnTo>
                  <a:lnTo>
                    <a:pt x="3199934" y="2324"/>
                  </a:lnTo>
                  <a:lnTo>
                    <a:pt x="3200399" y="3447"/>
                  </a:lnTo>
                  <a:lnTo>
                    <a:pt x="3200399" y="6077"/>
                  </a:lnTo>
                  <a:lnTo>
                    <a:pt x="3199934" y="7200"/>
                  </a:lnTo>
                  <a:lnTo>
                    <a:pt x="3198074" y="9060"/>
                  </a:lnTo>
                  <a:lnTo>
                    <a:pt x="3196952" y="9524"/>
                  </a:lnTo>
                  <a:close/>
                </a:path>
                <a:path w="4962525" h="9525">
                  <a:moveTo>
                    <a:pt x="3244577" y="9524"/>
                  </a:moveTo>
                  <a:lnTo>
                    <a:pt x="3241947" y="9524"/>
                  </a:lnTo>
                  <a:lnTo>
                    <a:pt x="3240824" y="9060"/>
                  </a:lnTo>
                  <a:lnTo>
                    <a:pt x="3238964" y="7200"/>
                  </a:lnTo>
                  <a:lnTo>
                    <a:pt x="3238499" y="6077"/>
                  </a:lnTo>
                  <a:lnTo>
                    <a:pt x="3238499" y="3447"/>
                  </a:lnTo>
                  <a:lnTo>
                    <a:pt x="3238964" y="2324"/>
                  </a:lnTo>
                  <a:lnTo>
                    <a:pt x="3240824" y="464"/>
                  </a:lnTo>
                  <a:lnTo>
                    <a:pt x="3241947" y="0"/>
                  </a:lnTo>
                  <a:lnTo>
                    <a:pt x="3244577" y="0"/>
                  </a:lnTo>
                  <a:lnTo>
                    <a:pt x="3245699" y="464"/>
                  </a:lnTo>
                  <a:lnTo>
                    <a:pt x="3247559" y="2324"/>
                  </a:lnTo>
                  <a:lnTo>
                    <a:pt x="3248024" y="3447"/>
                  </a:lnTo>
                  <a:lnTo>
                    <a:pt x="3248024" y="6077"/>
                  </a:lnTo>
                  <a:lnTo>
                    <a:pt x="3247559" y="7200"/>
                  </a:lnTo>
                  <a:lnTo>
                    <a:pt x="3245699" y="9060"/>
                  </a:lnTo>
                  <a:lnTo>
                    <a:pt x="3244577" y="9524"/>
                  </a:lnTo>
                  <a:close/>
                </a:path>
                <a:path w="4962525" h="9525">
                  <a:moveTo>
                    <a:pt x="3292202" y="9524"/>
                  </a:moveTo>
                  <a:lnTo>
                    <a:pt x="3289572" y="9524"/>
                  </a:lnTo>
                  <a:lnTo>
                    <a:pt x="3288449" y="9060"/>
                  </a:lnTo>
                  <a:lnTo>
                    <a:pt x="3286589" y="7200"/>
                  </a:lnTo>
                  <a:lnTo>
                    <a:pt x="3286124" y="6077"/>
                  </a:lnTo>
                  <a:lnTo>
                    <a:pt x="3286124" y="3447"/>
                  </a:lnTo>
                  <a:lnTo>
                    <a:pt x="3286589" y="2324"/>
                  </a:lnTo>
                  <a:lnTo>
                    <a:pt x="3288449" y="464"/>
                  </a:lnTo>
                  <a:lnTo>
                    <a:pt x="3289572" y="0"/>
                  </a:lnTo>
                  <a:lnTo>
                    <a:pt x="3292202" y="0"/>
                  </a:lnTo>
                  <a:lnTo>
                    <a:pt x="3293325" y="464"/>
                  </a:lnTo>
                  <a:lnTo>
                    <a:pt x="3295184" y="2324"/>
                  </a:lnTo>
                  <a:lnTo>
                    <a:pt x="3295649" y="3447"/>
                  </a:lnTo>
                  <a:lnTo>
                    <a:pt x="3295649" y="6077"/>
                  </a:lnTo>
                  <a:lnTo>
                    <a:pt x="3295184" y="7200"/>
                  </a:lnTo>
                  <a:lnTo>
                    <a:pt x="3293325" y="9060"/>
                  </a:lnTo>
                  <a:lnTo>
                    <a:pt x="3292202" y="9524"/>
                  </a:lnTo>
                  <a:close/>
                </a:path>
                <a:path w="4962525" h="9525">
                  <a:moveTo>
                    <a:pt x="3339827" y="9524"/>
                  </a:moveTo>
                  <a:lnTo>
                    <a:pt x="3337197" y="9524"/>
                  </a:lnTo>
                  <a:lnTo>
                    <a:pt x="3336074" y="9060"/>
                  </a:lnTo>
                  <a:lnTo>
                    <a:pt x="3334214" y="7200"/>
                  </a:lnTo>
                  <a:lnTo>
                    <a:pt x="3333749" y="6077"/>
                  </a:lnTo>
                  <a:lnTo>
                    <a:pt x="3333749" y="3447"/>
                  </a:lnTo>
                  <a:lnTo>
                    <a:pt x="3334214" y="2324"/>
                  </a:lnTo>
                  <a:lnTo>
                    <a:pt x="3336074" y="464"/>
                  </a:lnTo>
                  <a:lnTo>
                    <a:pt x="3337197" y="0"/>
                  </a:lnTo>
                  <a:lnTo>
                    <a:pt x="3339827" y="0"/>
                  </a:lnTo>
                  <a:lnTo>
                    <a:pt x="3340950" y="464"/>
                  </a:lnTo>
                  <a:lnTo>
                    <a:pt x="3342809" y="2324"/>
                  </a:lnTo>
                  <a:lnTo>
                    <a:pt x="3343274" y="3447"/>
                  </a:lnTo>
                  <a:lnTo>
                    <a:pt x="3343274" y="6077"/>
                  </a:lnTo>
                  <a:lnTo>
                    <a:pt x="3342809" y="7200"/>
                  </a:lnTo>
                  <a:lnTo>
                    <a:pt x="3340950" y="9060"/>
                  </a:lnTo>
                  <a:lnTo>
                    <a:pt x="3339827" y="9524"/>
                  </a:lnTo>
                  <a:close/>
                </a:path>
                <a:path w="4962525" h="9525">
                  <a:moveTo>
                    <a:pt x="3387452" y="9524"/>
                  </a:moveTo>
                  <a:lnTo>
                    <a:pt x="3384822" y="9524"/>
                  </a:lnTo>
                  <a:lnTo>
                    <a:pt x="3383699" y="9060"/>
                  </a:lnTo>
                  <a:lnTo>
                    <a:pt x="3381839" y="7200"/>
                  </a:lnTo>
                  <a:lnTo>
                    <a:pt x="3381374" y="6077"/>
                  </a:lnTo>
                  <a:lnTo>
                    <a:pt x="3381374" y="3447"/>
                  </a:lnTo>
                  <a:lnTo>
                    <a:pt x="3381839" y="2324"/>
                  </a:lnTo>
                  <a:lnTo>
                    <a:pt x="3383699" y="464"/>
                  </a:lnTo>
                  <a:lnTo>
                    <a:pt x="3384822" y="0"/>
                  </a:lnTo>
                  <a:lnTo>
                    <a:pt x="3387452" y="0"/>
                  </a:lnTo>
                  <a:lnTo>
                    <a:pt x="3388575" y="464"/>
                  </a:lnTo>
                  <a:lnTo>
                    <a:pt x="3390434" y="2324"/>
                  </a:lnTo>
                  <a:lnTo>
                    <a:pt x="3390899" y="3447"/>
                  </a:lnTo>
                  <a:lnTo>
                    <a:pt x="3390899" y="6077"/>
                  </a:lnTo>
                  <a:lnTo>
                    <a:pt x="3390434" y="7200"/>
                  </a:lnTo>
                  <a:lnTo>
                    <a:pt x="3388575" y="9060"/>
                  </a:lnTo>
                  <a:lnTo>
                    <a:pt x="3387452" y="9524"/>
                  </a:lnTo>
                  <a:close/>
                </a:path>
                <a:path w="4962525" h="9525">
                  <a:moveTo>
                    <a:pt x="3435077" y="9524"/>
                  </a:moveTo>
                  <a:lnTo>
                    <a:pt x="3432447" y="9524"/>
                  </a:lnTo>
                  <a:lnTo>
                    <a:pt x="3431324" y="9060"/>
                  </a:lnTo>
                  <a:lnTo>
                    <a:pt x="3429464" y="7200"/>
                  </a:lnTo>
                  <a:lnTo>
                    <a:pt x="3428999" y="6077"/>
                  </a:lnTo>
                  <a:lnTo>
                    <a:pt x="3428999" y="3447"/>
                  </a:lnTo>
                  <a:lnTo>
                    <a:pt x="3429464" y="2324"/>
                  </a:lnTo>
                  <a:lnTo>
                    <a:pt x="3431324" y="464"/>
                  </a:lnTo>
                  <a:lnTo>
                    <a:pt x="3432447" y="0"/>
                  </a:lnTo>
                  <a:lnTo>
                    <a:pt x="3435077" y="0"/>
                  </a:lnTo>
                  <a:lnTo>
                    <a:pt x="3436199" y="464"/>
                  </a:lnTo>
                  <a:lnTo>
                    <a:pt x="3438059" y="2324"/>
                  </a:lnTo>
                  <a:lnTo>
                    <a:pt x="3438524" y="3447"/>
                  </a:lnTo>
                  <a:lnTo>
                    <a:pt x="3438524" y="6077"/>
                  </a:lnTo>
                  <a:lnTo>
                    <a:pt x="3438059" y="7200"/>
                  </a:lnTo>
                  <a:lnTo>
                    <a:pt x="3436199" y="9060"/>
                  </a:lnTo>
                  <a:lnTo>
                    <a:pt x="3435077" y="9524"/>
                  </a:lnTo>
                  <a:close/>
                </a:path>
                <a:path w="4962525" h="9525">
                  <a:moveTo>
                    <a:pt x="3482702" y="9524"/>
                  </a:moveTo>
                  <a:lnTo>
                    <a:pt x="3480072" y="9524"/>
                  </a:lnTo>
                  <a:lnTo>
                    <a:pt x="3478949" y="9060"/>
                  </a:lnTo>
                  <a:lnTo>
                    <a:pt x="3477089" y="7200"/>
                  </a:lnTo>
                  <a:lnTo>
                    <a:pt x="3476624" y="6077"/>
                  </a:lnTo>
                  <a:lnTo>
                    <a:pt x="3476624" y="3447"/>
                  </a:lnTo>
                  <a:lnTo>
                    <a:pt x="3477089" y="2324"/>
                  </a:lnTo>
                  <a:lnTo>
                    <a:pt x="3478949" y="464"/>
                  </a:lnTo>
                  <a:lnTo>
                    <a:pt x="3480072" y="0"/>
                  </a:lnTo>
                  <a:lnTo>
                    <a:pt x="3482702" y="0"/>
                  </a:lnTo>
                  <a:lnTo>
                    <a:pt x="3483824" y="464"/>
                  </a:lnTo>
                  <a:lnTo>
                    <a:pt x="3485684" y="2324"/>
                  </a:lnTo>
                  <a:lnTo>
                    <a:pt x="3486149" y="3447"/>
                  </a:lnTo>
                  <a:lnTo>
                    <a:pt x="3486149" y="6077"/>
                  </a:lnTo>
                  <a:lnTo>
                    <a:pt x="3485684" y="7200"/>
                  </a:lnTo>
                  <a:lnTo>
                    <a:pt x="3483824" y="9060"/>
                  </a:lnTo>
                  <a:lnTo>
                    <a:pt x="3482702" y="9524"/>
                  </a:lnTo>
                  <a:close/>
                </a:path>
                <a:path w="4962525" h="9525">
                  <a:moveTo>
                    <a:pt x="3530327" y="9524"/>
                  </a:moveTo>
                  <a:lnTo>
                    <a:pt x="3527697" y="9524"/>
                  </a:lnTo>
                  <a:lnTo>
                    <a:pt x="3526574" y="9060"/>
                  </a:lnTo>
                  <a:lnTo>
                    <a:pt x="3524714" y="7200"/>
                  </a:lnTo>
                  <a:lnTo>
                    <a:pt x="3524249" y="6077"/>
                  </a:lnTo>
                  <a:lnTo>
                    <a:pt x="3524249" y="3447"/>
                  </a:lnTo>
                  <a:lnTo>
                    <a:pt x="3524714" y="2324"/>
                  </a:lnTo>
                  <a:lnTo>
                    <a:pt x="3526574" y="464"/>
                  </a:lnTo>
                  <a:lnTo>
                    <a:pt x="3527697" y="0"/>
                  </a:lnTo>
                  <a:lnTo>
                    <a:pt x="3530327" y="0"/>
                  </a:lnTo>
                  <a:lnTo>
                    <a:pt x="3531449" y="464"/>
                  </a:lnTo>
                  <a:lnTo>
                    <a:pt x="3533309" y="2324"/>
                  </a:lnTo>
                  <a:lnTo>
                    <a:pt x="3533774" y="3447"/>
                  </a:lnTo>
                  <a:lnTo>
                    <a:pt x="3533774" y="6077"/>
                  </a:lnTo>
                  <a:lnTo>
                    <a:pt x="3533309" y="7200"/>
                  </a:lnTo>
                  <a:lnTo>
                    <a:pt x="3531449" y="9060"/>
                  </a:lnTo>
                  <a:lnTo>
                    <a:pt x="3530327" y="9524"/>
                  </a:lnTo>
                  <a:close/>
                </a:path>
                <a:path w="4962525" h="9525">
                  <a:moveTo>
                    <a:pt x="3577952" y="9524"/>
                  </a:moveTo>
                  <a:lnTo>
                    <a:pt x="3575322" y="9524"/>
                  </a:lnTo>
                  <a:lnTo>
                    <a:pt x="3574199" y="9060"/>
                  </a:lnTo>
                  <a:lnTo>
                    <a:pt x="3572339" y="7200"/>
                  </a:lnTo>
                  <a:lnTo>
                    <a:pt x="3571874" y="6077"/>
                  </a:lnTo>
                  <a:lnTo>
                    <a:pt x="3571874" y="3447"/>
                  </a:lnTo>
                  <a:lnTo>
                    <a:pt x="3572339" y="2324"/>
                  </a:lnTo>
                  <a:lnTo>
                    <a:pt x="3574199" y="464"/>
                  </a:lnTo>
                  <a:lnTo>
                    <a:pt x="3575322" y="0"/>
                  </a:lnTo>
                  <a:lnTo>
                    <a:pt x="3577952" y="0"/>
                  </a:lnTo>
                  <a:lnTo>
                    <a:pt x="3579074" y="464"/>
                  </a:lnTo>
                  <a:lnTo>
                    <a:pt x="3580934" y="2324"/>
                  </a:lnTo>
                  <a:lnTo>
                    <a:pt x="3581399" y="3447"/>
                  </a:lnTo>
                  <a:lnTo>
                    <a:pt x="3581399" y="6077"/>
                  </a:lnTo>
                  <a:lnTo>
                    <a:pt x="3580934" y="7200"/>
                  </a:lnTo>
                  <a:lnTo>
                    <a:pt x="3579074" y="9060"/>
                  </a:lnTo>
                  <a:lnTo>
                    <a:pt x="3577952" y="9524"/>
                  </a:lnTo>
                  <a:close/>
                </a:path>
                <a:path w="4962525" h="9525">
                  <a:moveTo>
                    <a:pt x="3625577" y="9524"/>
                  </a:moveTo>
                  <a:lnTo>
                    <a:pt x="3622947" y="9524"/>
                  </a:lnTo>
                  <a:lnTo>
                    <a:pt x="3621824" y="9060"/>
                  </a:lnTo>
                  <a:lnTo>
                    <a:pt x="3619964" y="7200"/>
                  </a:lnTo>
                  <a:lnTo>
                    <a:pt x="3619499" y="6077"/>
                  </a:lnTo>
                  <a:lnTo>
                    <a:pt x="3619499" y="3447"/>
                  </a:lnTo>
                  <a:lnTo>
                    <a:pt x="3619964" y="2324"/>
                  </a:lnTo>
                  <a:lnTo>
                    <a:pt x="3621824" y="464"/>
                  </a:lnTo>
                  <a:lnTo>
                    <a:pt x="3622947" y="0"/>
                  </a:lnTo>
                  <a:lnTo>
                    <a:pt x="3625577" y="0"/>
                  </a:lnTo>
                  <a:lnTo>
                    <a:pt x="3626699" y="464"/>
                  </a:lnTo>
                  <a:lnTo>
                    <a:pt x="3628559" y="2324"/>
                  </a:lnTo>
                  <a:lnTo>
                    <a:pt x="3629024" y="3447"/>
                  </a:lnTo>
                  <a:lnTo>
                    <a:pt x="3629024" y="6077"/>
                  </a:lnTo>
                  <a:lnTo>
                    <a:pt x="3628559" y="7200"/>
                  </a:lnTo>
                  <a:lnTo>
                    <a:pt x="3626699" y="9060"/>
                  </a:lnTo>
                  <a:lnTo>
                    <a:pt x="3625577" y="9524"/>
                  </a:lnTo>
                  <a:close/>
                </a:path>
                <a:path w="4962525" h="9525">
                  <a:moveTo>
                    <a:pt x="3673202" y="9524"/>
                  </a:moveTo>
                  <a:lnTo>
                    <a:pt x="3670572" y="9524"/>
                  </a:lnTo>
                  <a:lnTo>
                    <a:pt x="3669449" y="9060"/>
                  </a:lnTo>
                  <a:lnTo>
                    <a:pt x="3667589" y="7200"/>
                  </a:lnTo>
                  <a:lnTo>
                    <a:pt x="3667124" y="6077"/>
                  </a:lnTo>
                  <a:lnTo>
                    <a:pt x="3667124" y="3447"/>
                  </a:lnTo>
                  <a:lnTo>
                    <a:pt x="3667589" y="2324"/>
                  </a:lnTo>
                  <a:lnTo>
                    <a:pt x="3669449" y="464"/>
                  </a:lnTo>
                  <a:lnTo>
                    <a:pt x="3670572" y="0"/>
                  </a:lnTo>
                  <a:lnTo>
                    <a:pt x="3673202" y="0"/>
                  </a:lnTo>
                  <a:lnTo>
                    <a:pt x="3674324" y="464"/>
                  </a:lnTo>
                  <a:lnTo>
                    <a:pt x="3676184" y="2324"/>
                  </a:lnTo>
                  <a:lnTo>
                    <a:pt x="3676649" y="3447"/>
                  </a:lnTo>
                  <a:lnTo>
                    <a:pt x="3676649" y="6077"/>
                  </a:lnTo>
                  <a:lnTo>
                    <a:pt x="3676184" y="7200"/>
                  </a:lnTo>
                  <a:lnTo>
                    <a:pt x="3674324" y="9060"/>
                  </a:lnTo>
                  <a:lnTo>
                    <a:pt x="3673202" y="9524"/>
                  </a:lnTo>
                  <a:close/>
                </a:path>
                <a:path w="4962525" h="9525">
                  <a:moveTo>
                    <a:pt x="3720827" y="9524"/>
                  </a:moveTo>
                  <a:lnTo>
                    <a:pt x="3718197" y="9524"/>
                  </a:lnTo>
                  <a:lnTo>
                    <a:pt x="3717074" y="9060"/>
                  </a:lnTo>
                  <a:lnTo>
                    <a:pt x="3715214" y="7200"/>
                  </a:lnTo>
                  <a:lnTo>
                    <a:pt x="3714749" y="6077"/>
                  </a:lnTo>
                  <a:lnTo>
                    <a:pt x="3714749" y="3447"/>
                  </a:lnTo>
                  <a:lnTo>
                    <a:pt x="3715214" y="2324"/>
                  </a:lnTo>
                  <a:lnTo>
                    <a:pt x="3717074" y="464"/>
                  </a:lnTo>
                  <a:lnTo>
                    <a:pt x="3718197" y="0"/>
                  </a:lnTo>
                  <a:lnTo>
                    <a:pt x="3720827" y="0"/>
                  </a:lnTo>
                  <a:lnTo>
                    <a:pt x="3721949" y="464"/>
                  </a:lnTo>
                  <a:lnTo>
                    <a:pt x="3723809" y="2324"/>
                  </a:lnTo>
                  <a:lnTo>
                    <a:pt x="3724274" y="3447"/>
                  </a:lnTo>
                  <a:lnTo>
                    <a:pt x="3724274" y="6077"/>
                  </a:lnTo>
                  <a:lnTo>
                    <a:pt x="3723809" y="7200"/>
                  </a:lnTo>
                  <a:lnTo>
                    <a:pt x="3721949" y="9060"/>
                  </a:lnTo>
                  <a:lnTo>
                    <a:pt x="3720827" y="9524"/>
                  </a:lnTo>
                  <a:close/>
                </a:path>
                <a:path w="4962525" h="9525">
                  <a:moveTo>
                    <a:pt x="3768452" y="9524"/>
                  </a:moveTo>
                  <a:lnTo>
                    <a:pt x="3765822" y="9524"/>
                  </a:lnTo>
                  <a:lnTo>
                    <a:pt x="3764699" y="9060"/>
                  </a:lnTo>
                  <a:lnTo>
                    <a:pt x="3762839" y="7200"/>
                  </a:lnTo>
                  <a:lnTo>
                    <a:pt x="3762374" y="6077"/>
                  </a:lnTo>
                  <a:lnTo>
                    <a:pt x="3762374" y="3447"/>
                  </a:lnTo>
                  <a:lnTo>
                    <a:pt x="3762839" y="2324"/>
                  </a:lnTo>
                  <a:lnTo>
                    <a:pt x="3764699" y="464"/>
                  </a:lnTo>
                  <a:lnTo>
                    <a:pt x="3765822" y="0"/>
                  </a:lnTo>
                  <a:lnTo>
                    <a:pt x="3768452" y="0"/>
                  </a:lnTo>
                  <a:lnTo>
                    <a:pt x="3769574" y="464"/>
                  </a:lnTo>
                  <a:lnTo>
                    <a:pt x="3771434" y="2324"/>
                  </a:lnTo>
                  <a:lnTo>
                    <a:pt x="3771899" y="3447"/>
                  </a:lnTo>
                  <a:lnTo>
                    <a:pt x="3771899" y="6077"/>
                  </a:lnTo>
                  <a:lnTo>
                    <a:pt x="3771434" y="7200"/>
                  </a:lnTo>
                  <a:lnTo>
                    <a:pt x="3769574" y="9060"/>
                  </a:lnTo>
                  <a:lnTo>
                    <a:pt x="3768452" y="9524"/>
                  </a:lnTo>
                  <a:close/>
                </a:path>
                <a:path w="4962525" h="9525">
                  <a:moveTo>
                    <a:pt x="3816077" y="9524"/>
                  </a:moveTo>
                  <a:lnTo>
                    <a:pt x="3813447" y="9524"/>
                  </a:lnTo>
                  <a:lnTo>
                    <a:pt x="3812324" y="9060"/>
                  </a:lnTo>
                  <a:lnTo>
                    <a:pt x="3810464" y="7200"/>
                  </a:lnTo>
                  <a:lnTo>
                    <a:pt x="3809999" y="6077"/>
                  </a:lnTo>
                  <a:lnTo>
                    <a:pt x="3809999" y="3447"/>
                  </a:lnTo>
                  <a:lnTo>
                    <a:pt x="3810464" y="2324"/>
                  </a:lnTo>
                  <a:lnTo>
                    <a:pt x="3812324" y="464"/>
                  </a:lnTo>
                  <a:lnTo>
                    <a:pt x="3813447" y="0"/>
                  </a:lnTo>
                  <a:lnTo>
                    <a:pt x="3816077" y="0"/>
                  </a:lnTo>
                  <a:lnTo>
                    <a:pt x="3817199" y="464"/>
                  </a:lnTo>
                  <a:lnTo>
                    <a:pt x="3819059" y="2324"/>
                  </a:lnTo>
                  <a:lnTo>
                    <a:pt x="3819524" y="3447"/>
                  </a:lnTo>
                  <a:lnTo>
                    <a:pt x="3819524" y="6077"/>
                  </a:lnTo>
                  <a:lnTo>
                    <a:pt x="3819059" y="7200"/>
                  </a:lnTo>
                  <a:lnTo>
                    <a:pt x="3817199" y="9060"/>
                  </a:lnTo>
                  <a:lnTo>
                    <a:pt x="3816077" y="9524"/>
                  </a:lnTo>
                  <a:close/>
                </a:path>
                <a:path w="4962525" h="9525">
                  <a:moveTo>
                    <a:pt x="3863702" y="9524"/>
                  </a:moveTo>
                  <a:lnTo>
                    <a:pt x="3861072" y="9524"/>
                  </a:lnTo>
                  <a:lnTo>
                    <a:pt x="3859949" y="9060"/>
                  </a:lnTo>
                  <a:lnTo>
                    <a:pt x="3858089" y="7200"/>
                  </a:lnTo>
                  <a:lnTo>
                    <a:pt x="3857624" y="6077"/>
                  </a:lnTo>
                  <a:lnTo>
                    <a:pt x="3857624" y="3447"/>
                  </a:lnTo>
                  <a:lnTo>
                    <a:pt x="3858089" y="2324"/>
                  </a:lnTo>
                  <a:lnTo>
                    <a:pt x="3859949" y="464"/>
                  </a:lnTo>
                  <a:lnTo>
                    <a:pt x="3861072" y="0"/>
                  </a:lnTo>
                  <a:lnTo>
                    <a:pt x="3863702" y="0"/>
                  </a:lnTo>
                  <a:lnTo>
                    <a:pt x="3864824" y="464"/>
                  </a:lnTo>
                  <a:lnTo>
                    <a:pt x="3866684" y="2324"/>
                  </a:lnTo>
                  <a:lnTo>
                    <a:pt x="3867149" y="3447"/>
                  </a:lnTo>
                  <a:lnTo>
                    <a:pt x="3867149" y="6077"/>
                  </a:lnTo>
                  <a:lnTo>
                    <a:pt x="3866684" y="7200"/>
                  </a:lnTo>
                  <a:lnTo>
                    <a:pt x="3864824" y="9060"/>
                  </a:lnTo>
                  <a:lnTo>
                    <a:pt x="3863702" y="9524"/>
                  </a:lnTo>
                  <a:close/>
                </a:path>
                <a:path w="4962525" h="9525">
                  <a:moveTo>
                    <a:pt x="3911327" y="9524"/>
                  </a:moveTo>
                  <a:lnTo>
                    <a:pt x="3908697" y="9524"/>
                  </a:lnTo>
                  <a:lnTo>
                    <a:pt x="3907574" y="9060"/>
                  </a:lnTo>
                  <a:lnTo>
                    <a:pt x="3905714" y="7200"/>
                  </a:lnTo>
                  <a:lnTo>
                    <a:pt x="3905249" y="6077"/>
                  </a:lnTo>
                  <a:lnTo>
                    <a:pt x="3905249" y="3447"/>
                  </a:lnTo>
                  <a:lnTo>
                    <a:pt x="3905714" y="2324"/>
                  </a:lnTo>
                  <a:lnTo>
                    <a:pt x="3907574" y="464"/>
                  </a:lnTo>
                  <a:lnTo>
                    <a:pt x="3908697" y="0"/>
                  </a:lnTo>
                  <a:lnTo>
                    <a:pt x="3911327" y="0"/>
                  </a:lnTo>
                  <a:lnTo>
                    <a:pt x="3912449" y="464"/>
                  </a:lnTo>
                  <a:lnTo>
                    <a:pt x="3914309" y="2324"/>
                  </a:lnTo>
                  <a:lnTo>
                    <a:pt x="3914774" y="3447"/>
                  </a:lnTo>
                  <a:lnTo>
                    <a:pt x="3914774" y="6077"/>
                  </a:lnTo>
                  <a:lnTo>
                    <a:pt x="3914309" y="7200"/>
                  </a:lnTo>
                  <a:lnTo>
                    <a:pt x="3912449" y="9060"/>
                  </a:lnTo>
                  <a:lnTo>
                    <a:pt x="3911327" y="9524"/>
                  </a:lnTo>
                  <a:close/>
                </a:path>
                <a:path w="4962525" h="9525">
                  <a:moveTo>
                    <a:pt x="3958952" y="9524"/>
                  </a:moveTo>
                  <a:lnTo>
                    <a:pt x="3956322" y="9524"/>
                  </a:lnTo>
                  <a:lnTo>
                    <a:pt x="3955199" y="9060"/>
                  </a:lnTo>
                  <a:lnTo>
                    <a:pt x="3953339" y="7200"/>
                  </a:lnTo>
                  <a:lnTo>
                    <a:pt x="3952874" y="6077"/>
                  </a:lnTo>
                  <a:lnTo>
                    <a:pt x="3952874" y="3447"/>
                  </a:lnTo>
                  <a:lnTo>
                    <a:pt x="3953339" y="2324"/>
                  </a:lnTo>
                  <a:lnTo>
                    <a:pt x="3955199" y="464"/>
                  </a:lnTo>
                  <a:lnTo>
                    <a:pt x="3956322" y="0"/>
                  </a:lnTo>
                  <a:lnTo>
                    <a:pt x="3958952" y="0"/>
                  </a:lnTo>
                  <a:lnTo>
                    <a:pt x="3960074" y="464"/>
                  </a:lnTo>
                  <a:lnTo>
                    <a:pt x="3961934" y="2324"/>
                  </a:lnTo>
                  <a:lnTo>
                    <a:pt x="3962399" y="3447"/>
                  </a:lnTo>
                  <a:lnTo>
                    <a:pt x="3962399" y="6077"/>
                  </a:lnTo>
                  <a:lnTo>
                    <a:pt x="3961934" y="7200"/>
                  </a:lnTo>
                  <a:lnTo>
                    <a:pt x="3960074" y="9060"/>
                  </a:lnTo>
                  <a:lnTo>
                    <a:pt x="3958952" y="9524"/>
                  </a:lnTo>
                  <a:close/>
                </a:path>
                <a:path w="4962525" h="9525">
                  <a:moveTo>
                    <a:pt x="4006577" y="9524"/>
                  </a:moveTo>
                  <a:lnTo>
                    <a:pt x="4003947" y="9524"/>
                  </a:lnTo>
                  <a:lnTo>
                    <a:pt x="4002824" y="9060"/>
                  </a:lnTo>
                  <a:lnTo>
                    <a:pt x="4000964" y="7200"/>
                  </a:lnTo>
                  <a:lnTo>
                    <a:pt x="4000499" y="6077"/>
                  </a:lnTo>
                  <a:lnTo>
                    <a:pt x="4000499" y="3447"/>
                  </a:lnTo>
                  <a:lnTo>
                    <a:pt x="4000964" y="2324"/>
                  </a:lnTo>
                  <a:lnTo>
                    <a:pt x="4002824" y="464"/>
                  </a:lnTo>
                  <a:lnTo>
                    <a:pt x="4003947" y="0"/>
                  </a:lnTo>
                  <a:lnTo>
                    <a:pt x="4006577" y="0"/>
                  </a:lnTo>
                  <a:lnTo>
                    <a:pt x="4007699" y="464"/>
                  </a:lnTo>
                  <a:lnTo>
                    <a:pt x="4009559" y="2324"/>
                  </a:lnTo>
                  <a:lnTo>
                    <a:pt x="4010024" y="3447"/>
                  </a:lnTo>
                  <a:lnTo>
                    <a:pt x="4010024" y="6077"/>
                  </a:lnTo>
                  <a:lnTo>
                    <a:pt x="4009559" y="7200"/>
                  </a:lnTo>
                  <a:lnTo>
                    <a:pt x="4007699" y="9060"/>
                  </a:lnTo>
                  <a:lnTo>
                    <a:pt x="4006577" y="9524"/>
                  </a:lnTo>
                  <a:close/>
                </a:path>
                <a:path w="4962525" h="9525">
                  <a:moveTo>
                    <a:pt x="4054202" y="9524"/>
                  </a:moveTo>
                  <a:lnTo>
                    <a:pt x="4051572" y="9524"/>
                  </a:lnTo>
                  <a:lnTo>
                    <a:pt x="4050449" y="9060"/>
                  </a:lnTo>
                  <a:lnTo>
                    <a:pt x="4048589" y="7200"/>
                  </a:lnTo>
                  <a:lnTo>
                    <a:pt x="4048124" y="6077"/>
                  </a:lnTo>
                  <a:lnTo>
                    <a:pt x="4048124" y="3447"/>
                  </a:lnTo>
                  <a:lnTo>
                    <a:pt x="4048589" y="2324"/>
                  </a:lnTo>
                  <a:lnTo>
                    <a:pt x="4050449" y="464"/>
                  </a:lnTo>
                  <a:lnTo>
                    <a:pt x="4051572" y="0"/>
                  </a:lnTo>
                  <a:lnTo>
                    <a:pt x="4054202" y="0"/>
                  </a:lnTo>
                  <a:lnTo>
                    <a:pt x="4055324" y="464"/>
                  </a:lnTo>
                  <a:lnTo>
                    <a:pt x="4057184" y="2324"/>
                  </a:lnTo>
                  <a:lnTo>
                    <a:pt x="4057649" y="3447"/>
                  </a:lnTo>
                  <a:lnTo>
                    <a:pt x="4057649" y="6077"/>
                  </a:lnTo>
                  <a:lnTo>
                    <a:pt x="4057184" y="7200"/>
                  </a:lnTo>
                  <a:lnTo>
                    <a:pt x="4055324" y="9060"/>
                  </a:lnTo>
                  <a:lnTo>
                    <a:pt x="4054202" y="9524"/>
                  </a:lnTo>
                  <a:close/>
                </a:path>
                <a:path w="4962525" h="9525">
                  <a:moveTo>
                    <a:pt x="4101827" y="9524"/>
                  </a:moveTo>
                  <a:lnTo>
                    <a:pt x="4099197" y="9524"/>
                  </a:lnTo>
                  <a:lnTo>
                    <a:pt x="4098074" y="9060"/>
                  </a:lnTo>
                  <a:lnTo>
                    <a:pt x="4096214" y="7200"/>
                  </a:lnTo>
                  <a:lnTo>
                    <a:pt x="4095749" y="6077"/>
                  </a:lnTo>
                  <a:lnTo>
                    <a:pt x="4095749" y="3447"/>
                  </a:lnTo>
                  <a:lnTo>
                    <a:pt x="4096214" y="2324"/>
                  </a:lnTo>
                  <a:lnTo>
                    <a:pt x="4098074" y="464"/>
                  </a:lnTo>
                  <a:lnTo>
                    <a:pt x="4099197" y="0"/>
                  </a:lnTo>
                  <a:lnTo>
                    <a:pt x="4101827" y="0"/>
                  </a:lnTo>
                  <a:lnTo>
                    <a:pt x="4102949" y="464"/>
                  </a:lnTo>
                  <a:lnTo>
                    <a:pt x="4104809" y="2324"/>
                  </a:lnTo>
                  <a:lnTo>
                    <a:pt x="4105274" y="3447"/>
                  </a:lnTo>
                  <a:lnTo>
                    <a:pt x="4105274" y="6077"/>
                  </a:lnTo>
                  <a:lnTo>
                    <a:pt x="4104809" y="7200"/>
                  </a:lnTo>
                  <a:lnTo>
                    <a:pt x="4102949" y="9060"/>
                  </a:lnTo>
                  <a:lnTo>
                    <a:pt x="4101827" y="9524"/>
                  </a:lnTo>
                  <a:close/>
                </a:path>
                <a:path w="4962525" h="9525">
                  <a:moveTo>
                    <a:pt x="4149452" y="9524"/>
                  </a:moveTo>
                  <a:lnTo>
                    <a:pt x="4146822" y="9524"/>
                  </a:lnTo>
                  <a:lnTo>
                    <a:pt x="4145699" y="9060"/>
                  </a:lnTo>
                  <a:lnTo>
                    <a:pt x="4143839" y="7200"/>
                  </a:lnTo>
                  <a:lnTo>
                    <a:pt x="4143374" y="6077"/>
                  </a:lnTo>
                  <a:lnTo>
                    <a:pt x="4143374" y="3447"/>
                  </a:lnTo>
                  <a:lnTo>
                    <a:pt x="4143839" y="2324"/>
                  </a:lnTo>
                  <a:lnTo>
                    <a:pt x="4145699" y="464"/>
                  </a:lnTo>
                  <a:lnTo>
                    <a:pt x="4146822" y="0"/>
                  </a:lnTo>
                  <a:lnTo>
                    <a:pt x="4149452" y="0"/>
                  </a:lnTo>
                  <a:lnTo>
                    <a:pt x="4150574" y="464"/>
                  </a:lnTo>
                  <a:lnTo>
                    <a:pt x="4152434" y="2324"/>
                  </a:lnTo>
                  <a:lnTo>
                    <a:pt x="4152899" y="3447"/>
                  </a:lnTo>
                  <a:lnTo>
                    <a:pt x="4152899" y="6077"/>
                  </a:lnTo>
                  <a:lnTo>
                    <a:pt x="4152434" y="7200"/>
                  </a:lnTo>
                  <a:lnTo>
                    <a:pt x="4150574" y="9060"/>
                  </a:lnTo>
                  <a:lnTo>
                    <a:pt x="4149452" y="9524"/>
                  </a:lnTo>
                  <a:close/>
                </a:path>
                <a:path w="4962525" h="9525">
                  <a:moveTo>
                    <a:pt x="4197077" y="9524"/>
                  </a:moveTo>
                  <a:lnTo>
                    <a:pt x="4194447" y="9524"/>
                  </a:lnTo>
                  <a:lnTo>
                    <a:pt x="4193324" y="9060"/>
                  </a:lnTo>
                  <a:lnTo>
                    <a:pt x="4191464" y="7200"/>
                  </a:lnTo>
                  <a:lnTo>
                    <a:pt x="4190999" y="6077"/>
                  </a:lnTo>
                  <a:lnTo>
                    <a:pt x="4190999" y="3447"/>
                  </a:lnTo>
                  <a:lnTo>
                    <a:pt x="4191464" y="2324"/>
                  </a:lnTo>
                  <a:lnTo>
                    <a:pt x="4193324" y="464"/>
                  </a:lnTo>
                  <a:lnTo>
                    <a:pt x="4194447" y="0"/>
                  </a:lnTo>
                  <a:lnTo>
                    <a:pt x="4197077" y="0"/>
                  </a:lnTo>
                  <a:lnTo>
                    <a:pt x="4198199" y="464"/>
                  </a:lnTo>
                  <a:lnTo>
                    <a:pt x="4200059" y="2324"/>
                  </a:lnTo>
                  <a:lnTo>
                    <a:pt x="4200524" y="3447"/>
                  </a:lnTo>
                  <a:lnTo>
                    <a:pt x="4200524" y="6077"/>
                  </a:lnTo>
                  <a:lnTo>
                    <a:pt x="4200059" y="7200"/>
                  </a:lnTo>
                  <a:lnTo>
                    <a:pt x="4198199" y="9060"/>
                  </a:lnTo>
                  <a:lnTo>
                    <a:pt x="4197077" y="9524"/>
                  </a:lnTo>
                  <a:close/>
                </a:path>
                <a:path w="4962525" h="9525">
                  <a:moveTo>
                    <a:pt x="4244702" y="9524"/>
                  </a:moveTo>
                  <a:lnTo>
                    <a:pt x="4242072" y="9524"/>
                  </a:lnTo>
                  <a:lnTo>
                    <a:pt x="4240949" y="9060"/>
                  </a:lnTo>
                  <a:lnTo>
                    <a:pt x="4239089" y="7200"/>
                  </a:lnTo>
                  <a:lnTo>
                    <a:pt x="4238624" y="6077"/>
                  </a:lnTo>
                  <a:lnTo>
                    <a:pt x="4238624" y="3447"/>
                  </a:lnTo>
                  <a:lnTo>
                    <a:pt x="4239089" y="2324"/>
                  </a:lnTo>
                  <a:lnTo>
                    <a:pt x="4240949" y="464"/>
                  </a:lnTo>
                  <a:lnTo>
                    <a:pt x="4242072" y="0"/>
                  </a:lnTo>
                  <a:lnTo>
                    <a:pt x="4244702" y="0"/>
                  </a:lnTo>
                  <a:lnTo>
                    <a:pt x="4245824" y="464"/>
                  </a:lnTo>
                  <a:lnTo>
                    <a:pt x="4247684" y="2324"/>
                  </a:lnTo>
                  <a:lnTo>
                    <a:pt x="4248149" y="3447"/>
                  </a:lnTo>
                  <a:lnTo>
                    <a:pt x="4248149" y="6077"/>
                  </a:lnTo>
                  <a:lnTo>
                    <a:pt x="4247684" y="7200"/>
                  </a:lnTo>
                  <a:lnTo>
                    <a:pt x="4245824" y="9060"/>
                  </a:lnTo>
                  <a:lnTo>
                    <a:pt x="4244702" y="9524"/>
                  </a:lnTo>
                  <a:close/>
                </a:path>
                <a:path w="4962525" h="9525">
                  <a:moveTo>
                    <a:pt x="4292327" y="9524"/>
                  </a:moveTo>
                  <a:lnTo>
                    <a:pt x="4289697" y="9524"/>
                  </a:lnTo>
                  <a:lnTo>
                    <a:pt x="4288574" y="9060"/>
                  </a:lnTo>
                  <a:lnTo>
                    <a:pt x="4286714" y="7200"/>
                  </a:lnTo>
                  <a:lnTo>
                    <a:pt x="4286249" y="6077"/>
                  </a:lnTo>
                  <a:lnTo>
                    <a:pt x="4286249" y="3447"/>
                  </a:lnTo>
                  <a:lnTo>
                    <a:pt x="4286714" y="2324"/>
                  </a:lnTo>
                  <a:lnTo>
                    <a:pt x="4288574" y="464"/>
                  </a:lnTo>
                  <a:lnTo>
                    <a:pt x="4289697" y="0"/>
                  </a:lnTo>
                  <a:lnTo>
                    <a:pt x="4292327" y="0"/>
                  </a:lnTo>
                  <a:lnTo>
                    <a:pt x="4293449" y="464"/>
                  </a:lnTo>
                  <a:lnTo>
                    <a:pt x="4295309" y="2324"/>
                  </a:lnTo>
                  <a:lnTo>
                    <a:pt x="4295774" y="3447"/>
                  </a:lnTo>
                  <a:lnTo>
                    <a:pt x="4295774" y="6077"/>
                  </a:lnTo>
                  <a:lnTo>
                    <a:pt x="4295309" y="7200"/>
                  </a:lnTo>
                  <a:lnTo>
                    <a:pt x="4293449" y="9060"/>
                  </a:lnTo>
                  <a:lnTo>
                    <a:pt x="4292327" y="9524"/>
                  </a:lnTo>
                  <a:close/>
                </a:path>
                <a:path w="4962525" h="9525">
                  <a:moveTo>
                    <a:pt x="4339952" y="9524"/>
                  </a:moveTo>
                  <a:lnTo>
                    <a:pt x="4337322" y="9524"/>
                  </a:lnTo>
                  <a:lnTo>
                    <a:pt x="4336199" y="9060"/>
                  </a:lnTo>
                  <a:lnTo>
                    <a:pt x="4334339" y="7200"/>
                  </a:lnTo>
                  <a:lnTo>
                    <a:pt x="4333874" y="6077"/>
                  </a:lnTo>
                  <a:lnTo>
                    <a:pt x="4333874" y="3447"/>
                  </a:lnTo>
                  <a:lnTo>
                    <a:pt x="4334339" y="2324"/>
                  </a:lnTo>
                  <a:lnTo>
                    <a:pt x="4336199" y="464"/>
                  </a:lnTo>
                  <a:lnTo>
                    <a:pt x="4337322" y="0"/>
                  </a:lnTo>
                  <a:lnTo>
                    <a:pt x="4339952" y="0"/>
                  </a:lnTo>
                  <a:lnTo>
                    <a:pt x="4341074" y="464"/>
                  </a:lnTo>
                  <a:lnTo>
                    <a:pt x="4342934" y="2324"/>
                  </a:lnTo>
                  <a:lnTo>
                    <a:pt x="4343399" y="3447"/>
                  </a:lnTo>
                  <a:lnTo>
                    <a:pt x="4343399" y="6077"/>
                  </a:lnTo>
                  <a:lnTo>
                    <a:pt x="4342934" y="7200"/>
                  </a:lnTo>
                  <a:lnTo>
                    <a:pt x="4341074" y="9060"/>
                  </a:lnTo>
                  <a:lnTo>
                    <a:pt x="4339952" y="9524"/>
                  </a:lnTo>
                  <a:close/>
                </a:path>
                <a:path w="4962525" h="9525">
                  <a:moveTo>
                    <a:pt x="4387577" y="9524"/>
                  </a:moveTo>
                  <a:lnTo>
                    <a:pt x="4384947" y="9524"/>
                  </a:lnTo>
                  <a:lnTo>
                    <a:pt x="4383824" y="9060"/>
                  </a:lnTo>
                  <a:lnTo>
                    <a:pt x="4381964" y="7200"/>
                  </a:lnTo>
                  <a:lnTo>
                    <a:pt x="4381499" y="6077"/>
                  </a:lnTo>
                  <a:lnTo>
                    <a:pt x="4381499" y="3447"/>
                  </a:lnTo>
                  <a:lnTo>
                    <a:pt x="4381964" y="2324"/>
                  </a:lnTo>
                  <a:lnTo>
                    <a:pt x="4383824" y="464"/>
                  </a:lnTo>
                  <a:lnTo>
                    <a:pt x="4384947" y="0"/>
                  </a:lnTo>
                  <a:lnTo>
                    <a:pt x="4387577" y="0"/>
                  </a:lnTo>
                  <a:lnTo>
                    <a:pt x="4388699" y="464"/>
                  </a:lnTo>
                  <a:lnTo>
                    <a:pt x="4390559" y="2324"/>
                  </a:lnTo>
                  <a:lnTo>
                    <a:pt x="4391024" y="3447"/>
                  </a:lnTo>
                  <a:lnTo>
                    <a:pt x="4391024" y="6077"/>
                  </a:lnTo>
                  <a:lnTo>
                    <a:pt x="4390559" y="7200"/>
                  </a:lnTo>
                  <a:lnTo>
                    <a:pt x="4388699" y="9060"/>
                  </a:lnTo>
                  <a:lnTo>
                    <a:pt x="4387577" y="9524"/>
                  </a:lnTo>
                  <a:close/>
                </a:path>
                <a:path w="4962525" h="9525">
                  <a:moveTo>
                    <a:pt x="4435202" y="9524"/>
                  </a:moveTo>
                  <a:lnTo>
                    <a:pt x="4432572" y="9524"/>
                  </a:lnTo>
                  <a:lnTo>
                    <a:pt x="4431449" y="9060"/>
                  </a:lnTo>
                  <a:lnTo>
                    <a:pt x="4429589" y="7200"/>
                  </a:lnTo>
                  <a:lnTo>
                    <a:pt x="4429124" y="6077"/>
                  </a:lnTo>
                  <a:lnTo>
                    <a:pt x="4429124" y="3447"/>
                  </a:lnTo>
                  <a:lnTo>
                    <a:pt x="4429589" y="2324"/>
                  </a:lnTo>
                  <a:lnTo>
                    <a:pt x="4431449" y="464"/>
                  </a:lnTo>
                  <a:lnTo>
                    <a:pt x="4432572" y="0"/>
                  </a:lnTo>
                  <a:lnTo>
                    <a:pt x="4435202" y="0"/>
                  </a:lnTo>
                  <a:lnTo>
                    <a:pt x="4436324" y="464"/>
                  </a:lnTo>
                  <a:lnTo>
                    <a:pt x="4438184" y="2324"/>
                  </a:lnTo>
                  <a:lnTo>
                    <a:pt x="4438649" y="3447"/>
                  </a:lnTo>
                  <a:lnTo>
                    <a:pt x="4438649" y="6077"/>
                  </a:lnTo>
                  <a:lnTo>
                    <a:pt x="4438184" y="7200"/>
                  </a:lnTo>
                  <a:lnTo>
                    <a:pt x="4436324" y="9060"/>
                  </a:lnTo>
                  <a:lnTo>
                    <a:pt x="4435202" y="9524"/>
                  </a:lnTo>
                  <a:close/>
                </a:path>
                <a:path w="4962525" h="9525">
                  <a:moveTo>
                    <a:pt x="4482827" y="9524"/>
                  </a:moveTo>
                  <a:lnTo>
                    <a:pt x="4480197" y="9524"/>
                  </a:lnTo>
                  <a:lnTo>
                    <a:pt x="4479074" y="9060"/>
                  </a:lnTo>
                  <a:lnTo>
                    <a:pt x="4477214" y="7200"/>
                  </a:lnTo>
                  <a:lnTo>
                    <a:pt x="4476749" y="6077"/>
                  </a:lnTo>
                  <a:lnTo>
                    <a:pt x="4476749" y="3447"/>
                  </a:lnTo>
                  <a:lnTo>
                    <a:pt x="4477214" y="2324"/>
                  </a:lnTo>
                  <a:lnTo>
                    <a:pt x="4479074" y="464"/>
                  </a:lnTo>
                  <a:lnTo>
                    <a:pt x="4480197" y="0"/>
                  </a:lnTo>
                  <a:lnTo>
                    <a:pt x="4482827" y="0"/>
                  </a:lnTo>
                  <a:lnTo>
                    <a:pt x="4483949" y="464"/>
                  </a:lnTo>
                  <a:lnTo>
                    <a:pt x="4485809" y="2324"/>
                  </a:lnTo>
                  <a:lnTo>
                    <a:pt x="4486274" y="3447"/>
                  </a:lnTo>
                  <a:lnTo>
                    <a:pt x="4486274" y="6077"/>
                  </a:lnTo>
                  <a:lnTo>
                    <a:pt x="4485809" y="7200"/>
                  </a:lnTo>
                  <a:lnTo>
                    <a:pt x="4483949" y="9060"/>
                  </a:lnTo>
                  <a:lnTo>
                    <a:pt x="4482827" y="9524"/>
                  </a:lnTo>
                  <a:close/>
                </a:path>
                <a:path w="4962525" h="9525">
                  <a:moveTo>
                    <a:pt x="4530452" y="9524"/>
                  </a:moveTo>
                  <a:lnTo>
                    <a:pt x="4527822" y="9524"/>
                  </a:lnTo>
                  <a:lnTo>
                    <a:pt x="4526699" y="9060"/>
                  </a:lnTo>
                  <a:lnTo>
                    <a:pt x="4524839" y="7200"/>
                  </a:lnTo>
                  <a:lnTo>
                    <a:pt x="4524374" y="6077"/>
                  </a:lnTo>
                  <a:lnTo>
                    <a:pt x="4524374" y="3447"/>
                  </a:lnTo>
                  <a:lnTo>
                    <a:pt x="4524839" y="2324"/>
                  </a:lnTo>
                  <a:lnTo>
                    <a:pt x="4526699" y="464"/>
                  </a:lnTo>
                  <a:lnTo>
                    <a:pt x="4527822" y="0"/>
                  </a:lnTo>
                  <a:lnTo>
                    <a:pt x="4530452" y="0"/>
                  </a:lnTo>
                  <a:lnTo>
                    <a:pt x="4531574" y="464"/>
                  </a:lnTo>
                  <a:lnTo>
                    <a:pt x="4533434" y="2324"/>
                  </a:lnTo>
                  <a:lnTo>
                    <a:pt x="4533899" y="3447"/>
                  </a:lnTo>
                  <a:lnTo>
                    <a:pt x="4533899" y="6077"/>
                  </a:lnTo>
                  <a:lnTo>
                    <a:pt x="4533434" y="7200"/>
                  </a:lnTo>
                  <a:lnTo>
                    <a:pt x="4531574" y="9060"/>
                  </a:lnTo>
                  <a:lnTo>
                    <a:pt x="4530452" y="9524"/>
                  </a:lnTo>
                  <a:close/>
                </a:path>
                <a:path w="4962525" h="9525">
                  <a:moveTo>
                    <a:pt x="4578077" y="9524"/>
                  </a:moveTo>
                  <a:lnTo>
                    <a:pt x="4575447" y="9524"/>
                  </a:lnTo>
                  <a:lnTo>
                    <a:pt x="4574324" y="9060"/>
                  </a:lnTo>
                  <a:lnTo>
                    <a:pt x="4572464" y="7200"/>
                  </a:lnTo>
                  <a:lnTo>
                    <a:pt x="4571999" y="6077"/>
                  </a:lnTo>
                  <a:lnTo>
                    <a:pt x="4571999" y="3447"/>
                  </a:lnTo>
                  <a:lnTo>
                    <a:pt x="4572464" y="2324"/>
                  </a:lnTo>
                  <a:lnTo>
                    <a:pt x="4574324" y="464"/>
                  </a:lnTo>
                  <a:lnTo>
                    <a:pt x="4575447" y="0"/>
                  </a:lnTo>
                  <a:lnTo>
                    <a:pt x="4578077" y="0"/>
                  </a:lnTo>
                  <a:lnTo>
                    <a:pt x="4579199" y="464"/>
                  </a:lnTo>
                  <a:lnTo>
                    <a:pt x="4581059" y="2324"/>
                  </a:lnTo>
                  <a:lnTo>
                    <a:pt x="4581524" y="3447"/>
                  </a:lnTo>
                  <a:lnTo>
                    <a:pt x="4581524" y="6077"/>
                  </a:lnTo>
                  <a:lnTo>
                    <a:pt x="4581059" y="7200"/>
                  </a:lnTo>
                  <a:lnTo>
                    <a:pt x="4579199" y="9060"/>
                  </a:lnTo>
                  <a:lnTo>
                    <a:pt x="4578077" y="9524"/>
                  </a:lnTo>
                  <a:close/>
                </a:path>
                <a:path w="4962525" h="9525">
                  <a:moveTo>
                    <a:pt x="4625702" y="9524"/>
                  </a:moveTo>
                  <a:lnTo>
                    <a:pt x="4623072" y="9524"/>
                  </a:lnTo>
                  <a:lnTo>
                    <a:pt x="4621949" y="9060"/>
                  </a:lnTo>
                  <a:lnTo>
                    <a:pt x="4620089" y="7200"/>
                  </a:lnTo>
                  <a:lnTo>
                    <a:pt x="4619624" y="6077"/>
                  </a:lnTo>
                  <a:lnTo>
                    <a:pt x="4619624" y="3447"/>
                  </a:lnTo>
                  <a:lnTo>
                    <a:pt x="4620089" y="2324"/>
                  </a:lnTo>
                  <a:lnTo>
                    <a:pt x="4621949" y="464"/>
                  </a:lnTo>
                  <a:lnTo>
                    <a:pt x="4623072" y="0"/>
                  </a:lnTo>
                  <a:lnTo>
                    <a:pt x="4625702" y="0"/>
                  </a:lnTo>
                  <a:lnTo>
                    <a:pt x="4626824" y="464"/>
                  </a:lnTo>
                  <a:lnTo>
                    <a:pt x="4628684" y="2324"/>
                  </a:lnTo>
                  <a:lnTo>
                    <a:pt x="4629149" y="3447"/>
                  </a:lnTo>
                  <a:lnTo>
                    <a:pt x="4629149" y="6077"/>
                  </a:lnTo>
                  <a:lnTo>
                    <a:pt x="4628684" y="7200"/>
                  </a:lnTo>
                  <a:lnTo>
                    <a:pt x="4626824" y="9060"/>
                  </a:lnTo>
                  <a:lnTo>
                    <a:pt x="4625702" y="9524"/>
                  </a:lnTo>
                  <a:close/>
                </a:path>
                <a:path w="4962525" h="9525">
                  <a:moveTo>
                    <a:pt x="4673327" y="9524"/>
                  </a:moveTo>
                  <a:lnTo>
                    <a:pt x="4670697" y="9524"/>
                  </a:lnTo>
                  <a:lnTo>
                    <a:pt x="4669574" y="9060"/>
                  </a:lnTo>
                  <a:lnTo>
                    <a:pt x="4667714" y="7200"/>
                  </a:lnTo>
                  <a:lnTo>
                    <a:pt x="4667249" y="6077"/>
                  </a:lnTo>
                  <a:lnTo>
                    <a:pt x="4667249" y="3447"/>
                  </a:lnTo>
                  <a:lnTo>
                    <a:pt x="4667714" y="2324"/>
                  </a:lnTo>
                  <a:lnTo>
                    <a:pt x="4669574" y="464"/>
                  </a:lnTo>
                  <a:lnTo>
                    <a:pt x="4670697" y="0"/>
                  </a:lnTo>
                  <a:lnTo>
                    <a:pt x="4673327" y="0"/>
                  </a:lnTo>
                  <a:lnTo>
                    <a:pt x="4674449" y="464"/>
                  </a:lnTo>
                  <a:lnTo>
                    <a:pt x="4676309" y="2324"/>
                  </a:lnTo>
                  <a:lnTo>
                    <a:pt x="4676774" y="3447"/>
                  </a:lnTo>
                  <a:lnTo>
                    <a:pt x="4676774" y="6077"/>
                  </a:lnTo>
                  <a:lnTo>
                    <a:pt x="4676309" y="7200"/>
                  </a:lnTo>
                  <a:lnTo>
                    <a:pt x="4674449" y="9060"/>
                  </a:lnTo>
                  <a:lnTo>
                    <a:pt x="4673327" y="9524"/>
                  </a:lnTo>
                  <a:close/>
                </a:path>
                <a:path w="4962525" h="9525">
                  <a:moveTo>
                    <a:pt x="4720952" y="9524"/>
                  </a:moveTo>
                  <a:lnTo>
                    <a:pt x="4718322" y="9524"/>
                  </a:lnTo>
                  <a:lnTo>
                    <a:pt x="4717199" y="9060"/>
                  </a:lnTo>
                  <a:lnTo>
                    <a:pt x="4715339" y="7200"/>
                  </a:lnTo>
                  <a:lnTo>
                    <a:pt x="4714874" y="6077"/>
                  </a:lnTo>
                  <a:lnTo>
                    <a:pt x="4714874" y="3447"/>
                  </a:lnTo>
                  <a:lnTo>
                    <a:pt x="4715339" y="2324"/>
                  </a:lnTo>
                  <a:lnTo>
                    <a:pt x="4717199" y="464"/>
                  </a:lnTo>
                  <a:lnTo>
                    <a:pt x="4718322" y="0"/>
                  </a:lnTo>
                  <a:lnTo>
                    <a:pt x="4720952" y="0"/>
                  </a:lnTo>
                  <a:lnTo>
                    <a:pt x="4722074" y="464"/>
                  </a:lnTo>
                  <a:lnTo>
                    <a:pt x="4723934" y="2324"/>
                  </a:lnTo>
                  <a:lnTo>
                    <a:pt x="4724399" y="3447"/>
                  </a:lnTo>
                  <a:lnTo>
                    <a:pt x="4724399" y="6077"/>
                  </a:lnTo>
                  <a:lnTo>
                    <a:pt x="4723934" y="7200"/>
                  </a:lnTo>
                  <a:lnTo>
                    <a:pt x="4722074" y="9060"/>
                  </a:lnTo>
                  <a:lnTo>
                    <a:pt x="4720952" y="9524"/>
                  </a:lnTo>
                  <a:close/>
                </a:path>
                <a:path w="4962525" h="9525">
                  <a:moveTo>
                    <a:pt x="4768577" y="9524"/>
                  </a:moveTo>
                  <a:lnTo>
                    <a:pt x="4765947" y="9524"/>
                  </a:lnTo>
                  <a:lnTo>
                    <a:pt x="4764824" y="9060"/>
                  </a:lnTo>
                  <a:lnTo>
                    <a:pt x="4762964" y="7200"/>
                  </a:lnTo>
                  <a:lnTo>
                    <a:pt x="4762499" y="6077"/>
                  </a:lnTo>
                  <a:lnTo>
                    <a:pt x="4762499" y="3447"/>
                  </a:lnTo>
                  <a:lnTo>
                    <a:pt x="4762964" y="2324"/>
                  </a:lnTo>
                  <a:lnTo>
                    <a:pt x="4764824" y="464"/>
                  </a:lnTo>
                  <a:lnTo>
                    <a:pt x="4765947" y="0"/>
                  </a:lnTo>
                  <a:lnTo>
                    <a:pt x="4768577" y="0"/>
                  </a:lnTo>
                  <a:lnTo>
                    <a:pt x="4769699" y="464"/>
                  </a:lnTo>
                  <a:lnTo>
                    <a:pt x="4771559" y="2324"/>
                  </a:lnTo>
                  <a:lnTo>
                    <a:pt x="4772024" y="3447"/>
                  </a:lnTo>
                  <a:lnTo>
                    <a:pt x="4772024" y="6077"/>
                  </a:lnTo>
                  <a:lnTo>
                    <a:pt x="4771559" y="7200"/>
                  </a:lnTo>
                  <a:lnTo>
                    <a:pt x="4769699" y="9060"/>
                  </a:lnTo>
                  <a:lnTo>
                    <a:pt x="4768577" y="9524"/>
                  </a:lnTo>
                  <a:close/>
                </a:path>
                <a:path w="4962525" h="9525">
                  <a:moveTo>
                    <a:pt x="4816202" y="9524"/>
                  </a:moveTo>
                  <a:lnTo>
                    <a:pt x="4813572" y="9524"/>
                  </a:lnTo>
                  <a:lnTo>
                    <a:pt x="4812449" y="9060"/>
                  </a:lnTo>
                  <a:lnTo>
                    <a:pt x="4810589" y="7200"/>
                  </a:lnTo>
                  <a:lnTo>
                    <a:pt x="4810124" y="6077"/>
                  </a:lnTo>
                  <a:lnTo>
                    <a:pt x="4810124" y="3447"/>
                  </a:lnTo>
                  <a:lnTo>
                    <a:pt x="4810589" y="2324"/>
                  </a:lnTo>
                  <a:lnTo>
                    <a:pt x="4812449" y="464"/>
                  </a:lnTo>
                  <a:lnTo>
                    <a:pt x="4813572" y="0"/>
                  </a:lnTo>
                  <a:lnTo>
                    <a:pt x="4816202" y="0"/>
                  </a:lnTo>
                  <a:lnTo>
                    <a:pt x="4817324" y="464"/>
                  </a:lnTo>
                  <a:lnTo>
                    <a:pt x="4819184" y="2324"/>
                  </a:lnTo>
                  <a:lnTo>
                    <a:pt x="4819649" y="3447"/>
                  </a:lnTo>
                  <a:lnTo>
                    <a:pt x="4819649" y="6077"/>
                  </a:lnTo>
                  <a:lnTo>
                    <a:pt x="4819184" y="7200"/>
                  </a:lnTo>
                  <a:lnTo>
                    <a:pt x="4817324" y="9060"/>
                  </a:lnTo>
                  <a:lnTo>
                    <a:pt x="4816202" y="9524"/>
                  </a:lnTo>
                  <a:close/>
                </a:path>
                <a:path w="4962525" h="9525">
                  <a:moveTo>
                    <a:pt x="4863827" y="9524"/>
                  </a:moveTo>
                  <a:lnTo>
                    <a:pt x="4861196" y="9524"/>
                  </a:lnTo>
                  <a:lnTo>
                    <a:pt x="4860074" y="9060"/>
                  </a:lnTo>
                  <a:lnTo>
                    <a:pt x="4858214" y="7200"/>
                  </a:lnTo>
                  <a:lnTo>
                    <a:pt x="4857749" y="6077"/>
                  </a:lnTo>
                  <a:lnTo>
                    <a:pt x="4857749" y="3447"/>
                  </a:lnTo>
                  <a:lnTo>
                    <a:pt x="4858214" y="2324"/>
                  </a:lnTo>
                  <a:lnTo>
                    <a:pt x="4860074" y="464"/>
                  </a:lnTo>
                  <a:lnTo>
                    <a:pt x="4861196" y="0"/>
                  </a:lnTo>
                  <a:lnTo>
                    <a:pt x="4863827" y="0"/>
                  </a:lnTo>
                  <a:lnTo>
                    <a:pt x="4864949" y="464"/>
                  </a:lnTo>
                  <a:lnTo>
                    <a:pt x="4866809" y="2324"/>
                  </a:lnTo>
                  <a:lnTo>
                    <a:pt x="4867274" y="3447"/>
                  </a:lnTo>
                  <a:lnTo>
                    <a:pt x="4867274" y="6077"/>
                  </a:lnTo>
                  <a:lnTo>
                    <a:pt x="4866809" y="7200"/>
                  </a:lnTo>
                  <a:lnTo>
                    <a:pt x="4864949" y="9060"/>
                  </a:lnTo>
                  <a:lnTo>
                    <a:pt x="4863827" y="9524"/>
                  </a:lnTo>
                  <a:close/>
                </a:path>
                <a:path w="4962525" h="9525">
                  <a:moveTo>
                    <a:pt x="4911452" y="9524"/>
                  </a:moveTo>
                  <a:lnTo>
                    <a:pt x="4908821" y="9524"/>
                  </a:lnTo>
                  <a:lnTo>
                    <a:pt x="4907699" y="9060"/>
                  </a:lnTo>
                  <a:lnTo>
                    <a:pt x="4905839" y="7200"/>
                  </a:lnTo>
                  <a:lnTo>
                    <a:pt x="4905374" y="6077"/>
                  </a:lnTo>
                  <a:lnTo>
                    <a:pt x="4905374" y="3447"/>
                  </a:lnTo>
                  <a:lnTo>
                    <a:pt x="4905839" y="2324"/>
                  </a:lnTo>
                  <a:lnTo>
                    <a:pt x="4907699" y="464"/>
                  </a:lnTo>
                  <a:lnTo>
                    <a:pt x="4908821" y="0"/>
                  </a:lnTo>
                  <a:lnTo>
                    <a:pt x="4911452" y="0"/>
                  </a:lnTo>
                  <a:lnTo>
                    <a:pt x="4912574" y="464"/>
                  </a:lnTo>
                  <a:lnTo>
                    <a:pt x="4914434" y="2324"/>
                  </a:lnTo>
                  <a:lnTo>
                    <a:pt x="4914899" y="3447"/>
                  </a:lnTo>
                  <a:lnTo>
                    <a:pt x="4914899" y="6077"/>
                  </a:lnTo>
                  <a:lnTo>
                    <a:pt x="4914434" y="7200"/>
                  </a:lnTo>
                  <a:lnTo>
                    <a:pt x="4912574" y="9060"/>
                  </a:lnTo>
                  <a:lnTo>
                    <a:pt x="4911452" y="9524"/>
                  </a:lnTo>
                  <a:close/>
                </a:path>
                <a:path w="4962525" h="9525">
                  <a:moveTo>
                    <a:pt x="4959077" y="9524"/>
                  </a:moveTo>
                  <a:lnTo>
                    <a:pt x="4956446" y="9524"/>
                  </a:lnTo>
                  <a:lnTo>
                    <a:pt x="4955324" y="9060"/>
                  </a:lnTo>
                  <a:lnTo>
                    <a:pt x="4953464" y="7200"/>
                  </a:lnTo>
                  <a:lnTo>
                    <a:pt x="4952999" y="6077"/>
                  </a:lnTo>
                  <a:lnTo>
                    <a:pt x="4952999" y="3447"/>
                  </a:lnTo>
                  <a:lnTo>
                    <a:pt x="4953464" y="2324"/>
                  </a:lnTo>
                  <a:lnTo>
                    <a:pt x="4955324" y="464"/>
                  </a:lnTo>
                  <a:lnTo>
                    <a:pt x="4956446" y="0"/>
                  </a:lnTo>
                  <a:lnTo>
                    <a:pt x="4959077" y="0"/>
                  </a:lnTo>
                  <a:lnTo>
                    <a:pt x="4960199" y="464"/>
                  </a:lnTo>
                  <a:lnTo>
                    <a:pt x="4962059" y="2324"/>
                  </a:lnTo>
                  <a:lnTo>
                    <a:pt x="4962524" y="3447"/>
                  </a:lnTo>
                  <a:lnTo>
                    <a:pt x="4962524" y="6077"/>
                  </a:lnTo>
                  <a:lnTo>
                    <a:pt x="4962059" y="7200"/>
                  </a:lnTo>
                  <a:lnTo>
                    <a:pt x="4960199" y="9060"/>
                  </a:lnTo>
                  <a:lnTo>
                    <a:pt x="4959077" y="952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15" name="object 6"/>
          <p:cNvSpPr/>
          <p:nvPr/>
        </p:nvSpPr>
        <p:spPr>
          <a:xfrm>
            <a:off x="847440" y="5064120"/>
            <a:ext cx="89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object 7"/>
          <p:cNvSpPr/>
          <p:nvPr/>
        </p:nvSpPr>
        <p:spPr>
          <a:xfrm>
            <a:off x="1014480" y="2773440"/>
            <a:ext cx="4962240" cy="2390400"/>
          </a:xfrm>
          <a:custGeom>
            <a:avLst/>
            <a:gdLst>
              <a:gd name="textAreaLeft" fmla="*/ 0 w 4962240"/>
              <a:gd name="textAreaRight" fmla="*/ 4962600 w 4962240"/>
              <a:gd name="textAreaTop" fmla="*/ 0 h 2390400"/>
              <a:gd name="textAreaBottom" fmla="*/ 2390760 h 2390400"/>
            </a:gdLst>
            <a:ahLst/>
            <a:rect l="textAreaLeft" t="textAreaTop" r="textAreaRight" b="textAreaBottom"/>
            <a:pathLst>
              <a:path w="4962525" h="2390775">
                <a:moveTo>
                  <a:pt x="9525" y="1195654"/>
                </a:moveTo>
                <a:lnTo>
                  <a:pt x="9067" y="1194536"/>
                </a:lnTo>
                <a:lnTo>
                  <a:pt x="7200" y="1192669"/>
                </a:lnTo>
                <a:lnTo>
                  <a:pt x="6083" y="1192212"/>
                </a:lnTo>
                <a:lnTo>
                  <a:pt x="3454" y="1192212"/>
                </a:lnTo>
                <a:lnTo>
                  <a:pt x="2336" y="1192669"/>
                </a:lnTo>
                <a:lnTo>
                  <a:pt x="469" y="1194536"/>
                </a:lnTo>
                <a:lnTo>
                  <a:pt x="0" y="1195654"/>
                </a:lnTo>
                <a:lnTo>
                  <a:pt x="0" y="1198283"/>
                </a:lnTo>
                <a:lnTo>
                  <a:pt x="469" y="1199400"/>
                </a:lnTo>
                <a:lnTo>
                  <a:pt x="2336" y="1201267"/>
                </a:lnTo>
                <a:lnTo>
                  <a:pt x="3454" y="1201737"/>
                </a:lnTo>
                <a:lnTo>
                  <a:pt x="6083" y="1201737"/>
                </a:lnTo>
                <a:lnTo>
                  <a:pt x="7200" y="1201267"/>
                </a:lnTo>
                <a:lnTo>
                  <a:pt x="9067" y="1199400"/>
                </a:lnTo>
                <a:lnTo>
                  <a:pt x="9525" y="1198283"/>
                </a:lnTo>
                <a:lnTo>
                  <a:pt x="9525" y="1195654"/>
                </a:lnTo>
                <a:close/>
              </a:path>
              <a:path w="4962525" h="2390775">
                <a:moveTo>
                  <a:pt x="9525" y="11379"/>
                </a:moveTo>
                <a:lnTo>
                  <a:pt x="9067" y="10261"/>
                </a:lnTo>
                <a:lnTo>
                  <a:pt x="7200" y="8394"/>
                </a:lnTo>
                <a:lnTo>
                  <a:pt x="6083" y="7924"/>
                </a:lnTo>
                <a:lnTo>
                  <a:pt x="3454" y="7924"/>
                </a:lnTo>
                <a:lnTo>
                  <a:pt x="2336" y="8394"/>
                </a:lnTo>
                <a:lnTo>
                  <a:pt x="469" y="10261"/>
                </a:lnTo>
                <a:lnTo>
                  <a:pt x="0" y="11379"/>
                </a:lnTo>
                <a:lnTo>
                  <a:pt x="0" y="14008"/>
                </a:lnTo>
                <a:lnTo>
                  <a:pt x="469" y="15125"/>
                </a:lnTo>
                <a:lnTo>
                  <a:pt x="2336" y="16992"/>
                </a:lnTo>
                <a:lnTo>
                  <a:pt x="3454" y="17449"/>
                </a:lnTo>
                <a:lnTo>
                  <a:pt x="6083" y="17449"/>
                </a:lnTo>
                <a:lnTo>
                  <a:pt x="7200" y="16992"/>
                </a:lnTo>
                <a:lnTo>
                  <a:pt x="9067" y="15125"/>
                </a:lnTo>
                <a:lnTo>
                  <a:pt x="9525" y="14008"/>
                </a:lnTo>
                <a:lnTo>
                  <a:pt x="9525" y="11379"/>
                </a:lnTo>
                <a:close/>
              </a:path>
              <a:path w="4962525" h="2390775">
                <a:moveTo>
                  <a:pt x="57150" y="1195654"/>
                </a:moveTo>
                <a:lnTo>
                  <a:pt x="56692" y="1194536"/>
                </a:lnTo>
                <a:lnTo>
                  <a:pt x="54825" y="1192669"/>
                </a:lnTo>
                <a:lnTo>
                  <a:pt x="53708" y="1192212"/>
                </a:lnTo>
                <a:lnTo>
                  <a:pt x="51079" y="1192212"/>
                </a:lnTo>
                <a:lnTo>
                  <a:pt x="49961" y="1192669"/>
                </a:lnTo>
                <a:lnTo>
                  <a:pt x="48094" y="1194536"/>
                </a:lnTo>
                <a:lnTo>
                  <a:pt x="47625" y="1195654"/>
                </a:lnTo>
                <a:lnTo>
                  <a:pt x="47625" y="1198283"/>
                </a:lnTo>
                <a:lnTo>
                  <a:pt x="48094" y="1199400"/>
                </a:lnTo>
                <a:lnTo>
                  <a:pt x="49961" y="1201267"/>
                </a:lnTo>
                <a:lnTo>
                  <a:pt x="51079" y="1201737"/>
                </a:lnTo>
                <a:lnTo>
                  <a:pt x="53708" y="1201737"/>
                </a:lnTo>
                <a:lnTo>
                  <a:pt x="54825" y="1201267"/>
                </a:lnTo>
                <a:lnTo>
                  <a:pt x="56692" y="1199400"/>
                </a:lnTo>
                <a:lnTo>
                  <a:pt x="57150" y="1198283"/>
                </a:lnTo>
                <a:lnTo>
                  <a:pt x="57150" y="1195654"/>
                </a:lnTo>
                <a:close/>
              </a:path>
              <a:path w="4962525" h="2390775">
                <a:moveTo>
                  <a:pt x="57150" y="11379"/>
                </a:moveTo>
                <a:lnTo>
                  <a:pt x="56692" y="10261"/>
                </a:lnTo>
                <a:lnTo>
                  <a:pt x="54825" y="8394"/>
                </a:lnTo>
                <a:lnTo>
                  <a:pt x="53708" y="7924"/>
                </a:lnTo>
                <a:lnTo>
                  <a:pt x="51079" y="7924"/>
                </a:lnTo>
                <a:lnTo>
                  <a:pt x="49961" y="8394"/>
                </a:lnTo>
                <a:lnTo>
                  <a:pt x="48094" y="10261"/>
                </a:lnTo>
                <a:lnTo>
                  <a:pt x="47625" y="11379"/>
                </a:lnTo>
                <a:lnTo>
                  <a:pt x="47625" y="14008"/>
                </a:lnTo>
                <a:lnTo>
                  <a:pt x="48094" y="15125"/>
                </a:lnTo>
                <a:lnTo>
                  <a:pt x="49961" y="16992"/>
                </a:lnTo>
                <a:lnTo>
                  <a:pt x="51079" y="17449"/>
                </a:lnTo>
                <a:lnTo>
                  <a:pt x="53708" y="17449"/>
                </a:lnTo>
                <a:lnTo>
                  <a:pt x="54825" y="16992"/>
                </a:lnTo>
                <a:lnTo>
                  <a:pt x="56692" y="15125"/>
                </a:lnTo>
                <a:lnTo>
                  <a:pt x="57150" y="14008"/>
                </a:lnTo>
                <a:lnTo>
                  <a:pt x="57150" y="11379"/>
                </a:lnTo>
                <a:close/>
              </a:path>
              <a:path w="4962525" h="2390775">
                <a:moveTo>
                  <a:pt x="109537" y="2384691"/>
                </a:moveTo>
                <a:lnTo>
                  <a:pt x="109080" y="2383574"/>
                </a:lnTo>
                <a:lnTo>
                  <a:pt x="107213" y="2381707"/>
                </a:lnTo>
                <a:lnTo>
                  <a:pt x="106095" y="2381237"/>
                </a:lnTo>
                <a:lnTo>
                  <a:pt x="103466" y="2381237"/>
                </a:lnTo>
                <a:lnTo>
                  <a:pt x="102349" y="2381707"/>
                </a:lnTo>
                <a:lnTo>
                  <a:pt x="100482" y="2383574"/>
                </a:lnTo>
                <a:lnTo>
                  <a:pt x="100012" y="2384691"/>
                </a:lnTo>
                <a:lnTo>
                  <a:pt x="100012" y="2387320"/>
                </a:lnTo>
                <a:lnTo>
                  <a:pt x="100482" y="2388438"/>
                </a:lnTo>
                <a:lnTo>
                  <a:pt x="102349" y="2390305"/>
                </a:lnTo>
                <a:lnTo>
                  <a:pt x="103466" y="2390762"/>
                </a:lnTo>
                <a:lnTo>
                  <a:pt x="106095" y="2390762"/>
                </a:lnTo>
                <a:lnTo>
                  <a:pt x="107213" y="2390305"/>
                </a:lnTo>
                <a:lnTo>
                  <a:pt x="109080" y="2388438"/>
                </a:lnTo>
                <a:lnTo>
                  <a:pt x="109537" y="2387320"/>
                </a:lnTo>
                <a:lnTo>
                  <a:pt x="109537" y="2384691"/>
                </a:lnTo>
                <a:close/>
              </a:path>
              <a:path w="4962525" h="2390775">
                <a:moveTo>
                  <a:pt x="109537" y="2337066"/>
                </a:moveTo>
                <a:lnTo>
                  <a:pt x="109080" y="2335949"/>
                </a:lnTo>
                <a:lnTo>
                  <a:pt x="107213" y="2334082"/>
                </a:lnTo>
                <a:lnTo>
                  <a:pt x="106095" y="2333612"/>
                </a:lnTo>
                <a:lnTo>
                  <a:pt x="103466" y="2333612"/>
                </a:lnTo>
                <a:lnTo>
                  <a:pt x="102349" y="2334082"/>
                </a:lnTo>
                <a:lnTo>
                  <a:pt x="100482" y="2335949"/>
                </a:lnTo>
                <a:lnTo>
                  <a:pt x="100012" y="2337066"/>
                </a:lnTo>
                <a:lnTo>
                  <a:pt x="100012" y="2339695"/>
                </a:lnTo>
                <a:lnTo>
                  <a:pt x="100482" y="2340813"/>
                </a:lnTo>
                <a:lnTo>
                  <a:pt x="102349" y="2342680"/>
                </a:lnTo>
                <a:lnTo>
                  <a:pt x="103466" y="2343137"/>
                </a:lnTo>
                <a:lnTo>
                  <a:pt x="106095" y="2343137"/>
                </a:lnTo>
                <a:lnTo>
                  <a:pt x="107213" y="2342680"/>
                </a:lnTo>
                <a:lnTo>
                  <a:pt x="109080" y="2340813"/>
                </a:lnTo>
                <a:lnTo>
                  <a:pt x="109537" y="2339695"/>
                </a:lnTo>
                <a:lnTo>
                  <a:pt x="109537" y="2337066"/>
                </a:lnTo>
                <a:close/>
              </a:path>
              <a:path w="4962525" h="2390775">
                <a:moveTo>
                  <a:pt x="109537" y="2289441"/>
                </a:moveTo>
                <a:lnTo>
                  <a:pt x="109080" y="2288324"/>
                </a:lnTo>
                <a:lnTo>
                  <a:pt x="107213" y="2286457"/>
                </a:lnTo>
                <a:lnTo>
                  <a:pt x="106095" y="2285987"/>
                </a:lnTo>
                <a:lnTo>
                  <a:pt x="103466" y="2285987"/>
                </a:lnTo>
                <a:lnTo>
                  <a:pt x="102349" y="2286457"/>
                </a:lnTo>
                <a:lnTo>
                  <a:pt x="100482" y="2288324"/>
                </a:lnTo>
                <a:lnTo>
                  <a:pt x="100012" y="2289441"/>
                </a:lnTo>
                <a:lnTo>
                  <a:pt x="100012" y="2292070"/>
                </a:lnTo>
                <a:lnTo>
                  <a:pt x="100482" y="2293188"/>
                </a:lnTo>
                <a:lnTo>
                  <a:pt x="102349" y="2295055"/>
                </a:lnTo>
                <a:lnTo>
                  <a:pt x="103466" y="2295512"/>
                </a:lnTo>
                <a:lnTo>
                  <a:pt x="106095" y="2295512"/>
                </a:lnTo>
                <a:lnTo>
                  <a:pt x="107213" y="2295055"/>
                </a:lnTo>
                <a:lnTo>
                  <a:pt x="109080" y="2293188"/>
                </a:lnTo>
                <a:lnTo>
                  <a:pt x="109537" y="2292070"/>
                </a:lnTo>
                <a:lnTo>
                  <a:pt x="109537" y="2289441"/>
                </a:lnTo>
                <a:close/>
              </a:path>
              <a:path w="4962525" h="2390775">
                <a:moveTo>
                  <a:pt x="109537" y="2241816"/>
                </a:moveTo>
                <a:lnTo>
                  <a:pt x="109080" y="2240699"/>
                </a:lnTo>
                <a:lnTo>
                  <a:pt x="107213" y="2238832"/>
                </a:lnTo>
                <a:lnTo>
                  <a:pt x="106095" y="2238375"/>
                </a:lnTo>
                <a:lnTo>
                  <a:pt x="103466" y="2238375"/>
                </a:lnTo>
                <a:lnTo>
                  <a:pt x="102349" y="2238832"/>
                </a:lnTo>
                <a:lnTo>
                  <a:pt x="100482" y="2240699"/>
                </a:lnTo>
                <a:lnTo>
                  <a:pt x="100012" y="2241816"/>
                </a:lnTo>
                <a:lnTo>
                  <a:pt x="100012" y="2244445"/>
                </a:lnTo>
                <a:lnTo>
                  <a:pt x="100482" y="2245563"/>
                </a:lnTo>
                <a:lnTo>
                  <a:pt x="102349" y="2247430"/>
                </a:lnTo>
                <a:lnTo>
                  <a:pt x="103466" y="2247887"/>
                </a:lnTo>
                <a:lnTo>
                  <a:pt x="106095" y="2247887"/>
                </a:lnTo>
                <a:lnTo>
                  <a:pt x="107213" y="2247430"/>
                </a:lnTo>
                <a:lnTo>
                  <a:pt x="109080" y="2245563"/>
                </a:lnTo>
                <a:lnTo>
                  <a:pt x="109537" y="2244445"/>
                </a:lnTo>
                <a:lnTo>
                  <a:pt x="109537" y="2241816"/>
                </a:lnTo>
                <a:close/>
              </a:path>
              <a:path w="4962525" h="2390775">
                <a:moveTo>
                  <a:pt x="109537" y="2194191"/>
                </a:moveTo>
                <a:lnTo>
                  <a:pt x="109080" y="2193074"/>
                </a:lnTo>
                <a:lnTo>
                  <a:pt x="107213" y="2191207"/>
                </a:lnTo>
                <a:lnTo>
                  <a:pt x="106095" y="2190750"/>
                </a:lnTo>
                <a:lnTo>
                  <a:pt x="103466" y="2190750"/>
                </a:lnTo>
                <a:lnTo>
                  <a:pt x="102349" y="2191207"/>
                </a:lnTo>
                <a:lnTo>
                  <a:pt x="100482" y="2193074"/>
                </a:lnTo>
                <a:lnTo>
                  <a:pt x="100012" y="2194191"/>
                </a:lnTo>
                <a:lnTo>
                  <a:pt x="100012" y="2196820"/>
                </a:lnTo>
                <a:lnTo>
                  <a:pt x="100482" y="2197938"/>
                </a:lnTo>
                <a:lnTo>
                  <a:pt x="102349" y="2199805"/>
                </a:lnTo>
                <a:lnTo>
                  <a:pt x="103466" y="2200262"/>
                </a:lnTo>
                <a:lnTo>
                  <a:pt x="106095" y="2200262"/>
                </a:lnTo>
                <a:lnTo>
                  <a:pt x="107213" y="2199805"/>
                </a:lnTo>
                <a:lnTo>
                  <a:pt x="109080" y="2197938"/>
                </a:lnTo>
                <a:lnTo>
                  <a:pt x="109537" y="2196820"/>
                </a:lnTo>
                <a:lnTo>
                  <a:pt x="109537" y="2194191"/>
                </a:lnTo>
                <a:close/>
              </a:path>
              <a:path w="4962525" h="2390775">
                <a:moveTo>
                  <a:pt x="109537" y="2146566"/>
                </a:moveTo>
                <a:lnTo>
                  <a:pt x="109080" y="2145449"/>
                </a:lnTo>
                <a:lnTo>
                  <a:pt x="107213" y="2143582"/>
                </a:lnTo>
                <a:lnTo>
                  <a:pt x="106095" y="2143125"/>
                </a:lnTo>
                <a:lnTo>
                  <a:pt x="103466" y="2143125"/>
                </a:lnTo>
                <a:lnTo>
                  <a:pt x="102349" y="2143582"/>
                </a:lnTo>
                <a:lnTo>
                  <a:pt x="100482" y="2145449"/>
                </a:lnTo>
                <a:lnTo>
                  <a:pt x="100012" y="2146566"/>
                </a:lnTo>
                <a:lnTo>
                  <a:pt x="100012" y="2149195"/>
                </a:lnTo>
                <a:lnTo>
                  <a:pt x="100482" y="2150313"/>
                </a:lnTo>
                <a:lnTo>
                  <a:pt x="102349" y="2152180"/>
                </a:lnTo>
                <a:lnTo>
                  <a:pt x="103466" y="2152637"/>
                </a:lnTo>
                <a:lnTo>
                  <a:pt x="106095" y="2152637"/>
                </a:lnTo>
                <a:lnTo>
                  <a:pt x="107213" y="2152180"/>
                </a:lnTo>
                <a:lnTo>
                  <a:pt x="109080" y="2150313"/>
                </a:lnTo>
                <a:lnTo>
                  <a:pt x="109537" y="2149195"/>
                </a:lnTo>
                <a:lnTo>
                  <a:pt x="109537" y="2146566"/>
                </a:lnTo>
                <a:close/>
              </a:path>
              <a:path w="4962525" h="2390775">
                <a:moveTo>
                  <a:pt x="109537" y="2098941"/>
                </a:moveTo>
                <a:lnTo>
                  <a:pt x="109080" y="2097824"/>
                </a:lnTo>
                <a:lnTo>
                  <a:pt x="107213" y="2095957"/>
                </a:lnTo>
                <a:lnTo>
                  <a:pt x="106095" y="2095500"/>
                </a:lnTo>
                <a:lnTo>
                  <a:pt x="103466" y="2095500"/>
                </a:lnTo>
                <a:lnTo>
                  <a:pt x="102349" y="2095957"/>
                </a:lnTo>
                <a:lnTo>
                  <a:pt x="100482" y="2097824"/>
                </a:lnTo>
                <a:lnTo>
                  <a:pt x="100012" y="2098941"/>
                </a:lnTo>
                <a:lnTo>
                  <a:pt x="100012" y="2101570"/>
                </a:lnTo>
                <a:lnTo>
                  <a:pt x="100482" y="2102688"/>
                </a:lnTo>
                <a:lnTo>
                  <a:pt x="102349" y="2104555"/>
                </a:lnTo>
                <a:lnTo>
                  <a:pt x="103466" y="2105012"/>
                </a:lnTo>
                <a:lnTo>
                  <a:pt x="106095" y="2105012"/>
                </a:lnTo>
                <a:lnTo>
                  <a:pt x="107213" y="2104555"/>
                </a:lnTo>
                <a:lnTo>
                  <a:pt x="109080" y="2102688"/>
                </a:lnTo>
                <a:lnTo>
                  <a:pt x="109537" y="2101570"/>
                </a:lnTo>
                <a:lnTo>
                  <a:pt x="109537" y="2098941"/>
                </a:lnTo>
                <a:close/>
              </a:path>
              <a:path w="4962525" h="2390775">
                <a:moveTo>
                  <a:pt x="109537" y="2051316"/>
                </a:moveTo>
                <a:lnTo>
                  <a:pt x="109080" y="2050199"/>
                </a:lnTo>
                <a:lnTo>
                  <a:pt x="107213" y="2048332"/>
                </a:lnTo>
                <a:lnTo>
                  <a:pt x="106095" y="2047875"/>
                </a:lnTo>
                <a:lnTo>
                  <a:pt x="103466" y="2047875"/>
                </a:lnTo>
                <a:lnTo>
                  <a:pt x="102349" y="2048332"/>
                </a:lnTo>
                <a:lnTo>
                  <a:pt x="100482" y="2050199"/>
                </a:lnTo>
                <a:lnTo>
                  <a:pt x="100012" y="2051316"/>
                </a:lnTo>
                <a:lnTo>
                  <a:pt x="100012" y="2053945"/>
                </a:lnTo>
                <a:lnTo>
                  <a:pt x="100482" y="2055063"/>
                </a:lnTo>
                <a:lnTo>
                  <a:pt x="102349" y="2056930"/>
                </a:lnTo>
                <a:lnTo>
                  <a:pt x="103466" y="2057400"/>
                </a:lnTo>
                <a:lnTo>
                  <a:pt x="106095" y="2057400"/>
                </a:lnTo>
                <a:lnTo>
                  <a:pt x="107213" y="2056930"/>
                </a:lnTo>
                <a:lnTo>
                  <a:pt x="109080" y="2055063"/>
                </a:lnTo>
                <a:lnTo>
                  <a:pt x="109537" y="2053945"/>
                </a:lnTo>
                <a:lnTo>
                  <a:pt x="109537" y="2051316"/>
                </a:lnTo>
                <a:close/>
              </a:path>
              <a:path w="4962525" h="2390775">
                <a:moveTo>
                  <a:pt x="109537" y="2003691"/>
                </a:moveTo>
                <a:lnTo>
                  <a:pt x="109080" y="2002574"/>
                </a:lnTo>
                <a:lnTo>
                  <a:pt x="107213" y="2000707"/>
                </a:lnTo>
                <a:lnTo>
                  <a:pt x="106095" y="2000250"/>
                </a:lnTo>
                <a:lnTo>
                  <a:pt x="103466" y="2000250"/>
                </a:lnTo>
                <a:lnTo>
                  <a:pt x="102349" y="2000707"/>
                </a:lnTo>
                <a:lnTo>
                  <a:pt x="100482" y="2002574"/>
                </a:lnTo>
                <a:lnTo>
                  <a:pt x="100012" y="2003691"/>
                </a:lnTo>
                <a:lnTo>
                  <a:pt x="100012" y="2006320"/>
                </a:lnTo>
                <a:lnTo>
                  <a:pt x="100482" y="2007438"/>
                </a:lnTo>
                <a:lnTo>
                  <a:pt x="102349" y="2009305"/>
                </a:lnTo>
                <a:lnTo>
                  <a:pt x="103466" y="2009775"/>
                </a:lnTo>
                <a:lnTo>
                  <a:pt x="106095" y="2009775"/>
                </a:lnTo>
                <a:lnTo>
                  <a:pt x="107213" y="2009305"/>
                </a:lnTo>
                <a:lnTo>
                  <a:pt x="109080" y="2007438"/>
                </a:lnTo>
                <a:lnTo>
                  <a:pt x="109537" y="2006320"/>
                </a:lnTo>
                <a:lnTo>
                  <a:pt x="109537" y="2003691"/>
                </a:lnTo>
                <a:close/>
              </a:path>
              <a:path w="4962525" h="2390775">
                <a:moveTo>
                  <a:pt x="109537" y="1956066"/>
                </a:moveTo>
                <a:lnTo>
                  <a:pt x="109080" y="1954949"/>
                </a:lnTo>
                <a:lnTo>
                  <a:pt x="107213" y="1953082"/>
                </a:lnTo>
                <a:lnTo>
                  <a:pt x="106095" y="1952625"/>
                </a:lnTo>
                <a:lnTo>
                  <a:pt x="103466" y="1952625"/>
                </a:lnTo>
                <a:lnTo>
                  <a:pt x="102349" y="1953082"/>
                </a:lnTo>
                <a:lnTo>
                  <a:pt x="100482" y="1954949"/>
                </a:lnTo>
                <a:lnTo>
                  <a:pt x="100012" y="1956066"/>
                </a:lnTo>
                <a:lnTo>
                  <a:pt x="100012" y="1958695"/>
                </a:lnTo>
                <a:lnTo>
                  <a:pt x="100482" y="1959813"/>
                </a:lnTo>
                <a:lnTo>
                  <a:pt x="102349" y="1961680"/>
                </a:lnTo>
                <a:lnTo>
                  <a:pt x="103466" y="1962150"/>
                </a:lnTo>
                <a:lnTo>
                  <a:pt x="106095" y="1962150"/>
                </a:lnTo>
                <a:lnTo>
                  <a:pt x="107213" y="1961680"/>
                </a:lnTo>
                <a:lnTo>
                  <a:pt x="109080" y="1959813"/>
                </a:lnTo>
                <a:lnTo>
                  <a:pt x="109537" y="1958695"/>
                </a:lnTo>
                <a:lnTo>
                  <a:pt x="109537" y="1956066"/>
                </a:lnTo>
                <a:close/>
              </a:path>
              <a:path w="4962525" h="2390775">
                <a:moveTo>
                  <a:pt x="109537" y="1908441"/>
                </a:moveTo>
                <a:lnTo>
                  <a:pt x="109080" y="1907324"/>
                </a:lnTo>
                <a:lnTo>
                  <a:pt x="107213" y="1905457"/>
                </a:lnTo>
                <a:lnTo>
                  <a:pt x="106095" y="1905000"/>
                </a:lnTo>
                <a:lnTo>
                  <a:pt x="103466" y="1905000"/>
                </a:lnTo>
                <a:lnTo>
                  <a:pt x="102349" y="1905457"/>
                </a:lnTo>
                <a:lnTo>
                  <a:pt x="100482" y="1907324"/>
                </a:lnTo>
                <a:lnTo>
                  <a:pt x="100012" y="1908441"/>
                </a:lnTo>
                <a:lnTo>
                  <a:pt x="100012" y="1911070"/>
                </a:lnTo>
                <a:lnTo>
                  <a:pt x="100482" y="1912188"/>
                </a:lnTo>
                <a:lnTo>
                  <a:pt x="102349" y="1914055"/>
                </a:lnTo>
                <a:lnTo>
                  <a:pt x="103466" y="1914525"/>
                </a:lnTo>
                <a:lnTo>
                  <a:pt x="106095" y="1914525"/>
                </a:lnTo>
                <a:lnTo>
                  <a:pt x="107213" y="1914055"/>
                </a:lnTo>
                <a:lnTo>
                  <a:pt x="109080" y="1912188"/>
                </a:lnTo>
                <a:lnTo>
                  <a:pt x="109537" y="1911070"/>
                </a:lnTo>
                <a:lnTo>
                  <a:pt x="109537" y="1908441"/>
                </a:lnTo>
                <a:close/>
              </a:path>
              <a:path w="4962525" h="2390775">
                <a:moveTo>
                  <a:pt x="109537" y="1860816"/>
                </a:moveTo>
                <a:lnTo>
                  <a:pt x="109080" y="1859699"/>
                </a:lnTo>
                <a:lnTo>
                  <a:pt x="107213" y="1857832"/>
                </a:lnTo>
                <a:lnTo>
                  <a:pt x="106095" y="1857375"/>
                </a:lnTo>
                <a:lnTo>
                  <a:pt x="103466" y="1857375"/>
                </a:lnTo>
                <a:lnTo>
                  <a:pt x="102349" y="1857832"/>
                </a:lnTo>
                <a:lnTo>
                  <a:pt x="100482" y="1859699"/>
                </a:lnTo>
                <a:lnTo>
                  <a:pt x="100012" y="1860816"/>
                </a:lnTo>
                <a:lnTo>
                  <a:pt x="100012" y="1863445"/>
                </a:lnTo>
                <a:lnTo>
                  <a:pt x="100482" y="1864563"/>
                </a:lnTo>
                <a:lnTo>
                  <a:pt x="102349" y="1866430"/>
                </a:lnTo>
                <a:lnTo>
                  <a:pt x="103466" y="1866900"/>
                </a:lnTo>
                <a:lnTo>
                  <a:pt x="106095" y="1866900"/>
                </a:lnTo>
                <a:lnTo>
                  <a:pt x="107213" y="1866430"/>
                </a:lnTo>
                <a:lnTo>
                  <a:pt x="109080" y="1864563"/>
                </a:lnTo>
                <a:lnTo>
                  <a:pt x="109537" y="1863445"/>
                </a:lnTo>
                <a:lnTo>
                  <a:pt x="109537" y="1860816"/>
                </a:lnTo>
                <a:close/>
              </a:path>
              <a:path w="4962525" h="2390775">
                <a:moveTo>
                  <a:pt x="109537" y="1813191"/>
                </a:moveTo>
                <a:lnTo>
                  <a:pt x="109080" y="1812074"/>
                </a:lnTo>
                <a:lnTo>
                  <a:pt x="107213" y="1810207"/>
                </a:lnTo>
                <a:lnTo>
                  <a:pt x="106095" y="1809750"/>
                </a:lnTo>
                <a:lnTo>
                  <a:pt x="103466" y="1809750"/>
                </a:lnTo>
                <a:lnTo>
                  <a:pt x="102349" y="1810207"/>
                </a:lnTo>
                <a:lnTo>
                  <a:pt x="100482" y="1812074"/>
                </a:lnTo>
                <a:lnTo>
                  <a:pt x="100012" y="1813191"/>
                </a:lnTo>
                <a:lnTo>
                  <a:pt x="100012" y="1815820"/>
                </a:lnTo>
                <a:lnTo>
                  <a:pt x="100482" y="1816938"/>
                </a:lnTo>
                <a:lnTo>
                  <a:pt x="102349" y="1818805"/>
                </a:lnTo>
                <a:lnTo>
                  <a:pt x="103466" y="1819275"/>
                </a:lnTo>
                <a:lnTo>
                  <a:pt x="106095" y="1819275"/>
                </a:lnTo>
                <a:lnTo>
                  <a:pt x="107213" y="1818805"/>
                </a:lnTo>
                <a:lnTo>
                  <a:pt x="109080" y="1816938"/>
                </a:lnTo>
                <a:lnTo>
                  <a:pt x="109537" y="1815820"/>
                </a:lnTo>
                <a:lnTo>
                  <a:pt x="109537" y="1813191"/>
                </a:lnTo>
                <a:close/>
              </a:path>
              <a:path w="4962525" h="2390775">
                <a:moveTo>
                  <a:pt x="109537" y="1765566"/>
                </a:moveTo>
                <a:lnTo>
                  <a:pt x="109080" y="1764449"/>
                </a:lnTo>
                <a:lnTo>
                  <a:pt x="107213" y="1762582"/>
                </a:lnTo>
                <a:lnTo>
                  <a:pt x="106095" y="1762125"/>
                </a:lnTo>
                <a:lnTo>
                  <a:pt x="103466" y="1762125"/>
                </a:lnTo>
                <a:lnTo>
                  <a:pt x="102349" y="1762582"/>
                </a:lnTo>
                <a:lnTo>
                  <a:pt x="100482" y="1764449"/>
                </a:lnTo>
                <a:lnTo>
                  <a:pt x="100012" y="1765566"/>
                </a:lnTo>
                <a:lnTo>
                  <a:pt x="100012" y="1768195"/>
                </a:lnTo>
                <a:lnTo>
                  <a:pt x="100482" y="1769313"/>
                </a:lnTo>
                <a:lnTo>
                  <a:pt x="102349" y="1771180"/>
                </a:lnTo>
                <a:lnTo>
                  <a:pt x="103466" y="1771650"/>
                </a:lnTo>
                <a:lnTo>
                  <a:pt x="106095" y="1771650"/>
                </a:lnTo>
                <a:lnTo>
                  <a:pt x="107213" y="1771180"/>
                </a:lnTo>
                <a:lnTo>
                  <a:pt x="109080" y="1769313"/>
                </a:lnTo>
                <a:lnTo>
                  <a:pt x="109537" y="1768195"/>
                </a:lnTo>
                <a:lnTo>
                  <a:pt x="109537" y="1765566"/>
                </a:lnTo>
                <a:close/>
              </a:path>
              <a:path w="4962525" h="2390775">
                <a:moveTo>
                  <a:pt x="109537" y="1717941"/>
                </a:moveTo>
                <a:lnTo>
                  <a:pt x="109080" y="1716824"/>
                </a:lnTo>
                <a:lnTo>
                  <a:pt x="107213" y="1714957"/>
                </a:lnTo>
                <a:lnTo>
                  <a:pt x="106095" y="1714500"/>
                </a:lnTo>
                <a:lnTo>
                  <a:pt x="103466" y="1714500"/>
                </a:lnTo>
                <a:lnTo>
                  <a:pt x="102349" y="1714957"/>
                </a:lnTo>
                <a:lnTo>
                  <a:pt x="100482" y="1716824"/>
                </a:lnTo>
                <a:lnTo>
                  <a:pt x="100012" y="1717941"/>
                </a:lnTo>
                <a:lnTo>
                  <a:pt x="100012" y="1720570"/>
                </a:lnTo>
                <a:lnTo>
                  <a:pt x="100482" y="1721688"/>
                </a:lnTo>
                <a:lnTo>
                  <a:pt x="102349" y="1723555"/>
                </a:lnTo>
                <a:lnTo>
                  <a:pt x="103466" y="1724025"/>
                </a:lnTo>
                <a:lnTo>
                  <a:pt x="106095" y="1724025"/>
                </a:lnTo>
                <a:lnTo>
                  <a:pt x="107213" y="1723555"/>
                </a:lnTo>
                <a:lnTo>
                  <a:pt x="109080" y="1721688"/>
                </a:lnTo>
                <a:lnTo>
                  <a:pt x="109537" y="1720570"/>
                </a:lnTo>
                <a:lnTo>
                  <a:pt x="109537" y="1717941"/>
                </a:lnTo>
                <a:close/>
              </a:path>
              <a:path w="4962525" h="2390775">
                <a:moveTo>
                  <a:pt x="109537" y="1670316"/>
                </a:moveTo>
                <a:lnTo>
                  <a:pt x="109080" y="1669199"/>
                </a:lnTo>
                <a:lnTo>
                  <a:pt x="107213" y="1667332"/>
                </a:lnTo>
                <a:lnTo>
                  <a:pt x="106095" y="1666875"/>
                </a:lnTo>
                <a:lnTo>
                  <a:pt x="103466" y="1666875"/>
                </a:lnTo>
                <a:lnTo>
                  <a:pt x="102349" y="1667332"/>
                </a:lnTo>
                <a:lnTo>
                  <a:pt x="100482" y="1669199"/>
                </a:lnTo>
                <a:lnTo>
                  <a:pt x="100012" y="1670316"/>
                </a:lnTo>
                <a:lnTo>
                  <a:pt x="100012" y="1672945"/>
                </a:lnTo>
                <a:lnTo>
                  <a:pt x="100482" y="1674063"/>
                </a:lnTo>
                <a:lnTo>
                  <a:pt x="102349" y="1675930"/>
                </a:lnTo>
                <a:lnTo>
                  <a:pt x="103466" y="1676400"/>
                </a:lnTo>
                <a:lnTo>
                  <a:pt x="106095" y="1676400"/>
                </a:lnTo>
                <a:lnTo>
                  <a:pt x="107213" y="1675930"/>
                </a:lnTo>
                <a:lnTo>
                  <a:pt x="109080" y="1674063"/>
                </a:lnTo>
                <a:lnTo>
                  <a:pt x="109537" y="1672945"/>
                </a:lnTo>
                <a:lnTo>
                  <a:pt x="109537" y="1670316"/>
                </a:lnTo>
                <a:close/>
              </a:path>
              <a:path w="4962525" h="2390775">
                <a:moveTo>
                  <a:pt x="109537" y="1622691"/>
                </a:moveTo>
                <a:lnTo>
                  <a:pt x="109080" y="1621574"/>
                </a:lnTo>
                <a:lnTo>
                  <a:pt x="107213" y="1619707"/>
                </a:lnTo>
                <a:lnTo>
                  <a:pt x="106095" y="1619250"/>
                </a:lnTo>
                <a:lnTo>
                  <a:pt x="103466" y="1619250"/>
                </a:lnTo>
                <a:lnTo>
                  <a:pt x="102349" y="1619707"/>
                </a:lnTo>
                <a:lnTo>
                  <a:pt x="100482" y="1621574"/>
                </a:lnTo>
                <a:lnTo>
                  <a:pt x="100012" y="1622691"/>
                </a:lnTo>
                <a:lnTo>
                  <a:pt x="100012" y="1625320"/>
                </a:lnTo>
                <a:lnTo>
                  <a:pt x="100482" y="1626438"/>
                </a:lnTo>
                <a:lnTo>
                  <a:pt x="102349" y="1628305"/>
                </a:lnTo>
                <a:lnTo>
                  <a:pt x="103466" y="1628775"/>
                </a:lnTo>
                <a:lnTo>
                  <a:pt x="106095" y="1628775"/>
                </a:lnTo>
                <a:lnTo>
                  <a:pt x="107213" y="1628305"/>
                </a:lnTo>
                <a:lnTo>
                  <a:pt x="109080" y="1626438"/>
                </a:lnTo>
                <a:lnTo>
                  <a:pt x="109537" y="1625320"/>
                </a:lnTo>
                <a:lnTo>
                  <a:pt x="109537" y="1622691"/>
                </a:lnTo>
                <a:close/>
              </a:path>
              <a:path w="4962525" h="2390775">
                <a:moveTo>
                  <a:pt x="109537" y="1575066"/>
                </a:moveTo>
                <a:lnTo>
                  <a:pt x="109080" y="1573949"/>
                </a:lnTo>
                <a:lnTo>
                  <a:pt x="107213" y="1572082"/>
                </a:lnTo>
                <a:lnTo>
                  <a:pt x="106095" y="1571625"/>
                </a:lnTo>
                <a:lnTo>
                  <a:pt x="103466" y="1571625"/>
                </a:lnTo>
                <a:lnTo>
                  <a:pt x="102349" y="1572082"/>
                </a:lnTo>
                <a:lnTo>
                  <a:pt x="100482" y="1573949"/>
                </a:lnTo>
                <a:lnTo>
                  <a:pt x="100012" y="1575066"/>
                </a:lnTo>
                <a:lnTo>
                  <a:pt x="100012" y="1577695"/>
                </a:lnTo>
                <a:lnTo>
                  <a:pt x="100482" y="1578813"/>
                </a:lnTo>
                <a:lnTo>
                  <a:pt x="102349" y="1580680"/>
                </a:lnTo>
                <a:lnTo>
                  <a:pt x="103466" y="1581150"/>
                </a:lnTo>
                <a:lnTo>
                  <a:pt x="106095" y="1581150"/>
                </a:lnTo>
                <a:lnTo>
                  <a:pt x="107213" y="1580680"/>
                </a:lnTo>
                <a:lnTo>
                  <a:pt x="109080" y="1578813"/>
                </a:lnTo>
                <a:lnTo>
                  <a:pt x="109537" y="1577695"/>
                </a:lnTo>
                <a:lnTo>
                  <a:pt x="109537" y="1575066"/>
                </a:lnTo>
                <a:close/>
              </a:path>
              <a:path w="4962525" h="2390775">
                <a:moveTo>
                  <a:pt x="109537" y="1527441"/>
                </a:moveTo>
                <a:lnTo>
                  <a:pt x="109080" y="1526324"/>
                </a:lnTo>
                <a:lnTo>
                  <a:pt x="107213" y="1524457"/>
                </a:lnTo>
                <a:lnTo>
                  <a:pt x="106095" y="1524000"/>
                </a:lnTo>
                <a:lnTo>
                  <a:pt x="103466" y="1524000"/>
                </a:lnTo>
                <a:lnTo>
                  <a:pt x="102349" y="1524457"/>
                </a:lnTo>
                <a:lnTo>
                  <a:pt x="100482" y="1526324"/>
                </a:lnTo>
                <a:lnTo>
                  <a:pt x="100012" y="1527441"/>
                </a:lnTo>
                <a:lnTo>
                  <a:pt x="100012" y="1530070"/>
                </a:lnTo>
                <a:lnTo>
                  <a:pt x="100482" y="1531188"/>
                </a:lnTo>
                <a:lnTo>
                  <a:pt x="102349" y="1533055"/>
                </a:lnTo>
                <a:lnTo>
                  <a:pt x="103466" y="1533525"/>
                </a:lnTo>
                <a:lnTo>
                  <a:pt x="106095" y="1533525"/>
                </a:lnTo>
                <a:lnTo>
                  <a:pt x="107213" y="1533055"/>
                </a:lnTo>
                <a:lnTo>
                  <a:pt x="109080" y="1531188"/>
                </a:lnTo>
                <a:lnTo>
                  <a:pt x="109537" y="1530070"/>
                </a:lnTo>
                <a:lnTo>
                  <a:pt x="109537" y="1527441"/>
                </a:lnTo>
                <a:close/>
              </a:path>
              <a:path w="4962525" h="2390775">
                <a:moveTo>
                  <a:pt x="109537" y="1479816"/>
                </a:moveTo>
                <a:lnTo>
                  <a:pt x="109080" y="1478699"/>
                </a:lnTo>
                <a:lnTo>
                  <a:pt x="107213" y="1476832"/>
                </a:lnTo>
                <a:lnTo>
                  <a:pt x="106095" y="1476375"/>
                </a:lnTo>
                <a:lnTo>
                  <a:pt x="103466" y="1476375"/>
                </a:lnTo>
                <a:lnTo>
                  <a:pt x="102349" y="1476832"/>
                </a:lnTo>
                <a:lnTo>
                  <a:pt x="100482" y="1478699"/>
                </a:lnTo>
                <a:lnTo>
                  <a:pt x="100012" y="1479816"/>
                </a:lnTo>
                <a:lnTo>
                  <a:pt x="100012" y="1482445"/>
                </a:lnTo>
                <a:lnTo>
                  <a:pt x="100482" y="1483563"/>
                </a:lnTo>
                <a:lnTo>
                  <a:pt x="102349" y="1485430"/>
                </a:lnTo>
                <a:lnTo>
                  <a:pt x="103466" y="1485900"/>
                </a:lnTo>
                <a:lnTo>
                  <a:pt x="106095" y="1485900"/>
                </a:lnTo>
                <a:lnTo>
                  <a:pt x="107213" y="1485430"/>
                </a:lnTo>
                <a:lnTo>
                  <a:pt x="109080" y="1483563"/>
                </a:lnTo>
                <a:lnTo>
                  <a:pt x="109537" y="1482445"/>
                </a:lnTo>
                <a:lnTo>
                  <a:pt x="109537" y="1479816"/>
                </a:lnTo>
                <a:close/>
              </a:path>
              <a:path w="4962525" h="2390775">
                <a:moveTo>
                  <a:pt x="109537" y="1432191"/>
                </a:moveTo>
                <a:lnTo>
                  <a:pt x="109080" y="1431074"/>
                </a:lnTo>
                <a:lnTo>
                  <a:pt x="107213" y="1429207"/>
                </a:lnTo>
                <a:lnTo>
                  <a:pt x="106095" y="1428750"/>
                </a:lnTo>
                <a:lnTo>
                  <a:pt x="103466" y="1428750"/>
                </a:lnTo>
                <a:lnTo>
                  <a:pt x="102349" y="1429207"/>
                </a:lnTo>
                <a:lnTo>
                  <a:pt x="100482" y="1431074"/>
                </a:lnTo>
                <a:lnTo>
                  <a:pt x="100012" y="1432191"/>
                </a:lnTo>
                <a:lnTo>
                  <a:pt x="100012" y="1434820"/>
                </a:lnTo>
                <a:lnTo>
                  <a:pt x="100482" y="1435938"/>
                </a:lnTo>
                <a:lnTo>
                  <a:pt x="102349" y="1437805"/>
                </a:lnTo>
                <a:lnTo>
                  <a:pt x="103466" y="1438275"/>
                </a:lnTo>
                <a:lnTo>
                  <a:pt x="106095" y="1438275"/>
                </a:lnTo>
                <a:lnTo>
                  <a:pt x="107213" y="1437805"/>
                </a:lnTo>
                <a:lnTo>
                  <a:pt x="109080" y="1435938"/>
                </a:lnTo>
                <a:lnTo>
                  <a:pt x="109537" y="1434820"/>
                </a:lnTo>
                <a:lnTo>
                  <a:pt x="109537" y="1432191"/>
                </a:lnTo>
                <a:close/>
              </a:path>
              <a:path w="4962525" h="2390775">
                <a:moveTo>
                  <a:pt x="109537" y="1384566"/>
                </a:moveTo>
                <a:lnTo>
                  <a:pt x="109080" y="1383449"/>
                </a:lnTo>
                <a:lnTo>
                  <a:pt x="107213" y="1381582"/>
                </a:lnTo>
                <a:lnTo>
                  <a:pt x="106095" y="1381125"/>
                </a:lnTo>
                <a:lnTo>
                  <a:pt x="103466" y="1381125"/>
                </a:lnTo>
                <a:lnTo>
                  <a:pt x="102349" y="1381582"/>
                </a:lnTo>
                <a:lnTo>
                  <a:pt x="100482" y="1383449"/>
                </a:lnTo>
                <a:lnTo>
                  <a:pt x="100012" y="1384566"/>
                </a:lnTo>
                <a:lnTo>
                  <a:pt x="100012" y="1387195"/>
                </a:lnTo>
                <a:lnTo>
                  <a:pt x="100482" y="1388313"/>
                </a:lnTo>
                <a:lnTo>
                  <a:pt x="102349" y="1390180"/>
                </a:lnTo>
                <a:lnTo>
                  <a:pt x="103466" y="1390650"/>
                </a:lnTo>
                <a:lnTo>
                  <a:pt x="106095" y="1390650"/>
                </a:lnTo>
                <a:lnTo>
                  <a:pt x="107213" y="1390180"/>
                </a:lnTo>
                <a:lnTo>
                  <a:pt x="109080" y="1388313"/>
                </a:lnTo>
                <a:lnTo>
                  <a:pt x="109537" y="1387195"/>
                </a:lnTo>
                <a:lnTo>
                  <a:pt x="109537" y="1384566"/>
                </a:lnTo>
                <a:close/>
              </a:path>
              <a:path w="4962525" h="2390775">
                <a:moveTo>
                  <a:pt x="109537" y="1336941"/>
                </a:moveTo>
                <a:lnTo>
                  <a:pt x="109080" y="1335824"/>
                </a:lnTo>
                <a:lnTo>
                  <a:pt x="107213" y="1333957"/>
                </a:lnTo>
                <a:lnTo>
                  <a:pt x="106095" y="1333500"/>
                </a:lnTo>
                <a:lnTo>
                  <a:pt x="103466" y="1333500"/>
                </a:lnTo>
                <a:lnTo>
                  <a:pt x="102349" y="1333957"/>
                </a:lnTo>
                <a:lnTo>
                  <a:pt x="100482" y="1335824"/>
                </a:lnTo>
                <a:lnTo>
                  <a:pt x="100012" y="1336941"/>
                </a:lnTo>
                <a:lnTo>
                  <a:pt x="100012" y="1339570"/>
                </a:lnTo>
                <a:lnTo>
                  <a:pt x="100482" y="1340688"/>
                </a:lnTo>
                <a:lnTo>
                  <a:pt x="102349" y="1342555"/>
                </a:lnTo>
                <a:lnTo>
                  <a:pt x="103466" y="1343025"/>
                </a:lnTo>
                <a:lnTo>
                  <a:pt x="106095" y="1343025"/>
                </a:lnTo>
                <a:lnTo>
                  <a:pt x="107213" y="1342555"/>
                </a:lnTo>
                <a:lnTo>
                  <a:pt x="109080" y="1340688"/>
                </a:lnTo>
                <a:lnTo>
                  <a:pt x="109537" y="1339570"/>
                </a:lnTo>
                <a:lnTo>
                  <a:pt x="109537" y="1336941"/>
                </a:lnTo>
                <a:close/>
              </a:path>
              <a:path w="4962525" h="2390775">
                <a:moveTo>
                  <a:pt x="109537" y="1289316"/>
                </a:moveTo>
                <a:lnTo>
                  <a:pt x="109080" y="1288199"/>
                </a:lnTo>
                <a:lnTo>
                  <a:pt x="107213" y="1286332"/>
                </a:lnTo>
                <a:lnTo>
                  <a:pt x="106095" y="1285875"/>
                </a:lnTo>
                <a:lnTo>
                  <a:pt x="103466" y="1285875"/>
                </a:lnTo>
                <a:lnTo>
                  <a:pt x="102349" y="1286332"/>
                </a:lnTo>
                <a:lnTo>
                  <a:pt x="100482" y="1288199"/>
                </a:lnTo>
                <a:lnTo>
                  <a:pt x="100012" y="1289316"/>
                </a:lnTo>
                <a:lnTo>
                  <a:pt x="100012" y="1291945"/>
                </a:lnTo>
                <a:lnTo>
                  <a:pt x="100482" y="1293063"/>
                </a:lnTo>
                <a:lnTo>
                  <a:pt x="102349" y="1294930"/>
                </a:lnTo>
                <a:lnTo>
                  <a:pt x="103466" y="1295400"/>
                </a:lnTo>
                <a:lnTo>
                  <a:pt x="106095" y="1295400"/>
                </a:lnTo>
                <a:lnTo>
                  <a:pt x="107213" y="1294930"/>
                </a:lnTo>
                <a:lnTo>
                  <a:pt x="109080" y="1293063"/>
                </a:lnTo>
                <a:lnTo>
                  <a:pt x="109537" y="1291945"/>
                </a:lnTo>
                <a:lnTo>
                  <a:pt x="109537" y="1289316"/>
                </a:lnTo>
                <a:close/>
              </a:path>
              <a:path w="4962525" h="2390775">
                <a:moveTo>
                  <a:pt x="109537" y="1241691"/>
                </a:moveTo>
                <a:lnTo>
                  <a:pt x="109080" y="1240574"/>
                </a:lnTo>
                <a:lnTo>
                  <a:pt x="107213" y="1238707"/>
                </a:lnTo>
                <a:lnTo>
                  <a:pt x="106095" y="1238250"/>
                </a:lnTo>
                <a:lnTo>
                  <a:pt x="103466" y="1238250"/>
                </a:lnTo>
                <a:lnTo>
                  <a:pt x="102349" y="1238707"/>
                </a:lnTo>
                <a:lnTo>
                  <a:pt x="100482" y="1240574"/>
                </a:lnTo>
                <a:lnTo>
                  <a:pt x="100012" y="1241691"/>
                </a:lnTo>
                <a:lnTo>
                  <a:pt x="100012" y="1244320"/>
                </a:lnTo>
                <a:lnTo>
                  <a:pt x="100482" y="1245438"/>
                </a:lnTo>
                <a:lnTo>
                  <a:pt x="102349" y="1247305"/>
                </a:lnTo>
                <a:lnTo>
                  <a:pt x="103466" y="1247775"/>
                </a:lnTo>
                <a:lnTo>
                  <a:pt x="106095" y="1247775"/>
                </a:lnTo>
                <a:lnTo>
                  <a:pt x="107213" y="1247305"/>
                </a:lnTo>
                <a:lnTo>
                  <a:pt x="109080" y="1245438"/>
                </a:lnTo>
                <a:lnTo>
                  <a:pt x="109537" y="1244320"/>
                </a:lnTo>
                <a:lnTo>
                  <a:pt x="109537" y="1241691"/>
                </a:lnTo>
                <a:close/>
              </a:path>
              <a:path w="4962525" h="2390775">
                <a:moveTo>
                  <a:pt x="109537" y="1194066"/>
                </a:moveTo>
                <a:lnTo>
                  <a:pt x="109080" y="1192949"/>
                </a:lnTo>
                <a:lnTo>
                  <a:pt x="107213" y="1191082"/>
                </a:lnTo>
                <a:lnTo>
                  <a:pt x="106095" y="1190625"/>
                </a:lnTo>
                <a:lnTo>
                  <a:pt x="103466" y="1190625"/>
                </a:lnTo>
                <a:lnTo>
                  <a:pt x="102349" y="1191082"/>
                </a:lnTo>
                <a:lnTo>
                  <a:pt x="101219" y="1192212"/>
                </a:lnTo>
                <a:lnTo>
                  <a:pt x="98704" y="1192212"/>
                </a:lnTo>
                <a:lnTo>
                  <a:pt x="97586" y="1192669"/>
                </a:lnTo>
                <a:lnTo>
                  <a:pt x="95719" y="1194536"/>
                </a:lnTo>
                <a:lnTo>
                  <a:pt x="95250" y="1195654"/>
                </a:lnTo>
                <a:lnTo>
                  <a:pt x="95250" y="1198283"/>
                </a:lnTo>
                <a:lnTo>
                  <a:pt x="95719" y="1199400"/>
                </a:lnTo>
                <a:lnTo>
                  <a:pt x="97586" y="1201267"/>
                </a:lnTo>
                <a:lnTo>
                  <a:pt x="98704" y="1201737"/>
                </a:lnTo>
                <a:lnTo>
                  <a:pt x="101333" y="1201737"/>
                </a:lnTo>
                <a:lnTo>
                  <a:pt x="102450" y="1201267"/>
                </a:lnTo>
                <a:lnTo>
                  <a:pt x="103568" y="1200150"/>
                </a:lnTo>
                <a:lnTo>
                  <a:pt x="106095" y="1200150"/>
                </a:lnTo>
                <a:lnTo>
                  <a:pt x="107213" y="1199680"/>
                </a:lnTo>
                <a:lnTo>
                  <a:pt x="109080" y="1197813"/>
                </a:lnTo>
                <a:lnTo>
                  <a:pt x="109537" y="1196695"/>
                </a:lnTo>
                <a:lnTo>
                  <a:pt x="109537" y="1194066"/>
                </a:lnTo>
                <a:close/>
              </a:path>
              <a:path w="4962525" h="2390775">
                <a:moveTo>
                  <a:pt x="109537" y="1146441"/>
                </a:moveTo>
                <a:lnTo>
                  <a:pt x="109080" y="1145324"/>
                </a:lnTo>
                <a:lnTo>
                  <a:pt x="107213" y="1143457"/>
                </a:lnTo>
                <a:lnTo>
                  <a:pt x="106095" y="1143000"/>
                </a:lnTo>
                <a:lnTo>
                  <a:pt x="103466" y="1143000"/>
                </a:lnTo>
                <a:lnTo>
                  <a:pt x="102349" y="1143457"/>
                </a:lnTo>
                <a:lnTo>
                  <a:pt x="100482" y="1145324"/>
                </a:lnTo>
                <a:lnTo>
                  <a:pt x="100012" y="1146441"/>
                </a:lnTo>
                <a:lnTo>
                  <a:pt x="100012" y="1149070"/>
                </a:lnTo>
                <a:lnTo>
                  <a:pt x="100482" y="1150188"/>
                </a:lnTo>
                <a:lnTo>
                  <a:pt x="102349" y="1152055"/>
                </a:lnTo>
                <a:lnTo>
                  <a:pt x="103466" y="1152525"/>
                </a:lnTo>
                <a:lnTo>
                  <a:pt x="106095" y="1152525"/>
                </a:lnTo>
                <a:lnTo>
                  <a:pt x="107213" y="1152055"/>
                </a:lnTo>
                <a:lnTo>
                  <a:pt x="109080" y="1150188"/>
                </a:lnTo>
                <a:lnTo>
                  <a:pt x="109537" y="1149070"/>
                </a:lnTo>
                <a:lnTo>
                  <a:pt x="109537" y="1146441"/>
                </a:lnTo>
                <a:close/>
              </a:path>
              <a:path w="4962525" h="2390775">
                <a:moveTo>
                  <a:pt x="109537" y="1098816"/>
                </a:moveTo>
                <a:lnTo>
                  <a:pt x="109080" y="1097699"/>
                </a:lnTo>
                <a:lnTo>
                  <a:pt x="107213" y="1095832"/>
                </a:lnTo>
                <a:lnTo>
                  <a:pt x="106095" y="1095375"/>
                </a:lnTo>
                <a:lnTo>
                  <a:pt x="103466" y="1095375"/>
                </a:lnTo>
                <a:lnTo>
                  <a:pt x="102349" y="1095832"/>
                </a:lnTo>
                <a:lnTo>
                  <a:pt x="100482" y="1097699"/>
                </a:lnTo>
                <a:lnTo>
                  <a:pt x="100012" y="1098816"/>
                </a:lnTo>
                <a:lnTo>
                  <a:pt x="100012" y="1101445"/>
                </a:lnTo>
                <a:lnTo>
                  <a:pt x="100482" y="1102563"/>
                </a:lnTo>
                <a:lnTo>
                  <a:pt x="102349" y="1104430"/>
                </a:lnTo>
                <a:lnTo>
                  <a:pt x="103466" y="1104900"/>
                </a:lnTo>
                <a:lnTo>
                  <a:pt x="106095" y="1104900"/>
                </a:lnTo>
                <a:lnTo>
                  <a:pt x="107213" y="1104430"/>
                </a:lnTo>
                <a:lnTo>
                  <a:pt x="109080" y="1102563"/>
                </a:lnTo>
                <a:lnTo>
                  <a:pt x="109537" y="1101445"/>
                </a:lnTo>
                <a:lnTo>
                  <a:pt x="109537" y="1098816"/>
                </a:lnTo>
                <a:close/>
              </a:path>
              <a:path w="4962525" h="2390775">
                <a:moveTo>
                  <a:pt x="109537" y="1051191"/>
                </a:moveTo>
                <a:lnTo>
                  <a:pt x="109080" y="1050074"/>
                </a:lnTo>
                <a:lnTo>
                  <a:pt x="107213" y="1048207"/>
                </a:lnTo>
                <a:lnTo>
                  <a:pt x="106095" y="1047750"/>
                </a:lnTo>
                <a:lnTo>
                  <a:pt x="103466" y="1047750"/>
                </a:lnTo>
                <a:lnTo>
                  <a:pt x="102349" y="1048207"/>
                </a:lnTo>
                <a:lnTo>
                  <a:pt x="100482" y="1050074"/>
                </a:lnTo>
                <a:lnTo>
                  <a:pt x="100012" y="1051191"/>
                </a:lnTo>
                <a:lnTo>
                  <a:pt x="100012" y="1053820"/>
                </a:lnTo>
                <a:lnTo>
                  <a:pt x="100482" y="1054938"/>
                </a:lnTo>
                <a:lnTo>
                  <a:pt x="102349" y="1056805"/>
                </a:lnTo>
                <a:lnTo>
                  <a:pt x="103466" y="1057275"/>
                </a:lnTo>
                <a:lnTo>
                  <a:pt x="106095" y="1057275"/>
                </a:lnTo>
                <a:lnTo>
                  <a:pt x="107213" y="1056805"/>
                </a:lnTo>
                <a:lnTo>
                  <a:pt x="109080" y="1054938"/>
                </a:lnTo>
                <a:lnTo>
                  <a:pt x="109537" y="1053820"/>
                </a:lnTo>
                <a:lnTo>
                  <a:pt x="109537" y="1051191"/>
                </a:lnTo>
                <a:close/>
              </a:path>
              <a:path w="4962525" h="2390775">
                <a:moveTo>
                  <a:pt x="109537" y="1003566"/>
                </a:moveTo>
                <a:lnTo>
                  <a:pt x="109080" y="1002449"/>
                </a:lnTo>
                <a:lnTo>
                  <a:pt x="107213" y="1000582"/>
                </a:lnTo>
                <a:lnTo>
                  <a:pt x="106095" y="1000125"/>
                </a:lnTo>
                <a:lnTo>
                  <a:pt x="103466" y="1000125"/>
                </a:lnTo>
                <a:lnTo>
                  <a:pt x="102349" y="1000582"/>
                </a:lnTo>
                <a:lnTo>
                  <a:pt x="100482" y="1002449"/>
                </a:lnTo>
                <a:lnTo>
                  <a:pt x="100012" y="1003566"/>
                </a:lnTo>
                <a:lnTo>
                  <a:pt x="100012" y="1006195"/>
                </a:lnTo>
                <a:lnTo>
                  <a:pt x="100482" y="1007313"/>
                </a:lnTo>
                <a:lnTo>
                  <a:pt x="102349" y="1009180"/>
                </a:lnTo>
                <a:lnTo>
                  <a:pt x="103466" y="1009650"/>
                </a:lnTo>
                <a:lnTo>
                  <a:pt x="106095" y="1009650"/>
                </a:lnTo>
                <a:lnTo>
                  <a:pt x="107213" y="1009180"/>
                </a:lnTo>
                <a:lnTo>
                  <a:pt x="109080" y="1007313"/>
                </a:lnTo>
                <a:lnTo>
                  <a:pt x="109537" y="1006195"/>
                </a:lnTo>
                <a:lnTo>
                  <a:pt x="109537" y="1003566"/>
                </a:lnTo>
                <a:close/>
              </a:path>
              <a:path w="4962525" h="2390775">
                <a:moveTo>
                  <a:pt x="109537" y="955941"/>
                </a:moveTo>
                <a:lnTo>
                  <a:pt x="109080" y="954824"/>
                </a:lnTo>
                <a:lnTo>
                  <a:pt x="107213" y="952957"/>
                </a:lnTo>
                <a:lnTo>
                  <a:pt x="106095" y="952500"/>
                </a:lnTo>
                <a:lnTo>
                  <a:pt x="103466" y="952500"/>
                </a:lnTo>
                <a:lnTo>
                  <a:pt x="102349" y="952957"/>
                </a:lnTo>
                <a:lnTo>
                  <a:pt x="100482" y="954824"/>
                </a:lnTo>
                <a:lnTo>
                  <a:pt x="100012" y="955941"/>
                </a:lnTo>
                <a:lnTo>
                  <a:pt x="100012" y="958570"/>
                </a:lnTo>
                <a:lnTo>
                  <a:pt x="100482" y="959688"/>
                </a:lnTo>
                <a:lnTo>
                  <a:pt x="102349" y="961555"/>
                </a:lnTo>
                <a:lnTo>
                  <a:pt x="103466" y="962025"/>
                </a:lnTo>
                <a:lnTo>
                  <a:pt x="106095" y="962025"/>
                </a:lnTo>
                <a:lnTo>
                  <a:pt x="107213" y="961555"/>
                </a:lnTo>
                <a:lnTo>
                  <a:pt x="109080" y="959688"/>
                </a:lnTo>
                <a:lnTo>
                  <a:pt x="109537" y="958570"/>
                </a:lnTo>
                <a:lnTo>
                  <a:pt x="109537" y="955941"/>
                </a:lnTo>
                <a:close/>
              </a:path>
              <a:path w="4962525" h="2390775">
                <a:moveTo>
                  <a:pt x="109537" y="908316"/>
                </a:moveTo>
                <a:lnTo>
                  <a:pt x="109080" y="907199"/>
                </a:lnTo>
                <a:lnTo>
                  <a:pt x="107213" y="905332"/>
                </a:lnTo>
                <a:lnTo>
                  <a:pt x="106095" y="904875"/>
                </a:lnTo>
                <a:lnTo>
                  <a:pt x="103466" y="904875"/>
                </a:lnTo>
                <a:lnTo>
                  <a:pt x="102349" y="905332"/>
                </a:lnTo>
                <a:lnTo>
                  <a:pt x="100482" y="907199"/>
                </a:lnTo>
                <a:lnTo>
                  <a:pt x="100012" y="908316"/>
                </a:lnTo>
                <a:lnTo>
                  <a:pt x="100012" y="910945"/>
                </a:lnTo>
                <a:lnTo>
                  <a:pt x="100482" y="912063"/>
                </a:lnTo>
                <a:lnTo>
                  <a:pt x="102349" y="913930"/>
                </a:lnTo>
                <a:lnTo>
                  <a:pt x="103466" y="914400"/>
                </a:lnTo>
                <a:lnTo>
                  <a:pt x="106095" y="914400"/>
                </a:lnTo>
                <a:lnTo>
                  <a:pt x="107213" y="913930"/>
                </a:lnTo>
                <a:lnTo>
                  <a:pt x="109080" y="912063"/>
                </a:lnTo>
                <a:lnTo>
                  <a:pt x="109537" y="910945"/>
                </a:lnTo>
                <a:lnTo>
                  <a:pt x="109537" y="908316"/>
                </a:lnTo>
                <a:close/>
              </a:path>
              <a:path w="4962525" h="2390775">
                <a:moveTo>
                  <a:pt x="109537" y="860691"/>
                </a:moveTo>
                <a:lnTo>
                  <a:pt x="109080" y="859574"/>
                </a:lnTo>
                <a:lnTo>
                  <a:pt x="107213" y="857707"/>
                </a:lnTo>
                <a:lnTo>
                  <a:pt x="106095" y="857250"/>
                </a:lnTo>
                <a:lnTo>
                  <a:pt x="103466" y="857250"/>
                </a:lnTo>
                <a:lnTo>
                  <a:pt x="102349" y="857707"/>
                </a:lnTo>
                <a:lnTo>
                  <a:pt x="100482" y="859574"/>
                </a:lnTo>
                <a:lnTo>
                  <a:pt x="100012" y="860691"/>
                </a:lnTo>
                <a:lnTo>
                  <a:pt x="100012" y="863320"/>
                </a:lnTo>
                <a:lnTo>
                  <a:pt x="100482" y="864438"/>
                </a:lnTo>
                <a:lnTo>
                  <a:pt x="102349" y="866305"/>
                </a:lnTo>
                <a:lnTo>
                  <a:pt x="103466" y="866775"/>
                </a:lnTo>
                <a:lnTo>
                  <a:pt x="106095" y="866775"/>
                </a:lnTo>
                <a:lnTo>
                  <a:pt x="107213" y="866305"/>
                </a:lnTo>
                <a:lnTo>
                  <a:pt x="109080" y="864438"/>
                </a:lnTo>
                <a:lnTo>
                  <a:pt x="109537" y="863320"/>
                </a:lnTo>
                <a:lnTo>
                  <a:pt x="109537" y="860691"/>
                </a:lnTo>
                <a:close/>
              </a:path>
              <a:path w="4962525" h="2390775">
                <a:moveTo>
                  <a:pt x="109537" y="813066"/>
                </a:moveTo>
                <a:lnTo>
                  <a:pt x="109080" y="811949"/>
                </a:lnTo>
                <a:lnTo>
                  <a:pt x="107213" y="810082"/>
                </a:lnTo>
                <a:lnTo>
                  <a:pt x="106095" y="809625"/>
                </a:lnTo>
                <a:lnTo>
                  <a:pt x="103466" y="809625"/>
                </a:lnTo>
                <a:lnTo>
                  <a:pt x="102349" y="810082"/>
                </a:lnTo>
                <a:lnTo>
                  <a:pt x="100482" y="811949"/>
                </a:lnTo>
                <a:lnTo>
                  <a:pt x="100012" y="813066"/>
                </a:lnTo>
                <a:lnTo>
                  <a:pt x="100012" y="815695"/>
                </a:lnTo>
                <a:lnTo>
                  <a:pt x="100482" y="816813"/>
                </a:lnTo>
                <a:lnTo>
                  <a:pt x="102349" y="818680"/>
                </a:lnTo>
                <a:lnTo>
                  <a:pt x="103466" y="819150"/>
                </a:lnTo>
                <a:lnTo>
                  <a:pt x="106095" y="819150"/>
                </a:lnTo>
                <a:lnTo>
                  <a:pt x="107213" y="818680"/>
                </a:lnTo>
                <a:lnTo>
                  <a:pt x="109080" y="816813"/>
                </a:lnTo>
                <a:lnTo>
                  <a:pt x="109537" y="815695"/>
                </a:lnTo>
                <a:lnTo>
                  <a:pt x="109537" y="813066"/>
                </a:lnTo>
                <a:close/>
              </a:path>
              <a:path w="4962525" h="2390775">
                <a:moveTo>
                  <a:pt x="109537" y="765441"/>
                </a:moveTo>
                <a:lnTo>
                  <a:pt x="109080" y="764324"/>
                </a:lnTo>
                <a:lnTo>
                  <a:pt x="107213" y="762457"/>
                </a:lnTo>
                <a:lnTo>
                  <a:pt x="106095" y="762000"/>
                </a:lnTo>
                <a:lnTo>
                  <a:pt x="103466" y="762000"/>
                </a:lnTo>
                <a:lnTo>
                  <a:pt x="102349" y="762457"/>
                </a:lnTo>
                <a:lnTo>
                  <a:pt x="100482" y="764324"/>
                </a:lnTo>
                <a:lnTo>
                  <a:pt x="100012" y="765441"/>
                </a:lnTo>
                <a:lnTo>
                  <a:pt x="100012" y="768070"/>
                </a:lnTo>
                <a:lnTo>
                  <a:pt x="100482" y="769188"/>
                </a:lnTo>
                <a:lnTo>
                  <a:pt x="102349" y="771055"/>
                </a:lnTo>
                <a:lnTo>
                  <a:pt x="103466" y="771525"/>
                </a:lnTo>
                <a:lnTo>
                  <a:pt x="106095" y="771525"/>
                </a:lnTo>
                <a:lnTo>
                  <a:pt x="107213" y="771055"/>
                </a:lnTo>
                <a:lnTo>
                  <a:pt x="109080" y="769188"/>
                </a:lnTo>
                <a:lnTo>
                  <a:pt x="109537" y="768070"/>
                </a:lnTo>
                <a:lnTo>
                  <a:pt x="109537" y="765441"/>
                </a:lnTo>
                <a:close/>
              </a:path>
              <a:path w="4962525" h="2390775">
                <a:moveTo>
                  <a:pt x="109537" y="717816"/>
                </a:moveTo>
                <a:lnTo>
                  <a:pt x="109080" y="716699"/>
                </a:lnTo>
                <a:lnTo>
                  <a:pt x="107213" y="714832"/>
                </a:lnTo>
                <a:lnTo>
                  <a:pt x="106095" y="714375"/>
                </a:lnTo>
                <a:lnTo>
                  <a:pt x="103466" y="714375"/>
                </a:lnTo>
                <a:lnTo>
                  <a:pt x="102349" y="714832"/>
                </a:lnTo>
                <a:lnTo>
                  <a:pt x="100482" y="716699"/>
                </a:lnTo>
                <a:lnTo>
                  <a:pt x="100012" y="717816"/>
                </a:lnTo>
                <a:lnTo>
                  <a:pt x="100012" y="720445"/>
                </a:lnTo>
                <a:lnTo>
                  <a:pt x="100482" y="721563"/>
                </a:lnTo>
                <a:lnTo>
                  <a:pt x="102349" y="723430"/>
                </a:lnTo>
                <a:lnTo>
                  <a:pt x="103466" y="723900"/>
                </a:lnTo>
                <a:lnTo>
                  <a:pt x="106095" y="723900"/>
                </a:lnTo>
                <a:lnTo>
                  <a:pt x="107213" y="723430"/>
                </a:lnTo>
                <a:lnTo>
                  <a:pt x="109080" y="721563"/>
                </a:lnTo>
                <a:lnTo>
                  <a:pt x="109537" y="720445"/>
                </a:lnTo>
                <a:lnTo>
                  <a:pt x="109537" y="717816"/>
                </a:lnTo>
                <a:close/>
              </a:path>
              <a:path w="4962525" h="2390775">
                <a:moveTo>
                  <a:pt x="109537" y="670191"/>
                </a:moveTo>
                <a:lnTo>
                  <a:pt x="109080" y="669074"/>
                </a:lnTo>
                <a:lnTo>
                  <a:pt x="107213" y="667207"/>
                </a:lnTo>
                <a:lnTo>
                  <a:pt x="106095" y="666750"/>
                </a:lnTo>
                <a:lnTo>
                  <a:pt x="103466" y="666750"/>
                </a:lnTo>
                <a:lnTo>
                  <a:pt x="102349" y="667207"/>
                </a:lnTo>
                <a:lnTo>
                  <a:pt x="100482" y="669074"/>
                </a:lnTo>
                <a:lnTo>
                  <a:pt x="100012" y="670191"/>
                </a:lnTo>
                <a:lnTo>
                  <a:pt x="100012" y="672820"/>
                </a:lnTo>
                <a:lnTo>
                  <a:pt x="100482" y="673938"/>
                </a:lnTo>
                <a:lnTo>
                  <a:pt x="102349" y="675805"/>
                </a:lnTo>
                <a:lnTo>
                  <a:pt x="103466" y="676275"/>
                </a:lnTo>
                <a:lnTo>
                  <a:pt x="106095" y="676275"/>
                </a:lnTo>
                <a:lnTo>
                  <a:pt x="107213" y="675805"/>
                </a:lnTo>
                <a:lnTo>
                  <a:pt x="109080" y="673938"/>
                </a:lnTo>
                <a:lnTo>
                  <a:pt x="109537" y="672820"/>
                </a:lnTo>
                <a:lnTo>
                  <a:pt x="109537" y="670191"/>
                </a:lnTo>
                <a:close/>
              </a:path>
              <a:path w="4962525" h="2390775">
                <a:moveTo>
                  <a:pt x="109537" y="622566"/>
                </a:moveTo>
                <a:lnTo>
                  <a:pt x="109080" y="621449"/>
                </a:lnTo>
                <a:lnTo>
                  <a:pt x="107213" y="619582"/>
                </a:lnTo>
                <a:lnTo>
                  <a:pt x="106095" y="619125"/>
                </a:lnTo>
                <a:lnTo>
                  <a:pt x="103466" y="619125"/>
                </a:lnTo>
                <a:lnTo>
                  <a:pt x="102349" y="619582"/>
                </a:lnTo>
                <a:lnTo>
                  <a:pt x="100482" y="621449"/>
                </a:lnTo>
                <a:lnTo>
                  <a:pt x="100012" y="622566"/>
                </a:lnTo>
                <a:lnTo>
                  <a:pt x="100012" y="625195"/>
                </a:lnTo>
                <a:lnTo>
                  <a:pt x="100482" y="626313"/>
                </a:lnTo>
                <a:lnTo>
                  <a:pt x="102349" y="628180"/>
                </a:lnTo>
                <a:lnTo>
                  <a:pt x="103466" y="628650"/>
                </a:lnTo>
                <a:lnTo>
                  <a:pt x="106095" y="628650"/>
                </a:lnTo>
                <a:lnTo>
                  <a:pt x="107213" y="628180"/>
                </a:lnTo>
                <a:lnTo>
                  <a:pt x="109080" y="626313"/>
                </a:lnTo>
                <a:lnTo>
                  <a:pt x="109537" y="625195"/>
                </a:lnTo>
                <a:lnTo>
                  <a:pt x="109537" y="622566"/>
                </a:lnTo>
                <a:close/>
              </a:path>
              <a:path w="4962525" h="2390775">
                <a:moveTo>
                  <a:pt x="109537" y="574941"/>
                </a:moveTo>
                <a:lnTo>
                  <a:pt x="109080" y="573824"/>
                </a:lnTo>
                <a:lnTo>
                  <a:pt x="107213" y="571957"/>
                </a:lnTo>
                <a:lnTo>
                  <a:pt x="106095" y="571500"/>
                </a:lnTo>
                <a:lnTo>
                  <a:pt x="103466" y="571500"/>
                </a:lnTo>
                <a:lnTo>
                  <a:pt x="102349" y="571957"/>
                </a:lnTo>
                <a:lnTo>
                  <a:pt x="100482" y="573824"/>
                </a:lnTo>
                <a:lnTo>
                  <a:pt x="100012" y="574941"/>
                </a:lnTo>
                <a:lnTo>
                  <a:pt x="100012" y="577570"/>
                </a:lnTo>
                <a:lnTo>
                  <a:pt x="100482" y="578688"/>
                </a:lnTo>
                <a:lnTo>
                  <a:pt x="102349" y="580555"/>
                </a:lnTo>
                <a:lnTo>
                  <a:pt x="103466" y="581025"/>
                </a:lnTo>
                <a:lnTo>
                  <a:pt x="106095" y="581025"/>
                </a:lnTo>
                <a:lnTo>
                  <a:pt x="107213" y="580555"/>
                </a:lnTo>
                <a:lnTo>
                  <a:pt x="109080" y="578688"/>
                </a:lnTo>
                <a:lnTo>
                  <a:pt x="109537" y="577570"/>
                </a:lnTo>
                <a:lnTo>
                  <a:pt x="109537" y="574941"/>
                </a:lnTo>
                <a:close/>
              </a:path>
              <a:path w="4962525" h="2390775">
                <a:moveTo>
                  <a:pt x="109537" y="527316"/>
                </a:moveTo>
                <a:lnTo>
                  <a:pt x="109080" y="526199"/>
                </a:lnTo>
                <a:lnTo>
                  <a:pt x="107213" y="524332"/>
                </a:lnTo>
                <a:lnTo>
                  <a:pt x="106095" y="523875"/>
                </a:lnTo>
                <a:lnTo>
                  <a:pt x="103466" y="523875"/>
                </a:lnTo>
                <a:lnTo>
                  <a:pt x="102349" y="524332"/>
                </a:lnTo>
                <a:lnTo>
                  <a:pt x="100482" y="526199"/>
                </a:lnTo>
                <a:lnTo>
                  <a:pt x="100012" y="527316"/>
                </a:lnTo>
                <a:lnTo>
                  <a:pt x="100012" y="529945"/>
                </a:lnTo>
                <a:lnTo>
                  <a:pt x="100482" y="531063"/>
                </a:lnTo>
                <a:lnTo>
                  <a:pt x="102349" y="532930"/>
                </a:lnTo>
                <a:lnTo>
                  <a:pt x="103466" y="533400"/>
                </a:lnTo>
                <a:lnTo>
                  <a:pt x="106095" y="533400"/>
                </a:lnTo>
                <a:lnTo>
                  <a:pt x="107213" y="532930"/>
                </a:lnTo>
                <a:lnTo>
                  <a:pt x="109080" y="531063"/>
                </a:lnTo>
                <a:lnTo>
                  <a:pt x="109537" y="529945"/>
                </a:lnTo>
                <a:lnTo>
                  <a:pt x="109537" y="527316"/>
                </a:lnTo>
                <a:close/>
              </a:path>
              <a:path w="4962525" h="2390775">
                <a:moveTo>
                  <a:pt x="109537" y="479691"/>
                </a:moveTo>
                <a:lnTo>
                  <a:pt x="109080" y="478574"/>
                </a:lnTo>
                <a:lnTo>
                  <a:pt x="107213" y="476707"/>
                </a:lnTo>
                <a:lnTo>
                  <a:pt x="106095" y="476250"/>
                </a:lnTo>
                <a:lnTo>
                  <a:pt x="103466" y="476250"/>
                </a:lnTo>
                <a:lnTo>
                  <a:pt x="102349" y="476707"/>
                </a:lnTo>
                <a:lnTo>
                  <a:pt x="100482" y="478574"/>
                </a:lnTo>
                <a:lnTo>
                  <a:pt x="100012" y="479691"/>
                </a:lnTo>
                <a:lnTo>
                  <a:pt x="100012" y="482320"/>
                </a:lnTo>
                <a:lnTo>
                  <a:pt x="100482" y="483438"/>
                </a:lnTo>
                <a:lnTo>
                  <a:pt x="102349" y="485305"/>
                </a:lnTo>
                <a:lnTo>
                  <a:pt x="103466" y="485775"/>
                </a:lnTo>
                <a:lnTo>
                  <a:pt x="106095" y="485775"/>
                </a:lnTo>
                <a:lnTo>
                  <a:pt x="107213" y="485305"/>
                </a:lnTo>
                <a:lnTo>
                  <a:pt x="109080" y="483438"/>
                </a:lnTo>
                <a:lnTo>
                  <a:pt x="109537" y="482320"/>
                </a:lnTo>
                <a:lnTo>
                  <a:pt x="109537" y="479691"/>
                </a:lnTo>
                <a:close/>
              </a:path>
              <a:path w="4962525" h="2390775">
                <a:moveTo>
                  <a:pt x="109537" y="432066"/>
                </a:moveTo>
                <a:lnTo>
                  <a:pt x="109080" y="430949"/>
                </a:lnTo>
                <a:lnTo>
                  <a:pt x="107213" y="429082"/>
                </a:lnTo>
                <a:lnTo>
                  <a:pt x="106095" y="428625"/>
                </a:lnTo>
                <a:lnTo>
                  <a:pt x="103466" y="428625"/>
                </a:lnTo>
                <a:lnTo>
                  <a:pt x="102349" y="429082"/>
                </a:lnTo>
                <a:lnTo>
                  <a:pt x="100482" y="430949"/>
                </a:lnTo>
                <a:lnTo>
                  <a:pt x="100012" y="432066"/>
                </a:lnTo>
                <a:lnTo>
                  <a:pt x="100012" y="434695"/>
                </a:lnTo>
                <a:lnTo>
                  <a:pt x="100482" y="435813"/>
                </a:lnTo>
                <a:lnTo>
                  <a:pt x="102349" y="437680"/>
                </a:lnTo>
                <a:lnTo>
                  <a:pt x="103466" y="438150"/>
                </a:lnTo>
                <a:lnTo>
                  <a:pt x="106095" y="438150"/>
                </a:lnTo>
                <a:lnTo>
                  <a:pt x="107213" y="437680"/>
                </a:lnTo>
                <a:lnTo>
                  <a:pt x="109080" y="435813"/>
                </a:lnTo>
                <a:lnTo>
                  <a:pt x="109537" y="434695"/>
                </a:lnTo>
                <a:lnTo>
                  <a:pt x="109537" y="432066"/>
                </a:lnTo>
                <a:close/>
              </a:path>
              <a:path w="4962525" h="2390775">
                <a:moveTo>
                  <a:pt x="109537" y="384441"/>
                </a:moveTo>
                <a:lnTo>
                  <a:pt x="109080" y="383324"/>
                </a:lnTo>
                <a:lnTo>
                  <a:pt x="107213" y="381457"/>
                </a:lnTo>
                <a:lnTo>
                  <a:pt x="106095" y="381000"/>
                </a:lnTo>
                <a:lnTo>
                  <a:pt x="103466" y="381000"/>
                </a:lnTo>
                <a:lnTo>
                  <a:pt x="102349" y="381457"/>
                </a:lnTo>
                <a:lnTo>
                  <a:pt x="100482" y="383324"/>
                </a:lnTo>
                <a:lnTo>
                  <a:pt x="100012" y="384441"/>
                </a:lnTo>
                <a:lnTo>
                  <a:pt x="100012" y="387070"/>
                </a:lnTo>
                <a:lnTo>
                  <a:pt x="100482" y="388188"/>
                </a:lnTo>
                <a:lnTo>
                  <a:pt x="102349" y="390055"/>
                </a:lnTo>
                <a:lnTo>
                  <a:pt x="103466" y="390525"/>
                </a:lnTo>
                <a:lnTo>
                  <a:pt x="106095" y="390525"/>
                </a:lnTo>
                <a:lnTo>
                  <a:pt x="107213" y="390055"/>
                </a:lnTo>
                <a:lnTo>
                  <a:pt x="109080" y="388188"/>
                </a:lnTo>
                <a:lnTo>
                  <a:pt x="109537" y="387070"/>
                </a:lnTo>
                <a:lnTo>
                  <a:pt x="109537" y="384441"/>
                </a:lnTo>
                <a:close/>
              </a:path>
              <a:path w="4962525" h="2390775">
                <a:moveTo>
                  <a:pt x="109537" y="336816"/>
                </a:moveTo>
                <a:lnTo>
                  <a:pt x="109080" y="335699"/>
                </a:lnTo>
                <a:lnTo>
                  <a:pt x="107213" y="333832"/>
                </a:lnTo>
                <a:lnTo>
                  <a:pt x="106095" y="333375"/>
                </a:lnTo>
                <a:lnTo>
                  <a:pt x="103466" y="333375"/>
                </a:lnTo>
                <a:lnTo>
                  <a:pt x="102349" y="333832"/>
                </a:lnTo>
                <a:lnTo>
                  <a:pt x="100482" y="335699"/>
                </a:lnTo>
                <a:lnTo>
                  <a:pt x="100012" y="336816"/>
                </a:lnTo>
                <a:lnTo>
                  <a:pt x="100012" y="339445"/>
                </a:lnTo>
                <a:lnTo>
                  <a:pt x="100482" y="340563"/>
                </a:lnTo>
                <a:lnTo>
                  <a:pt x="102349" y="342430"/>
                </a:lnTo>
                <a:lnTo>
                  <a:pt x="103466" y="342900"/>
                </a:lnTo>
                <a:lnTo>
                  <a:pt x="106095" y="342900"/>
                </a:lnTo>
                <a:lnTo>
                  <a:pt x="107213" y="342430"/>
                </a:lnTo>
                <a:lnTo>
                  <a:pt x="109080" y="340563"/>
                </a:lnTo>
                <a:lnTo>
                  <a:pt x="109537" y="339445"/>
                </a:lnTo>
                <a:lnTo>
                  <a:pt x="109537" y="336816"/>
                </a:lnTo>
                <a:close/>
              </a:path>
              <a:path w="4962525" h="2390775">
                <a:moveTo>
                  <a:pt x="109537" y="289191"/>
                </a:moveTo>
                <a:lnTo>
                  <a:pt x="109080" y="288074"/>
                </a:lnTo>
                <a:lnTo>
                  <a:pt x="107213" y="286207"/>
                </a:lnTo>
                <a:lnTo>
                  <a:pt x="106095" y="285750"/>
                </a:lnTo>
                <a:lnTo>
                  <a:pt x="103466" y="285750"/>
                </a:lnTo>
                <a:lnTo>
                  <a:pt x="102349" y="286207"/>
                </a:lnTo>
                <a:lnTo>
                  <a:pt x="100482" y="288074"/>
                </a:lnTo>
                <a:lnTo>
                  <a:pt x="100012" y="289191"/>
                </a:lnTo>
                <a:lnTo>
                  <a:pt x="100012" y="291820"/>
                </a:lnTo>
                <a:lnTo>
                  <a:pt x="100482" y="292938"/>
                </a:lnTo>
                <a:lnTo>
                  <a:pt x="102349" y="294805"/>
                </a:lnTo>
                <a:lnTo>
                  <a:pt x="103466" y="295275"/>
                </a:lnTo>
                <a:lnTo>
                  <a:pt x="106095" y="295275"/>
                </a:lnTo>
                <a:lnTo>
                  <a:pt x="107213" y="294805"/>
                </a:lnTo>
                <a:lnTo>
                  <a:pt x="109080" y="292938"/>
                </a:lnTo>
                <a:lnTo>
                  <a:pt x="109537" y="291820"/>
                </a:lnTo>
                <a:lnTo>
                  <a:pt x="109537" y="289191"/>
                </a:lnTo>
                <a:close/>
              </a:path>
              <a:path w="4962525" h="2390775">
                <a:moveTo>
                  <a:pt x="109537" y="241566"/>
                </a:moveTo>
                <a:lnTo>
                  <a:pt x="109080" y="240449"/>
                </a:lnTo>
                <a:lnTo>
                  <a:pt x="107213" y="238582"/>
                </a:lnTo>
                <a:lnTo>
                  <a:pt x="106095" y="238125"/>
                </a:lnTo>
                <a:lnTo>
                  <a:pt x="103466" y="238125"/>
                </a:lnTo>
                <a:lnTo>
                  <a:pt x="102349" y="238582"/>
                </a:lnTo>
                <a:lnTo>
                  <a:pt x="100482" y="240449"/>
                </a:lnTo>
                <a:lnTo>
                  <a:pt x="100012" y="241566"/>
                </a:lnTo>
                <a:lnTo>
                  <a:pt x="100012" y="244195"/>
                </a:lnTo>
                <a:lnTo>
                  <a:pt x="100482" y="245313"/>
                </a:lnTo>
                <a:lnTo>
                  <a:pt x="102349" y="247180"/>
                </a:lnTo>
                <a:lnTo>
                  <a:pt x="103466" y="247650"/>
                </a:lnTo>
                <a:lnTo>
                  <a:pt x="106095" y="247650"/>
                </a:lnTo>
                <a:lnTo>
                  <a:pt x="107213" y="247180"/>
                </a:lnTo>
                <a:lnTo>
                  <a:pt x="109080" y="245313"/>
                </a:lnTo>
                <a:lnTo>
                  <a:pt x="109537" y="244195"/>
                </a:lnTo>
                <a:lnTo>
                  <a:pt x="109537" y="241566"/>
                </a:lnTo>
                <a:close/>
              </a:path>
              <a:path w="4962525" h="2390775">
                <a:moveTo>
                  <a:pt x="109537" y="193941"/>
                </a:moveTo>
                <a:lnTo>
                  <a:pt x="109080" y="192824"/>
                </a:lnTo>
                <a:lnTo>
                  <a:pt x="107213" y="190957"/>
                </a:lnTo>
                <a:lnTo>
                  <a:pt x="106095" y="190500"/>
                </a:lnTo>
                <a:lnTo>
                  <a:pt x="103466" y="190500"/>
                </a:lnTo>
                <a:lnTo>
                  <a:pt x="102349" y="190957"/>
                </a:lnTo>
                <a:lnTo>
                  <a:pt x="100482" y="192824"/>
                </a:lnTo>
                <a:lnTo>
                  <a:pt x="100012" y="193941"/>
                </a:lnTo>
                <a:lnTo>
                  <a:pt x="100012" y="196570"/>
                </a:lnTo>
                <a:lnTo>
                  <a:pt x="100482" y="197688"/>
                </a:lnTo>
                <a:lnTo>
                  <a:pt x="102349" y="199555"/>
                </a:lnTo>
                <a:lnTo>
                  <a:pt x="103466" y="200025"/>
                </a:lnTo>
                <a:lnTo>
                  <a:pt x="106095" y="200025"/>
                </a:lnTo>
                <a:lnTo>
                  <a:pt x="107213" y="199555"/>
                </a:lnTo>
                <a:lnTo>
                  <a:pt x="109080" y="197688"/>
                </a:lnTo>
                <a:lnTo>
                  <a:pt x="109537" y="196570"/>
                </a:lnTo>
                <a:lnTo>
                  <a:pt x="109537" y="193941"/>
                </a:lnTo>
                <a:close/>
              </a:path>
              <a:path w="4962525" h="2390775">
                <a:moveTo>
                  <a:pt x="109537" y="146316"/>
                </a:moveTo>
                <a:lnTo>
                  <a:pt x="109080" y="145199"/>
                </a:lnTo>
                <a:lnTo>
                  <a:pt x="107213" y="143332"/>
                </a:lnTo>
                <a:lnTo>
                  <a:pt x="106095" y="142875"/>
                </a:lnTo>
                <a:lnTo>
                  <a:pt x="103466" y="142875"/>
                </a:lnTo>
                <a:lnTo>
                  <a:pt x="102349" y="143332"/>
                </a:lnTo>
                <a:lnTo>
                  <a:pt x="100482" y="145199"/>
                </a:lnTo>
                <a:lnTo>
                  <a:pt x="100012" y="146316"/>
                </a:lnTo>
                <a:lnTo>
                  <a:pt x="100012" y="148945"/>
                </a:lnTo>
                <a:lnTo>
                  <a:pt x="100482" y="150063"/>
                </a:lnTo>
                <a:lnTo>
                  <a:pt x="102349" y="151930"/>
                </a:lnTo>
                <a:lnTo>
                  <a:pt x="103466" y="152400"/>
                </a:lnTo>
                <a:lnTo>
                  <a:pt x="106095" y="152400"/>
                </a:lnTo>
                <a:lnTo>
                  <a:pt x="107213" y="151930"/>
                </a:lnTo>
                <a:lnTo>
                  <a:pt x="109080" y="150063"/>
                </a:lnTo>
                <a:lnTo>
                  <a:pt x="109537" y="148945"/>
                </a:lnTo>
                <a:lnTo>
                  <a:pt x="109537" y="146316"/>
                </a:lnTo>
                <a:close/>
              </a:path>
              <a:path w="4962525" h="2390775">
                <a:moveTo>
                  <a:pt x="109537" y="98691"/>
                </a:moveTo>
                <a:lnTo>
                  <a:pt x="109080" y="97574"/>
                </a:lnTo>
                <a:lnTo>
                  <a:pt x="107213" y="95707"/>
                </a:lnTo>
                <a:lnTo>
                  <a:pt x="106095" y="95250"/>
                </a:lnTo>
                <a:lnTo>
                  <a:pt x="103466" y="95250"/>
                </a:lnTo>
                <a:lnTo>
                  <a:pt x="102349" y="95707"/>
                </a:lnTo>
                <a:lnTo>
                  <a:pt x="100482" y="97574"/>
                </a:lnTo>
                <a:lnTo>
                  <a:pt x="100012" y="98691"/>
                </a:lnTo>
                <a:lnTo>
                  <a:pt x="100012" y="101320"/>
                </a:lnTo>
                <a:lnTo>
                  <a:pt x="100482" y="102438"/>
                </a:lnTo>
                <a:lnTo>
                  <a:pt x="102349" y="104305"/>
                </a:lnTo>
                <a:lnTo>
                  <a:pt x="103466" y="104775"/>
                </a:lnTo>
                <a:lnTo>
                  <a:pt x="106095" y="104775"/>
                </a:lnTo>
                <a:lnTo>
                  <a:pt x="107213" y="104305"/>
                </a:lnTo>
                <a:lnTo>
                  <a:pt x="109080" y="102438"/>
                </a:lnTo>
                <a:lnTo>
                  <a:pt x="109537" y="101320"/>
                </a:lnTo>
                <a:lnTo>
                  <a:pt x="109537" y="98691"/>
                </a:lnTo>
                <a:close/>
              </a:path>
              <a:path w="4962525" h="2390775">
                <a:moveTo>
                  <a:pt x="109537" y="51066"/>
                </a:moveTo>
                <a:lnTo>
                  <a:pt x="109080" y="49949"/>
                </a:lnTo>
                <a:lnTo>
                  <a:pt x="107213" y="48082"/>
                </a:lnTo>
                <a:lnTo>
                  <a:pt x="106095" y="47625"/>
                </a:lnTo>
                <a:lnTo>
                  <a:pt x="103466" y="47625"/>
                </a:lnTo>
                <a:lnTo>
                  <a:pt x="102349" y="48082"/>
                </a:lnTo>
                <a:lnTo>
                  <a:pt x="100482" y="49949"/>
                </a:lnTo>
                <a:lnTo>
                  <a:pt x="100012" y="51066"/>
                </a:lnTo>
                <a:lnTo>
                  <a:pt x="100012" y="53695"/>
                </a:lnTo>
                <a:lnTo>
                  <a:pt x="100482" y="54813"/>
                </a:lnTo>
                <a:lnTo>
                  <a:pt x="102349" y="56680"/>
                </a:lnTo>
                <a:lnTo>
                  <a:pt x="103466" y="57150"/>
                </a:lnTo>
                <a:lnTo>
                  <a:pt x="106095" y="57150"/>
                </a:lnTo>
                <a:lnTo>
                  <a:pt x="107213" y="56680"/>
                </a:lnTo>
                <a:lnTo>
                  <a:pt x="109080" y="54813"/>
                </a:lnTo>
                <a:lnTo>
                  <a:pt x="109537" y="53695"/>
                </a:lnTo>
                <a:lnTo>
                  <a:pt x="109537" y="51066"/>
                </a:lnTo>
                <a:close/>
              </a:path>
              <a:path w="4962525" h="2390775">
                <a:moveTo>
                  <a:pt x="109537" y="3441"/>
                </a:moveTo>
                <a:lnTo>
                  <a:pt x="109080" y="2324"/>
                </a:lnTo>
                <a:lnTo>
                  <a:pt x="107213" y="457"/>
                </a:lnTo>
                <a:lnTo>
                  <a:pt x="106095" y="0"/>
                </a:lnTo>
                <a:lnTo>
                  <a:pt x="103466" y="0"/>
                </a:lnTo>
                <a:lnTo>
                  <a:pt x="102349" y="457"/>
                </a:lnTo>
                <a:lnTo>
                  <a:pt x="100482" y="2324"/>
                </a:lnTo>
                <a:lnTo>
                  <a:pt x="100012" y="3441"/>
                </a:lnTo>
                <a:lnTo>
                  <a:pt x="100012" y="6070"/>
                </a:lnTo>
                <a:lnTo>
                  <a:pt x="100482" y="7188"/>
                </a:lnTo>
                <a:lnTo>
                  <a:pt x="101219" y="7924"/>
                </a:lnTo>
                <a:lnTo>
                  <a:pt x="98704" y="7924"/>
                </a:lnTo>
                <a:lnTo>
                  <a:pt x="97586" y="8394"/>
                </a:lnTo>
                <a:lnTo>
                  <a:pt x="95719" y="10261"/>
                </a:lnTo>
                <a:lnTo>
                  <a:pt x="95250" y="11379"/>
                </a:lnTo>
                <a:lnTo>
                  <a:pt x="95250" y="14008"/>
                </a:lnTo>
                <a:lnTo>
                  <a:pt x="95719" y="15125"/>
                </a:lnTo>
                <a:lnTo>
                  <a:pt x="97586" y="16992"/>
                </a:lnTo>
                <a:lnTo>
                  <a:pt x="98704" y="17449"/>
                </a:lnTo>
                <a:lnTo>
                  <a:pt x="101333" y="17449"/>
                </a:lnTo>
                <a:lnTo>
                  <a:pt x="102450" y="16992"/>
                </a:lnTo>
                <a:lnTo>
                  <a:pt x="104317" y="15125"/>
                </a:lnTo>
                <a:lnTo>
                  <a:pt x="104775" y="14008"/>
                </a:lnTo>
                <a:lnTo>
                  <a:pt x="104775" y="11379"/>
                </a:lnTo>
                <a:lnTo>
                  <a:pt x="104317" y="10261"/>
                </a:lnTo>
                <a:lnTo>
                  <a:pt x="103581" y="9525"/>
                </a:lnTo>
                <a:lnTo>
                  <a:pt x="106095" y="9525"/>
                </a:lnTo>
                <a:lnTo>
                  <a:pt x="107213" y="9055"/>
                </a:lnTo>
                <a:lnTo>
                  <a:pt x="109080" y="7188"/>
                </a:lnTo>
                <a:lnTo>
                  <a:pt x="109537" y="6070"/>
                </a:lnTo>
                <a:lnTo>
                  <a:pt x="109537" y="3441"/>
                </a:lnTo>
                <a:close/>
              </a:path>
              <a:path w="4962525" h="2390775">
                <a:moveTo>
                  <a:pt x="152400" y="1195654"/>
                </a:moveTo>
                <a:lnTo>
                  <a:pt x="151942" y="1194536"/>
                </a:lnTo>
                <a:lnTo>
                  <a:pt x="150075" y="1192669"/>
                </a:lnTo>
                <a:lnTo>
                  <a:pt x="148958" y="1192212"/>
                </a:lnTo>
                <a:lnTo>
                  <a:pt x="146329" y="1192212"/>
                </a:lnTo>
                <a:lnTo>
                  <a:pt x="145211" y="1192669"/>
                </a:lnTo>
                <a:lnTo>
                  <a:pt x="143344" y="1194536"/>
                </a:lnTo>
                <a:lnTo>
                  <a:pt x="142875" y="1195654"/>
                </a:lnTo>
                <a:lnTo>
                  <a:pt x="142875" y="1198283"/>
                </a:lnTo>
                <a:lnTo>
                  <a:pt x="143344" y="1199400"/>
                </a:lnTo>
                <a:lnTo>
                  <a:pt x="145211" y="1201267"/>
                </a:lnTo>
                <a:lnTo>
                  <a:pt x="146329" y="1201737"/>
                </a:lnTo>
                <a:lnTo>
                  <a:pt x="148958" y="1201737"/>
                </a:lnTo>
                <a:lnTo>
                  <a:pt x="150075" y="1201267"/>
                </a:lnTo>
                <a:lnTo>
                  <a:pt x="151942" y="1199400"/>
                </a:lnTo>
                <a:lnTo>
                  <a:pt x="152400" y="1198283"/>
                </a:lnTo>
                <a:lnTo>
                  <a:pt x="152400" y="1195654"/>
                </a:lnTo>
                <a:close/>
              </a:path>
              <a:path w="4962525" h="2390775">
                <a:moveTo>
                  <a:pt x="152400" y="11379"/>
                </a:moveTo>
                <a:lnTo>
                  <a:pt x="151942" y="10261"/>
                </a:lnTo>
                <a:lnTo>
                  <a:pt x="150075" y="8394"/>
                </a:lnTo>
                <a:lnTo>
                  <a:pt x="148958" y="7924"/>
                </a:lnTo>
                <a:lnTo>
                  <a:pt x="146329" y="7924"/>
                </a:lnTo>
                <a:lnTo>
                  <a:pt x="145211" y="8394"/>
                </a:lnTo>
                <a:lnTo>
                  <a:pt x="143344" y="10261"/>
                </a:lnTo>
                <a:lnTo>
                  <a:pt x="142875" y="11379"/>
                </a:lnTo>
                <a:lnTo>
                  <a:pt x="142875" y="14008"/>
                </a:lnTo>
                <a:lnTo>
                  <a:pt x="143344" y="15125"/>
                </a:lnTo>
                <a:lnTo>
                  <a:pt x="145211" y="16992"/>
                </a:lnTo>
                <a:lnTo>
                  <a:pt x="146329" y="17449"/>
                </a:lnTo>
                <a:lnTo>
                  <a:pt x="148958" y="17449"/>
                </a:lnTo>
                <a:lnTo>
                  <a:pt x="150075" y="16992"/>
                </a:lnTo>
                <a:lnTo>
                  <a:pt x="151942" y="15125"/>
                </a:lnTo>
                <a:lnTo>
                  <a:pt x="152400" y="14008"/>
                </a:lnTo>
                <a:lnTo>
                  <a:pt x="152400" y="11379"/>
                </a:lnTo>
                <a:close/>
              </a:path>
              <a:path w="4962525" h="2390775">
                <a:moveTo>
                  <a:pt x="200025" y="1195654"/>
                </a:moveTo>
                <a:lnTo>
                  <a:pt x="199567" y="1194536"/>
                </a:lnTo>
                <a:lnTo>
                  <a:pt x="197700" y="1192669"/>
                </a:lnTo>
                <a:lnTo>
                  <a:pt x="196583" y="1192212"/>
                </a:lnTo>
                <a:lnTo>
                  <a:pt x="193954" y="1192212"/>
                </a:lnTo>
                <a:lnTo>
                  <a:pt x="192836" y="1192669"/>
                </a:lnTo>
                <a:lnTo>
                  <a:pt x="190969" y="1194536"/>
                </a:lnTo>
                <a:lnTo>
                  <a:pt x="190500" y="1195654"/>
                </a:lnTo>
                <a:lnTo>
                  <a:pt x="190500" y="1198283"/>
                </a:lnTo>
                <a:lnTo>
                  <a:pt x="190969" y="1199400"/>
                </a:lnTo>
                <a:lnTo>
                  <a:pt x="192836" y="1201267"/>
                </a:lnTo>
                <a:lnTo>
                  <a:pt x="193954" y="1201737"/>
                </a:lnTo>
                <a:lnTo>
                  <a:pt x="196583" y="1201737"/>
                </a:lnTo>
                <a:lnTo>
                  <a:pt x="197700" y="1201267"/>
                </a:lnTo>
                <a:lnTo>
                  <a:pt x="199567" y="1199400"/>
                </a:lnTo>
                <a:lnTo>
                  <a:pt x="200025" y="1198283"/>
                </a:lnTo>
                <a:lnTo>
                  <a:pt x="200025" y="1195654"/>
                </a:lnTo>
                <a:close/>
              </a:path>
              <a:path w="4962525" h="2390775">
                <a:moveTo>
                  <a:pt x="200025" y="11379"/>
                </a:moveTo>
                <a:lnTo>
                  <a:pt x="199567" y="10261"/>
                </a:lnTo>
                <a:lnTo>
                  <a:pt x="197700" y="8394"/>
                </a:lnTo>
                <a:lnTo>
                  <a:pt x="196583" y="7924"/>
                </a:lnTo>
                <a:lnTo>
                  <a:pt x="193954" y="7924"/>
                </a:lnTo>
                <a:lnTo>
                  <a:pt x="192836" y="8394"/>
                </a:lnTo>
                <a:lnTo>
                  <a:pt x="190969" y="10261"/>
                </a:lnTo>
                <a:lnTo>
                  <a:pt x="190500" y="11379"/>
                </a:lnTo>
                <a:lnTo>
                  <a:pt x="190500" y="14008"/>
                </a:lnTo>
                <a:lnTo>
                  <a:pt x="190969" y="15125"/>
                </a:lnTo>
                <a:lnTo>
                  <a:pt x="192836" y="16992"/>
                </a:lnTo>
                <a:lnTo>
                  <a:pt x="193954" y="17449"/>
                </a:lnTo>
                <a:lnTo>
                  <a:pt x="196583" y="17449"/>
                </a:lnTo>
                <a:lnTo>
                  <a:pt x="197700" y="16992"/>
                </a:lnTo>
                <a:lnTo>
                  <a:pt x="199567" y="15125"/>
                </a:lnTo>
                <a:lnTo>
                  <a:pt x="200025" y="14008"/>
                </a:lnTo>
                <a:lnTo>
                  <a:pt x="200025" y="11379"/>
                </a:lnTo>
                <a:close/>
              </a:path>
              <a:path w="4962525" h="2390775">
                <a:moveTo>
                  <a:pt x="247650" y="1195654"/>
                </a:moveTo>
                <a:lnTo>
                  <a:pt x="247192" y="1194536"/>
                </a:lnTo>
                <a:lnTo>
                  <a:pt x="245325" y="1192669"/>
                </a:lnTo>
                <a:lnTo>
                  <a:pt x="244208" y="1192212"/>
                </a:lnTo>
                <a:lnTo>
                  <a:pt x="241579" y="1192212"/>
                </a:lnTo>
                <a:lnTo>
                  <a:pt x="240461" y="1192669"/>
                </a:lnTo>
                <a:lnTo>
                  <a:pt x="238594" y="1194536"/>
                </a:lnTo>
                <a:lnTo>
                  <a:pt x="238125" y="1195654"/>
                </a:lnTo>
                <a:lnTo>
                  <a:pt x="238125" y="1198283"/>
                </a:lnTo>
                <a:lnTo>
                  <a:pt x="238594" y="1199400"/>
                </a:lnTo>
                <a:lnTo>
                  <a:pt x="240461" y="1201267"/>
                </a:lnTo>
                <a:lnTo>
                  <a:pt x="241579" y="1201737"/>
                </a:lnTo>
                <a:lnTo>
                  <a:pt x="244208" y="1201737"/>
                </a:lnTo>
                <a:lnTo>
                  <a:pt x="245325" y="1201267"/>
                </a:lnTo>
                <a:lnTo>
                  <a:pt x="247192" y="1199400"/>
                </a:lnTo>
                <a:lnTo>
                  <a:pt x="247650" y="1198283"/>
                </a:lnTo>
                <a:lnTo>
                  <a:pt x="247650" y="1195654"/>
                </a:lnTo>
                <a:close/>
              </a:path>
              <a:path w="4962525" h="2390775">
                <a:moveTo>
                  <a:pt x="247650" y="11379"/>
                </a:moveTo>
                <a:lnTo>
                  <a:pt x="247192" y="10261"/>
                </a:lnTo>
                <a:lnTo>
                  <a:pt x="245325" y="8394"/>
                </a:lnTo>
                <a:lnTo>
                  <a:pt x="244208" y="7924"/>
                </a:lnTo>
                <a:lnTo>
                  <a:pt x="241579" y="7924"/>
                </a:lnTo>
                <a:lnTo>
                  <a:pt x="240461" y="8394"/>
                </a:lnTo>
                <a:lnTo>
                  <a:pt x="238594" y="10261"/>
                </a:lnTo>
                <a:lnTo>
                  <a:pt x="238125" y="11379"/>
                </a:lnTo>
                <a:lnTo>
                  <a:pt x="238125" y="14008"/>
                </a:lnTo>
                <a:lnTo>
                  <a:pt x="238594" y="15125"/>
                </a:lnTo>
                <a:lnTo>
                  <a:pt x="240461" y="16992"/>
                </a:lnTo>
                <a:lnTo>
                  <a:pt x="241579" y="17449"/>
                </a:lnTo>
                <a:lnTo>
                  <a:pt x="244208" y="17449"/>
                </a:lnTo>
                <a:lnTo>
                  <a:pt x="245325" y="16992"/>
                </a:lnTo>
                <a:lnTo>
                  <a:pt x="247192" y="15125"/>
                </a:lnTo>
                <a:lnTo>
                  <a:pt x="247650" y="14008"/>
                </a:lnTo>
                <a:lnTo>
                  <a:pt x="247650" y="11379"/>
                </a:lnTo>
                <a:close/>
              </a:path>
              <a:path w="4962525" h="2390775">
                <a:moveTo>
                  <a:pt x="295275" y="1195654"/>
                </a:moveTo>
                <a:lnTo>
                  <a:pt x="294817" y="1194536"/>
                </a:lnTo>
                <a:lnTo>
                  <a:pt x="292950" y="1192669"/>
                </a:lnTo>
                <a:lnTo>
                  <a:pt x="291833" y="1192212"/>
                </a:lnTo>
                <a:lnTo>
                  <a:pt x="289204" y="1192212"/>
                </a:lnTo>
                <a:lnTo>
                  <a:pt x="288086" y="1192669"/>
                </a:lnTo>
                <a:lnTo>
                  <a:pt x="286219" y="1194536"/>
                </a:lnTo>
                <a:lnTo>
                  <a:pt x="285750" y="1195654"/>
                </a:lnTo>
                <a:lnTo>
                  <a:pt x="285750" y="1198283"/>
                </a:lnTo>
                <a:lnTo>
                  <a:pt x="286219" y="1199400"/>
                </a:lnTo>
                <a:lnTo>
                  <a:pt x="288086" y="1201267"/>
                </a:lnTo>
                <a:lnTo>
                  <a:pt x="289204" y="1201737"/>
                </a:lnTo>
                <a:lnTo>
                  <a:pt x="291833" y="1201737"/>
                </a:lnTo>
                <a:lnTo>
                  <a:pt x="292950" y="1201267"/>
                </a:lnTo>
                <a:lnTo>
                  <a:pt x="294817" y="1199400"/>
                </a:lnTo>
                <a:lnTo>
                  <a:pt x="295275" y="1198283"/>
                </a:lnTo>
                <a:lnTo>
                  <a:pt x="295275" y="1195654"/>
                </a:lnTo>
                <a:close/>
              </a:path>
              <a:path w="4962525" h="2390775">
                <a:moveTo>
                  <a:pt x="295275" y="11379"/>
                </a:moveTo>
                <a:lnTo>
                  <a:pt x="294817" y="10261"/>
                </a:lnTo>
                <a:lnTo>
                  <a:pt x="292950" y="8394"/>
                </a:lnTo>
                <a:lnTo>
                  <a:pt x="291833" y="7924"/>
                </a:lnTo>
                <a:lnTo>
                  <a:pt x="289204" y="7924"/>
                </a:lnTo>
                <a:lnTo>
                  <a:pt x="288086" y="8394"/>
                </a:lnTo>
                <a:lnTo>
                  <a:pt x="286219" y="10261"/>
                </a:lnTo>
                <a:lnTo>
                  <a:pt x="285750" y="11379"/>
                </a:lnTo>
                <a:lnTo>
                  <a:pt x="285750" y="14008"/>
                </a:lnTo>
                <a:lnTo>
                  <a:pt x="286219" y="15125"/>
                </a:lnTo>
                <a:lnTo>
                  <a:pt x="288086" y="16992"/>
                </a:lnTo>
                <a:lnTo>
                  <a:pt x="289204" y="17449"/>
                </a:lnTo>
                <a:lnTo>
                  <a:pt x="291833" y="17449"/>
                </a:lnTo>
                <a:lnTo>
                  <a:pt x="292950" y="16992"/>
                </a:lnTo>
                <a:lnTo>
                  <a:pt x="294817" y="15125"/>
                </a:lnTo>
                <a:lnTo>
                  <a:pt x="295275" y="14008"/>
                </a:lnTo>
                <a:lnTo>
                  <a:pt x="295275" y="11379"/>
                </a:lnTo>
                <a:close/>
              </a:path>
              <a:path w="4962525" h="2390775">
                <a:moveTo>
                  <a:pt x="342900" y="1195654"/>
                </a:moveTo>
                <a:lnTo>
                  <a:pt x="342442" y="1194536"/>
                </a:lnTo>
                <a:lnTo>
                  <a:pt x="340575" y="1192669"/>
                </a:lnTo>
                <a:lnTo>
                  <a:pt x="339458" y="1192212"/>
                </a:lnTo>
                <a:lnTo>
                  <a:pt x="336829" y="1192212"/>
                </a:lnTo>
                <a:lnTo>
                  <a:pt x="335711" y="1192669"/>
                </a:lnTo>
                <a:lnTo>
                  <a:pt x="333844" y="1194536"/>
                </a:lnTo>
                <a:lnTo>
                  <a:pt x="333375" y="1195654"/>
                </a:lnTo>
                <a:lnTo>
                  <a:pt x="333375" y="1198283"/>
                </a:lnTo>
                <a:lnTo>
                  <a:pt x="333844" y="1199400"/>
                </a:lnTo>
                <a:lnTo>
                  <a:pt x="335711" y="1201267"/>
                </a:lnTo>
                <a:lnTo>
                  <a:pt x="336829" y="1201737"/>
                </a:lnTo>
                <a:lnTo>
                  <a:pt x="339458" y="1201737"/>
                </a:lnTo>
                <a:lnTo>
                  <a:pt x="340575" y="1201267"/>
                </a:lnTo>
                <a:lnTo>
                  <a:pt x="342442" y="1199400"/>
                </a:lnTo>
                <a:lnTo>
                  <a:pt x="342900" y="1198283"/>
                </a:lnTo>
                <a:lnTo>
                  <a:pt x="342900" y="1195654"/>
                </a:lnTo>
                <a:close/>
              </a:path>
              <a:path w="4962525" h="2390775">
                <a:moveTo>
                  <a:pt x="342900" y="11379"/>
                </a:moveTo>
                <a:lnTo>
                  <a:pt x="342442" y="10261"/>
                </a:lnTo>
                <a:lnTo>
                  <a:pt x="340575" y="8394"/>
                </a:lnTo>
                <a:lnTo>
                  <a:pt x="339458" y="7924"/>
                </a:lnTo>
                <a:lnTo>
                  <a:pt x="336829" y="7924"/>
                </a:lnTo>
                <a:lnTo>
                  <a:pt x="335711" y="8394"/>
                </a:lnTo>
                <a:lnTo>
                  <a:pt x="333844" y="10261"/>
                </a:lnTo>
                <a:lnTo>
                  <a:pt x="333375" y="11379"/>
                </a:lnTo>
                <a:lnTo>
                  <a:pt x="333375" y="14008"/>
                </a:lnTo>
                <a:lnTo>
                  <a:pt x="333844" y="15125"/>
                </a:lnTo>
                <a:lnTo>
                  <a:pt x="335711" y="16992"/>
                </a:lnTo>
                <a:lnTo>
                  <a:pt x="336829" y="17449"/>
                </a:lnTo>
                <a:lnTo>
                  <a:pt x="339458" y="17449"/>
                </a:lnTo>
                <a:lnTo>
                  <a:pt x="340575" y="16992"/>
                </a:lnTo>
                <a:lnTo>
                  <a:pt x="342442" y="15125"/>
                </a:lnTo>
                <a:lnTo>
                  <a:pt x="342900" y="14008"/>
                </a:lnTo>
                <a:lnTo>
                  <a:pt x="342900" y="11379"/>
                </a:lnTo>
                <a:close/>
              </a:path>
              <a:path w="4962525" h="2390775">
                <a:moveTo>
                  <a:pt x="390525" y="1195654"/>
                </a:moveTo>
                <a:lnTo>
                  <a:pt x="390067" y="1194536"/>
                </a:lnTo>
                <a:lnTo>
                  <a:pt x="388200" y="1192669"/>
                </a:lnTo>
                <a:lnTo>
                  <a:pt x="387083" y="1192212"/>
                </a:lnTo>
                <a:lnTo>
                  <a:pt x="384454" y="1192212"/>
                </a:lnTo>
                <a:lnTo>
                  <a:pt x="383336" y="1192669"/>
                </a:lnTo>
                <a:lnTo>
                  <a:pt x="381469" y="1194536"/>
                </a:lnTo>
                <a:lnTo>
                  <a:pt x="381000" y="1195654"/>
                </a:lnTo>
                <a:lnTo>
                  <a:pt x="381000" y="1198283"/>
                </a:lnTo>
                <a:lnTo>
                  <a:pt x="381469" y="1199400"/>
                </a:lnTo>
                <a:lnTo>
                  <a:pt x="383336" y="1201267"/>
                </a:lnTo>
                <a:lnTo>
                  <a:pt x="384454" y="1201737"/>
                </a:lnTo>
                <a:lnTo>
                  <a:pt x="387083" y="1201737"/>
                </a:lnTo>
                <a:lnTo>
                  <a:pt x="388200" y="1201267"/>
                </a:lnTo>
                <a:lnTo>
                  <a:pt x="390067" y="1199400"/>
                </a:lnTo>
                <a:lnTo>
                  <a:pt x="390525" y="1198283"/>
                </a:lnTo>
                <a:lnTo>
                  <a:pt x="390525" y="1195654"/>
                </a:lnTo>
                <a:close/>
              </a:path>
              <a:path w="4962525" h="2390775">
                <a:moveTo>
                  <a:pt x="390525" y="11379"/>
                </a:moveTo>
                <a:lnTo>
                  <a:pt x="390067" y="10261"/>
                </a:lnTo>
                <a:lnTo>
                  <a:pt x="388200" y="8394"/>
                </a:lnTo>
                <a:lnTo>
                  <a:pt x="387083" y="7924"/>
                </a:lnTo>
                <a:lnTo>
                  <a:pt x="384454" y="7924"/>
                </a:lnTo>
                <a:lnTo>
                  <a:pt x="383336" y="8394"/>
                </a:lnTo>
                <a:lnTo>
                  <a:pt x="381469" y="10261"/>
                </a:lnTo>
                <a:lnTo>
                  <a:pt x="381000" y="11379"/>
                </a:lnTo>
                <a:lnTo>
                  <a:pt x="381000" y="14008"/>
                </a:lnTo>
                <a:lnTo>
                  <a:pt x="381469" y="15125"/>
                </a:lnTo>
                <a:lnTo>
                  <a:pt x="383336" y="16992"/>
                </a:lnTo>
                <a:lnTo>
                  <a:pt x="384454" y="17449"/>
                </a:lnTo>
                <a:lnTo>
                  <a:pt x="387083" y="17449"/>
                </a:lnTo>
                <a:lnTo>
                  <a:pt x="388200" y="16992"/>
                </a:lnTo>
                <a:lnTo>
                  <a:pt x="390067" y="15125"/>
                </a:lnTo>
                <a:lnTo>
                  <a:pt x="390525" y="14008"/>
                </a:lnTo>
                <a:lnTo>
                  <a:pt x="390525" y="11379"/>
                </a:lnTo>
                <a:close/>
              </a:path>
              <a:path w="4962525" h="2390775">
                <a:moveTo>
                  <a:pt x="438150" y="1195654"/>
                </a:moveTo>
                <a:lnTo>
                  <a:pt x="437692" y="1194536"/>
                </a:lnTo>
                <a:lnTo>
                  <a:pt x="435825" y="1192669"/>
                </a:lnTo>
                <a:lnTo>
                  <a:pt x="434708" y="1192212"/>
                </a:lnTo>
                <a:lnTo>
                  <a:pt x="432079" y="1192212"/>
                </a:lnTo>
                <a:lnTo>
                  <a:pt x="430961" y="1192669"/>
                </a:lnTo>
                <a:lnTo>
                  <a:pt x="429094" y="1194536"/>
                </a:lnTo>
                <a:lnTo>
                  <a:pt x="428625" y="1195654"/>
                </a:lnTo>
                <a:lnTo>
                  <a:pt x="428625" y="1198283"/>
                </a:lnTo>
                <a:lnTo>
                  <a:pt x="429094" y="1199400"/>
                </a:lnTo>
                <a:lnTo>
                  <a:pt x="430961" y="1201267"/>
                </a:lnTo>
                <a:lnTo>
                  <a:pt x="432079" y="1201737"/>
                </a:lnTo>
                <a:lnTo>
                  <a:pt x="434708" y="1201737"/>
                </a:lnTo>
                <a:lnTo>
                  <a:pt x="435825" y="1201267"/>
                </a:lnTo>
                <a:lnTo>
                  <a:pt x="437692" y="1199400"/>
                </a:lnTo>
                <a:lnTo>
                  <a:pt x="438150" y="1198283"/>
                </a:lnTo>
                <a:lnTo>
                  <a:pt x="438150" y="1195654"/>
                </a:lnTo>
                <a:close/>
              </a:path>
              <a:path w="4962525" h="2390775">
                <a:moveTo>
                  <a:pt x="438150" y="11379"/>
                </a:moveTo>
                <a:lnTo>
                  <a:pt x="437692" y="10261"/>
                </a:lnTo>
                <a:lnTo>
                  <a:pt x="435825" y="8394"/>
                </a:lnTo>
                <a:lnTo>
                  <a:pt x="434708" y="7924"/>
                </a:lnTo>
                <a:lnTo>
                  <a:pt x="432079" y="7924"/>
                </a:lnTo>
                <a:lnTo>
                  <a:pt x="430961" y="8394"/>
                </a:lnTo>
                <a:lnTo>
                  <a:pt x="429094" y="10261"/>
                </a:lnTo>
                <a:lnTo>
                  <a:pt x="428625" y="11379"/>
                </a:lnTo>
                <a:lnTo>
                  <a:pt x="428625" y="14008"/>
                </a:lnTo>
                <a:lnTo>
                  <a:pt x="429094" y="15125"/>
                </a:lnTo>
                <a:lnTo>
                  <a:pt x="430961" y="16992"/>
                </a:lnTo>
                <a:lnTo>
                  <a:pt x="432079" y="17449"/>
                </a:lnTo>
                <a:lnTo>
                  <a:pt x="434708" y="17449"/>
                </a:lnTo>
                <a:lnTo>
                  <a:pt x="435825" y="16992"/>
                </a:lnTo>
                <a:lnTo>
                  <a:pt x="437692" y="15125"/>
                </a:lnTo>
                <a:lnTo>
                  <a:pt x="438150" y="14008"/>
                </a:lnTo>
                <a:lnTo>
                  <a:pt x="438150" y="11379"/>
                </a:lnTo>
                <a:close/>
              </a:path>
              <a:path w="4962525" h="2390775">
                <a:moveTo>
                  <a:pt x="485775" y="1195654"/>
                </a:moveTo>
                <a:lnTo>
                  <a:pt x="485317" y="1194536"/>
                </a:lnTo>
                <a:lnTo>
                  <a:pt x="483450" y="1192669"/>
                </a:lnTo>
                <a:lnTo>
                  <a:pt x="482333" y="1192212"/>
                </a:lnTo>
                <a:lnTo>
                  <a:pt x="479704" y="1192212"/>
                </a:lnTo>
                <a:lnTo>
                  <a:pt x="478586" y="1192669"/>
                </a:lnTo>
                <a:lnTo>
                  <a:pt x="476719" y="1194536"/>
                </a:lnTo>
                <a:lnTo>
                  <a:pt x="476250" y="1195654"/>
                </a:lnTo>
                <a:lnTo>
                  <a:pt x="476250" y="1198283"/>
                </a:lnTo>
                <a:lnTo>
                  <a:pt x="476719" y="1199400"/>
                </a:lnTo>
                <a:lnTo>
                  <a:pt x="478586" y="1201267"/>
                </a:lnTo>
                <a:lnTo>
                  <a:pt x="479704" y="1201737"/>
                </a:lnTo>
                <a:lnTo>
                  <a:pt x="482333" y="1201737"/>
                </a:lnTo>
                <a:lnTo>
                  <a:pt x="483450" y="1201267"/>
                </a:lnTo>
                <a:lnTo>
                  <a:pt x="485317" y="1199400"/>
                </a:lnTo>
                <a:lnTo>
                  <a:pt x="485775" y="1198283"/>
                </a:lnTo>
                <a:lnTo>
                  <a:pt x="485775" y="1195654"/>
                </a:lnTo>
                <a:close/>
              </a:path>
              <a:path w="4962525" h="2390775">
                <a:moveTo>
                  <a:pt x="485775" y="11379"/>
                </a:moveTo>
                <a:lnTo>
                  <a:pt x="485317" y="10261"/>
                </a:lnTo>
                <a:lnTo>
                  <a:pt x="483450" y="8394"/>
                </a:lnTo>
                <a:lnTo>
                  <a:pt x="482333" y="7924"/>
                </a:lnTo>
                <a:lnTo>
                  <a:pt x="479704" y="7924"/>
                </a:lnTo>
                <a:lnTo>
                  <a:pt x="478586" y="8394"/>
                </a:lnTo>
                <a:lnTo>
                  <a:pt x="476719" y="10261"/>
                </a:lnTo>
                <a:lnTo>
                  <a:pt x="476250" y="11379"/>
                </a:lnTo>
                <a:lnTo>
                  <a:pt x="476250" y="14008"/>
                </a:lnTo>
                <a:lnTo>
                  <a:pt x="476719" y="15125"/>
                </a:lnTo>
                <a:lnTo>
                  <a:pt x="478586" y="16992"/>
                </a:lnTo>
                <a:lnTo>
                  <a:pt x="479704" y="17449"/>
                </a:lnTo>
                <a:lnTo>
                  <a:pt x="482333" y="17449"/>
                </a:lnTo>
                <a:lnTo>
                  <a:pt x="483450" y="16992"/>
                </a:lnTo>
                <a:lnTo>
                  <a:pt x="485317" y="15125"/>
                </a:lnTo>
                <a:lnTo>
                  <a:pt x="485775" y="14008"/>
                </a:lnTo>
                <a:lnTo>
                  <a:pt x="485775" y="11379"/>
                </a:lnTo>
                <a:close/>
              </a:path>
              <a:path w="4962525" h="2390775">
                <a:moveTo>
                  <a:pt x="533400" y="1195654"/>
                </a:moveTo>
                <a:lnTo>
                  <a:pt x="532942" y="1194536"/>
                </a:lnTo>
                <a:lnTo>
                  <a:pt x="531075" y="1192669"/>
                </a:lnTo>
                <a:lnTo>
                  <a:pt x="529958" y="1192212"/>
                </a:lnTo>
                <a:lnTo>
                  <a:pt x="527329" y="1192212"/>
                </a:lnTo>
                <a:lnTo>
                  <a:pt x="526211" y="1192669"/>
                </a:lnTo>
                <a:lnTo>
                  <a:pt x="524344" y="1194536"/>
                </a:lnTo>
                <a:lnTo>
                  <a:pt x="523875" y="1195654"/>
                </a:lnTo>
                <a:lnTo>
                  <a:pt x="523875" y="1198283"/>
                </a:lnTo>
                <a:lnTo>
                  <a:pt x="524344" y="1199400"/>
                </a:lnTo>
                <a:lnTo>
                  <a:pt x="526211" y="1201267"/>
                </a:lnTo>
                <a:lnTo>
                  <a:pt x="527329" y="1201737"/>
                </a:lnTo>
                <a:lnTo>
                  <a:pt x="529958" y="1201737"/>
                </a:lnTo>
                <a:lnTo>
                  <a:pt x="531075" y="1201267"/>
                </a:lnTo>
                <a:lnTo>
                  <a:pt x="532942" y="1199400"/>
                </a:lnTo>
                <a:lnTo>
                  <a:pt x="533400" y="1198283"/>
                </a:lnTo>
                <a:lnTo>
                  <a:pt x="533400" y="1195654"/>
                </a:lnTo>
                <a:close/>
              </a:path>
              <a:path w="4962525" h="2390775">
                <a:moveTo>
                  <a:pt x="533400" y="11379"/>
                </a:moveTo>
                <a:lnTo>
                  <a:pt x="532942" y="10261"/>
                </a:lnTo>
                <a:lnTo>
                  <a:pt x="531075" y="8394"/>
                </a:lnTo>
                <a:lnTo>
                  <a:pt x="529958" y="7924"/>
                </a:lnTo>
                <a:lnTo>
                  <a:pt x="527329" y="7924"/>
                </a:lnTo>
                <a:lnTo>
                  <a:pt x="526211" y="8394"/>
                </a:lnTo>
                <a:lnTo>
                  <a:pt x="524344" y="10261"/>
                </a:lnTo>
                <a:lnTo>
                  <a:pt x="523875" y="11379"/>
                </a:lnTo>
                <a:lnTo>
                  <a:pt x="523875" y="14008"/>
                </a:lnTo>
                <a:lnTo>
                  <a:pt x="524344" y="15125"/>
                </a:lnTo>
                <a:lnTo>
                  <a:pt x="526211" y="16992"/>
                </a:lnTo>
                <a:lnTo>
                  <a:pt x="527329" y="17449"/>
                </a:lnTo>
                <a:lnTo>
                  <a:pt x="529958" y="17449"/>
                </a:lnTo>
                <a:lnTo>
                  <a:pt x="531075" y="16992"/>
                </a:lnTo>
                <a:lnTo>
                  <a:pt x="532942" y="15125"/>
                </a:lnTo>
                <a:lnTo>
                  <a:pt x="533400" y="14008"/>
                </a:lnTo>
                <a:lnTo>
                  <a:pt x="533400" y="11379"/>
                </a:lnTo>
                <a:close/>
              </a:path>
              <a:path w="4962525" h="2390775">
                <a:moveTo>
                  <a:pt x="581025" y="1195654"/>
                </a:moveTo>
                <a:lnTo>
                  <a:pt x="580567" y="1194536"/>
                </a:lnTo>
                <a:lnTo>
                  <a:pt x="578700" y="1192669"/>
                </a:lnTo>
                <a:lnTo>
                  <a:pt x="577583" y="1192212"/>
                </a:lnTo>
                <a:lnTo>
                  <a:pt x="574954" y="1192212"/>
                </a:lnTo>
                <a:lnTo>
                  <a:pt x="573836" y="1192669"/>
                </a:lnTo>
                <a:lnTo>
                  <a:pt x="571969" y="1194536"/>
                </a:lnTo>
                <a:lnTo>
                  <a:pt x="571500" y="1195654"/>
                </a:lnTo>
                <a:lnTo>
                  <a:pt x="571500" y="1198283"/>
                </a:lnTo>
                <a:lnTo>
                  <a:pt x="571969" y="1199400"/>
                </a:lnTo>
                <a:lnTo>
                  <a:pt x="573836" y="1201267"/>
                </a:lnTo>
                <a:lnTo>
                  <a:pt x="574954" y="1201737"/>
                </a:lnTo>
                <a:lnTo>
                  <a:pt x="577583" y="1201737"/>
                </a:lnTo>
                <a:lnTo>
                  <a:pt x="578700" y="1201267"/>
                </a:lnTo>
                <a:lnTo>
                  <a:pt x="580567" y="1199400"/>
                </a:lnTo>
                <a:lnTo>
                  <a:pt x="581025" y="1198283"/>
                </a:lnTo>
                <a:lnTo>
                  <a:pt x="581025" y="1195654"/>
                </a:lnTo>
                <a:close/>
              </a:path>
              <a:path w="4962525" h="2390775">
                <a:moveTo>
                  <a:pt x="581025" y="11379"/>
                </a:moveTo>
                <a:lnTo>
                  <a:pt x="580567" y="10261"/>
                </a:lnTo>
                <a:lnTo>
                  <a:pt x="578700" y="8394"/>
                </a:lnTo>
                <a:lnTo>
                  <a:pt x="577583" y="7924"/>
                </a:lnTo>
                <a:lnTo>
                  <a:pt x="574954" y="7924"/>
                </a:lnTo>
                <a:lnTo>
                  <a:pt x="573836" y="8394"/>
                </a:lnTo>
                <a:lnTo>
                  <a:pt x="571969" y="10261"/>
                </a:lnTo>
                <a:lnTo>
                  <a:pt x="571500" y="11379"/>
                </a:lnTo>
                <a:lnTo>
                  <a:pt x="571500" y="14008"/>
                </a:lnTo>
                <a:lnTo>
                  <a:pt x="571969" y="15125"/>
                </a:lnTo>
                <a:lnTo>
                  <a:pt x="573836" y="16992"/>
                </a:lnTo>
                <a:lnTo>
                  <a:pt x="574954" y="17449"/>
                </a:lnTo>
                <a:lnTo>
                  <a:pt x="577583" y="17449"/>
                </a:lnTo>
                <a:lnTo>
                  <a:pt x="578700" y="16992"/>
                </a:lnTo>
                <a:lnTo>
                  <a:pt x="580567" y="15125"/>
                </a:lnTo>
                <a:lnTo>
                  <a:pt x="581025" y="14008"/>
                </a:lnTo>
                <a:lnTo>
                  <a:pt x="581025" y="11379"/>
                </a:lnTo>
                <a:close/>
              </a:path>
              <a:path w="4962525" h="2390775">
                <a:moveTo>
                  <a:pt x="628650" y="1195654"/>
                </a:moveTo>
                <a:lnTo>
                  <a:pt x="628192" y="1194536"/>
                </a:lnTo>
                <a:lnTo>
                  <a:pt x="626325" y="1192669"/>
                </a:lnTo>
                <a:lnTo>
                  <a:pt x="625208" y="1192212"/>
                </a:lnTo>
                <a:lnTo>
                  <a:pt x="622579" y="1192212"/>
                </a:lnTo>
                <a:lnTo>
                  <a:pt x="621461" y="1192669"/>
                </a:lnTo>
                <a:lnTo>
                  <a:pt x="619594" y="1194536"/>
                </a:lnTo>
                <a:lnTo>
                  <a:pt x="619125" y="1195654"/>
                </a:lnTo>
                <a:lnTo>
                  <a:pt x="619125" y="1198283"/>
                </a:lnTo>
                <a:lnTo>
                  <a:pt x="619594" y="1199400"/>
                </a:lnTo>
                <a:lnTo>
                  <a:pt x="621461" y="1201267"/>
                </a:lnTo>
                <a:lnTo>
                  <a:pt x="622579" y="1201737"/>
                </a:lnTo>
                <a:lnTo>
                  <a:pt x="625208" y="1201737"/>
                </a:lnTo>
                <a:lnTo>
                  <a:pt x="626325" y="1201267"/>
                </a:lnTo>
                <a:lnTo>
                  <a:pt x="628192" y="1199400"/>
                </a:lnTo>
                <a:lnTo>
                  <a:pt x="628650" y="1198283"/>
                </a:lnTo>
                <a:lnTo>
                  <a:pt x="628650" y="1195654"/>
                </a:lnTo>
                <a:close/>
              </a:path>
              <a:path w="4962525" h="2390775">
                <a:moveTo>
                  <a:pt x="628650" y="11379"/>
                </a:moveTo>
                <a:lnTo>
                  <a:pt x="628192" y="10261"/>
                </a:lnTo>
                <a:lnTo>
                  <a:pt x="626325" y="8394"/>
                </a:lnTo>
                <a:lnTo>
                  <a:pt x="625208" y="7924"/>
                </a:lnTo>
                <a:lnTo>
                  <a:pt x="622579" y="7924"/>
                </a:lnTo>
                <a:lnTo>
                  <a:pt x="621461" y="8394"/>
                </a:lnTo>
                <a:lnTo>
                  <a:pt x="619594" y="10261"/>
                </a:lnTo>
                <a:lnTo>
                  <a:pt x="619125" y="11379"/>
                </a:lnTo>
                <a:lnTo>
                  <a:pt x="619125" y="14008"/>
                </a:lnTo>
                <a:lnTo>
                  <a:pt x="619594" y="15125"/>
                </a:lnTo>
                <a:lnTo>
                  <a:pt x="621461" y="16992"/>
                </a:lnTo>
                <a:lnTo>
                  <a:pt x="622579" y="17449"/>
                </a:lnTo>
                <a:lnTo>
                  <a:pt x="625208" y="17449"/>
                </a:lnTo>
                <a:lnTo>
                  <a:pt x="626325" y="16992"/>
                </a:lnTo>
                <a:lnTo>
                  <a:pt x="628192" y="15125"/>
                </a:lnTo>
                <a:lnTo>
                  <a:pt x="628650" y="14008"/>
                </a:lnTo>
                <a:lnTo>
                  <a:pt x="628650" y="11379"/>
                </a:lnTo>
                <a:close/>
              </a:path>
              <a:path w="4962525" h="2390775">
                <a:moveTo>
                  <a:pt x="676275" y="1195654"/>
                </a:moveTo>
                <a:lnTo>
                  <a:pt x="675817" y="1194536"/>
                </a:lnTo>
                <a:lnTo>
                  <a:pt x="673950" y="1192669"/>
                </a:lnTo>
                <a:lnTo>
                  <a:pt x="672833" y="1192212"/>
                </a:lnTo>
                <a:lnTo>
                  <a:pt x="670204" y="1192212"/>
                </a:lnTo>
                <a:lnTo>
                  <a:pt x="669086" y="1192669"/>
                </a:lnTo>
                <a:lnTo>
                  <a:pt x="667219" y="1194536"/>
                </a:lnTo>
                <a:lnTo>
                  <a:pt x="666750" y="1195654"/>
                </a:lnTo>
                <a:lnTo>
                  <a:pt x="666750" y="1198283"/>
                </a:lnTo>
                <a:lnTo>
                  <a:pt x="667219" y="1199400"/>
                </a:lnTo>
                <a:lnTo>
                  <a:pt x="669086" y="1201267"/>
                </a:lnTo>
                <a:lnTo>
                  <a:pt x="670204" y="1201737"/>
                </a:lnTo>
                <a:lnTo>
                  <a:pt x="672833" y="1201737"/>
                </a:lnTo>
                <a:lnTo>
                  <a:pt x="673950" y="1201267"/>
                </a:lnTo>
                <a:lnTo>
                  <a:pt x="675817" y="1199400"/>
                </a:lnTo>
                <a:lnTo>
                  <a:pt x="676275" y="1198283"/>
                </a:lnTo>
                <a:lnTo>
                  <a:pt x="676275" y="1195654"/>
                </a:lnTo>
                <a:close/>
              </a:path>
              <a:path w="4962525" h="2390775">
                <a:moveTo>
                  <a:pt x="676275" y="11379"/>
                </a:moveTo>
                <a:lnTo>
                  <a:pt x="675817" y="10261"/>
                </a:lnTo>
                <a:lnTo>
                  <a:pt x="673950" y="8394"/>
                </a:lnTo>
                <a:lnTo>
                  <a:pt x="672833" y="7924"/>
                </a:lnTo>
                <a:lnTo>
                  <a:pt x="670204" y="7924"/>
                </a:lnTo>
                <a:lnTo>
                  <a:pt x="669086" y="8394"/>
                </a:lnTo>
                <a:lnTo>
                  <a:pt x="667219" y="10261"/>
                </a:lnTo>
                <a:lnTo>
                  <a:pt x="666750" y="11379"/>
                </a:lnTo>
                <a:lnTo>
                  <a:pt x="666750" y="14008"/>
                </a:lnTo>
                <a:lnTo>
                  <a:pt x="667219" y="15125"/>
                </a:lnTo>
                <a:lnTo>
                  <a:pt x="669086" y="16992"/>
                </a:lnTo>
                <a:lnTo>
                  <a:pt x="670204" y="17449"/>
                </a:lnTo>
                <a:lnTo>
                  <a:pt x="672833" y="17449"/>
                </a:lnTo>
                <a:lnTo>
                  <a:pt x="673950" y="16992"/>
                </a:lnTo>
                <a:lnTo>
                  <a:pt x="675817" y="15125"/>
                </a:lnTo>
                <a:lnTo>
                  <a:pt x="676275" y="14008"/>
                </a:lnTo>
                <a:lnTo>
                  <a:pt x="676275" y="11379"/>
                </a:lnTo>
                <a:close/>
              </a:path>
              <a:path w="4962525" h="2390775">
                <a:moveTo>
                  <a:pt x="723900" y="1195654"/>
                </a:moveTo>
                <a:lnTo>
                  <a:pt x="723442" y="1194536"/>
                </a:lnTo>
                <a:lnTo>
                  <a:pt x="721575" y="1192669"/>
                </a:lnTo>
                <a:lnTo>
                  <a:pt x="720458" y="1192212"/>
                </a:lnTo>
                <a:lnTo>
                  <a:pt x="717829" y="1192212"/>
                </a:lnTo>
                <a:lnTo>
                  <a:pt x="716711" y="1192669"/>
                </a:lnTo>
                <a:lnTo>
                  <a:pt x="714844" y="1194536"/>
                </a:lnTo>
                <a:lnTo>
                  <a:pt x="714375" y="1195654"/>
                </a:lnTo>
                <a:lnTo>
                  <a:pt x="714375" y="1198283"/>
                </a:lnTo>
                <a:lnTo>
                  <a:pt x="714844" y="1199400"/>
                </a:lnTo>
                <a:lnTo>
                  <a:pt x="716711" y="1201267"/>
                </a:lnTo>
                <a:lnTo>
                  <a:pt x="717829" y="1201737"/>
                </a:lnTo>
                <a:lnTo>
                  <a:pt x="720458" y="1201737"/>
                </a:lnTo>
                <a:lnTo>
                  <a:pt x="721575" y="1201267"/>
                </a:lnTo>
                <a:lnTo>
                  <a:pt x="723442" y="1199400"/>
                </a:lnTo>
                <a:lnTo>
                  <a:pt x="723900" y="1198283"/>
                </a:lnTo>
                <a:lnTo>
                  <a:pt x="723900" y="1195654"/>
                </a:lnTo>
                <a:close/>
              </a:path>
              <a:path w="4962525" h="2390775">
                <a:moveTo>
                  <a:pt x="723900" y="11379"/>
                </a:moveTo>
                <a:lnTo>
                  <a:pt x="723442" y="10261"/>
                </a:lnTo>
                <a:lnTo>
                  <a:pt x="721575" y="8394"/>
                </a:lnTo>
                <a:lnTo>
                  <a:pt x="720458" y="7924"/>
                </a:lnTo>
                <a:lnTo>
                  <a:pt x="717829" y="7924"/>
                </a:lnTo>
                <a:lnTo>
                  <a:pt x="716711" y="8394"/>
                </a:lnTo>
                <a:lnTo>
                  <a:pt x="714844" y="10261"/>
                </a:lnTo>
                <a:lnTo>
                  <a:pt x="714375" y="11379"/>
                </a:lnTo>
                <a:lnTo>
                  <a:pt x="714375" y="14008"/>
                </a:lnTo>
                <a:lnTo>
                  <a:pt x="714844" y="15125"/>
                </a:lnTo>
                <a:lnTo>
                  <a:pt x="716711" y="16992"/>
                </a:lnTo>
                <a:lnTo>
                  <a:pt x="717829" y="17449"/>
                </a:lnTo>
                <a:lnTo>
                  <a:pt x="720458" y="17449"/>
                </a:lnTo>
                <a:lnTo>
                  <a:pt x="721575" y="16992"/>
                </a:lnTo>
                <a:lnTo>
                  <a:pt x="723442" y="15125"/>
                </a:lnTo>
                <a:lnTo>
                  <a:pt x="723900" y="14008"/>
                </a:lnTo>
                <a:lnTo>
                  <a:pt x="723900" y="11379"/>
                </a:lnTo>
                <a:close/>
              </a:path>
              <a:path w="4962525" h="2390775">
                <a:moveTo>
                  <a:pt x="771525" y="1195654"/>
                </a:moveTo>
                <a:lnTo>
                  <a:pt x="771067" y="1194536"/>
                </a:lnTo>
                <a:lnTo>
                  <a:pt x="769200" y="1192669"/>
                </a:lnTo>
                <a:lnTo>
                  <a:pt x="768083" y="1192212"/>
                </a:lnTo>
                <a:lnTo>
                  <a:pt x="765454" y="1192212"/>
                </a:lnTo>
                <a:lnTo>
                  <a:pt x="764336" y="1192669"/>
                </a:lnTo>
                <a:lnTo>
                  <a:pt x="762469" y="1194536"/>
                </a:lnTo>
                <a:lnTo>
                  <a:pt x="762000" y="1195654"/>
                </a:lnTo>
                <a:lnTo>
                  <a:pt x="762000" y="1198283"/>
                </a:lnTo>
                <a:lnTo>
                  <a:pt x="762469" y="1199400"/>
                </a:lnTo>
                <a:lnTo>
                  <a:pt x="764336" y="1201267"/>
                </a:lnTo>
                <a:lnTo>
                  <a:pt x="765454" y="1201737"/>
                </a:lnTo>
                <a:lnTo>
                  <a:pt x="768083" y="1201737"/>
                </a:lnTo>
                <a:lnTo>
                  <a:pt x="769200" y="1201267"/>
                </a:lnTo>
                <a:lnTo>
                  <a:pt x="771067" y="1199400"/>
                </a:lnTo>
                <a:lnTo>
                  <a:pt x="771525" y="1198283"/>
                </a:lnTo>
                <a:lnTo>
                  <a:pt x="771525" y="1195654"/>
                </a:lnTo>
                <a:close/>
              </a:path>
              <a:path w="4962525" h="2390775">
                <a:moveTo>
                  <a:pt x="771525" y="11379"/>
                </a:moveTo>
                <a:lnTo>
                  <a:pt x="771067" y="10261"/>
                </a:lnTo>
                <a:lnTo>
                  <a:pt x="769200" y="8394"/>
                </a:lnTo>
                <a:lnTo>
                  <a:pt x="768083" y="7924"/>
                </a:lnTo>
                <a:lnTo>
                  <a:pt x="765454" y="7924"/>
                </a:lnTo>
                <a:lnTo>
                  <a:pt x="764336" y="8394"/>
                </a:lnTo>
                <a:lnTo>
                  <a:pt x="762469" y="10261"/>
                </a:lnTo>
                <a:lnTo>
                  <a:pt x="762000" y="11379"/>
                </a:lnTo>
                <a:lnTo>
                  <a:pt x="762000" y="14008"/>
                </a:lnTo>
                <a:lnTo>
                  <a:pt x="762469" y="15125"/>
                </a:lnTo>
                <a:lnTo>
                  <a:pt x="764336" y="16992"/>
                </a:lnTo>
                <a:lnTo>
                  <a:pt x="765454" y="17449"/>
                </a:lnTo>
                <a:lnTo>
                  <a:pt x="768083" y="17449"/>
                </a:lnTo>
                <a:lnTo>
                  <a:pt x="769200" y="16992"/>
                </a:lnTo>
                <a:lnTo>
                  <a:pt x="771067" y="15125"/>
                </a:lnTo>
                <a:lnTo>
                  <a:pt x="771525" y="14008"/>
                </a:lnTo>
                <a:lnTo>
                  <a:pt x="771525" y="11379"/>
                </a:lnTo>
                <a:close/>
              </a:path>
              <a:path w="4962525" h="2390775">
                <a:moveTo>
                  <a:pt x="819150" y="1195654"/>
                </a:moveTo>
                <a:lnTo>
                  <a:pt x="818692" y="1194536"/>
                </a:lnTo>
                <a:lnTo>
                  <a:pt x="816825" y="1192669"/>
                </a:lnTo>
                <a:lnTo>
                  <a:pt x="815708" y="1192212"/>
                </a:lnTo>
                <a:lnTo>
                  <a:pt x="813079" y="1192212"/>
                </a:lnTo>
                <a:lnTo>
                  <a:pt x="811961" y="1192669"/>
                </a:lnTo>
                <a:lnTo>
                  <a:pt x="810094" y="1194536"/>
                </a:lnTo>
                <a:lnTo>
                  <a:pt x="809625" y="1195654"/>
                </a:lnTo>
                <a:lnTo>
                  <a:pt x="809625" y="1198283"/>
                </a:lnTo>
                <a:lnTo>
                  <a:pt x="810094" y="1199400"/>
                </a:lnTo>
                <a:lnTo>
                  <a:pt x="811961" y="1201267"/>
                </a:lnTo>
                <a:lnTo>
                  <a:pt x="813079" y="1201737"/>
                </a:lnTo>
                <a:lnTo>
                  <a:pt x="815708" y="1201737"/>
                </a:lnTo>
                <a:lnTo>
                  <a:pt x="816825" y="1201267"/>
                </a:lnTo>
                <a:lnTo>
                  <a:pt x="818692" y="1199400"/>
                </a:lnTo>
                <a:lnTo>
                  <a:pt x="819150" y="1198283"/>
                </a:lnTo>
                <a:lnTo>
                  <a:pt x="819150" y="1195654"/>
                </a:lnTo>
                <a:close/>
              </a:path>
              <a:path w="4962525" h="2390775">
                <a:moveTo>
                  <a:pt x="819150" y="11379"/>
                </a:moveTo>
                <a:lnTo>
                  <a:pt x="818692" y="10261"/>
                </a:lnTo>
                <a:lnTo>
                  <a:pt x="816825" y="8394"/>
                </a:lnTo>
                <a:lnTo>
                  <a:pt x="815708" y="7924"/>
                </a:lnTo>
                <a:lnTo>
                  <a:pt x="813079" y="7924"/>
                </a:lnTo>
                <a:lnTo>
                  <a:pt x="811961" y="8394"/>
                </a:lnTo>
                <a:lnTo>
                  <a:pt x="810094" y="10261"/>
                </a:lnTo>
                <a:lnTo>
                  <a:pt x="809625" y="11379"/>
                </a:lnTo>
                <a:lnTo>
                  <a:pt x="809625" y="14008"/>
                </a:lnTo>
                <a:lnTo>
                  <a:pt x="810094" y="15125"/>
                </a:lnTo>
                <a:lnTo>
                  <a:pt x="811961" y="16992"/>
                </a:lnTo>
                <a:lnTo>
                  <a:pt x="813079" y="17449"/>
                </a:lnTo>
                <a:lnTo>
                  <a:pt x="815708" y="17449"/>
                </a:lnTo>
                <a:lnTo>
                  <a:pt x="816825" y="16992"/>
                </a:lnTo>
                <a:lnTo>
                  <a:pt x="818692" y="15125"/>
                </a:lnTo>
                <a:lnTo>
                  <a:pt x="819150" y="14008"/>
                </a:lnTo>
                <a:lnTo>
                  <a:pt x="819150" y="11379"/>
                </a:lnTo>
                <a:close/>
              </a:path>
              <a:path w="4962525" h="2390775">
                <a:moveTo>
                  <a:pt x="866775" y="1195654"/>
                </a:moveTo>
                <a:lnTo>
                  <a:pt x="866317" y="1194536"/>
                </a:lnTo>
                <a:lnTo>
                  <a:pt x="864450" y="1192669"/>
                </a:lnTo>
                <a:lnTo>
                  <a:pt x="863333" y="1192212"/>
                </a:lnTo>
                <a:lnTo>
                  <a:pt x="860704" y="1192212"/>
                </a:lnTo>
                <a:lnTo>
                  <a:pt x="859586" y="1192669"/>
                </a:lnTo>
                <a:lnTo>
                  <a:pt x="857719" y="1194536"/>
                </a:lnTo>
                <a:lnTo>
                  <a:pt x="857250" y="1195654"/>
                </a:lnTo>
                <a:lnTo>
                  <a:pt x="857250" y="1198283"/>
                </a:lnTo>
                <a:lnTo>
                  <a:pt x="857719" y="1199400"/>
                </a:lnTo>
                <a:lnTo>
                  <a:pt x="859586" y="1201267"/>
                </a:lnTo>
                <a:lnTo>
                  <a:pt x="860704" y="1201737"/>
                </a:lnTo>
                <a:lnTo>
                  <a:pt x="863333" y="1201737"/>
                </a:lnTo>
                <a:lnTo>
                  <a:pt x="864450" y="1201267"/>
                </a:lnTo>
                <a:lnTo>
                  <a:pt x="866317" y="1199400"/>
                </a:lnTo>
                <a:lnTo>
                  <a:pt x="866775" y="1198283"/>
                </a:lnTo>
                <a:lnTo>
                  <a:pt x="866775" y="1195654"/>
                </a:lnTo>
                <a:close/>
              </a:path>
              <a:path w="4962525" h="2390775">
                <a:moveTo>
                  <a:pt x="866775" y="11379"/>
                </a:moveTo>
                <a:lnTo>
                  <a:pt x="866317" y="10261"/>
                </a:lnTo>
                <a:lnTo>
                  <a:pt x="864450" y="8394"/>
                </a:lnTo>
                <a:lnTo>
                  <a:pt x="863333" y="7924"/>
                </a:lnTo>
                <a:lnTo>
                  <a:pt x="860704" y="7924"/>
                </a:lnTo>
                <a:lnTo>
                  <a:pt x="859586" y="8394"/>
                </a:lnTo>
                <a:lnTo>
                  <a:pt x="857719" y="10261"/>
                </a:lnTo>
                <a:lnTo>
                  <a:pt x="857250" y="11379"/>
                </a:lnTo>
                <a:lnTo>
                  <a:pt x="857250" y="14008"/>
                </a:lnTo>
                <a:lnTo>
                  <a:pt x="857719" y="15125"/>
                </a:lnTo>
                <a:lnTo>
                  <a:pt x="859586" y="16992"/>
                </a:lnTo>
                <a:lnTo>
                  <a:pt x="860704" y="17449"/>
                </a:lnTo>
                <a:lnTo>
                  <a:pt x="863333" y="17449"/>
                </a:lnTo>
                <a:lnTo>
                  <a:pt x="864450" y="16992"/>
                </a:lnTo>
                <a:lnTo>
                  <a:pt x="866317" y="15125"/>
                </a:lnTo>
                <a:lnTo>
                  <a:pt x="866775" y="14008"/>
                </a:lnTo>
                <a:lnTo>
                  <a:pt x="866775" y="11379"/>
                </a:lnTo>
                <a:close/>
              </a:path>
              <a:path w="4962525" h="2390775">
                <a:moveTo>
                  <a:pt x="914400" y="1195654"/>
                </a:moveTo>
                <a:lnTo>
                  <a:pt x="913942" y="1194536"/>
                </a:lnTo>
                <a:lnTo>
                  <a:pt x="912075" y="1192669"/>
                </a:lnTo>
                <a:lnTo>
                  <a:pt x="910958" y="1192212"/>
                </a:lnTo>
                <a:lnTo>
                  <a:pt x="908329" y="1192212"/>
                </a:lnTo>
                <a:lnTo>
                  <a:pt x="907211" y="1192669"/>
                </a:lnTo>
                <a:lnTo>
                  <a:pt x="905344" y="1194536"/>
                </a:lnTo>
                <a:lnTo>
                  <a:pt x="904875" y="1195654"/>
                </a:lnTo>
                <a:lnTo>
                  <a:pt x="904875" y="1198283"/>
                </a:lnTo>
                <a:lnTo>
                  <a:pt x="905344" y="1199400"/>
                </a:lnTo>
                <a:lnTo>
                  <a:pt x="907211" y="1201267"/>
                </a:lnTo>
                <a:lnTo>
                  <a:pt x="908329" y="1201737"/>
                </a:lnTo>
                <a:lnTo>
                  <a:pt x="910958" y="1201737"/>
                </a:lnTo>
                <a:lnTo>
                  <a:pt x="912075" y="1201267"/>
                </a:lnTo>
                <a:lnTo>
                  <a:pt x="913942" y="1199400"/>
                </a:lnTo>
                <a:lnTo>
                  <a:pt x="914400" y="1198283"/>
                </a:lnTo>
                <a:lnTo>
                  <a:pt x="914400" y="1195654"/>
                </a:lnTo>
                <a:close/>
              </a:path>
              <a:path w="4962525" h="2390775">
                <a:moveTo>
                  <a:pt x="914400" y="11379"/>
                </a:moveTo>
                <a:lnTo>
                  <a:pt x="913942" y="10261"/>
                </a:lnTo>
                <a:lnTo>
                  <a:pt x="912075" y="8394"/>
                </a:lnTo>
                <a:lnTo>
                  <a:pt x="910958" y="7924"/>
                </a:lnTo>
                <a:lnTo>
                  <a:pt x="908329" y="7924"/>
                </a:lnTo>
                <a:lnTo>
                  <a:pt x="907211" y="8394"/>
                </a:lnTo>
                <a:lnTo>
                  <a:pt x="905344" y="10261"/>
                </a:lnTo>
                <a:lnTo>
                  <a:pt x="904875" y="11379"/>
                </a:lnTo>
                <a:lnTo>
                  <a:pt x="904875" y="14008"/>
                </a:lnTo>
                <a:lnTo>
                  <a:pt x="905344" y="15125"/>
                </a:lnTo>
                <a:lnTo>
                  <a:pt x="907211" y="16992"/>
                </a:lnTo>
                <a:lnTo>
                  <a:pt x="908329" y="17449"/>
                </a:lnTo>
                <a:lnTo>
                  <a:pt x="910958" y="17449"/>
                </a:lnTo>
                <a:lnTo>
                  <a:pt x="912075" y="16992"/>
                </a:lnTo>
                <a:lnTo>
                  <a:pt x="913942" y="15125"/>
                </a:lnTo>
                <a:lnTo>
                  <a:pt x="914400" y="14008"/>
                </a:lnTo>
                <a:lnTo>
                  <a:pt x="914400" y="11379"/>
                </a:lnTo>
                <a:close/>
              </a:path>
              <a:path w="4962525" h="2390775">
                <a:moveTo>
                  <a:pt x="962025" y="1195654"/>
                </a:moveTo>
                <a:lnTo>
                  <a:pt x="961567" y="1194536"/>
                </a:lnTo>
                <a:lnTo>
                  <a:pt x="959700" y="1192669"/>
                </a:lnTo>
                <a:lnTo>
                  <a:pt x="958583" y="1192212"/>
                </a:lnTo>
                <a:lnTo>
                  <a:pt x="955954" y="1192212"/>
                </a:lnTo>
                <a:lnTo>
                  <a:pt x="954836" y="1192669"/>
                </a:lnTo>
                <a:lnTo>
                  <a:pt x="952969" y="1194536"/>
                </a:lnTo>
                <a:lnTo>
                  <a:pt x="952500" y="1195654"/>
                </a:lnTo>
                <a:lnTo>
                  <a:pt x="952500" y="1198283"/>
                </a:lnTo>
                <a:lnTo>
                  <a:pt x="952969" y="1199400"/>
                </a:lnTo>
                <a:lnTo>
                  <a:pt x="954836" y="1201267"/>
                </a:lnTo>
                <a:lnTo>
                  <a:pt x="955954" y="1201737"/>
                </a:lnTo>
                <a:lnTo>
                  <a:pt x="958583" y="1201737"/>
                </a:lnTo>
                <a:lnTo>
                  <a:pt x="959700" y="1201267"/>
                </a:lnTo>
                <a:lnTo>
                  <a:pt x="961567" y="1199400"/>
                </a:lnTo>
                <a:lnTo>
                  <a:pt x="962025" y="1198283"/>
                </a:lnTo>
                <a:lnTo>
                  <a:pt x="962025" y="1195654"/>
                </a:lnTo>
                <a:close/>
              </a:path>
              <a:path w="4962525" h="2390775">
                <a:moveTo>
                  <a:pt x="962025" y="11379"/>
                </a:moveTo>
                <a:lnTo>
                  <a:pt x="961567" y="10261"/>
                </a:lnTo>
                <a:lnTo>
                  <a:pt x="959700" y="8394"/>
                </a:lnTo>
                <a:lnTo>
                  <a:pt x="958583" y="7924"/>
                </a:lnTo>
                <a:lnTo>
                  <a:pt x="955954" y="7924"/>
                </a:lnTo>
                <a:lnTo>
                  <a:pt x="954836" y="8394"/>
                </a:lnTo>
                <a:lnTo>
                  <a:pt x="952969" y="10261"/>
                </a:lnTo>
                <a:lnTo>
                  <a:pt x="952500" y="11379"/>
                </a:lnTo>
                <a:lnTo>
                  <a:pt x="952500" y="14008"/>
                </a:lnTo>
                <a:lnTo>
                  <a:pt x="952969" y="15125"/>
                </a:lnTo>
                <a:lnTo>
                  <a:pt x="954836" y="16992"/>
                </a:lnTo>
                <a:lnTo>
                  <a:pt x="955954" y="17449"/>
                </a:lnTo>
                <a:lnTo>
                  <a:pt x="958583" y="17449"/>
                </a:lnTo>
                <a:lnTo>
                  <a:pt x="959700" y="16992"/>
                </a:lnTo>
                <a:lnTo>
                  <a:pt x="961567" y="15125"/>
                </a:lnTo>
                <a:lnTo>
                  <a:pt x="962025" y="14008"/>
                </a:lnTo>
                <a:lnTo>
                  <a:pt x="962025" y="11379"/>
                </a:lnTo>
                <a:close/>
              </a:path>
              <a:path w="4962525" h="2390775">
                <a:moveTo>
                  <a:pt x="1009650" y="1195654"/>
                </a:moveTo>
                <a:lnTo>
                  <a:pt x="1009192" y="1194536"/>
                </a:lnTo>
                <a:lnTo>
                  <a:pt x="1007325" y="1192669"/>
                </a:lnTo>
                <a:lnTo>
                  <a:pt x="1006208" y="1192212"/>
                </a:lnTo>
                <a:lnTo>
                  <a:pt x="1003579" y="1192212"/>
                </a:lnTo>
                <a:lnTo>
                  <a:pt x="1002461" y="1192669"/>
                </a:lnTo>
                <a:lnTo>
                  <a:pt x="1000594" y="1194536"/>
                </a:lnTo>
                <a:lnTo>
                  <a:pt x="1000125" y="1195654"/>
                </a:lnTo>
                <a:lnTo>
                  <a:pt x="1000125" y="1198283"/>
                </a:lnTo>
                <a:lnTo>
                  <a:pt x="1000594" y="1199400"/>
                </a:lnTo>
                <a:lnTo>
                  <a:pt x="1002461" y="1201267"/>
                </a:lnTo>
                <a:lnTo>
                  <a:pt x="1003579" y="1201737"/>
                </a:lnTo>
                <a:lnTo>
                  <a:pt x="1006208" y="1201737"/>
                </a:lnTo>
                <a:lnTo>
                  <a:pt x="1007325" y="1201267"/>
                </a:lnTo>
                <a:lnTo>
                  <a:pt x="1009192" y="1199400"/>
                </a:lnTo>
                <a:lnTo>
                  <a:pt x="1009650" y="1198283"/>
                </a:lnTo>
                <a:lnTo>
                  <a:pt x="1009650" y="1195654"/>
                </a:lnTo>
                <a:close/>
              </a:path>
              <a:path w="4962525" h="2390775">
                <a:moveTo>
                  <a:pt x="1009650" y="11379"/>
                </a:moveTo>
                <a:lnTo>
                  <a:pt x="1009192" y="10261"/>
                </a:lnTo>
                <a:lnTo>
                  <a:pt x="1007325" y="8394"/>
                </a:lnTo>
                <a:lnTo>
                  <a:pt x="1006208" y="7924"/>
                </a:lnTo>
                <a:lnTo>
                  <a:pt x="1003579" y="7924"/>
                </a:lnTo>
                <a:lnTo>
                  <a:pt x="1002461" y="8394"/>
                </a:lnTo>
                <a:lnTo>
                  <a:pt x="1000594" y="10261"/>
                </a:lnTo>
                <a:lnTo>
                  <a:pt x="1000125" y="11379"/>
                </a:lnTo>
                <a:lnTo>
                  <a:pt x="1000125" y="14008"/>
                </a:lnTo>
                <a:lnTo>
                  <a:pt x="1000594" y="15125"/>
                </a:lnTo>
                <a:lnTo>
                  <a:pt x="1002461" y="16992"/>
                </a:lnTo>
                <a:lnTo>
                  <a:pt x="1003579" y="17449"/>
                </a:lnTo>
                <a:lnTo>
                  <a:pt x="1006208" y="17449"/>
                </a:lnTo>
                <a:lnTo>
                  <a:pt x="1007325" y="16992"/>
                </a:lnTo>
                <a:lnTo>
                  <a:pt x="1009192" y="15125"/>
                </a:lnTo>
                <a:lnTo>
                  <a:pt x="1009650" y="14008"/>
                </a:lnTo>
                <a:lnTo>
                  <a:pt x="1009650" y="11379"/>
                </a:lnTo>
                <a:close/>
              </a:path>
              <a:path w="4962525" h="2390775">
                <a:moveTo>
                  <a:pt x="1057275" y="1195654"/>
                </a:moveTo>
                <a:lnTo>
                  <a:pt x="1056817" y="1194536"/>
                </a:lnTo>
                <a:lnTo>
                  <a:pt x="1054950" y="1192669"/>
                </a:lnTo>
                <a:lnTo>
                  <a:pt x="1053833" y="1192212"/>
                </a:lnTo>
                <a:lnTo>
                  <a:pt x="1051204" y="1192212"/>
                </a:lnTo>
                <a:lnTo>
                  <a:pt x="1050086" y="1192669"/>
                </a:lnTo>
                <a:lnTo>
                  <a:pt x="1048219" y="1194536"/>
                </a:lnTo>
                <a:lnTo>
                  <a:pt x="1047750" y="1195654"/>
                </a:lnTo>
                <a:lnTo>
                  <a:pt x="1047750" y="1198283"/>
                </a:lnTo>
                <a:lnTo>
                  <a:pt x="1048219" y="1199400"/>
                </a:lnTo>
                <a:lnTo>
                  <a:pt x="1050086" y="1201267"/>
                </a:lnTo>
                <a:lnTo>
                  <a:pt x="1051204" y="1201737"/>
                </a:lnTo>
                <a:lnTo>
                  <a:pt x="1053833" y="1201737"/>
                </a:lnTo>
                <a:lnTo>
                  <a:pt x="1054950" y="1201267"/>
                </a:lnTo>
                <a:lnTo>
                  <a:pt x="1056817" y="1199400"/>
                </a:lnTo>
                <a:lnTo>
                  <a:pt x="1057275" y="1198283"/>
                </a:lnTo>
                <a:lnTo>
                  <a:pt x="1057275" y="1195654"/>
                </a:lnTo>
                <a:close/>
              </a:path>
              <a:path w="4962525" h="2390775">
                <a:moveTo>
                  <a:pt x="1057275" y="11379"/>
                </a:moveTo>
                <a:lnTo>
                  <a:pt x="1056817" y="10261"/>
                </a:lnTo>
                <a:lnTo>
                  <a:pt x="1054950" y="8394"/>
                </a:lnTo>
                <a:lnTo>
                  <a:pt x="1053833" y="7924"/>
                </a:lnTo>
                <a:lnTo>
                  <a:pt x="1051204" y="7924"/>
                </a:lnTo>
                <a:lnTo>
                  <a:pt x="1050086" y="8394"/>
                </a:lnTo>
                <a:lnTo>
                  <a:pt x="1048219" y="10261"/>
                </a:lnTo>
                <a:lnTo>
                  <a:pt x="1047750" y="11379"/>
                </a:lnTo>
                <a:lnTo>
                  <a:pt x="1047750" y="14008"/>
                </a:lnTo>
                <a:lnTo>
                  <a:pt x="1048219" y="15125"/>
                </a:lnTo>
                <a:lnTo>
                  <a:pt x="1050086" y="16992"/>
                </a:lnTo>
                <a:lnTo>
                  <a:pt x="1051204" y="17449"/>
                </a:lnTo>
                <a:lnTo>
                  <a:pt x="1053833" y="17449"/>
                </a:lnTo>
                <a:lnTo>
                  <a:pt x="1054950" y="16992"/>
                </a:lnTo>
                <a:lnTo>
                  <a:pt x="1056817" y="15125"/>
                </a:lnTo>
                <a:lnTo>
                  <a:pt x="1057275" y="14008"/>
                </a:lnTo>
                <a:lnTo>
                  <a:pt x="1057275" y="11379"/>
                </a:lnTo>
                <a:close/>
              </a:path>
              <a:path w="4962525" h="2390775">
                <a:moveTo>
                  <a:pt x="1104900" y="1195654"/>
                </a:moveTo>
                <a:lnTo>
                  <a:pt x="1104442" y="1194536"/>
                </a:lnTo>
                <a:lnTo>
                  <a:pt x="1102575" y="1192669"/>
                </a:lnTo>
                <a:lnTo>
                  <a:pt x="1101458" y="1192212"/>
                </a:lnTo>
                <a:lnTo>
                  <a:pt x="1098829" y="1192212"/>
                </a:lnTo>
                <a:lnTo>
                  <a:pt x="1097711" y="1192669"/>
                </a:lnTo>
                <a:lnTo>
                  <a:pt x="1095844" y="1194536"/>
                </a:lnTo>
                <a:lnTo>
                  <a:pt x="1095375" y="1195654"/>
                </a:lnTo>
                <a:lnTo>
                  <a:pt x="1095375" y="1198283"/>
                </a:lnTo>
                <a:lnTo>
                  <a:pt x="1095844" y="1199400"/>
                </a:lnTo>
                <a:lnTo>
                  <a:pt x="1097711" y="1201267"/>
                </a:lnTo>
                <a:lnTo>
                  <a:pt x="1098829" y="1201737"/>
                </a:lnTo>
                <a:lnTo>
                  <a:pt x="1101458" y="1201737"/>
                </a:lnTo>
                <a:lnTo>
                  <a:pt x="1102575" y="1201267"/>
                </a:lnTo>
                <a:lnTo>
                  <a:pt x="1104442" y="1199400"/>
                </a:lnTo>
                <a:lnTo>
                  <a:pt x="1104900" y="1198283"/>
                </a:lnTo>
                <a:lnTo>
                  <a:pt x="1104900" y="1195654"/>
                </a:lnTo>
                <a:close/>
              </a:path>
              <a:path w="4962525" h="2390775">
                <a:moveTo>
                  <a:pt x="1104900" y="11379"/>
                </a:moveTo>
                <a:lnTo>
                  <a:pt x="1104442" y="10261"/>
                </a:lnTo>
                <a:lnTo>
                  <a:pt x="1102575" y="8394"/>
                </a:lnTo>
                <a:lnTo>
                  <a:pt x="1101458" y="7924"/>
                </a:lnTo>
                <a:lnTo>
                  <a:pt x="1098829" y="7924"/>
                </a:lnTo>
                <a:lnTo>
                  <a:pt x="1097711" y="8394"/>
                </a:lnTo>
                <a:lnTo>
                  <a:pt x="1095844" y="10261"/>
                </a:lnTo>
                <a:lnTo>
                  <a:pt x="1095375" y="11379"/>
                </a:lnTo>
                <a:lnTo>
                  <a:pt x="1095375" y="14008"/>
                </a:lnTo>
                <a:lnTo>
                  <a:pt x="1095844" y="15125"/>
                </a:lnTo>
                <a:lnTo>
                  <a:pt x="1097711" y="16992"/>
                </a:lnTo>
                <a:lnTo>
                  <a:pt x="1098829" y="17449"/>
                </a:lnTo>
                <a:lnTo>
                  <a:pt x="1101458" y="17449"/>
                </a:lnTo>
                <a:lnTo>
                  <a:pt x="1102575" y="16992"/>
                </a:lnTo>
                <a:lnTo>
                  <a:pt x="1104442" y="15125"/>
                </a:lnTo>
                <a:lnTo>
                  <a:pt x="1104900" y="14008"/>
                </a:lnTo>
                <a:lnTo>
                  <a:pt x="1104900" y="11379"/>
                </a:lnTo>
                <a:close/>
              </a:path>
              <a:path w="4962525" h="2390775">
                <a:moveTo>
                  <a:pt x="1152525" y="1195654"/>
                </a:moveTo>
                <a:lnTo>
                  <a:pt x="1152067" y="1194536"/>
                </a:lnTo>
                <a:lnTo>
                  <a:pt x="1150200" y="1192669"/>
                </a:lnTo>
                <a:lnTo>
                  <a:pt x="1149083" y="1192212"/>
                </a:lnTo>
                <a:lnTo>
                  <a:pt x="1146454" y="1192212"/>
                </a:lnTo>
                <a:lnTo>
                  <a:pt x="1145336" y="1192669"/>
                </a:lnTo>
                <a:lnTo>
                  <a:pt x="1143469" y="1194536"/>
                </a:lnTo>
                <a:lnTo>
                  <a:pt x="1143000" y="1195654"/>
                </a:lnTo>
                <a:lnTo>
                  <a:pt x="1143000" y="1198283"/>
                </a:lnTo>
                <a:lnTo>
                  <a:pt x="1143469" y="1199400"/>
                </a:lnTo>
                <a:lnTo>
                  <a:pt x="1145336" y="1201267"/>
                </a:lnTo>
                <a:lnTo>
                  <a:pt x="1146454" y="1201737"/>
                </a:lnTo>
                <a:lnTo>
                  <a:pt x="1149083" y="1201737"/>
                </a:lnTo>
                <a:lnTo>
                  <a:pt x="1150200" y="1201267"/>
                </a:lnTo>
                <a:lnTo>
                  <a:pt x="1152067" y="1199400"/>
                </a:lnTo>
                <a:lnTo>
                  <a:pt x="1152525" y="1198283"/>
                </a:lnTo>
                <a:lnTo>
                  <a:pt x="1152525" y="1195654"/>
                </a:lnTo>
                <a:close/>
              </a:path>
              <a:path w="4962525" h="2390775">
                <a:moveTo>
                  <a:pt x="1152525" y="11379"/>
                </a:moveTo>
                <a:lnTo>
                  <a:pt x="1152067" y="10261"/>
                </a:lnTo>
                <a:lnTo>
                  <a:pt x="1150200" y="8394"/>
                </a:lnTo>
                <a:lnTo>
                  <a:pt x="1149083" y="7924"/>
                </a:lnTo>
                <a:lnTo>
                  <a:pt x="1146454" y="7924"/>
                </a:lnTo>
                <a:lnTo>
                  <a:pt x="1145336" y="8394"/>
                </a:lnTo>
                <a:lnTo>
                  <a:pt x="1143469" y="10261"/>
                </a:lnTo>
                <a:lnTo>
                  <a:pt x="1143000" y="11379"/>
                </a:lnTo>
                <a:lnTo>
                  <a:pt x="1143000" y="14008"/>
                </a:lnTo>
                <a:lnTo>
                  <a:pt x="1143469" y="15125"/>
                </a:lnTo>
                <a:lnTo>
                  <a:pt x="1145336" y="16992"/>
                </a:lnTo>
                <a:lnTo>
                  <a:pt x="1146454" y="17449"/>
                </a:lnTo>
                <a:lnTo>
                  <a:pt x="1149083" y="17449"/>
                </a:lnTo>
                <a:lnTo>
                  <a:pt x="1150200" y="16992"/>
                </a:lnTo>
                <a:lnTo>
                  <a:pt x="1152067" y="15125"/>
                </a:lnTo>
                <a:lnTo>
                  <a:pt x="1152525" y="14008"/>
                </a:lnTo>
                <a:lnTo>
                  <a:pt x="1152525" y="11379"/>
                </a:lnTo>
                <a:close/>
              </a:path>
              <a:path w="4962525" h="2390775">
                <a:moveTo>
                  <a:pt x="1200150" y="1195654"/>
                </a:moveTo>
                <a:lnTo>
                  <a:pt x="1199692" y="1194536"/>
                </a:lnTo>
                <a:lnTo>
                  <a:pt x="1197825" y="1192669"/>
                </a:lnTo>
                <a:lnTo>
                  <a:pt x="1196708" y="1192212"/>
                </a:lnTo>
                <a:lnTo>
                  <a:pt x="1194079" y="1192212"/>
                </a:lnTo>
                <a:lnTo>
                  <a:pt x="1192961" y="1192669"/>
                </a:lnTo>
                <a:lnTo>
                  <a:pt x="1191094" y="1194536"/>
                </a:lnTo>
                <a:lnTo>
                  <a:pt x="1190625" y="1195654"/>
                </a:lnTo>
                <a:lnTo>
                  <a:pt x="1190625" y="1198283"/>
                </a:lnTo>
                <a:lnTo>
                  <a:pt x="1191094" y="1199400"/>
                </a:lnTo>
                <a:lnTo>
                  <a:pt x="1192961" y="1201267"/>
                </a:lnTo>
                <a:lnTo>
                  <a:pt x="1194079" y="1201737"/>
                </a:lnTo>
                <a:lnTo>
                  <a:pt x="1196708" y="1201737"/>
                </a:lnTo>
                <a:lnTo>
                  <a:pt x="1197825" y="1201267"/>
                </a:lnTo>
                <a:lnTo>
                  <a:pt x="1199692" y="1199400"/>
                </a:lnTo>
                <a:lnTo>
                  <a:pt x="1200150" y="1198283"/>
                </a:lnTo>
                <a:lnTo>
                  <a:pt x="1200150" y="1195654"/>
                </a:lnTo>
                <a:close/>
              </a:path>
              <a:path w="4962525" h="2390775">
                <a:moveTo>
                  <a:pt x="1200150" y="11379"/>
                </a:moveTo>
                <a:lnTo>
                  <a:pt x="1199692" y="10261"/>
                </a:lnTo>
                <a:lnTo>
                  <a:pt x="1197825" y="8394"/>
                </a:lnTo>
                <a:lnTo>
                  <a:pt x="1196708" y="7924"/>
                </a:lnTo>
                <a:lnTo>
                  <a:pt x="1194079" y="7924"/>
                </a:lnTo>
                <a:lnTo>
                  <a:pt x="1192961" y="8394"/>
                </a:lnTo>
                <a:lnTo>
                  <a:pt x="1191094" y="10261"/>
                </a:lnTo>
                <a:lnTo>
                  <a:pt x="1190625" y="11379"/>
                </a:lnTo>
                <a:lnTo>
                  <a:pt x="1190625" y="14008"/>
                </a:lnTo>
                <a:lnTo>
                  <a:pt x="1191094" y="15125"/>
                </a:lnTo>
                <a:lnTo>
                  <a:pt x="1192961" y="16992"/>
                </a:lnTo>
                <a:lnTo>
                  <a:pt x="1194079" y="17449"/>
                </a:lnTo>
                <a:lnTo>
                  <a:pt x="1196708" y="17449"/>
                </a:lnTo>
                <a:lnTo>
                  <a:pt x="1197825" y="16992"/>
                </a:lnTo>
                <a:lnTo>
                  <a:pt x="1199692" y="15125"/>
                </a:lnTo>
                <a:lnTo>
                  <a:pt x="1200150" y="14008"/>
                </a:lnTo>
                <a:lnTo>
                  <a:pt x="1200150" y="11379"/>
                </a:lnTo>
                <a:close/>
              </a:path>
              <a:path w="4962525" h="2390775">
                <a:moveTo>
                  <a:pt x="1247775" y="1195654"/>
                </a:moveTo>
                <a:lnTo>
                  <a:pt x="1247317" y="1194536"/>
                </a:lnTo>
                <a:lnTo>
                  <a:pt x="1245450" y="1192669"/>
                </a:lnTo>
                <a:lnTo>
                  <a:pt x="1244333" y="1192212"/>
                </a:lnTo>
                <a:lnTo>
                  <a:pt x="1241704" y="1192212"/>
                </a:lnTo>
                <a:lnTo>
                  <a:pt x="1240586" y="1192669"/>
                </a:lnTo>
                <a:lnTo>
                  <a:pt x="1238719" y="1194536"/>
                </a:lnTo>
                <a:lnTo>
                  <a:pt x="1238250" y="1195654"/>
                </a:lnTo>
                <a:lnTo>
                  <a:pt x="1238250" y="1198283"/>
                </a:lnTo>
                <a:lnTo>
                  <a:pt x="1238719" y="1199400"/>
                </a:lnTo>
                <a:lnTo>
                  <a:pt x="1240586" y="1201267"/>
                </a:lnTo>
                <a:lnTo>
                  <a:pt x="1241704" y="1201737"/>
                </a:lnTo>
                <a:lnTo>
                  <a:pt x="1244333" y="1201737"/>
                </a:lnTo>
                <a:lnTo>
                  <a:pt x="1245450" y="1201267"/>
                </a:lnTo>
                <a:lnTo>
                  <a:pt x="1247317" y="1199400"/>
                </a:lnTo>
                <a:lnTo>
                  <a:pt x="1247775" y="1198283"/>
                </a:lnTo>
                <a:lnTo>
                  <a:pt x="1247775" y="1195654"/>
                </a:lnTo>
                <a:close/>
              </a:path>
              <a:path w="4962525" h="2390775">
                <a:moveTo>
                  <a:pt x="1247775" y="11379"/>
                </a:moveTo>
                <a:lnTo>
                  <a:pt x="1247317" y="10261"/>
                </a:lnTo>
                <a:lnTo>
                  <a:pt x="1245450" y="8394"/>
                </a:lnTo>
                <a:lnTo>
                  <a:pt x="1244333" y="7924"/>
                </a:lnTo>
                <a:lnTo>
                  <a:pt x="1241704" y="7924"/>
                </a:lnTo>
                <a:lnTo>
                  <a:pt x="1240586" y="8394"/>
                </a:lnTo>
                <a:lnTo>
                  <a:pt x="1238719" y="10261"/>
                </a:lnTo>
                <a:lnTo>
                  <a:pt x="1238250" y="11379"/>
                </a:lnTo>
                <a:lnTo>
                  <a:pt x="1238250" y="14008"/>
                </a:lnTo>
                <a:lnTo>
                  <a:pt x="1238719" y="15125"/>
                </a:lnTo>
                <a:lnTo>
                  <a:pt x="1240586" y="16992"/>
                </a:lnTo>
                <a:lnTo>
                  <a:pt x="1241704" y="17449"/>
                </a:lnTo>
                <a:lnTo>
                  <a:pt x="1244333" y="17449"/>
                </a:lnTo>
                <a:lnTo>
                  <a:pt x="1245450" y="16992"/>
                </a:lnTo>
                <a:lnTo>
                  <a:pt x="1247317" y="15125"/>
                </a:lnTo>
                <a:lnTo>
                  <a:pt x="1247775" y="14008"/>
                </a:lnTo>
                <a:lnTo>
                  <a:pt x="1247775" y="11379"/>
                </a:lnTo>
                <a:close/>
              </a:path>
              <a:path w="4962525" h="2390775">
                <a:moveTo>
                  <a:pt x="1295400" y="1195654"/>
                </a:moveTo>
                <a:lnTo>
                  <a:pt x="1294942" y="1194536"/>
                </a:lnTo>
                <a:lnTo>
                  <a:pt x="1293075" y="1192669"/>
                </a:lnTo>
                <a:lnTo>
                  <a:pt x="1291958" y="1192212"/>
                </a:lnTo>
                <a:lnTo>
                  <a:pt x="1289329" y="1192212"/>
                </a:lnTo>
                <a:lnTo>
                  <a:pt x="1288211" y="1192669"/>
                </a:lnTo>
                <a:lnTo>
                  <a:pt x="1286344" y="1194536"/>
                </a:lnTo>
                <a:lnTo>
                  <a:pt x="1285875" y="1195654"/>
                </a:lnTo>
                <a:lnTo>
                  <a:pt x="1285875" y="1198283"/>
                </a:lnTo>
                <a:lnTo>
                  <a:pt x="1286344" y="1199400"/>
                </a:lnTo>
                <a:lnTo>
                  <a:pt x="1288211" y="1201267"/>
                </a:lnTo>
                <a:lnTo>
                  <a:pt x="1289329" y="1201737"/>
                </a:lnTo>
                <a:lnTo>
                  <a:pt x="1291958" y="1201737"/>
                </a:lnTo>
                <a:lnTo>
                  <a:pt x="1293075" y="1201267"/>
                </a:lnTo>
                <a:lnTo>
                  <a:pt x="1294942" y="1199400"/>
                </a:lnTo>
                <a:lnTo>
                  <a:pt x="1295400" y="1198283"/>
                </a:lnTo>
                <a:lnTo>
                  <a:pt x="1295400" y="1195654"/>
                </a:lnTo>
                <a:close/>
              </a:path>
              <a:path w="4962525" h="2390775">
                <a:moveTo>
                  <a:pt x="1295400" y="11379"/>
                </a:moveTo>
                <a:lnTo>
                  <a:pt x="1294942" y="10261"/>
                </a:lnTo>
                <a:lnTo>
                  <a:pt x="1293075" y="8394"/>
                </a:lnTo>
                <a:lnTo>
                  <a:pt x="1291958" y="7924"/>
                </a:lnTo>
                <a:lnTo>
                  <a:pt x="1289329" y="7924"/>
                </a:lnTo>
                <a:lnTo>
                  <a:pt x="1288211" y="8394"/>
                </a:lnTo>
                <a:lnTo>
                  <a:pt x="1286344" y="10261"/>
                </a:lnTo>
                <a:lnTo>
                  <a:pt x="1285875" y="11379"/>
                </a:lnTo>
                <a:lnTo>
                  <a:pt x="1285875" y="14008"/>
                </a:lnTo>
                <a:lnTo>
                  <a:pt x="1286344" y="15125"/>
                </a:lnTo>
                <a:lnTo>
                  <a:pt x="1288211" y="16992"/>
                </a:lnTo>
                <a:lnTo>
                  <a:pt x="1289329" y="17449"/>
                </a:lnTo>
                <a:lnTo>
                  <a:pt x="1291958" y="17449"/>
                </a:lnTo>
                <a:lnTo>
                  <a:pt x="1293075" y="16992"/>
                </a:lnTo>
                <a:lnTo>
                  <a:pt x="1294942" y="15125"/>
                </a:lnTo>
                <a:lnTo>
                  <a:pt x="1295400" y="14008"/>
                </a:lnTo>
                <a:lnTo>
                  <a:pt x="1295400" y="11379"/>
                </a:lnTo>
                <a:close/>
              </a:path>
              <a:path w="4962525" h="2390775">
                <a:moveTo>
                  <a:pt x="1343025" y="1195654"/>
                </a:moveTo>
                <a:lnTo>
                  <a:pt x="1342567" y="1194536"/>
                </a:lnTo>
                <a:lnTo>
                  <a:pt x="1340700" y="1192669"/>
                </a:lnTo>
                <a:lnTo>
                  <a:pt x="1339583" y="1192212"/>
                </a:lnTo>
                <a:lnTo>
                  <a:pt x="1336954" y="1192212"/>
                </a:lnTo>
                <a:lnTo>
                  <a:pt x="1335836" y="1192669"/>
                </a:lnTo>
                <a:lnTo>
                  <a:pt x="1333969" y="1194536"/>
                </a:lnTo>
                <a:lnTo>
                  <a:pt x="1333500" y="1195654"/>
                </a:lnTo>
                <a:lnTo>
                  <a:pt x="1333500" y="1198283"/>
                </a:lnTo>
                <a:lnTo>
                  <a:pt x="1333969" y="1199400"/>
                </a:lnTo>
                <a:lnTo>
                  <a:pt x="1335836" y="1201267"/>
                </a:lnTo>
                <a:lnTo>
                  <a:pt x="1336954" y="1201737"/>
                </a:lnTo>
                <a:lnTo>
                  <a:pt x="1339583" y="1201737"/>
                </a:lnTo>
                <a:lnTo>
                  <a:pt x="1340700" y="1201267"/>
                </a:lnTo>
                <a:lnTo>
                  <a:pt x="1342567" y="1199400"/>
                </a:lnTo>
                <a:lnTo>
                  <a:pt x="1343025" y="1198283"/>
                </a:lnTo>
                <a:lnTo>
                  <a:pt x="1343025" y="1195654"/>
                </a:lnTo>
                <a:close/>
              </a:path>
              <a:path w="4962525" h="2390775">
                <a:moveTo>
                  <a:pt x="1343025" y="11379"/>
                </a:moveTo>
                <a:lnTo>
                  <a:pt x="1342567" y="10261"/>
                </a:lnTo>
                <a:lnTo>
                  <a:pt x="1340700" y="8394"/>
                </a:lnTo>
                <a:lnTo>
                  <a:pt x="1339583" y="7924"/>
                </a:lnTo>
                <a:lnTo>
                  <a:pt x="1336954" y="7924"/>
                </a:lnTo>
                <a:lnTo>
                  <a:pt x="1335836" y="8394"/>
                </a:lnTo>
                <a:lnTo>
                  <a:pt x="1333969" y="10261"/>
                </a:lnTo>
                <a:lnTo>
                  <a:pt x="1333500" y="11379"/>
                </a:lnTo>
                <a:lnTo>
                  <a:pt x="1333500" y="14008"/>
                </a:lnTo>
                <a:lnTo>
                  <a:pt x="1333969" y="15125"/>
                </a:lnTo>
                <a:lnTo>
                  <a:pt x="1335836" y="16992"/>
                </a:lnTo>
                <a:lnTo>
                  <a:pt x="1336954" y="17449"/>
                </a:lnTo>
                <a:lnTo>
                  <a:pt x="1339583" y="17449"/>
                </a:lnTo>
                <a:lnTo>
                  <a:pt x="1340700" y="16992"/>
                </a:lnTo>
                <a:lnTo>
                  <a:pt x="1342567" y="15125"/>
                </a:lnTo>
                <a:lnTo>
                  <a:pt x="1343025" y="14008"/>
                </a:lnTo>
                <a:lnTo>
                  <a:pt x="1343025" y="11379"/>
                </a:lnTo>
                <a:close/>
              </a:path>
              <a:path w="4962525" h="2390775">
                <a:moveTo>
                  <a:pt x="1390650" y="1195654"/>
                </a:moveTo>
                <a:lnTo>
                  <a:pt x="1390192" y="1194536"/>
                </a:lnTo>
                <a:lnTo>
                  <a:pt x="1388325" y="1192669"/>
                </a:lnTo>
                <a:lnTo>
                  <a:pt x="1387208" y="1192212"/>
                </a:lnTo>
                <a:lnTo>
                  <a:pt x="1384579" y="1192212"/>
                </a:lnTo>
                <a:lnTo>
                  <a:pt x="1383461" y="1192669"/>
                </a:lnTo>
                <a:lnTo>
                  <a:pt x="1381594" y="1194536"/>
                </a:lnTo>
                <a:lnTo>
                  <a:pt x="1381125" y="1195654"/>
                </a:lnTo>
                <a:lnTo>
                  <a:pt x="1381125" y="1198283"/>
                </a:lnTo>
                <a:lnTo>
                  <a:pt x="1381594" y="1199400"/>
                </a:lnTo>
                <a:lnTo>
                  <a:pt x="1383461" y="1201267"/>
                </a:lnTo>
                <a:lnTo>
                  <a:pt x="1384579" y="1201737"/>
                </a:lnTo>
                <a:lnTo>
                  <a:pt x="1387208" y="1201737"/>
                </a:lnTo>
                <a:lnTo>
                  <a:pt x="1388325" y="1201267"/>
                </a:lnTo>
                <a:lnTo>
                  <a:pt x="1390192" y="1199400"/>
                </a:lnTo>
                <a:lnTo>
                  <a:pt x="1390650" y="1198283"/>
                </a:lnTo>
                <a:lnTo>
                  <a:pt x="1390650" y="1195654"/>
                </a:lnTo>
                <a:close/>
              </a:path>
              <a:path w="4962525" h="2390775">
                <a:moveTo>
                  <a:pt x="1390650" y="11379"/>
                </a:moveTo>
                <a:lnTo>
                  <a:pt x="1390192" y="10261"/>
                </a:lnTo>
                <a:lnTo>
                  <a:pt x="1388325" y="8394"/>
                </a:lnTo>
                <a:lnTo>
                  <a:pt x="1387208" y="7924"/>
                </a:lnTo>
                <a:lnTo>
                  <a:pt x="1384579" y="7924"/>
                </a:lnTo>
                <a:lnTo>
                  <a:pt x="1383461" y="8394"/>
                </a:lnTo>
                <a:lnTo>
                  <a:pt x="1381594" y="10261"/>
                </a:lnTo>
                <a:lnTo>
                  <a:pt x="1381125" y="11379"/>
                </a:lnTo>
                <a:lnTo>
                  <a:pt x="1381125" y="14008"/>
                </a:lnTo>
                <a:lnTo>
                  <a:pt x="1381594" y="15125"/>
                </a:lnTo>
                <a:lnTo>
                  <a:pt x="1383461" y="16992"/>
                </a:lnTo>
                <a:lnTo>
                  <a:pt x="1384579" y="17449"/>
                </a:lnTo>
                <a:lnTo>
                  <a:pt x="1387208" y="17449"/>
                </a:lnTo>
                <a:lnTo>
                  <a:pt x="1388325" y="16992"/>
                </a:lnTo>
                <a:lnTo>
                  <a:pt x="1390192" y="15125"/>
                </a:lnTo>
                <a:lnTo>
                  <a:pt x="1390650" y="14008"/>
                </a:lnTo>
                <a:lnTo>
                  <a:pt x="1390650" y="11379"/>
                </a:lnTo>
                <a:close/>
              </a:path>
              <a:path w="4962525" h="2390775">
                <a:moveTo>
                  <a:pt x="1438275" y="1195654"/>
                </a:moveTo>
                <a:lnTo>
                  <a:pt x="1437817" y="1194536"/>
                </a:lnTo>
                <a:lnTo>
                  <a:pt x="1435950" y="1192669"/>
                </a:lnTo>
                <a:lnTo>
                  <a:pt x="1434833" y="1192212"/>
                </a:lnTo>
                <a:lnTo>
                  <a:pt x="1432204" y="1192212"/>
                </a:lnTo>
                <a:lnTo>
                  <a:pt x="1431086" y="1192669"/>
                </a:lnTo>
                <a:lnTo>
                  <a:pt x="1429219" y="1194536"/>
                </a:lnTo>
                <a:lnTo>
                  <a:pt x="1428750" y="1195654"/>
                </a:lnTo>
                <a:lnTo>
                  <a:pt x="1428750" y="1198283"/>
                </a:lnTo>
                <a:lnTo>
                  <a:pt x="1429219" y="1199400"/>
                </a:lnTo>
                <a:lnTo>
                  <a:pt x="1431086" y="1201267"/>
                </a:lnTo>
                <a:lnTo>
                  <a:pt x="1432204" y="1201737"/>
                </a:lnTo>
                <a:lnTo>
                  <a:pt x="1434833" y="1201737"/>
                </a:lnTo>
                <a:lnTo>
                  <a:pt x="1435950" y="1201267"/>
                </a:lnTo>
                <a:lnTo>
                  <a:pt x="1437817" y="1199400"/>
                </a:lnTo>
                <a:lnTo>
                  <a:pt x="1438275" y="1198283"/>
                </a:lnTo>
                <a:lnTo>
                  <a:pt x="1438275" y="1195654"/>
                </a:lnTo>
                <a:close/>
              </a:path>
              <a:path w="4962525" h="2390775">
                <a:moveTo>
                  <a:pt x="1438275" y="11379"/>
                </a:moveTo>
                <a:lnTo>
                  <a:pt x="1437817" y="10261"/>
                </a:lnTo>
                <a:lnTo>
                  <a:pt x="1435950" y="8394"/>
                </a:lnTo>
                <a:lnTo>
                  <a:pt x="1434833" y="7924"/>
                </a:lnTo>
                <a:lnTo>
                  <a:pt x="1432204" y="7924"/>
                </a:lnTo>
                <a:lnTo>
                  <a:pt x="1431086" y="8394"/>
                </a:lnTo>
                <a:lnTo>
                  <a:pt x="1429219" y="10261"/>
                </a:lnTo>
                <a:lnTo>
                  <a:pt x="1428750" y="11379"/>
                </a:lnTo>
                <a:lnTo>
                  <a:pt x="1428750" y="14008"/>
                </a:lnTo>
                <a:lnTo>
                  <a:pt x="1429219" y="15125"/>
                </a:lnTo>
                <a:lnTo>
                  <a:pt x="1431086" y="16992"/>
                </a:lnTo>
                <a:lnTo>
                  <a:pt x="1432204" y="17449"/>
                </a:lnTo>
                <a:lnTo>
                  <a:pt x="1434833" y="17449"/>
                </a:lnTo>
                <a:lnTo>
                  <a:pt x="1435950" y="16992"/>
                </a:lnTo>
                <a:lnTo>
                  <a:pt x="1437817" y="15125"/>
                </a:lnTo>
                <a:lnTo>
                  <a:pt x="1438275" y="14008"/>
                </a:lnTo>
                <a:lnTo>
                  <a:pt x="1438275" y="11379"/>
                </a:lnTo>
                <a:close/>
              </a:path>
              <a:path w="4962525" h="2390775">
                <a:moveTo>
                  <a:pt x="1485900" y="1195654"/>
                </a:moveTo>
                <a:lnTo>
                  <a:pt x="1485442" y="1194536"/>
                </a:lnTo>
                <a:lnTo>
                  <a:pt x="1483575" y="1192669"/>
                </a:lnTo>
                <a:lnTo>
                  <a:pt x="1482458" y="1192212"/>
                </a:lnTo>
                <a:lnTo>
                  <a:pt x="1479829" y="1192212"/>
                </a:lnTo>
                <a:lnTo>
                  <a:pt x="1478711" y="1192669"/>
                </a:lnTo>
                <a:lnTo>
                  <a:pt x="1476844" y="1194536"/>
                </a:lnTo>
                <a:lnTo>
                  <a:pt x="1476375" y="1195654"/>
                </a:lnTo>
                <a:lnTo>
                  <a:pt x="1476375" y="1198283"/>
                </a:lnTo>
                <a:lnTo>
                  <a:pt x="1476844" y="1199400"/>
                </a:lnTo>
                <a:lnTo>
                  <a:pt x="1478711" y="1201267"/>
                </a:lnTo>
                <a:lnTo>
                  <a:pt x="1479829" y="1201737"/>
                </a:lnTo>
                <a:lnTo>
                  <a:pt x="1482458" y="1201737"/>
                </a:lnTo>
                <a:lnTo>
                  <a:pt x="1483575" y="1201267"/>
                </a:lnTo>
                <a:lnTo>
                  <a:pt x="1485442" y="1199400"/>
                </a:lnTo>
                <a:lnTo>
                  <a:pt x="1485900" y="1198283"/>
                </a:lnTo>
                <a:lnTo>
                  <a:pt x="1485900" y="1195654"/>
                </a:lnTo>
                <a:close/>
              </a:path>
              <a:path w="4962525" h="2390775">
                <a:moveTo>
                  <a:pt x="1485900" y="11379"/>
                </a:moveTo>
                <a:lnTo>
                  <a:pt x="1485442" y="10261"/>
                </a:lnTo>
                <a:lnTo>
                  <a:pt x="1483575" y="8394"/>
                </a:lnTo>
                <a:lnTo>
                  <a:pt x="1482458" y="7924"/>
                </a:lnTo>
                <a:lnTo>
                  <a:pt x="1479829" y="7924"/>
                </a:lnTo>
                <a:lnTo>
                  <a:pt x="1478711" y="8394"/>
                </a:lnTo>
                <a:lnTo>
                  <a:pt x="1476844" y="10261"/>
                </a:lnTo>
                <a:lnTo>
                  <a:pt x="1476375" y="11379"/>
                </a:lnTo>
                <a:lnTo>
                  <a:pt x="1476375" y="14008"/>
                </a:lnTo>
                <a:lnTo>
                  <a:pt x="1476844" y="15125"/>
                </a:lnTo>
                <a:lnTo>
                  <a:pt x="1478711" y="16992"/>
                </a:lnTo>
                <a:lnTo>
                  <a:pt x="1479829" y="17449"/>
                </a:lnTo>
                <a:lnTo>
                  <a:pt x="1482458" y="17449"/>
                </a:lnTo>
                <a:lnTo>
                  <a:pt x="1483575" y="16992"/>
                </a:lnTo>
                <a:lnTo>
                  <a:pt x="1485442" y="15125"/>
                </a:lnTo>
                <a:lnTo>
                  <a:pt x="1485900" y="14008"/>
                </a:lnTo>
                <a:lnTo>
                  <a:pt x="1485900" y="11379"/>
                </a:lnTo>
                <a:close/>
              </a:path>
              <a:path w="4962525" h="2390775">
                <a:moveTo>
                  <a:pt x="1533525" y="1195654"/>
                </a:moveTo>
                <a:lnTo>
                  <a:pt x="1533067" y="1194536"/>
                </a:lnTo>
                <a:lnTo>
                  <a:pt x="1531200" y="1192669"/>
                </a:lnTo>
                <a:lnTo>
                  <a:pt x="1530083" y="1192212"/>
                </a:lnTo>
                <a:lnTo>
                  <a:pt x="1527454" y="1192212"/>
                </a:lnTo>
                <a:lnTo>
                  <a:pt x="1526336" y="1192669"/>
                </a:lnTo>
                <a:lnTo>
                  <a:pt x="1524469" y="1194536"/>
                </a:lnTo>
                <a:lnTo>
                  <a:pt x="1524000" y="1195654"/>
                </a:lnTo>
                <a:lnTo>
                  <a:pt x="1524000" y="1198283"/>
                </a:lnTo>
                <a:lnTo>
                  <a:pt x="1524469" y="1199400"/>
                </a:lnTo>
                <a:lnTo>
                  <a:pt x="1526336" y="1201267"/>
                </a:lnTo>
                <a:lnTo>
                  <a:pt x="1527454" y="1201737"/>
                </a:lnTo>
                <a:lnTo>
                  <a:pt x="1530083" y="1201737"/>
                </a:lnTo>
                <a:lnTo>
                  <a:pt x="1531200" y="1201267"/>
                </a:lnTo>
                <a:lnTo>
                  <a:pt x="1533067" y="1199400"/>
                </a:lnTo>
                <a:lnTo>
                  <a:pt x="1533525" y="1198283"/>
                </a:lnTo>
                <a:lnTo>
                  <a:pt x="1533525" y="1195654"/>
                </a:lnTo>
                <a:close/>
              </a:path>
              <a:path w="4962525" h="2390775">
                <a:moveTo>
                  <a:pt x="1533525" y="11379"/>
                </a:moveTo>
                <a:lnTo>
                  <a:pt x="1533067" y="10261"/>
                </a:lnTo>
                <a:lnTo>
                  <a:pt x="1531200" y="8394"/>
                </a:lnTo>
                <a:lnTo>
                  <a:pt x="1530083" y="7924"/>
                </a:lnTo>
                <a:lnTo>
                  <a:pt x="1527454" y="7924"/>
                </a:lnTo>
                <a:lnTo>
                  <a:pt x="1526336" y="8394"/>
                </a:lnTo>
                <a:lnTo>
                  <a:pt x="1524469" y="10261"/>
                </a:lnTo>
                <a:lnTo>
                  <a:pt x="1524000" y="11379"/>
                </a:lnTo>
                <a:lnTo>
                  <a:pt x="1524000" y="14008"/>
                </a:lnTo>
                <a:lnTo>
                  <a:pt x="1524469" y="15125"/>
                </a:lnTo>
                <a:lnTo>
                  <a:pt x="1526336" y="16992"/>
                </a:lnTo>
                <a:lnTo>
                  <a:pt x="1527454" y="17449"/>
                </a:lnTo>
                <a:lnTo>
                  <a:pt x="1530083" y="17449"/>
                </a:lnTo>
                <a:lnTo>
                  <a:pt x="1531200" y="16992"/>
                </a:lnTo>
                <a:lnTo>
                  <a:pt x="1533067" y="15125"/>
                </a:lnTo>
                <a:lnTo>
                  <a:pt x="1533525" y="14008"/>
                </a:lnTo>
                <a:lnTo>
                  <a:pt x="1533525" y="11379"/>
                </a:lnTo>
                <a:close/>
              </a:path>
              <a:path w="4962525" h="2390775">
                <a:moveTo>
                  <a:pt x="1581150" y="1195654"/>
                </a:moveTo>
                <a:lnTo>
                  <a:pt x="1580692" y="1194536"/>
                </a:lnTo>
                <a:lnTo>
                  <a:pt x="1578825" y="1192669"/>
                </a:lnTo>
                <a:lnTo>
                  <a:pt x="1577708" y="1192212"/>
                </a:lnTo>
                <a:lnTo>
                  <a:pt x="1575079" y="1192212"/>
                </a:lnTo>
                <a:lnTo>
                  <a:pt x="1573961" y="1192669"/>
                </a:lnTo>
                <a:lnTo>
                  <a:pt x="1572094" y="1194536"/>
                </a:lnTo>
                <a:lnTo>
                  <a:pt x="1571625" y="1195654"/>
                </a:lnTo>
                <a:lnTo>
                  <a:pt x="1571625" y="1198283"/>
                </a:lnTo>
                <a:lnTo>
                  <a:pt x="1572094" y="1199400"/>
                </a:lnTo>
                <a:lnTo>
                  <a:pt x="1573961" y="1201267"/>
                </a:lnTo>
                <a:lnTo>
                  <a:pt x="1575079" y="1201737"/>
                </a:lnTo>
                <a:lnTo>
                  <a:pt x="1577708" y="1201737"/>
                </a:lnTo>
                <a:lnTo>
                  <a:pt x="1578825" y="1201267"/>
                </a:lnTo>
                <a:lnTo>
                  <a:pt x="1580692" y="1199400"/>
                </a:lnTo>
                <a:lnTo>
                  <a:pt x="1581150" y="1198283"/>
                </a:lnTo>
                <a:lnTo>
                  <a:pt x="1581150" y="1195654"/>
                </a:lnTo>
                <a:close/>
              </a:path>
              <a:path w="4962525" h="2390775">
                <a:moveTo>
                  <a:pt x="1581150" y="11379"/>
                </a:moveTo>
                <a:lnTo>
                  <a:pt x="1580692" y="10261"/>
                </a:lnTo>
                <a:lnTo>
                  <a:pt x="1578825" y="8394"/>
                </a:lnTo>
                <a:lnTo>
                  <a:pt x="1577708" y="7924"/>
                </a:lnTo>
                <a:lnTo>
                  <a:pt x="1575079" y="7924"/>
                </a:lnTo>
                <a:lnTo>
                  <a:pt x="1573961" y="8394"/>
                </a:lnTo>
                <a:lnTo>
                  <a:pt x="1572094" y="10261"/>
                </a:lnTo>
                <a:lnTo>
                  <a:pt x="1571625" y="11379"/>
                </a:lnTo>
                <a:lnTo>
                  <a:pt x="1571625" y="14008"/>
                </a:lnTo>
                <a:lnTo>
                  <a:pt x="1572094" y="15125"/>
                </a:lnTo>
                <a:lnTo>
                  <a:pt x="1573961" y="16992"/>
                </a:lnTo>
                <a:lnTo>
                  <a:pt x="1575079" y="17449"/>
                </a:lnTo>
                <a:lnTo>
                  <a:pt x="1577708" y="17449"/>
                </a:lnTo>
                <a:lnTo>
                  <a:pt x="1578825" y="16992"/>
                </a:lnTo>
                <a:lnTo>
                  <a:pt x="1580692" y="15125"/>
                </a:lnTo>
                <a:lnTo>
                  <a:pt x="1581150" y="14008"/>
                </a:lnTo>
                <a:lnTo>
                  <a:pt x="1581150" y="11379"/>
                </a:lnTo>
                <a:close/>
              </a:path>
              <a:path w="4962525" h="2390775">
                <a:moveTo>
                  <a:pt x="1628775" y="1195654"/>
                </a:moveTo>
                <a:lnTo>
                  <a:pt x="1628317" y="1194536"/>
                </a:lnTo>
                <a:lnTo>
                  <a:pt x="1626450" y="1192669"/>
                </a:lnTo>
                <a:lnTo>
                  <a:pt x="1625333" y="1192212"/>
                </a:lnTo>
                <a:lnTo>
                  <a:pt x="1622704" y="1192212"/>
                </a:lnTo>
                <a:lnTo>
                  <a:pt x="1621586" y="1192669"/>
                </a:lnTo>
                <a:lnTo>
                  <a:pt x="1619719" y="1194536"/>
                </a:lnTo>
                <a:lnTo>
                  <a:pt x="1619250" y="1195654"/>
                </a:lnTo>
                <a:lnTo>
                  <a:pt x="1619250" y="1198283"/>
                </a:lnTo>
                <a:lnTo>
                  <a:pt x="1619719" y="1199400"/>
                </a:lnTo>
                <a:lnTo>
                  <a:pt x="1621586" y="1201267"/>
                </a:lnTo>
                <a:lnTo>
                  <a:pt x="1622704" y="1201737"/>
                </a:lnTo>
                <a:lnTo>
                  <a:pt x="1625333" y="1201737"/>
                </a:lnTo>
                <a:lnTo>
                  <a:pt x="1626450" y="1201267"/>
                </a:lnTo>
                <a:lnTo>
                  <a:pt x="1628317" y="1199400"/>
                </a:lnTo>
                <a:lnTo>
                  <a:pt x="1628775" y="1198283"/>
                </a:lnTo>
                <a:lnTo>
                  <a:pt x="1628775" y="1195654"/>
                </a:lnTo>
                <a:close/>
              </a:path>
              <a:path w="4962525" h="2390775">
                <a:moveTo>
                  <a:pt x="1628775" y="11379"/>
                </a:moveTo>
                <a:lnTo>
                  <a:pt x="1628317" y="10261"/>
                </a:lnTo>
                <a:lnTo>
                  <a:pt x="1626450" y="8394"/>
                </a:lnTo>
                <a:lnTo>
                  <a:pt x="1625333" y="7924"/>
                </a:lnTo>
                <a:lnTo>
                  <a:pt x="1622704" y="7924"/>
                </a:lnTo>
                <a:lnTo>
                  <a:pt x="1621586" y="8394"/>
                </a:lnTo>
                <a:lnTo>
                  <a:pt x="1619719" y="10261"/>
                </a:lnTo>
                <a:lnTo>
                  <a:pt x="1619250" y="11379"/>
                </a:lnTo>
                <a:lnTo>
                  <a:pt x="1619250" y="14008"/>
                </a:lnTo>
                <a:lnTo>
                  <a:pt x="1619719" y="15125"/>
                </a:lnTo>
                <a:lnTo>
                  <a:pt x="1621586" y="16992"/>
                </a:lnTo>
                <a:lnTo>
                  <a:pt x="1622704" y="17449"/>
                </a:lnTo>
                <a:lnTo>
                  <a:pt x="1625333" y="17449"/>
                </a:lnTo>
                <a:lnTo>
                  <a:pt x="1626450" y="16992"/>
                </a:lnTo>
                <a:lnTo>
                  <a:pt x="1628317" y="15125"/>
                </a:lnTo>
                <a:lnTo>
                  <a:pt x="1628775" y="14008"/>
                </a:lnTo>
                <a:lnTo>
                  <a:pt x="1628775" y="11379"/>
                </a:lnTo>
                <a:close/>
              </a:path>
              <a:path w="4962525" h="2390775">
                <a:moveTo>
                  <a:pt x="1676400" y="1195654"/>
                </a:moveTo>
                <a:lnTo>
                  <a:pt x="1675942" y="1194536"/>
                </a:lnTo>
                <a:lnTo>
                  <a:pt x="1674075" y="1192669"/>
                </a:lnTo>
                <a:lnTo>
                  <a:pt x="1672958" y="1192212"/>
                </a:lnTo>
                <a:lnTo>
                  <a:pt x="1670329" y="1192212"/>
                </a:lnTo>
                <a:lnTo>
                  <a:pt x="1669211" y="1192669"/>
                </a:lnTo>
                <a:lnTo>
                  <a:pt x="1667344" y="1194536"/>
                </a:lnTo>
                <a:lnTo>
                  <a:pt x="1666875" y="1195654"/>
                </a:lnTo>
                <a:lnTo>
                  <a:pt x="1666875" y="1198283"/>
                </a:lnTo>
                <a:lnTo>
                  <a:pt x="1667344" y="1199400"/>
                </a:lnTo>
                <a:lnTo>
                  <a:pt x="1669211" y="1201267"/>
                </a:lnTo>
                <a:lnTo>
                  <a:pt x="1670329" y="1201737"/>
                </a:lnTo>
                <a:lnTo>
                  <a:pt x="1672958" y="1201737"/>
                </a:lnTo>
                <a:lnTo>
                  <a:pt x="1674075" y="1201267"/>
                </a:lnTo>
                <a:lnTo>
                  <a:pt x="1675942" y="1199400"/>
                </a:lnTo>
                <a:lnTo>
                  <a:pt x="1676400" y="1198283"/>
                </a:lnTo>
                <a:lnTo>
                  <a:pt x="1676400" y="1195654"/>
                </a:lnTo>
                <a:close/>
              </a:path>
              <a:path w="4962525" h="2390775">
                <a:moveTo>
                  <a:pt x="1676400" y="11379"/>
                </a:moveTo>
                <a:lnTo>
                  <a:pt x="1675942" y="10261"/>
                </a:lnTo>
                <a:lnTo>
                  <a:pt x="1674075" y="8394"/>
                </a:lnTo>
                <a:lnTo>
                  <a:pt x="1672958" y="7924"/>
                </a:lnTo>
                <a:lnTo>
                  <a:pt x="1670329" y="7924"/>
                </a:lnTo>
                <a:lnTo>
                  <a:pt x="1669211" y="8394"/>
                </a:lnTo>
                <a:lnTo>
                  <a:pt x="1667344" y="10261"/>
                </a:lnTo>
                <a:lnTo>
                  <a:pt x="1666875" y="11379"/>
                </a:lnTo>
                <a:lnTo>
                  <a:pt x="1666875" y="14008"/>
                </a:lnTo>
                <a:lnTo>
                  <a:pt x="1667344" y="15125"/>
                </a:lnTo>
                <a:lnTo>
                  <a:pt x="1669211" y="16992"/>
                </a:lnTo>
                <a:lnTo>
                  <a:pt x="1670329" y="17449"/>
                </a:lnTo>
                <a:lnTo>
                  <a:pt x="1672958" y="17449"/>
                </a:lnTo>
                <a:lnTo>
                  <a:pt x="1674075" y="16992"/>
                </a:lnTo>
                <a:lnTo>
                  <a:pt x="1675942" y="15125"/>
                </a:lnTo>
                <a:lnTo>
                  <a:pt x="1676400" y="14008"/>
                </a:lnTo>
                <a:lnTo>
                  <a:pt x="1676400" y="11379"/>
                </a:lnTo>
                <a:close/>
              </a:path>
              <a:path w="4962525" h="2390775">
                <a:moveTo>
                  <a:pt x="1724025" y="1195654"/>
                </a:moveTo>
                <a:lnTo>
                  <a:pt x="1723567" y="1194536"/>
                </a:lnTo>
                <a:lnTo>
                  <a:pt x="1721700" y="1192669"/>
                </a:lnTo>
                <a:lnTo>
                  <a:pt x="1720583" y="1192212"/>
                </a:lnTo>
                <a:lnTo>
                  <a:pt x="1717954" y="1192212"/>
                </a:lnTo>
                <a:lnTo>
                  <a:pt x="1716836" y="1192669"/>
                </a:lnTo>
                <a:lnTo>
                  <a:pt x="1714969" y="1194536"/>
                </a:lnTo>
                <a:lnTo>
                  <a:pt x="1714500" y="1195654"/>
                </a:lnTo>
                <a:lnTo>
                  <a:pt x="1714500" y="1198283"/>
                </a:lnTo>
                <a:lnTo>
                  <a:pt x="1714969" y="1199400"/>
                </a:lnTo>
                <a:lnTo>
                  <a:pt x="1716836" y="1201267"/>
                </a:lnTo>
                <a:lnTo>
                  <a:pt x="1717954" y="1201737"/>
                </a:lnTo>
                <a:lnTo>
                  <a:pt x="1720583" y="1201737"/>
                </a:lnTo>
                <a:lnTo>
                  <a:pt x="1721700" y="1201267"/>
                </a:lnTo>
                <a:lnTo>
                  <a:pt x="1723567" y="1199400"/>
                </a:lnTo>
                <a:lnTo>
                  <a:pt x="1724025" y="1198283"/>
                </a:lnTo>
                <a:lnTo>
                  <a:pt x="1724025" y="1195654"/>
                </a:lnTo>
                <a:close/>
              </a:path>
              <a:path w="4962525" h="2390775">
                <a:moveTo>
                  <a:pt x="1724025" y="11379"/>
                </a:moveTo>
                <a:lnTo>
                  <a:pt x="1723567" y="10261"/>
                </a:lnTo>
                <a:lnTo>
                  <a:pt x="1721700" y="8394"/>
                </a:lnTo>
                <a:lnTo>
                  <a:pt x="1720583" y="7924"/>
                </a:lnTo>
                <a:lnTo>
                  <a:pt x="1717954" y="7924"/>
                </a:lnTo>
                <a:lnTo>
                  <a:pt x="1716836" y="8394"/>
                </a:lnTo>
                <a:lnTo>
                  <a:pt x="1714969" y="10261"/>
                </a:lnTo>
                <a:lnTo>
                  <a:pt x="1714500" y="11379"/>
                </a:lnTo>
                <a:lnTo>
                  <a:pt x="1714500" y="14008"/>
                </a:lnTo>
                <a:lnTo>
                  <a:pt x="1714969" y="15125"/>
                </a:lnTo>
                <a:lnTo>
                  <a:pt x="1716836" y="16992"/>
                </a:lnTo>
                <a:lnTo>
                  <a:pt x="1717954" y="17449"/>
                </a:lnTo>
                <a:lnTo>
                  <a:pt x="1720583" y="17449"/>
                </a:lnTo>
                <a:lnTo>
                  <a:pt x="1721700" y="16992"/>
                </a:lnTo>
                <a:lnTo>
                  <a:pt x="1723567" y="15125"/>
                </a:lnTo>
                <a:lnTo>
                  <a:pt x="1724025" y="14008"/>
                </a:lnTo>
                <a:lnTo>
                  <a:pt x="1724025" y="11379"/>
                </a:lnTo>
                <a:close/>
              </a:path>
              <a:path w="4962525" h="2390775">
                <a:moveTo>
                  <a:pt x="1771650" y="1195654"/>
                </a:moveTo>
                <a:lnTo>
                  <a:pt x="1771192" y="1194536"/>
                </a:lnTo>
                <a:lnTo>
                  <a:pt x="1769325" y="1192669"/>
                </a:lnTo>
                <a:lnTo>
                  <a:pt x="1768208" y="1192212"/>
                </a:lnTo>
                <a:lnTo>
                  <a:pt x="1765579" y="1192212"/>
                </a:lnTo>
                <a:lnTo>
                  <a:pt x="1764461" y="1192669"/>
                </a:lnTo>
                <a:lnTo>
                  <a:pt x="1762594" y="1194536"/>
                </a:lnTo>
                <a:lnTo>
                  <a:pt x="1762125" y="1195654"/>
                </a:lnTo>
                <a:lnTo>
                  <a:pt x="1762125" y="1198283"/>
                </a:lnTo>
                <a:lnTo>
                  <a:pt x="1762594" y="1199400"/>
                </a:lnTo>
                <a:lnTo>
                  <a:pt x="1764461" y="1201267"/>
                </a:lnTo>
                <a:lnTo>
                  <a:pt x="1765579" y="1201737"/>
                </a:lnTo>
                <a:lnTo>
                  <a:pt x="1768208" y="1201737"/>
                </a:lnTo>
                <a:lnTo>
                  <a:pt x="1769325" y="1201267"/>
                </a:lnTo>
                <a:lnTo>
                  <a:pt x="1771192" y="1199400"/>
                </a:lnTo>
                <a:lnTo>
                  <a:pt x="1771650" y="1198283"/>
                </a:lnTo>
                <a:lnTo>
                  <a:pt x="1771650" y="1195654"/>
                </a:lnTo>
                <a:close/>
              </a:path>
              <a:path w="4962525" h="2390775">
                <a:moveTo>
                  <a:pt x="1771650" y="11379"/>
                </a:moveTo>
                <a:lnTo>
                  <a:pt x="1771192" y="10261"/>
                </a:lnTo>
                <a:lnTo>
                  <a:pt x="1769325" y="8394"/>
                </a:lnTo>
                <a:lnTo>
                  <a:pt x="1768208" y="7924"/>
                </a:lnTo>
                <a:lnTo>
                  <a:pt x="1765579" y="7924"/>
                </a:lnTo>
                <a:lnTo>
                  <a:pt x="1764461" y="8394"/>
                </a:lnTo>
                <a:lnTo>
                  <a:pt x="1762594" y="10261"/>
                </a:lnTo>
                <a:lnTo>
                  <a:pt x="1762125" y="11379"/>
                </a:lnTo>
                <a:lnTo>
                  <a:pt x="1762125" y="14008"/>
                </a:lnTo>
                <a:lnTo>
                  <a:pt x="1762594" y="15125"/>
                </a:lnTo>
                <a:lnTo>
                  <a:pt x="1764461" y="16992"/>
                </a:lnTo>
                <a:lnTo>
                  <a:pt x="1765579" y="17449"/>
                </a:lnTo>
                <a:lnTo>
                  <a:pt x="1768208" y="17449"/>
                </a:lnTo>
                <a:lnTo>
                  <a:pt x="1769325" y="16992"/>
                </a:lnTo>
                <a:lnTo>
                  <a:pt x="1771192" y="15125"/>
                </a:lnTo>
                <a:lnTo>
                  <a:pt x="1771650" y="14008"/>
                </a:lnTo>
                <a:lnTo>
                  <a:pt x="1771650" y="11379"/>
                </a:lnTo>
                <a:close/>
              </a:path>
              <a:path w="4962525" h="2390775">
                <a:moveTo>
                  <a:pt x="1819275" y="1195654"/>
                </a:moveTo>
                <a:lnTo>
                  <a:pt x="1818817" y="1194536"/>
                </a:lnTo>
                <a:lnTo>
                  <a:pt x="1816950" y="1192669"/>
                </a:lnTo>
                <a:lnTo>
                  <a:pt x="1815833" y="1192212"/>
                </a:lnTo>
                <a:lnTo>
                  <a:pt x="1813204" y="1192212"/>
                </a:lnTo>
                <a:lnTo>
                  <a:pt x="1812086" y="1192669"/>
                </a:lnTo>
                <a:lnTo>
                  <a:pt x="1810219" y="1194536"/>
                </a:lnTo>
                <a:lnTo>
                  <a:pt x="1809750" y="1195654"/>
                </a:lnTo>
                <a:lnTo>
                  <a:pt x="1809750" y="1198283"/>
                </a:lnTo>
                <a:lnTo>
                  <a:pt x="1810219" y="1199400"/>
                </a:lnTo>
                <a:lnTo>
                  <a:pt x="1812086" y="1201267"/>
                </a:lnTo>
                <a:lnTo>
                  <a:pt x="1813204" y="1201737"/>
                </a:lnTo>
                <a:lnTo>
                  <a:pt x="1815833" y="1201737"/>
                </a:lnTo>
                <a:lnTo>
                  <a:pt x="1816950" y="1201267"/>
                </a:lnTo>
                <a:lnTo>
                  <a:pt x="1818817" y="1199400"/>
                </a:lnTo>
                <a:lnTo>
                  <a:pt x="1819275" y="1198283"/>
                </a:lnTo>
                <a:lnTo>
                  <a:pt x="1819275" y="1195654"/>
                </a:lnTo>
                <a:close/>
              </a:path>
              <a:path w="4962525" h="2390775">
                <a:moveTo>
                  <a:pt x="1819275" y="11379"/>
                </a:moveTo>
                <a:lnTo>
                  <a:pt x="1818817" y="10261"/>
                </a:lnTo>
                <a:lnTo>
                  <a:pt x="1816950" y="8394"/>
                </a:lnTo>
                <a:lnTo>
                  <a:pt x="1815833" y="7924"/>
                </a:lnTo>
                <a:lnTo>
                  <a:pt x="1813204" y="7924"/>
                </a:lnTo>
                <a:lnTo>
                  <a:pt x="1812086" y="8394"/>
                </a:lnTo>
                <a:lnTo>
                  <a:pt x="1810219" y="10261"/>
                </a:lnTo>
                <a:lnTo>
                  <a:pt x="1809750" y="11379"/>
                </a:lnTo>
                <a:lnTo>
                  <a:pt x="1809750" y="14008"/>
                </a:lnTo>
                <a:lnTo>
                  <a:pt x="1810219" y="15125"/>
                </a:lnTo>
                <a:lnTo>
                  <a:pt x="1812086" y="16992"/>
                </a:lnTo>
                <a:lnTo>
                  <a:pt x="1813204" y="17449"/>
                </a:lnTo>
                <a:lnTo>
                  <a:pt x="1815833" y="17449"/>
                </a:lnTo>
                <a:lnTo>
                  <a:pt x="1816950" y="16992"/>
                </a:lnTo>
                <a:lnTo>
                  <a:pt x="1818817" y="15125"/>
                </a:lnTo>
                <a:lnTo>
                  <a:pt x="1819275" y="14008"/>
                </a:lnTo>
                <a:lnTo>
                  <a:pt x="1819275" y="11379"/>
                </a:lnTo>
                <a:close/>
              </a:path>
              <a:path w="4962525" h="2390775">
                <a:moveTo>
                  <a:pt x="1866900" y="1195654"/>
                </a:moveTo>
                <a:lnTo>
                  <a:pt x="1866442" y="1194536"/>
                </a:lnTo>
                <a:lnTo>
                  <a:pt x="1864575" y="1192669"/>
                </a:lnTo>
                <a:lnTo>
                  <a:pt x="1863458" y="1192212"/>
                </a:lnTo>
                <a:lnTo>
                  <a:pt x="1860829" y="1192212"/>
                </a:lnTo>
                <a:lnTo>
                  <a:pt x="1859711" y="1192669"/>
                </a:lnTo>
                <a:lnTo>
                  <a:pt x="1857844" y="1194536"/>
                </a:lnTo>
                <a:lnTo>
                  <a:pt x="1857375" y="1195654"/>
                </a:lnTo>
                <a:lnTo>
                  <a:pt x="1857375" y="1198283"/>
                </a:lnTo>
                <a:lnTo>
                  <a:pt x="1857844" y="1199400"/>
                </a:lnTo>
                <a:lnTo>
                  <a:pt x="1859711" y="1201267"/>
                </a:lnTo>
                <a:lnTo>
                  <a:pt x="1860829" y="1201737"/>
                </a:lnTo>
                <a:lnTo>
                  <a:pt x="1863458" y="1201737"/>
                </a:lnTo>
                <a:lnTo>
                  <a:pt x="1864575" y="1201267"/>
                </a:lnTo>
                <a:lnTo>
                  <a:pt x="1866442" y="1199400"/>
                </a:lnTo>
                <a:lnTo>
                  <a:pt x="1866900" y="1198283"/>
                </a:lnTo>
                <a:lnTo>
                  <a:pt x="1866900" y="1195654"/>
                </a:lnTo>
                <a:close/>
              </a:path>
              <a:path w="4962525" h="2390775">
                <a:moveTo>
                  <a:pt x="1866900" y="11379"/>
                </a:moveTo>
                <a:lnTo>
                  <a:pt x="1866442" y="10261"/>
                </a:lnTo>
                <a:lnTo>
                  <a:pt x="1864575" y="8394"/>
                </a:lnTo>
                <a:lnTo>
                  <a:pt x="1863458" y="7924"/>
                </a:lnTo>
                <a:lnTo>
                  <a:pt x="1860829" y="7924"/>
                </a:lnTo>
                <a:lnTo>
                  <a:pt x="1859711" y="8394"/>
                </a:lnTo>
                <a:lnTo>
                  <a:pt x="1857844" y="10261"/>
                </a:lnTo>
                <a:lnTo>
                  <a:pt x="1857375" y="11379"/>
                </a:lnTo>
                <a:lnTo>
                  <a:pt x="1857375" y="14008"/>
                </a:lnTo>
                <a:lnTo>
                  <a:pt x="1857844" y="15125"/>
                </a:lnTo>
                <a:lnTo>
                  <a:pt x="1859711" y="16992"/>
                </a:lnTo>
                <a:lnTo>
                  <a:pt x="1860829" y="17449"/>
                </a:lnTo>
                <a:lnTo>
                  <a:pt x="1863458" y="17449"/>
                </a:lnTo>
                <a:lnTo>
                  <a:pt x="1864575" y="16992"/>
                </a:lnTo>
                <a:lnTo>
                  <a:pt x="1866442" y="15125"/>
                </a:lnTo>
                <a:lnTo>
                  <a:pt x="1866900" y="14008"/>
                </a:lnTo>
                <a:lnTo>
                  <a:pt x="1866900" y="11379"/>
                </a:lnTo>
                <a:close/>
              </a:path>
              <a:path w="4962525" h="2390775">
                <a:moveTo>
                  <a:pt x="1914525" y="1195654"/>
                </a:moveTo>
                <a:lnTo>
                  <a:pt x="1914067" y="1194536"/>
                </a:lnTo>
                <a:lnTo>
                  <a:pt x="1912200" y="1192669"/>
                </a:lnTo>
                <a:lnTo>
                  <a:pt x="1911083" y="1192212"/>
                </a:lnTo>
                <a:lnTo>
                  <a:pt x="1908454" y="1192212"/>
                </a:lnTo>
                <a:lnTo>
                  <a:pt x="1907336" y="1192669"/>
                </a:lnTo>
                <a:lnTo>
                  <a:pt x="1905469" y="1194536"/>
                </a:lnTo>
                <a:lnTo>
                  <a:pt x="1905000" y="1195654"/>
                </a:lnTo>
                <a:lnTo>
                  <a:pt x="1905000" y="1198283"/>
                </a:lnTo>
                <a:lnTo>
                  <a:pt x="1905469" y="1199400"/>
                </a:lnTo>
                <a:lnTo>
                  <a:pt x="1907336" y="1201267"/>
                </a:lnTo>
                <a:lnTo>
                  <a:pt x="1908454" y="1201737"/>
                </a:lnTo>
                <a:lnTo>
                  <a:pt x="1911083" y="1201737"/>
                </a:lnTo>
                <a:lnTo>
                  <a:pt x="1912200" y="1201267"/>
                </a:lnTo>
                <a:lnTo>
                  <a:pt x="1914067" y="1199400"/>
                </a:lnTo>
                <a:lnTo>
                  <a:pt x="1914525" y="1198283"/>
                </a:lnTo>
                <a:lnTo>
                  <a:pt x="1914525" y="1195654"/>
                </a:lnTo>
                <a:close/>
              </a:path>
              <a:path w="4962525" h="2390775">
                <a:moveTo>
                  <a:pt x="1914525" y="11379"/>
                </a:moveTo>
                <a:lnTo>
                  <a:pt x="1914067" y="10261"/>
                </a:lnTo>
                <a:lnTo>
                  <a:pt x="1912200" y="8394"/>
                </a:lnTo>
                <a:lnTo>
                  <a:pt x="1911083" y="7924"/>
                </a:lnTo>
                <a:lnTo>
                  <a:pt x="1908454" y="7924"/>
                </a:lnTo>
                <a:lnTo>
                  <a:pt x="1907336" y="8394"/>
                </a:lnTo>
                <a:lnTo>
                  <a:pt x="1905469" y="10261"/>
                </a:lnTo>
                <a:lnTo>
                  <a:pt x="1905000" y="11379"/>
                </a:lnTo>
                <a:lnTo>
                  <a:pt x="1905000" y="14008"/>
                </a:lnTo>
                <a:lnTo>
                  <a:pt x="1905469" y="15125"/>
                </a:lnTo>
                <a:lnTo>
                  <a:pt x="1907336" y="16992"/>
                </a:lnTo>
                <a:lnTo>
                  <a:pt x="1908454" y="17449"/>
                </a:lnTo>
                <a:lnTo>
                  <a:pt x="1911083" y="17449"/>
                </a:lnTo>
                <a:lnTo>
                  <a:pt x="1912200" y="16992"/>
                </a:lnTo>
                <a:lnTo>
                  <a:pt x="1914067" y="15125"/>
                </a:lnTo>
                <a:lnTo>
                  <a:pt x="1914525" y="14008"/>
                </a:lnTo>
                <a:lnTo>
                  <a:pt x="1914525" y="11379"/>
                </a:lnTo>
                <a:close/>
              </a:path>
              <a:path w="4962525" h="2390775">
                <a:moveTo>
                  <a:pt x="1962150" y="1195654"/>
                </a:moveTo>
                <a:lnTo>
                  <a:pt x="1961692" y="1194536"/>
                </a:lnTo>
                <a:lnTo>
                  <a:pt x="1959825" y="1192669"/>
                </a:lnTo>
                <a:lnTo>
                  <a:pt x="1958708" y="1192212"/>
                </a:lnTo>
                <a:lnTo>
                  <a:pt x="1956079" y="1192212"/>
                </a:lnTo>
                <a:lnTo>
                  <a:pt x="1954961" y="1192669"/>
                </a:lnTo>
                <a:lnTo>
                  <a:pt x="1953094" y="1194536"/>
                </a:lnTo>
                <a:lnTo>
                  <a:pt x="1952625" y="1195654"/>
                </a:lnTo>
                <a:lnTo>
                  <a:pt x="1952625" y="1198283"/>
                </a:lnTo>
                <a:lnTo>
                  <a:pt x="1953094" y="1199400"/>
                </a:lnTo>
                <a:lnTo>
                  <a:pt x="1954961" y="1201267"/>
                </a:lnTo>
                <a:lnTo>
                  <a:pt x="1956079" y="1201737"/>
                </a:lnTo>
                <a:lnTo>
                  <a:pt x="1958708" y="1201737"/>
                </a:lnTo>
                <a:lnTo>
                  <a:pt x="1959825" y="1201267"/>
                </a:lnTo>
                <a:lnTo>
                  <a:pt x="1961692" y="1199400"/>
                </a:lnTo>
                <a:lnTo>
                  <a:pt x="1962150" y="1198283"/>
                </a:lnTo>
                <a:lnTo>
                  <a:pt x="1962150" y="1195654"/>
                </a:lnTo>
                <a:close/>
              </a:path>
              <a:path w="4962525" h="2390775">
                <a:moveTo>
                  <a:pt x="1962150" y="11379"/>
                </a:moveTo>
                <a:lnTo>
                  <a:pt x="1961692" y="10261"/>
                </a:lnTo>
                <a:lnTo>
                  <a:pt x="1959825" y="8394"/>
                </a:lnTo>
                <a:lnTo>
                  <a:pt x="1958708" y="7924"/>
                </a:lnTo>
                <a:lnTo>
                  <a:pt x="1956079" y="7924"/>
                </a:lnTo>
                <a:lnTo>
                  <a:pt x="1954961" y="8394"/>
                </a:lnTo>
                <a:lnTo>
                  <a:pt x="1953094" y="10261"/>
                </a:lnTo>
                <a:lnTo>
                  <a:pt x="1952625" y="11379"/>
                </a:lnTo>
                <a:lnTo>
                  <a:pt x="1952625" y="14008"/>
                </a:lnTo>
                <a:lnTo>
                  <a:pt x="1953094" y="15125"/>
                </a:lnTo>
                <a:lnTo>
                  <a:pt x="1954961" y="16992"/>
                </a:lnTo>
                <a:lnTo>
                  <a:pt x="1956079" y="17449"/>
                </a:lnTo>
                <a:lnTo>
                  <a:pt x="1958708" y="17449"/>
                </a:lnTo>
                <a:lnTo>
                  <a:pt x="1959825" y="16992"/>
                </a:lnTo>
                <a:lnTo>
                  <a:pt x="1961692" y="15125"/>
                </a:lnTo>
                <a:lnTo>
                  <a:pt x="1962150" y="14008"/>
                </a:lnTo>
                <a:lnTo>
                  <a:pt x="1962150" y="11379"/>
                </a:lnTo>
                <a:close/>
              </a:path>
              <a:path w="4962525" h="2390775">
                <a:moveTo>
                  <a:pt x="2009775" y="1195654"/>
                </a:moveTo>
                <a:lnTo>
                  <a:pt x="2009317" y="1194536"/>
                </a:lnTo>
                <a:lnTo>
                  <a:pt x="2007450" y="1192669"/>
                </a:lnTo>
                <a:lnTo>
                  <a:pt x="2006333" y="1192212"/>
                </a:lnTo>
                <a:lnTo>
                  <a:pt x="2003704" y="1192212"/>
                </a:lnTo>
                <a:lnTo>
                  <a:pt x="2002586" y="1192669"/>
                </a:lnTo>
                <a:lnTo>
                  <a:pt x="2000719" y="1194536"/>
                </a:lnTo>
                <a:lnTo>
                  <a:pt x="2000250" y="1195654"/>
                </a:lnTo>
                <a:lnTo>
                  <a:pt x="2000250" y="1198283"/>
                </a:lnTo>
                <a:lnTo>
                  <a:pt x="2000719" y="1199400"/>
                </a:lnTo>
                <a:lnTo>
                  <a:pt x="2002586" y="1201267"/>
                </a:lnTo>
                <a:lnTo>
                  <a:pt x="2003704" y="1201737"/>
                </a:lnTo>
                <a:lnTo>
                  <a:pt x="2006333" y="1201737"/>
                </a:lnTo>
                <a:lnTo>
                  <a:pt x="2007450" y="1201267"/>
                </a:lnTo>
                <a:lnTo>
                  <a:pt x="2009317" y="1199400"/>
                </a:lnTo>
                <a:lnTo>
                  <a:pt x="2009775" y="1198283"/>
                </a:lnTo>
                <a:lnTo>
                  <a:pt x="2009775" y="1195654"/>
                </a:lnTo>
                <a:close/>
              </a:path>
              <a:path w="4962525" h="2390775">
                <a:moveTo>
                  <a:pt x="2009775" y="11379"/>
                </a:moveTo>
                <a:lnTo>
                  <a:pt x="2009317" y="10261"/>
                </a:lnTo>
                <a:lnTo>
                  <a:pt x="2007450" y="8394"/>
                </a:lnTo>
                <a:lnTo>
                  <a:pt x="2006333" y="7924"/>
                </a:lnTo>
                <a:lnTo>
                  <a:pt x="2003704" y="7924"/>
                </a:lnTo>
                <a:lnTo>
                  <a:pt x="2002586" y="8394"/>
                </a:lnTo>
                <a:lnTo>
                  <a:pt x="2000719" y="10261"/>
                </a:lnTo>
                <a:lnTo>
                  <a:pt x="2000250" y="11379"/>
                </a:lnTo>
                <a:lnTo>
                  <a:pt x="2000250" y="14008"/>
                </a:lnTo>
                <a:lnTo>
                  <a:pt x="2000719" y="15125"/>
                </a:lnTo>
                <a:lnTo>
                  <a:pt x="2002586" y="16992"/>
                </a:lnTo>
                <a:lnTo>
                  <a:pt x="2003704" y="17449"/>
                </a:lnTo>
                <a:lnTo>
                  <a:pt x="2006333" y="17449"/>
                </a:lnTo>
                <a:lnTo>
                  <a:pt x="2007450" y="16992"/>
                </a:lnTo>
                <a:lnTo>
                  <a:pt x="2009317" y="15125"/>
                </a:lnTo>
                <a:lnTo>
                  <a:pt x="2009775" y="14008"/>
                </a:lnTo>
                <a:lnTo>
                  <a:pt x="2009775" y="11379"/>
                </a:lnTo>
                <a:close/>
              </a:path>
              <a:path w="4962525" h="2390775">
                <a:moveTo>
                  <a:pt x="2057400" y="1195654"/>
                </a:moveTo>
                <a:lnTo>
                  <a:pt x="2056942" y="1194536"/>
                </a:lnTo>
                <a:lnTo>
                  <a:pt x="2055075" y="1192669"/>
                </a:lnTo>
                <a:lnTo>
                  <a:pt x="2053958" y="1192212"/>
                </a:lnTo>
                <a:lnTo>
                  <a:pt x="2051329" y="1192212"/>
                </a:lnTo>
                <a:lnTo>
                  <a:pt x="2050211" y="1192669"/>
                </a:lnTo>
                <a:lnTo>
                  <a:pt x="2048344" y="1194536"/>
                </a:lnTo>
                <a:lnTo>
                  <a:pt x="2047875" y="1195654"/>
                </a:lnTo>
                <a:lnTo>
                  <a:pt x="2047875" y="1198283"/>
                </a:lnTo>
                <a:lnTo>
                  <a:pt x="2048344" y="1199400"/>
                </a:lnTo>
                <a:lnTo>
                  <a:pt x="2050211" y="1201267"/>
                </a:lnTo>
                <a:lnTo>
                  <a:pt x="2051329" y="1201737"/>
                </a:lnTo>
                <a:lnTo>
                  <a:pt x="2053958" y="1201737"/>
                </a:lnTo>
                <a:lnTo>
                  <a:pt x="2055075" y="1201267"/>
                </a:lnTo>
                <a:lnTo>
                  <a:pt x="2056942" y="1199400"/>
                </a:lnTo>
                <a:lnTo>
                  <a:pt x="2057400" y="1198283"/>
                </a:lnTo>
                <a:lnTo>
                  <a:pt x="2057400" y="1195654"/>
                </a:lnTo>
                <a:close/>
              </a:path>
              <a:path w="4962525" h="2390775">
                <a:moveTo>
                  <a:pt x="2057400" y="11379"/>
                </a:moveTo>
                <a:lnTo>
                  <a:pt x="2056942" y="10261"/>
                </a:lnTo>
                <a:lnTo>
                  <a:pt x="2055075" y="8394"/>
                </a:lnTo>
                <a:lnTo>
                  <a:pt x="2053958" y="7924"/>
                </a:lnTo>
                <a:lnTo>
                  <a:pt x="2051329" y="7924"/>
                </a:lnTo>
                <a:lnTo>
                  <a:pt x="2050211" y="8394"/>
                </a:lnTo>
                <a:lnTo>
                  <a:pt x="2048344" y="10261"/>
                </a:lnTo>
                <a:lnTo>
                  <a:pt x="2047875" y="11379"/>
                </a:lnTo>
                <a:lnTo>
                  <a:pt x="2047875" y="14008"/>
                </a:lnTo>
                <a:lnTo>
                  <a:pt x="2048344" y="15125"/>
                </a:lnTo>
                <a:lnTo>
                  <a:pt x="2050211" y="16992"/>
                </a:lnTo>
                <a:lnTo>
                  <a:pt x="2051329" y="17449"/>
                </a:lnTo>
                <a:lnTo>
                  <a:pt x="2053958" y="17449"/>
                </a:lnTo>
                <a:lnTo>
                  <a:pt x="2055075" y="16992"/>
                </a:lnTo>
                <a:lnTo>
                  <a:pt x="2056942" y="15125"/>
                </a:lnTo>
                <a:lnTo>
                  <a:pt x="2057400" y="14008"/>
                </a:lnTo>
                <a:lnTo>
                  <a:pt x="2057400" y="11379"/>
                </a:lnTo>
                <a:close/>
              </a:path>
              <a:path w="4962525" h="2390775">
                <a:moveTo>
                  <a:pt x="2105025" y="1195654"/>
                </a:moveTo>
                <a:lnTo>
                  <a:pt x="2104567" y="1194536"/>
                </a:lnTo>
                <a:lnTo>
                  <a:pt x="2102700" y="1192669"/>
                </a:lnTo>
                <a:lnTo>
                  <a:pt x="2101583" y="1192212"/>
                </a:lnTo>
                <a:lnTo>
                  <a:pt x="2098954" y="1192212"/>
                </a:lnTo>
                <a:lnTo>
                  <a:pt x="2097836" y="1192669"/>
                </a:lnTo>
                <a:lnTo>
                  <a:pt x="2095969" y="1194536"/>
                </a:lnTo>
                <a:lnTo>
                  <a:pt x="2095500" y="1195654"/>
                </a:lnTo>
                <a:lnTo>
                  <a:pt x="2095500" y="1198283"/>
                </a:lnTo>
                <a:lnTo>
                  <a:pt x="2095969" y="1199400"/>
                </a:lnTo>
                <a:lnTo>
                  <a:pt x="2097836" y="1201267"/>
                </a:lnTo>
                <a:lnTo>
                  <a:pt x="2098954" y="1201737"/>
                </a:lnTo>
                <a:lnTo>
                  <a:pt x="2101583" y="1201737"/>
                </a:lnTo>
                <a:lnTo>
                  <a:pt x="2102700" y="1201267"/>
                </a:lnTo>
                <a:lnTo>
                  <a:pt x="2104567" y="1199400"/>
                </a:lnTo>
                <a:lnTo>
                  <a:pt x="2105025" y="1198283"/>
                </a:lnTo>
                <a:lnTo>
                  <a:pt x="2105025" y="1195654"/>
                </a:lnTo>
                <a:close/>
              </a:path>
              <a:path w="4962525" h="2390775">
                <a:moveTo>
                  <a:pt x="2105025" y="11379"/>
                </a:moveTo>
                <a:lnTo>
                  <a:pt x="2104567" y="10261"/>
                </a:lnTo>
                <a:lnTo>
                  <a:pt x="2102700" y="8394"/>
                </a:lnTo>
                <a:lnTo>
                  <a:pt x="2101583" y="7924"/>
                </a:lnTo>
                <a:lnTo>
                  <a:pt x="2098954" y="7924"/>
                </a:lnTo>
                <a:lnTo>
                  <a:pt x="2097836" y="8394"/>
                </a:lnTo>
                <a:lnTo>
                  <a:pt x="2095969" y="10261"/>
                </a:lnTo>
                <a:lnTo>
                  <a:pt x="2095500" y="11379"/>
                </a:lnTo>
                <a:lnTo>
                  <a:pt x="2095500" y="14008"/>
                </a:lnTo>
                <a:lnTo>
                  <a:pt x="2095969" y="15125"/>
                </a:lnTo>
                <a:lnTo>
                  <a:pt x="2097836" y="16992"/>
                </a:lnTo>
                <a:lnTo>
                  <a:pt x="2098954" y="17449"/>
                </a:lnTo>
                <a:lnTo>
                  <a:pt x="2101583" y="17449"/>
                </a:lnTo>
                <a:lnTo>
                  <a:pt x="2102700" y="16992"/>
                </a:lnTo>
                <a:lnTo>
                  <a:pt x="2104567" y="15125"/>
                </a:lnTo>
                <a:lnTo>
                  <a:pt x="2105025" y="14008"/>
                </a:lnTo>
                <a:lnTo>
                  <a:pt x="2105025" y="11379"/>
                </a:lnTo>
                <a:close/>
              </a:path>
              <a:path w="4962525" h="2390775">
                <a:moveTo>
                  <a:pt x="2152650" y="1195654"/>
                </a:moveTo>
                <a:lnTo>
                  <a:pt x="2152192" y="1194536"/>
                </a:lnTo>
                <a:lnTo>
                  <a:pt x="2150326" y="1192669"/>
                </a:lnTo>
                <a:lnTo>
                  <a:pt x="2149208" y="1192212"/>
                </a:lnTo>
                <a:lnTo>
                  <a:pt x="2146579" y="1192212"/>
                </a:lnTo>
                <a:lnTo>
                  <a:pt x="2145461" y="1192669"/>
                </a:lnTo>
                <a:lnTo>
                  <a:pt x="2143595" y="1194536"/>
                </a:lnTo>
                <a:lnTo>
                  <a:pt x="2143125" y="1195654"/>
                </a:lnTo>
                <a:lnTo>
                  <a:pt x="2143125" y="1198283"/>
                </a:lnTo>
                <a:lnTo>
                  <a:pt x="2143595" y="1199400"/>
                </a:lnTo>
                <a:lnTo>
                  <a:pt x="2145461" y="1201267"/>
                </a:lnTo>
                <a:lnTo>
                  <a:pt x="2146579" y="1201737"/>
                </a:lnTo>
                <a:lnTo>
                  <a:pt x="2149208" y="1201737"/>
                </a:lnTo>
                <a:lnTo>
                  <a:pt x="2150326" y="1201267"/>
                </a:lnTo>
                <a:lnTo>
                  <a:pt x="2152192" y="1199400"/>
                </a:lnTo>
                <a:lnTo>
                  <a:pt x="2152650" y="1198283"/>
                </a:lnTo>
                <a:lnTo>
                  <a:pt x="2152650" y="1195654"/>
                </a:lnTo>
                <a:close/>
              </a:path>
              <a:path w="4962525" h="2390775">
                <a:moveTo>
                  <a:pt x="2152650" y="11379"/>
                </a:moveTo>
                <a:lnTo>
                  <a:pt x="2152192" y="10261"/>
                </a:lnTo>
                <a:lnTo>
                  <a:pt x="2150326" y="8394"/>
                </a:lnTo>
                <a:lnTo>
                  <a:pt x="2149208" y="7924"/>
                </a:lnTo>
                <a:lnTo>
                  <a:pt x="2146579" y="7924"/>
                </a:lnTo>
                <a:lnTo>
                  <a:pt x="2145461" y="8394"/>
                </a:lnTo>
                <a:lnTo>
                  <a:pt x="2143595" y="10261"/>
                </a:lnTo>
                <a:lnTo>
                  <a:pt x="2143125" y="11379"/>
                </a:lnTo>
                <a:lnTo>
                  <a:pt x="2143125" y="14008"/>
                </a:lnTo>
                <a:lnTo>
                  <a:pt x="2143595" y="15125"/>
                </a:lnTo>
                <a:lnTo>
                  <a:pt x="2145461" y="16992"/>
                </a:lnTo>
                <a:lnTo>
                  <a:pt x="2146579" y="17449"/>
                </a:lnTo>
                <a:lnTo>
                  <a:pt x="2149208" y="17449"/>
                </a:lnTo>
                <a:lnTo>
                  <a:pt x="2150326" y="16992"/>
                </a:lnTo>
                <a:lnTo>
                  <a:pt x="2152192" y="15125"/>
                </a:lnTo>
                <a:lnTo>
                  <a:pt x="2152650" y="14008"/>
                </a:lnTo>
                <a:lnTo>
                  <a:pt x="2152650" y="11379"/>
                </a:lnTo>
                <a:close/>
              </a:path>
              <a:path w="4962525" h="2390775">
                <a:moveTo>
                  <a:pt x="2200275" y="1195654"/>
                </a:moveTo>
                <a:lnTo>
                  <a:pt x="2199817" y="1194536"/>
                </a:lnTo>
                <a:lnTo>
                  <a:pt x="2197951" y="1192669"/>
                </a:lnTo>
                <a:lnTo>
                  <a:pt x="2196833" y="1192212"/>
                </a:lnTo>
                <a:lnTo>
                  <a:pt x="2194204" y="1192212"/>
                </a:lnTo>
                <a:lnTo>
                  <a:pt x="2193086" y="1192669"/>
                </a:lnTo>
                <a:lnTo>
                  <a:pt x="2191220" y="1194536"/>
                </a:lnTo>
                <a:lnTo>
                  <a:pt x="2190750" y="1195654"/>
                </a:lnTo>
                <a:lnTo>
                  <a:pt x="2190750" y="1198283"/>
                </a:lnTo>
                <a:lnTo>
                  <a:pt x="2191220" y="1199400"/>
                </a:lnTo>
                <a:lnTo>
                  <a:pt x="2193086" y="1201267"/>
                </a:lnTo>
                <a:lnTo>
                  <a:pt x="2194204" y="1201737"/>
                </a:lnTo>
                <a:lnTo>
                  <a:pt x="2196833" y="1201737"/>
                </a:lnTo>
                <a:lnTo>
                  <a:pt x="2197951" y="1201267"/>
                </a:lnTo>
                <a:lnTo>
                  <a:pt x="2199817" y="1199400"/>
                </a:lnTo>
                <a:lnTo>
                  <a:pt x="2200275" y="1198283"/>
                </a:lnTo>
                <a:lnTo>
                  <a:pt x="2200275" y="1195654"/>
                </a:lnTo>
                <a:close/>
              </a:path>
              <a:path w="4962525" h="2390775">
                <a:moveTo>
                  <a:pt x="2200275" y="11379"/>
                </a:moveTo>
                <a:lnTo>
                  <a:pt x="2199817" y="10261"/>
                </a:lnTo>
                <a:lnTo>
                  <a:pt x="2197951" y="8394"/>
                </a:lnTo>
                <a:lnTo>
                  <a:pt x="2196833" y="7924"/>
                </a:lnTo>
                <a:lnTo>
                  <a:pt x="2194204" y="7924"/>
                </a:lnTo>
                <a:lnTo>
                  <a:pt x="2193086" y="8394"/>
                </a:lnTo>
                <a:lnTo>
                  <a:pt x="2191220" y="10261"/>
                </a:lnTo>
                <a:lnTo>
                  <a:pt x="2190750" y="11379"/>
                </a:lnTo>
                <a:lnTo>
                  <a:pt x="2190750" y="14008"/>
                </a:lnTo>
                <a:lnTo>
                  <a:pt x="2191220" y="15125"/>
                </a:lnTo>
                <a:lnTo>
                  <a:pt x="2193086" y="16992"/>
                </a:lnTo>
                <a:lnTo>
                  <a:pt x="2194204" y="17449"/>
                </a:lnTo>
                <a:lnTo>
                  <a:pt x="2196833" y="17449"/>
                </a:lnTo>
                <a:lnTo>
                  <a:pt x="2197951" y="16992"/>
                </a:lnTo>
                <a:lnTo>
                  <a:pt x="2199817" y="15125"/>
                </a:lnTo>
                <a:lnTo>
                  <a:pt x="2200275" y="14008"/>
                </a:lnTo>
                <a:lnTo>
                  <a:pt x="2200275" y="11379"/>
                </a:lnTo>
                <a:close/>
              </a:path>
              <a:path w="4962525" h="2390775">
                <a:moveTo>
                  <a:pt x="2247900" y="1195654"/>
                </a:moveTo>
                <a:lnTo>
                  <a:pt x="2247442" y="1194536"/>
                </a:lnTo>
                <a:lnTo>
                  <a:pt x="2245576" y="1192669"/>
                </a:lnTo>
                <a:lnTo>
                  <a:pt x="2244458" y="1192212"/>
                </a:lnTo>
                <a:lnTo>
                  <a:pt x="2241829" y="1192212"/>
                </a:lnTo>
                <a:lnTo>
                  <a:pt x="2240711" y="1192669"/>
                </a:lnTo>
                <a:lnTo>
                  <a:pt x="2238845" y="1194536"/>
                </a:lnTo>
                <a:lnTo>
                  <a:pt x="2238375" y="1195654"/>
                </a:lnTo>
                <a:lnTo>
                  <a:pt x="2238375" y="1198283"/>
                </a:lnTo>
                <a:lnTo>
                  <a:pt x="2238845" y="1199400"/>
                </a:lnTo>
                <a:lnTo>
                  <a:pt x="2240711" y="1201267"/>
                </a:lnTo>
                <a:lnTo>
                  <a:pt x="2241829" y="1201737"/>
                </a:lnTo>
                <a:lnTo>
                  <a:pt x="2244458" y="1201737"/>
                </a:lnTo>
                <a:lnTo>
                  <a:pt x="2245576" y="1201267"/>
                </a:lnTo>
                <a:lnTo>
                  <a:pt x="2247442" y="1199400"/>
                </a:lnTo>
                <a:lnTo>
                  <a:pt x="2247900" y="1198283"/>
                </a:lnTo>
                <a:lnTo>
                  <a:pt x="2247900" y="1195654"/>
                </a:lnTo>
                <a:close/>
              </a:path>
              <a:path w="4962525" h="2390775">
                <a:moveTo>
                  <a:pt x="2247900" y="11379"/>
                </a:moveTo>
                <a:lnTo>
                  <a:pt x="2247442" y="10261"/>
                </a:lnTo>
                <a:lnTo>
                  <a:pt x="2245576" y="8394"/>
                </a:lnTo>
                <a:lnTo>
                  <a:pt x="2244458" y="7924"/>
                </a:lnTo>
                <a:lnTo>
                  <a:pt x="2241829" y="7924"/>
                </a:lnTo>
                <a:lnTo>
                  <a:pt x="2240711" y="8394"/>
                </a:lnTo>
                <a:lnTo>
                  <a:pt x="2238845" y="10261"/>
                </a:lnTo>
                <a:lnTo>
                  <a:pt x="2238375" y="11379"/>
                </a:lnTo>
                <a:lnTo>
                  <a:pt x="2238375" y="14008"/>
                </a:lnTo>
                <a:lnTo>
                  <a:pt x="2238845" y="15125"/>
                </a:lnTo>
                <a:lnTo>
                  <a:pt x="2240711" y="16992"/>
                </a:lnTo>
                <a:lnTo>
                  <a:pt x="2241829" y="17449"/>
                </a:lnTo>
                <a:lnTo>
                  <a:pt x="2244458" y="17449"/>
                </a:lnTo>
                <a:lnTo>
                  <a:pt x="2245576" y="16992"/>
                </a:lnTo>
                <a:lnTo>
                  <a:pt x="2247442" y="15125"/>
                </a:lnTo>
                <a:lnTo>
                  <a:pt x="2247900" y="14008"/>
                </a:lnTo>
                <a:lnTo>
                  <a:pt x="2247900" y="11379"/>
                </a:lnTo>
                <a:close/>
              </a:path>
              <a:path w="4962525" h="2390775">
                <a:moveTo>
                  <a:pt x="2295525" y="1195654"/>
                </a:moveTo>
                <a:lnTo>
                  <a:pt x="2295067" y="1194536"/>
                </a:lnTo>
                <a:lnTo>
                  <a:pt x="2293201" y="1192669"/>
                </a:lnTo>
                <a:lnTo>
                  <a:pt x="2292083" y="1192212"/>
                </a:lnTo>
                <a:lnTo>
                  <a:pt x="2289454" y="1192212"/>
                </a:lnTo>
                <a:lnTo>
                  <a:pt x="2288336" y="1192669"/>
                </a:lnTo>
                <a:lnTo>
                  <a:pt x="2286470" y="1194536"/>
                </a:lnTo>
                <a:lnTo>
                  <a:pt x="2286000" y="1195654"/>
                </a:lnTo>
                <a:lnTo>
                  <a:pt x="2286000" y="1198283"/>
                </a:lnTo>
                <a:lnTo>
                  <a:pt x="2286470" y="1199400"/>
                </a:lnTo>
                <a:lnTo>
                  <a:pt x="2288336" y="1201267"/>
                </a:lnTo>
                <a:lnTo>
                  <a:pt x="2289454" y="1201737"/>
                </a:lnTo>
                <a:lnTo>
                  <a:pt x="2292083" y="1201737"/>
                </a:lnTo>
                <a:lnTo>
                  <a:pt x="2293201" y="1201267"/>
                </a:lnTo>
                <a:lnTo>
                  <a:pt x="2295067" y="1199400"/>
                </a:lnTo>
                <a:lnTo>
                  <a:pt x="2295525" y="1198283"/>
                </a:lnTo>
                <a:lnTo>
                  <a:pt x="2295525" y="1195654"/>
                </a:lnTo>
                <a:close/>
              </a:path>
              <a:path w="4962525" h="2390775">
                <a:moveTo>
                  <a:pt x="2295525" y="11379"/>
                </a:moveTo>
                <a:lnTo>
                  <a:pt x="2295067" y="10261"/>
                </a:lnTo>
                <a:lnTo>
                  <a:pt x="2293201" y="8394"/>
                </a:lnTo>
                <a:lnTo>
                  <a:pt x="2292083" y="7924"/>
                </a:lnTo>
                <a:lnTo>
                  <a:pt x="2289454" y="7924"/>
                </a:lnTo>
                <a:lnTo>
                  <a:pt x="2288336" y="8394"/>
                </a:lnTo>
                <a:lnTo>
                  <a:pt x="2286470" y="10261"/>
                </a:lnTo>
                <a:lnTo>
                  <a:pt x="2286000" y="11379"/>
                </a:lnTo>
                <a:lnTo>
                  <a:pt x="2286000" y="14008"/>
                </a:lnTo>
                <a:lnTo>
                  <a:pt x="2286470" y="15125"/>
                </a:lnTo>
                <a:lnTo>
                  <a:pt x="2288336" y="16992"/>
                </a:lnTo>
                <a:lnTo>
                  <a:pt x="2289454" y="17449"/>
                </a:lnTo>
                <a:lnTo>
                  <a:pt x="2292083" y="17449"/>
                </a:lnTo>
                <a:lnTo>
                  <a:pt x="2293201" y="16992"/>
                </a:lnTo>
                <a:lnTo>
                  <a:pt x="2295067" y="15125"/>
                </a:lnTo>
                <a:lnTo>
                  <a:pt x="2295525" y="14008"/>
                </a:lnTo>
                <a:lnTo>
                  <a:pt x="2295525" y="11379"/>
                </a:lnTo>
                <a:close/>
              </a:path>
              <a:path w="4962525" h="2390775">
                <a:moveTo>
                  <a:pt x="2343150" y="1195654"/>
                </a:moveTo>
                <a:lnTo>
                  <a:pt x="2342692" y="1194536"/>
                </a:lnTo>
                <a:lnTo>
                  <a:pt x="2340826" y="1192669"/>
                </a:lnTo>
                <a:lnTo>
                  <a:pt x="2339708" y="1192212"/>
                </a:lnTo>
                <a:lnTo>
                  <a:pt x="2337079" y="1192212"/>
                </a:lnTo>
                <a:lnTo>
                  <a:pt x="2335961" y="1192669"/>
                </a:lnTo>
                <a:lnTo>
                  <a:pt x="2334095" y="1194536"/>
                </a:lnTo>
                <a:lnTo>
                  <a:pt x="2333625" y="1195654"/>
                </a:lnTo>
                <a:lnTo>
                  <a:pt x="2333625" y="1198283"/>
                </a:lnTo>
                <a:lnTo>
                  <a:pt x="2334095" y="1199400"/>
                </a:lnTo>
                <a:lnTo>
                  <a:pt x="2335961" y="1201267"/>
                </a:lnTo>
                <a:lnTo>
                  <a:pt x="2337079" y="1201737"/>
                </a:lnTo>
                <a:lnTo>
                  <a:pt x="2339708" y="1201737"/>
                </a:lnTo>
                <a:lnTo>
                  <a:pt x="2340826" y="1201267"/>
                </a:lnTo>
                <a:lnTo>
                  <a:pt x="2342692" y="1199400"/>
                </a:lnTo>
                <a:lnTo>
                  <a:pt x="2343150" y="1198283"/>
                </a:lnTo>
                <a:lnTo>
                  <a:pt x="2343150" y="1195654"/>
                </a:lnTo>
                <a:close/>
              </a:path>
              <a:path w="4962525" h="2390775">
                <a:moveTo>
                  <a:pt x="2343150" y="11379"/>
                </a:moveTo>
                <a:lnTo>
                  <a:pt x="2342692" y="10261"/>
                </a:lnTo>
                <a:lnTo>
                  <a:pt x="2340826" y="8394"/>
                </a:lnTo>
                <a:lnTo>
                  <a:pt x="2339708" y="7924"/>
                </a:lnTo>
                <a:lnTo>
                  <a:pt x="2337079" y="7924"/>
                </a:lnTo>
                <a:lnTo>
                  <a:pt x="2335961" y="8394"/>
                </a:lnTo>
                <a:lnTo>
                  <a:pt x="2334095" y="10261"/>
                </a:lnTo>
                <a:lnTo>
                  <a:pt x="2333625" y="11379"/>
                </a:lnTo>
                <a:lnTo>
                  <a:pt x="2333625" y="14008"/>
                </a:lnTo>
                <a:lnTo>
                  <a:pt x="2334095" y="15125"/>
                </a:lnTo>
                <a:lnTo>
                  <a:pt x="2335961" y="16992"/>
                </a:lnTo>
                <a:lnTo>
                  <a:pt x="2337079" y="17449"/>
                </a:lnTo>
                <a:lnTo>
                  <a:pt x="2339708" y="17449"/>
                </a:lnTo>
                <a:lnTo>
                  <a:pt x="2340826" y="16992"/>
                </a:lnTo>
                <a:lnTo>
                  <a:pt x="2342692" y="15125"/>
                </a:lnTo>
                <a:lnTo>
                  <a:pt x="2343150" y="14008"/>
                </a:lnTo>
                <a:lnTo>
                  <a:pt x="2343150" y="11379"/>
                </a:lnTo>
                <a:close/>
              </a:path>
              <a:path w="4962525" h="2390775">
                <a:moveTo>
                  <a:pt x="2390775" y="1195654"/>
                </a:moveTo>
                <a:lnTo>
                  <a:pt x="2390317" y="1194536"/>
                </a:lnTo>
                <a:lnTo>
                  <a:pt x="2388451" y="1192669"/>
                </a:lnTo>
                <a:lnTo>
                  <a:pt x="2387333" y="1192212"/>
                </a:lnTo>
                <a:lnTo>
                  <a:pt x="2384704" y="1192212"/>
                </a:lnTo>
                <a:lnTo>
                  <a:pt x="2383586" y="1192669"/>
                </a:lnTo>
                <a:lnTo>
                  <a:pt x="2381720" y="1194536"/>
                </a:lnTo>
                <a:lnTo>
                  <a:pt x="2381250" y="1195654"/>
                </a:lnTo>
                <a:lnTo>
                  <a:pt x="2381250" y="1198283"/>
                </a:lnTo>
                <a:lnTo>
                  <a:pt x="2381720" y="1199400"/>
                </a:lnTo>
                <a:lnTo>
                  <a:pt x="2383586" y="1201267"/>
                </a:lnTo>
                <a:lnTo>
                  <a:pt x="2384704" y="1201737"/>
                </a:lnTo>
                <a:lnTo>
                  <a:pt x="2387333" y="1201737"/>
                </a:lnTo>
                <a:lnTo>
                  <a:pt x="2388451" y="1201267"/>
                </a:lnTo>
                <a:lnTo>
                  <a:pt x="2390317" y="1199400"/>
                </a:lnTo>
                <a:lnTo>
                  <a:pt x="2390775" y="1198283"/>
                </a:lnTo>
                <a:lnTo>
                  <a:pt x="2390775" y="1195654"/>
                </a:lnTo>
                <a:close/>
              </a:path>
              <a:path w="4962525" h="2390775">
                <a:moveTo>
                  <a:pt x="2390775" y="11379"/>
                </a:moveTo>
                <a:lnTo>
                  <a:pt x="2390317" y="10261"/>
                </a:lnTo>
                <a:lnTo>
                  <a:pt x="2388451" y="8394"/>
                </a:lnTo>
                <a:lnTo>
                  <a:pt x="2387333" y="7924"/>
                </a:lnTo>
                <a:lnTo>
                  <a:pt x="2384704" y="7924"/>
                </a:lnTo>
                <a:lnTo>
                  <a:pt x="2383586" y="8394"/>
                </a:lnTo>
                <a:lnTo>
                  <a:pt x="2381720" y="10261"/>
                </a:lnTo>
                <a:lnTo>
                  <a:pt x="2381250" y="11379"/>
                </a:lnTo>
                <a:lnTo>
                  <a:pt x="2381250" y="14008"/>
                </a:lnTo>
                <a:lnTo>
                  <a:pt x="2381720" y="15125"/>
                </a:lnTo>
                <a:lnTo>
                  <a:pt x="2383586" y="16992"/>
                </a:lnTo>
                <a:lnTo>
                  <a:pt x="2384704" y="17449"/>
                </a:lnTo>
                <a:lnTo>
                  <a:pt x="2387333" y="17449"/>
                </a:lnTo>
                <a:lnTo>
                  <a:pt x="2388451" y="16992"/>
                </a:lnTo>
                <a:lnTo>
                  <a:pt x="2390317" y="15125"/>
                </a:lnTo>
                <a:lnTo>
                  <a:pt x="2390775" y="14008"/>
                </a:lnTo>
                <a:lnTo>
                  <a:pt x="2390775" y="11379"/>
                </a:lnTo>
                <a:close/>
              </a:path>
              <a:path w="4962525" h="2390775">
                <a:moveTo>
                  <a:pt x="2438400" y="1195654"/>
                </a:moveTo>
                <a:lnTo>
                  <a:pt x="2437942" y="1194536"/>
                </a:lnTo>
                <a:lnTo>
                  <a:pt x="2436076" y="1192669"/>
                </a:lnTo>
                <a:lnTo>
                  <a:pt x="2434958" y="1192212"/>
                </a:lnTo>
                <a:lnTo>
                  <a:pt x="2432329" y="1192212"/>
                </a:lnTo>
                <a:lnTo>
                  <a:pt x="2431211" y="1192669"/>
                </a:lnTo>
                <a:lnTo>
                  <a:pt x="2429345" y="1194536"/>
                </a:lnTo>
                <a:lnTo>
                  <a:pt x="2428875" y="1195654"/>
                </a:lnTo>
                <a:lnTo>
                  <a:pt x="2428875" y="1198283"/>
                </a:lnTo>
                <a:lnTo>
                  <a:pt x="2429345" y="1199400"/>
                </a:lnTo>
                <a:lnTo>
                  <a:pt x="2431211" y="1201267"/>
                </a:lnTo>
                <a:lnTo>
                  <a:pt x="2432329" y="1201737"/>
                </a:lnTo>
                <a:lnTo>
                  <a:pt x="2434958" y="1201737"/>
                </a:lnTo>
                <a:lnTo>
                  <a:pt x="2436076" y="1201267"/>
                </a:lnTo>
                <a:lnTo>
                  <a:pt x="2437942" y="1199400"/>
                </a:lnTo>
                <a:lnTo>
                  <a:pt x="2438400" y="1198283"/>
                </a:lnTo>
                <a:lnTo>
                  <a:pt x="2438400" y="1195654"/>
                </a:lnTo>
                <a:close/>
              </a:path>
              <a:path w="4962525" h="2390775">
                <a:moveTo>
                  <a:pt x="2438400" y="11379"/>
                </a:moveTo>
                <a:lnTo>
                  <a:pt x="2437942" y="10261"/>
                </a:lnTo>
                <a:lnTo>
                  <a:pt x="2436076" y="8394"/>
                </a:lnTo>
                <a:lnTo>
                  <a:pt x="2434958" y="7924"/>
                </a:lnTo>
                <a:lnTo>
                  <a:pt x="2432329" y="7924"/>
                </a:lnTo>
                <a:lnTo>
                  <a:pt x="2431211" y="8394"/>
                </a:lnTo>
                <a:lnTo>
                  <a:pt x="2429345" y="10261"/>
                </a:lnTo>
                <a:lnTo>
                  <a:pt x="2428875" y="11379"/>
                </a:lnTo>
                <a:lnTo>
                  <a:pt x="2428875" y="14008"/>
                </a:lnTo>
                <a:lnTo>
                  <a:pt x="2429345" y="15125"/>
                </a:lnTo>
                <a:lnTo>
                  <a:pt x="2431211" y="16992"/>
                </a:lnTo>
                <a:lnTo>
                  <a:pt x="2432329" y="17449"/>
                </a:lnTo>
                <a:lnTo>
                  <a:pt x="2434958" y="17449"/>
                </a:lnTo>
                <a:lnTo>
                  <a:pt x="2436076" y="16992"/>
                </a:lnTo>
                <a:lnTo>
                  <a:pt x="2437942" y="15125"/>
                </a:lnTo>
                <a:lnTo>
                  <a:pt x="2438400" y="14008"/>
                </a:lnTo>
                <a:lnTo>
                  <a:pt x="2438400" y="11379"/>
                </a:lnTo>
                <a:close/>
              </a:path>
              <a:path w="4962525" h="2390775">
                <a:moveTo>
                  <a:pt x="2486025" y="1195654"/>
                </a:moveTo>
                <a:lnTo>
                  <a:pt x="2485567" y="1194536"/>
                </a:lnTo>
                <a:lnTo>
                  <a:pt x="2483701" y="1192669"/>
                </a:lnTo>
                <a:lnTo>
                  <a:pt x="2482583" y="1192212"/>
                </a:lnTo>
                <a:lnTo>
                  <a:pt x="2479954" y="1192212"/>
                </a:lnTo>
                <a:lnTo>
                  <a:pt x="2478836" y="1192669"/>
                </a:lnTo>
                <a:lnTo>
                  <a:pt x="2476970" y="1194536"/>
                </a:lnTo>
                <a:lnTo>
                  <a:pt x="2476500" y="1195654"/>
                </a:lnTo>
                <a:lnTo>
                  <a:pt x="2476500" y="1198283"/>
                </a:lnTo>
                <a:lnTo>
                  <a:pt x="2476970" y="1199400"/>
                </a:lnTo>
                <a:lnTo>
                  <a:pt x="2478836" y="1201267"/>
                </a:lnTo>
                <a:lnTo>
                  <a:pt x="2479954" y="1201737"/>
                </a:lnTo>
                <a:lnTo>
                  <a:pt x="2482583" y="1201737"/>
                </a:lnTo>
                <a:lnTo>
                  <a:pt x="2483701" y="1201267"/>
                </a:lnTo>
                <a:lnTo>
                  <a:pt x="2485567" y="1199400"/>
                </a:lnTo>
                <a:lnTo>
                  <a:pt x="2486025" y="1198283"/>
                </a:lnTo>
                <a:lnTo>
                  <a:pt x="2486025" y="1195654"/>
                </a:lnTo>
                <a:close/>
              </a:path>
              <a:path w="4962525" h="2390775">
                <a:moveTo>
                  <a:pt x="2486025" y="11379"/>
                </a:moveTo>
                <a:lnTo>
                  <a:pt x="2485567" y="10261"/>
                </a:lnTo>
                <a:lnTo>
                  <a:pt x="2483701" y="8394"/>
                </a:lnTo>
                <a:lnTo>
                  <a:pt x="2482583" y="7924"/>
                </a:lnTo>
                <a:lnTo>
                  <a:pt x="2479954" y="7924"/>
                </a:lnTo>
                <a:lnTo>
                  <a:pt x="2478836" y="8394"/>
                </a:lnTo>
                <a:lnTo>
                  <a:pt x="2476970" y="10261"/>
                </a:lnTo>
                <a:lnTo>
                  <a:pt x="2476500" y="11379"/>
                </a:lnTo>
                <a:lnTo>
                  <a:pt x="2476500" y="14008"/>
                </a:lnTo>
                <a:lnTo>
                  <a:pt x="2476970" y="15125"/>
                </a:lnTo>
                <a:lnTo>
                  <a:pt x="2478836" y="16992"/>
                </a:lnTo>
                <a:lnTo>
                  <a:pt x="2479954" y="17449"/>
                </a:lnTo>
                <a:lnTo>
                  <a:pt x="2482583" y="17449"/>
                </a:lnTo>
                <a:lnTo>
                  <a:pt x="2483701" y="16992"/>
                </a:lnTo>
                <a:lnTo>
                  <a:pt x="2485567" y="15125"/>
                </a:lnTo>
                <a:lnTo>
                  <a:pt x="2486025" y="14008"/>
                </a:lnTo>
                <a:lnTo>
                  <a:pt x="2486025" y="11379"/>
                </a:lnTo>
                <a:close/>
              </a:path>
              <a:path w="4962525" h="2390775">
                <a:moveTo>
                  <a:pt x="2533650" y="1195654"/>
                </a:moveTo>
                <a:lnTo>
                  <a:pt x="2533192" y="1194536"/>
                </a:lnTo>
                <a:lnTo>
                  <a:pt x="2531326" y="1192669"/>
                </a:lnTo>
                <a:lnTo>
                  <a:pt x="2530208" y="1192212"/>
                </a:lnTo>
                <a:lnTo>
                  <a:pt x="2527579" y="1192212"/>
                </a:lnTo>
                <a:lnTo>
                  <a:pt x="2526461" y="1192669"/>
                </a:lnTo>
                <a:lnTo>
                  <a:pt x="2524595" y="1194536"/>
                </a:lnTo>
                <a:lnTo>
                  <a:pt x="2524125" y="1195654"/>
                </a:lnTo>
                <a:lnTo>
                  <a:pt x="2524125" y="1198283"/>
                </a:lnTo>
                <a:lnTo>
                  <a:pt x="2524595" y="1199400"/>
                </a:lnTo>
                <a:lnTo>
                  <a:pt x="2526461" y="1201267"/>
                </a:lnTo>
                <a:lnTo>
                  <a:pt x="2527579" y="1201737"/>
                </a:lnTo>
                <a:lnTo>
                  <a:pt x="2530208" y="1201737"/>
                </a:lnTo>
                <a:lnTo>
                  <a:pt x="2531326" y="1201267"/>
                </a:lnTo>
                <a:lnTo>
                  <a:pt x="2533192" y="1199400"/>
                </a:lnTo>
                <a:lnTo>
                  <a:pt x="2533650" y="1198283"/>
                </a:lnTo>
                <a:lnTo>
                  <a:pt x="2533650" y="1195654"/>
                </a:lnTo>
                <a:close/>
              </a:path>
              <a:path w="4962525" h="2390775">
                <a:moveTo>
                  <a:pt x="2533650" y="11379"/>
                </a:moveTo>
                <a:lnTo>
                  <a:pt x="2533192" y="10261"/>
                </a:lnTo>
                <a:lnTo>
                  <a:pt x="2531326" y="8394"/>
                </a:lnTo>
                <a:lnTo>
                  <a:pt x="2530208" y="7924"/>
                </a:lnTo>
                <a:lnTo>
                  <a:pt x="2527579" y="7924"/>
                </a:lnTo>
                <a:lnTo>
                  <a:pt x="2526461" y="8394"/>
                </a:lnTo>
                <a:lnTo>
                  <a:pt x="2524595" y="10261"/>
                </a:lnTo>
                <a:lnTo>
                  <a:pt x="2524125" y="11379"/>
                </a:lnTo>
                <a:lnTo>
                  <a:pt x="2524125" y="14008"/>
                </a:lnTo>
                <a:lnTo>
                  <a:pt x="2524595" y="15125"/>
                </a:lnTo>
                <a:lnTo>
                  <a:pt x="2526461" y="16992"/>
                </a:lnTo>
                <a:lnTo>
                  <a:pt x="2527579" y="17449"/>
                </a:lnTo>
                <a:lnTo>
                  <a:pt x="2530208" y="17449"/>
                </a:lnTo>
                <a:lnTo>
                  <a:pt x="2531326" y="16992"/>
                </a:lnTo>
                <a:lnTo>
                  <a:pt x="2533192" y="15125"/>
                </a:lnTo>
                <a:lnTo>
                  <a:pt x="2533650" y="14008"/>
                </a:lnTo>
                <a:lnTo>
                  <a:pt x="2533650" y="11379"/>
                </a:lnTo>
                <a:close/>
              </a:path>
              <a:path w="4962525" h="2390775">
                <a:moveTo>
                  <a:pt x="2581275" y="1195654"/>
                </a:moveTo>
                <a:lnTo>
                  <a:pt x="2580817" y="1194536"/>
                </a:lnTo>
                <a:lnTo>
                  <a:pt x="2578951" y="1192669"/>
                </a:lnTo>
                <a:lnTo>
                  <a:pt x="2577833" y="1192212"/>
                </a:lnTo>
                <a:lnTo>
                  <a:pt x="2575204" y="1192212"/>
                </a:lnTo>
                <a:lnTo>
                  <a:pt x="2574086" y="1192669"/>
                </a:lnTo>
                <a:lnTo>
                  <a:pt x="2572220" y="1194536"/>
                </a:lnTo>
                <a:lnTo>
                  <a:pt x="2571750" y="1195654"/>
                </a:lnTo>
                <a:lnTo>
                  <a:pt x="2571750" y="1198283"/>
                </a:lnTo>
                <a:lnTo>
                  <a:pt x="2572220" y="1199400"/>
                </a:lnTo>
                <a:lnTo>
                  <a:pt x="2574086" y="1201267"/>
                </a:lnTo>
                <a:lnTo>
                  <a:pt x="2575204" y="1201737"/>
                </a:lnTo>
                <a:lnTo>
                  <a:pt x="2577833" y="1201737"/>
                </a:lnTo>
                <a:lnTo>
                  <a:pt x="2578951" y="1201267"/>
                </a:lnTo>
                <a:lnTo>
                  <a:pt x="2580817" y="1199400"/>
                </a:lnTo>
                <a:lnTo>
                  <a:pt x="2581275" y="1198283"/>
                </a:lnTo>
                <a:lnTo>
                  <a:pt x="2581275" y="1195654"/>
                </a:lnTo>
                <a:close/>
              </a:path>
              <a:path w="4962525" h="2390775">
                <a:moveTo>
                  <a:pt x="2581275" y="11379"/>
                </a:moveTo>
                <a:lnTo>
                  <a:pt x="2580817" y="10261"/>
                </a:lnTo>
                <a:lnTo>
                  <a:pt x="2578951" y="8394"/>
                </a:lnTo>
                <a:lnTo>
                  <a:pt x="2577833" y="7924"/>
                </a:lnTo>
                <a:lnTo>
                  <a:pt x="2575204" y="7924"/>
                </a:lnTo>
                <a:lnTo>
                  <a:pt x="2574086" y="8394"/>
                </a:lnTo>
                <a:lnTo>
                  <a:pt x="2572220" y="10261"/>
                </a:lnTo>
                <a:lnTo>
                  <a:pt x="2571750" y="11379"/>
                </a:lnTo>
                <a:lnTo>
                  <a:pt x="2571750" y="14008"/>
                </a:lnTo>
                <a:lnTo>
                  <a:pt x="2572220" y="15125"/>
                </a:lnTo>
                <a:lnTo>
                  <a:pt x="2574086" y="16992"/>
                </a:lnTo>
                <a:lnTo>
                  <a:pt x="2575204" y="17449"/>
                </a:lnTo>
                <a:lnTo>
                  <a:pt x="2577833" y="17449"/>
                </a:lnTo>
                <a:lnTo>
                  <a:pt x="2578951" y="16992"/>
                </a:lnTo>
                <a:lnTo>
                  <a:pt x="2580817" y="15125"/>
                </a:lnTo>
                <a:lnTo>
                  <a:pt x="2581275" y="14008"/>
                </a:lnTo>
                <a:lnTo>
                  <a:pt x="2581275" y="11379"/>
                </a:lnTo>
                <a:close/>
              </a:path>
              <a:path w="4962525" h="2390775">
                <a:moveTo>
                  <a:pt x="2628900" y="1195654"/>
                </a:moveTo>
                <a:lnTo>
                  <a:pt x="2628442" y="1194536"/>
                </a:lnTo>
                <a:lnTo>
                  <a:pt x="2626576" y="1192669"/>
                </a:lnTo>
                <a:lnTo>
                  <a:pt x="2625458" y="1192212"/>
                </a:lnTo>
                <a:lnTo>
                  <a:pt x="2622829" y="1192212"/>
                </a:lnTo>
                <a:lnTo>
                  <a:pt x="2621711" y="1192669"/>
                </a:lnTo>
                <a:lnTo>
                  <a:pt x="2619845" y="1194536"/>
                </a:lnTo>
                <a:lnTo>
                  <a:pt x="2619375" y="1195654"/>
                </a:lnTo>
                <a:lnTo>
                  <a:pt x="2619375" y="1198283"/>
                </a:lnTo>
                <a:lnTo>
                  <a:pt x="2619845" y="1199400"/>
                </a:lnTo>
                <a:lnTo>
                  <a:pt x="2621711" y="1201267"/>
                </a:lnTo>
                <a:lnTo>
                  <a:pt x="2622829" y="1201737"/>
                </a:lnTo>
                <a:lnTo>
                  <a:pt x="2625458" y="1201737"/>
                </a:lnTo>
                <a:lnTo>
                  <a:pt x="2626576" y="1201267"/>
                </a:lnTo>
                <a:lnTo>
                  <a:pt x="2628442" y="1199400"/>
                </a:lnTo>
                <a:lnTo>
                  <a:pt x="2628900" y="1198283"/>
                </a:lnTo>
                <a:lnTo>
                  <a:pt x="2628900" y="1195654"/>
                </a:lnTo>
                <a:close/>
              </a:path>
              <a:path w="4962525" h="2390775">
                <a:moveTo>
                  <a:pt x="2628900" y="11379"/>
                </a:moveTo>
                <a:lnTo>
                  <a:pt x="2628442" y="10261"/>
                </a:lnTo>
                <a:lnTo>
                  <a:pt x="2626576" y="8394"/>
                </a:lnTo>
                <a:lnTo>
                  <a:pt x="2625458" y="7924"/>
                </a:lnTo>
                <a:lnTo>
                  <a:pt x="2622829" y="7924"/>
                </a:lnTo>
                <a:lnTo>
                  <a:pt x="2621711" y="8394"/>
                </a:lnTo>
                <a:lnTo>
                  <a:pt x="2619845" y="10261"/>
                </a:lnTo>
                <a:lnTo>
                  <a:pt x="2619375" y="11379"/>
                </a:lnTo>
                <a:lnTo>
                  <a:pt x="2619375" y="14008"/>
                </a:lnTo>
                <a:lnTo>
                  <a:pt x="2619845" y="15125"/>
                </a:lnTo>
                <a:lnTo>
                  <a:pt x="2621711" y="16992"/>
                </a:lnTo>
                <a:lnTo>
                  <a:pt x="2622829" y="17449"/>
                </a:lnTo>
                <a:lnTo>
                  <a:pt x="2625458" y="17449"/>
                </a:lnTo>
                <a:lnTo>
                  <a:pt x="2626576" y="16992"/>
                </a:lnTo>
                <a:lnTo>
                  <a:pt x="2628442" y="15125"/>
                </a:lnTo>
                <a:lnTo>
                  <a:pt x="2628900" y="14008"/>
                </a:lnTo>
                <a:lnTo>
                  <a:pt x="2628900" y="11379"/>
                </a:lnTo>
                <a:close/>
              </a:path>
              <a:path w="4962525" h="2390775">
                <a:moveTo>
                  <a:pt x="2676525" y="1195654"/>
                </a:moveTo>
                <a:lnTo>
                  <a:pt x="2676067" y="1194536"/>
                </a:lnTo>
                <a:lnTo>
                  <a:pt x="2674201" y="1192669"/>
                </a:lnTo>
                <a:lnTo>
                  <a:pt x="2673083" y="1192212"/>
                </a:lnTo>
                <a:lnTo>
                  <a:pt x="2670454" y="1192212"/>
                </a:lnTo>
                <a:lnTo>
                  <a:pt x="2669336" y="1192669"/>
                </a:lnTo>
                <a:lnTo>
                  <a:pt x="2667470" y="1194536"/>
                </a:lnTo>
                <a:lnTo>
                  <a:pt x="2667000" y="1195654"/>
                </a:lnTo>
                <a:lnTo>
                  <a:pt x="2667000" y="1198283"/>
                </a:lnTo>
                <a:lnTo>
                  <a:pt x="2667470" y="1199400"/>
                </a:lnTo>
                <a:lnTo>
                  <a:pt x="2669336" y="1201267"/>
                </a:lnTo>
                <a:lnTo>
                  <a:pt x="2670454" y="1201737"/>
                </a:lnTo>
                <a:lnTo>
                  <a:pt x="2673083" y="1201737"/>
                </a:lnTo>
                <a:lnTo>
                  <a:pt x="2674201" y="1201267"/>
                </a:lnTo>
                <a:lnTo>
                  <a:pt x="2676067" y="1199400"/>
                </a:lnTo>
                <a:lnTo>
                  <a:pt x="2676525" y="1198283"/>
                </a:lnTo>
                <a:lnTo>
                  <a:pt x="2676525" y="1195654"/>
                </a:lnTo>
                <a:close/>
              </a:path>
              <a:path w="4962525" h="2390775">
                <a:moveTo>
                  <a:pt x="2676525" y="11379"/>
                </a:moveTo>
                <a:lnTo>
                  <a:pt x="2676067" y="10261"/>
                </a:lnTo>
                <a:lnTo>
                  <a:pt x="2674201" y="8394"/>
                </a:lnTo>
                <a:lnTo>
                  <a:pt x="2673083" y="7924"/>
                </a:lnTo>
                <a:lnTo>
                  <a:pt x="2670454" y="7924"/>
                </a:lnTo>
                <a:lnTo>
                  <a:pt x="2669336" y="8394"/>
                </a:lnTo>
                <a:lnTo>
                  <a:pt x="2667470" y="10261"/>
                </a:lnTo>
                <a:lnTo>
                  <a:pt x="2667000" y="11379"/>
                </a:lnTo>
                <a:lnTo>
                  <a:pt x="2667000" y="14008"/>
                </a:lnTo>
                <a:lnTo>
                  <a:pt x="2667470" y="15125"/>
                </a:lnTo>
                <a:lnTo>
                  <a:pt x="2669336" y="16992"/>
                </a:lnTo>
                <a:lnTo>
                  <a:pt x="2670454" y="17449"/>
                </a:lnTo>
                <a:lnTo>
                  <a:pt x="2673083" y="17449"/>
                </a:lnTo>
                <a:lnTo>
                  <a:pt x="2674201" y="16992"/>
                </a:lnTo>
                <a:lnTo>
                  <a:pt x="2676067" y="15125"/>
                </a:lnTo>
                <a:lnTo>
                  <a:pt x="2676525" y="14008"/>
                </a:lnTo>
                <a:lnTo>
                  <a:pt x="2676525" y="11379"/>
                </a:lnTo>
                <a:close/>
              </a:path>
              <a:path w="4962525" h="2390775">
                <a:moveTo>
                  <a:pt x="2724150" y="1195654"/>
                </a:moveTo>
                <a:lnTo>
                  <a:pt x="2723692" y="1194536"/>
                </a:lnTo>
                <a:lnTo>
                  <a:pt x="2721826" y="1192669"/>
                </a:lnTo>
                <a:lnTo>
                  <a:pt x="2720708" y="1192212"/>
                </a:lnTo>
                <a:lnTo>
                  <a:pt x="2718079" y="1192212"/>
                </a:lnTo>
                <a:lnTo>
                  <a:pt x="2716961" y="1192669"/>
                </a:lnTo>
                <a:lnTo>
                  <a:pt x="2715095" y="1194536"/>
                </a:lnTo>
                <a:lnTo>
                  <a:pt x="2714625" y="1195654"/>
                </a:lnTo>
                <a:lnTo>
                  <a:pt x="2714625" y="1198283"/>
                </a:lnTo>
                <a:lnTo>
                  <a:pt x="2715095" y="1199400"/>
                </a:lnTo>
                <a:lnTo>
                  <a:pt x="2716961" y="1201267"/>
                </a:lnTo>
                <a:lnTo>
                  <a:pt x="2718079" y="1201737"/>
                </a:lnTo>
                <a:lnTo>
                  <a:pt x="2720708" y="1201737"/>
                </a:lnTo>
                <a:lnTo>
                  <a:pt x="2721826" y="1201267"/>
                </a:lnTo>
                <a:lnTo>
                  <a:pt x="2723692" y="1199400"/>
                </a:lnTo>
                <a:lnTo>
                  <a:pt x="2724150" y="1198283"/>
                </a:lnTo>
                <a:lnTo>
                  <a:pt x="2724150" y="1195654"/>
                </a:lnTo>
                <a:close/>
              </a:path>
              <a:path w="4962525" h="2390775">
                <a:moveTo>
                  <a:pt x="2724150" y="11379"/>
                </a:moveTo>
                <a:lnTo>
                  <a:pt x="2723692" y="10261"/>
                </a:lnTo>
                <a:lnTo>
                  <a:pt x="2721826" y="8394"/>
                </a:lnTo>
                <a:lnTo>
                  <a:pt x="2720708" y="7924"/>
                </a:lnTo>
                <a:lnTo>
                  <a:pt x="2718079" y="7924"/>
                </a:lnTo>
                <a:lnTo>
                  <a:pt x="2716961" y="8394"/>
                </a:lnTo>
                <a:lnTo>
                  <a:pt x="2715095" y="10261"/>
                </a:lnTo>
                <a:lnTo>
                  <a:pt x="2714625" y="11379"/>
                </a:lnTo>
                <a:lnTo>
                  <a:pt x="2714625" y="14008"/>
                </a:lnTo>
                <a:lnTo>
                  <a:pt x="2715095" y="15125"/>
                </a:lnTo>
                <a:lnTo>
                  <a:pt x="2716961" y="16992"/>
                </a:lnTo>
                <a:lnTo>
                  <a:pt x="2718079" y="17449"/>
                </a:lnTo>
                <a:lnTo>
                  <a:pt x="2720708" y="17449"/>
                </a:lnTo>
                <a:lnTo>
                  <a:pt x="2721826" y="16992"/>
                </a:lnTo>
                <a:lnTo>
                  <a:pt x="2723692" y="15125"/>
                </a:lnTo>
                <a:lnTo>
                  <a:pt x="2724150" y="14008"/>
                </a:lnTo>
                <a:lnTo>
                  <a:pt x="2724150" y="11379"/>
                </a:lnTo>
                <a:close/>
              </a:path>
              <a:path w="4962525" h="2390775">
                <a:moveTo>
                  <a:pt x="2771775" y="1195654"/>
                </a:moveTo>
                <a:lnTo>
                  <a:pt x="2771317" y="1194536"/>
                </a:lnTo>
                <a:lnTo>
                  <a:pt x="2769451" y="1192669"/>
                </a:lnTo>
                <a:lnTo>
                  <a:pt x="2768333" y="1192212"/>
                </a:lnTo>
                <a:lnTo>
                  <a:pt x="2765704" y="1192212"/>
                </a:lnTo>
                <a:lnTo>
                  <a:pt x="2764586" y="1192669"/>
                </a:lnTo>
                <a:lnTo>
                  <a:pt x="2762720" y="1194536"/>
                </a:lnTo>
                <a:lnTo>
                  <a:pt x="2762250" y="1195654"/>
                </a:lnTo>
                <a:lnTo>
                  <a:pt x="2762250" y="1198283"/>
                </a:lnTo>
                <a:lnTo>
                  <a:pt x="2762720" y="1199400"/>
                </a:lnTo>
                <a:lnTo>
                  <a:pt x="2764586" y="1201267"/>
                </a:lnTo>
                <a:lnTo>
                  <a:pt x="2765704" y="1201737"/>
                </a:lnTo>
                <a:lnTo>
                  <a:pt x="2768333" y="1201737"/>
                </a:lnTo>
                <a:lnTo>
                  <a:pt x="2769451" y="1201267"/>
                </a:lnTo>
                <a:lnTo>
                  <a:pt x="2771317" y="1199400"/>
                </a:lnTo>
                <a:lnTo>
                  <a:pt x="2771775" y="1198283"/>
                </a:lnTo>
                <a:lnTo>
                  <a:pt x="2771775" y="1195654"/>
                </a:lnTo>
                <a:close/>
              </a:path>
              <a:path w="4962525" h="2390775">
                <a:moveTo>
                  <a:pt x="2771775" y="11379"/>
                </a:moveTo>
                <a:lnTo>
                  <a:pt x="2771317" y="10261"/>
                </a:lnTo>
                <a:lnTo>
                  <a:pt x="2769451" y="8394"/>
                </a:lnTo>
                <a:lnTo>
                  <a:pt x="2768333" y="7924"/>
                </a:lnTo>
                <a:lnTo>
                  <a:pt x="2765704" y="7924"/>
                </a:lnTo>
                <a:lnTo>
                  <a:pt x="2764586" y="8394"/>
                </a:lnTo>
                <a:lnTo>
                  <a:pt x="2762720" y="10261"/>
                </a:lnTo>
                <a:lnTo>
                  <a:pt x="2762250" y="11379"/>
                </a:lnTo>
                <a:lnTo>
                  <a:pt x="2762250" y="14008"/>
                </a:lnTo>
                <a:lnTo>
                  <a:pt x="2762720" y="15125"/>
                </a:lnTo>
                <a:lnTo>
                  <a:pt x="2764586" y="16992"/>
                </a:lnTo>
                <a:lnTo>
                  <a:pt x="2765704" y="17449"/>
                </a:lnTo>
                <a:lnTo>
                  <a:pt x="2768333" y="17449"/>
                </a:lnTo>
                <a:lnTo>
                  <a:pt x="2769451" y="16992"/>
                </a:lnTo>
                <a:lnTo>
                  <a:pt x="2771317" y="15125"/>
                </a:lnTo>
                <a:lnTo>
                  <a:pt x="2771775" y="14008"/>
                </a:lnTo>
                <a:lnTo>
                  <a:pt x="2771775" y="11379"/>
                </a:lnTo>
                <a:close/>
              </a:path>
              <a:path w="4962525" h="2390775">
                <a:moveTo>
                  <a:pt x="2819400" y="1195654"/>
                </a:moveTo>
                <a:lnTo>
                  <a:pt x="2818942" y="1194536"/>
                </a:lnTo>
                <a:lnTo>
                  <a:pt x="2817076" y="1192669"/>
                </a:lnTo>
                <a:lnTo>
                  <a:pt x="2815958" y="1192212"/>
                </a:lnTo>
                <a:lnTo>
                  <a:pt x="2813329" y="1192212"/>
                </a:lnTo>
                <a:lnTo>
                  <a:pt x="2812211" y="1192669"/>
                </a:lnTo>
                <a:lnTo>
                  <a:pt x="2810345" y="1194536"/>
                </a:lnTo>
                <a:lnTo>
                  <a:pt x="2809875" y="1195654"/>
                </a:lnTo>
                <a:lnTo>
                  <a:pt x="2809875" y="1198283"/>
                </a:lnTo>
                <a:lnTo>
                  <a:pt x="2810345" y="1199400"/>
                </a:lnTo>
                <a:lnTo>
                  <a:pt x="2812211" y="1201267"/>
                </a:lnTo>
                <a:lnTo>
                  <a:pt x="2813329" y="1201737"/>
                </a:lnTo>
                <a:lnTo>
                  <a:pt x="2815958" y="1201737"/>
                </a:lnTo>
                <a:lnTo>
                  <a:pt x="2817076" y="1201267"/>
                </a:lnTo>
                <a:lnTo>
                  <a:pt x="2818942" y="1199400"/>
                </a:lnTo>
                <a:lnTo>
                  <a:pt x="2819400" y="1198283"/>
                </a:lnTo>
                <a:lnTo>
                  <a:pt x="2819400" y="1195654"/>
                </a:lnTo>
                <a:close/>
              </a:path>
              <a:path w="4962525" h="2390775">
                <a:moveTo>
                  <a:pt x="2819400" y="11379"/>
                </a:moveTo>
                <a:lnTo>
                  <a:pt x="2818942" y="10261"/>
                </a:lnTo>
                <a:lnTo>
                  <a:pt x="2817076" y="8394"/>
                </a:lnTo>
                <a:lnTo>
                  <a:pt x="2815958" y="7924"/>
                </a:lnTo>
                <a:lnTo>
                  <a:pt x="2813329" y="7924"/>
                </a:lnTo>
                <a:lnTo>
                  <a:pt x="2812211" y="8394"/>
                </a:lnTo>
                <a:lnTo>
                  <a:pt x="2810345" y="10261"/>
                </a:lnTo>
                <a:lnTo>
                  <a:pt x="2809875" y="11379"/>
                </a:lnTo>
                <a:lnTo>
                  <a:pt x="2809875" y="14008"/>
                </a:lnTo>
                <a:lnTo>
                  <a:pt x="2810345" y="15125"/>
                </a:lnTo>
                <a:lnTo>
                  <a:pt x="2812211" y="16992"/>
                </a:lnTo>
                <a:lnTo>
                  <a:pt x="2813329" y="17449"/>
                </a:lnTo>
                <a:lnTo>
                  <a:pt x="2815958" y="17449"/>
                </a:lnTo>
                <a:lnTo>
                  <a:pt x="2817076" y="16992"/>
                </a:lnTo>
                <a:lnTo>
                  <a:pt x="2818942" y="15125"/>
                </a:lnTo>
                <a:lnTo>
                  <a:pt x="2819400" y="14008"/>
                </a:lnTo>
                <a:lnTo>
                  <a:pt x="2819400" y="11379"/>
                </a:lnTo>
                <a:close/>
              </a:path>
              <a:path w="4962525" h="2390775">
                <a:moveTo>
                  <a:pt x="2867025" y="1195654"/>
                </a:moveTo>
                <a:lnTo>
                  <a:pt x="2866567" y="1194536"/>
                </a:lnTo>
                <a:lnTo>
                  <a:pt x="2864701" y="1192669"/>
                </a:lnTo>
                <a:lnTo>
                  <a:pt x="2863583" y="1192212"/>
                </a:lnTo>
                <a:lnTo>
                  <a:pt x="2860954" y="1192212"/>
                </a:lnTo>
                <a:lnTo>
                  <a:pt x="2859836" y="1192669"/>
                </a:lnTo>
                <a:lnTo>
                  <a:pt x="2857970" y="1194536"/>
                </a:lnTo>
                <a:lnTo>
                  <a:pt x="2857500" y="1195654"/>
                </a:lnTo>
                <a:lnTo>
                  <a:pt x="2857500" y="1198283"/>
                </a:lnTo>
                <a:lnTo>
                  <a:pt x="2857970" y="1199400"/>
                </a:lnTo>
                <a:lnTo>
                  <a:pt x="2859836" y="1201267"/>
                </a:lnTo>
                <a:lnTo>
                  <a:pt x="2860954" y="1201737"/>
                </a:lnTo>
                <a:lnTo>
                  <a:pt x="2863583" y="1201737"/>
                </a:lnTo>
                <a:lnTo>
                  <a:pt x="2864701" y="1201267"/>
                </a:lnTo>
                <a:lnTo>
                  <a:pt x="2866567" y="1199400"/>
                </a:lnTo>
                <a:lnTo>
                  <a:pt x="2867025" y="1198283"/>
                </a:lnTo>
                <a:lnTo>
                  <a:pt x="2867025" y="1195654"/>
                </a:lnTo>
                <a:close/>
              </a:path>
              <a:path w="4962525" h="2390775">
                <a:moveTo>
                  <a:pt x="2867025" y="11379"/>
                </a:moveTo>
                <a:lnTo>
                  <a:pt x="2866567" y="10261"/>
                </a:lnTo>
                <a:lnTo>
                  <a:pt x="2864701" y="8394"/>
                </a:lnTo>
                <a:lnTo>
                  <a:pt x="2863583" y="7924"/>
                </a:lnTo>
                <a:lnTo>
                  <a:pt x="2860954" y="7924"/>
                </a:lnTo>
                <a:lnTo>
                  <a:pt x="2859836" y="8394"/>
                </a:lnTo>
                <a:lnTo>
                  <a:pt x="2857970" y="10261"/>
                </a:lnTo>
                <a:lnTo>
                  <a:pt x="2857500" y="11379"/>
                </a:lnTo>
                <a:lnTo>
                  <a:pt x="2857500" y="14008"/>
                </a:lnTo>
                <a:lnTo>
                  <a:pt x="2857970" y="15125"/>
                </a:lnTo>
                <a:lnTo>
                  <a:pt x="2859836" y="16992"/>
                </a:lnTo>
                <a:lnTo>
                  <a:pt x="2860954" y="17449"/>
                </a:lnTo>
                <a:lnTo>
                  <a:pt x="2863583" y="17449"/>
                </a:lnTo>
                <a:lnTo>
                  <a:pt x="2864701" y="16992"/>
                </a:lnTo>
                <a:lnTo>
                  <a:pt x="2866567" y="15125"/>
                </a:lnTo>
                <a:lnTo>
                  <a:pt x="2867025" y="14008"/>
                </a:lnTo>
                <a:lnTo>
                  <a:pt x="2867025" y="11379"/>
                </a:lnTo>
                <a:close/>
              </a:path>
              <a:path w="4962525" h="2390775">
                <a:moveTo>
                  <a:pt x="2914650" y="1195654"/>
                </a:moveTo>
                <a:lnTo>
                  <a:pt x="2914192" y="1194536"/>
                </a:lnTo>
                <a:lnTo>
                  <a:pt x="2912326" y="1192669"/>
                </a:lnTo>
                <a:lnTo>
                  <a:pt x="2911208" y="1192212"/>
                </a:lnTo>
                <a:lnTo>
                  <a:pt x="2908579" y="1192212"/>
                </a:lnTo>
                <a:lnTo>
                  <a:pt x="2907461" y="1192669"/>
                </a:lnTo>
                <a:lnTo>
                  <a:pt x="2905595" y="1194536"/>
                </a:lnTo>
                <a:lnTo>
                  <a:pt x="2905125" y="1195654"/>
                </a:lnTo>
                <a:lnTo>
                  <a:pt x="2905125" y="1198283"/>
                </a:lnTo>
                <a:lnTo>
                  <a:pt x="2905595" y="1199400"/>
                </a:lnTo>
                <a:lnTo>
                  <a:pt x="2907461" y="1201267"/>
                </a:lnTo>
                <a:lnTo>
                  <a:pt x="2908579" y="1201737"/>
                </a:lnTo>
                <a:lnTo>
                  <a:pt x="2911208" y="1201737"/>
                </a:lnTo>
                <a:lnTo>
                  <a:pt x="2912326" y="1201267"/>
                </a:lnTo>
                <a:lnTo>
                  <a:pt x="2914192" y="1199400"/>
                </a:lnTo>
                <a:lnTo>
                  <a:pt x="2914650" y="1198283"/>
                </a:lnTo>
                <a:lnTo>
                  <a:pt x="2914650" y="1195654"/>
                </a:lnTo>
                <a:close/>
              </a:path>
              <a:path w="4962525" h="2390775">
                <a:moveTo>
                  <a:pt x="2914650" y="11379"/>
                </a:moveTo>
                <a:lnTo>
                  <a:pt x="2914192" y="10261"/>
                </a:lnTo>
                <a:lnTo>
                  <a:pt x="2912326" y="8394"/>
                </a:lnTo>
                <a:lnTo>
                  <a:pt x="2911208" y="7924"/>
                </a:lnTo>
                <a:lnTo>
                  <a:pt x="2908579" y="7924"/>
                </a:lnTo>
                <a:lnTo>
                  <a:pt x="2907461" y="8394"/>
                </a:lnTo>
                <a:lnTo>
                  <a:pt x="2905595" y="10261"/>
                </a:lnTo>
                <a:lnTo>
                  <a:pt x="2905125" y="11379"/>
                </a:lnTo>
                <a:lnTo>
                  <a:pt x="2905125" y="14008"/>
                </a:lnTo>
                <a:lnTo>
                  <a:pt x="2905595" y="15125"/>
                </a:lnTo>
                <a:lnTo>
                  <a:pt x="2907461" y="16992"/>
                </a:lnTo>
                <a:lnTo>
                  <a:pt x="2908579" y="17449"/>
                </a:lnTo>
                <a:lnTo>
                  <a:pt x="2911208" y="17449"/>
                </a:lnTo>
                <a:lnTo>
                  <a:pt x="2912326" y="16992"/>
                </a:lnTo>
                <a:lnTo>
                  <a:pt x="2914192" y="15125"/>
                </a:lnTo>
                <a:lnTo>
                  <a:pt x="2914650" y="14008"/>
                </a:lnTo>
                <a:lnTo>
                  <a:pt x="2914650" y="11379"/>
                </a:lnTo>
                <a:close/>
              </a:path>
              <a:path w="4962525" h="2390775">
                <a:moveTo>
                  <a:pt x="2962275" y="1195654"/>
                </a:moveTo>
                <a:lnTo>
                  <a:pt x="2961817" y="1194536"/>
                </a:lnTo>
                <a:lnTo>
                  <a:pt x="2959951" y="1192669"/>
                </a:lnTo>
                <a:lnTo>
                  <a:pt x="2958833" y="1192212"/>
                </a:lnTo>
                <a:lnTo>
                  <a:pt x="2956204" y="1192212"/>
                </a:lnTo>
                <a:lnTo>
                  <a:pt x="2955086" y="1192669"/>
                </a:lnTo>
                <a:lnTo>
                  <a:pt x="2953220" y="1194536"/>
                </a:lnTo>
                <a:lnTo>
                  <a:pt x="2952750" y="1195654"/>
                </a:lnTo>
                <a:lnTo>
                  <a:pt x="2952750" y="1198283"/>
                </a:lnTo>
                <a:lnTo>
                  <a:pt x="2953220" y="1199400"/>
                </a:lnTo>
                <a:lnTo>
                  <a:pt x="2955086" y="1201267"/>
                </a:lnTo>
                <a:lnTo>
                  <a:pt x="2956204" y="1201737"/>
                </a:lnTo>
                <a:lnTo>
                  <a:pt x="2958833" y="1201737"/>
                </a:lnTo>
                <a:lnTo>
                  <a:pt x="2959951" y="1201267"/>
                </a:lnTo>
                <a:lnTo>
                  <a:pt x="2961817" y="1199400"/>
                </a:lnTo>
                <a:lnTo>
                  <a:pt x="2962275" y="1198283"/>
                </a:lnTo>
                <a:lnTo>
                  <a:pt x="2962275" y="1195654"/>
                </a:lnTo>
                <a:close/>
              </a:path>
              <a:path w="4962525" h="2390775">
                <a:moveTo>
                  <a:pt x="2962275" y="11379"/>
                </a:moveTo>
                <a:lnTo>
                  <a:pt x="2961817" y="10261"/>
                </a:lnTo>
                <a:lnTo>
                  <a:pt x="2959951" y="8394"/>
                </a:lnTo>
                <a:lnTo>
                  <a:pt x="2958833" y="7924"/>
                </a:lnTo>
                <a:lnTo>
                  <a:pt x="2956204" y="7924"/>
                </a:lnTo>
                <a:lnTo>
                  <a:pt x="2955086" y="8394"/>
                </a:lnTo>
                <a:lnTo>
                  <a:pt x="2953220" y="10261"/>
                </a:lnTo>
                <a:lnTo>
                  <a:pt x="2952750" y="11379"/>
                </a:lnTo>
                <a:lnTo>
                  <a:pt x="2952750" y="14008"/>
                </a:lnTo>
                <a:lnTo>
                  <a:pt x="2953220" y="15125"/>
                </a:lnTo>
                <a:lnTo>
                  <a:pt x="2955086" y="16992"/>
                </a:lnTo>
                <a:lnTo>
                  <a:pt x="2956204" y="17449"/>
                </a:lnTo>
                <a:lnTo>
                  <a:pt x="2958833" y="17449"/>
                </a:lnTo>
                <a:lnTo>
                  <a:pt x="2959951" y="16992"/>
                </a:lnTo>
                <a:lnTo>
                  <a:pt x="2961817" y="15125"/>
                </a:lnTo>
                <a:lnTo>
                  <a:pt x="2962275" y="14008"/>
                </a:lnTo>
                <a:lnTo>
                  <a:pt x="2962275" y="11379"/>
                </a:lnTo>
                <a:close/>
              </a:path>
              <a:path w="4962525" h="2390775">
                <a:moveTo>
                  <a:pt x="3009900" y="1195654"/>
                </a:moveTo>
                <a:lnTo>
                  <a:pt x="3009442" y="1194536"/>
                </a:lnTo>
                <a:lnTo>
                  <a:pt x="3007576" y="1192669"/>
                </a:lnTo>
                <a:lnTo>
                  <a:pt x="3006458" y="1192212"/>
                </a:lnTo>
                <a:lnTo>
                  <a:pt x="3003829" y="1192212"/>
                </a:lnTo>
                <a:lnTo>
                  <a:pt x="3002711" y="1192669"/>
                </a:lnTo>
                <a:lnTo>
                  <a:pt x="3000845" y="1194536"/>
                </a:lnTo>
                <a:lnTo>
                  <a:pt x="3000375" y="1195654"/>
                </a:lnTo>
                <a:lnTo>
                  <a:pt x="3000375" y="1198283"/>
                </a:lnTo>
                <a:lnTo>
                  <a:pt x="3000845" y="1199400"/>
                </a:lnTo>
                <a:lnTo>
                  <a:pt x="3002711" y="1201267"/>
                </a:lnTo>
                <a:lnTo>
                  <a:pt x="3003829" y="1201737"/>
                </a:lnTo>
                <a:lnTo>
                  <a:pt x="3006458" y="1201737"/>
                </a:lnTo>
                <a:lnTo>
                  <a:pt x="3007576" y="1201267"/>
                </a:lnTo>
                <a:lnTo>
                  <a:pt x="3009442" y="1199400"/>
                </a:lnTo>
                <a:lnTo>
                  <a:pt x="3009900" y="1198283"/>
                </a:lnTo>
                <a:lnTo>
                  <a:pt x="3009900" y="1195654"/>
                </a:lnTo>
                <a:close/>
              </a:path>
              <a:path w="4962525" h="2390775">
                <a:moveTo>
                  <a:pt x="3009900" y="11379"/>
                </a:moveTo>
                <a:lnTo>
                  <a:pt x="3009442" y="10261"/>
                </a:lnTo>
                <a:lnTo>
                  <a:pt x="3007576" y="8394"/>
                </a:lnTo>
                <a:lnTo>
                  <a:pt x="3006458" y="7924"/>
                </a:lnTo>
                <a:lnTo>
                  <a:pt x="3003829" y="7924"/>
                </a:lnTo>
                <a:lnTo>
                  <a:pt x="3002711" y="8394"/>
                </a:lnTo>
                <a:lnTo>
                  <a:pt x="3000845" y="10261"/>
                </a:lnTo>
                <a:lnTo>
                  <a:pt x="3000375" y="11379"/>
                </a:lnTo>
                <a:lnTo>
                  <a:pt x="3000375" y="14008"/>
                </a:lnTo>
                <a:lnTo>
                  <a:pt x="3000845" y="15125"/>
                </a:lnTo>
                <a:lnTo>
                  <a:pt x="3002711" y="16992"/>
                </a:lnTo>
                <a:lnTo>
                  <a:pt x="3003829" y="17449"/>
                </a:lnTo>
                <a:lnTo>
                  <a:pt x="3006458" y="17449"/>
                </a:lnTo>
                <a:lnTo>
                  <a:pt x="3007576" y="16992"/>
                </a:lnTo>
                <a:lnTo>
                  <a:pt x="3009442" y="15125"/>
                </a:lnTo>
                <a:lnTo>
                  <a:pt x="3009900" y="14008"/>
                </a:lnTo>
                <a:lnTo>
                  <a:pt x="3009900" y="11379"/>
                </a:lnTo>
                <a:close/>
              </a:path>
              <a:path w="4962525" h="2390775">
                <a:moveTo>
                  <a:pt x="3057525" y="1195654"/>
                </a:moveTo>
                <a:lnTo>
                  <a:pt x="3057067" y="1194536"/>
                </a:lnTo>
                <a:lnTo>
                  <a:pt x="3055201" y="1192669"/>
                </a:lnTo>
                <a:lnTo>
                  <a:pt x="3054083" y="1192212"/>
                </a:lnTo>
                <a:lnTo>
                  <a:pt x="3051454" y="1192212"/>
                </a:lnTo>
                <a:lnTo>
                  <a:pt x="3050336" y="1192669"/>
                </a:lnTo>
                <a:lnTo>
                  <a:pt x="3048470" y="1194536"/>
                </a:lnTo>
                <a:lnTo>
                  <a:pt x="3048000" y="1195654"/>
                </a:lnTo>
                <a:lnTo>
                  <a:pt x="3048000" y="1198283"/>
                </a:lnTo>
                <a:lnTo>
                  <a:pt x="3048470" y="1199400"/>
                </a:lnTo>
                <a:lnTo>
                  <a:pt x="3050336" y="1201267"/>
                </a:lnTo>
                <a:lnTo>
                  <a:pt x="3051454" y="1201737"/>
                </a:lnTo>
                <a:lnTo>
                  <a:pt x="3054083" y="1201737"/>
                </a:lnTo>
                <a:lnTo>
                  <a:pt x="3055201" y="1201267"/>
                </a:lnTo>
                <a:lnTo>
                  <a:pt x="3057067" y="1199400"/>
                </a:lnTo>
                <a:lnTo>
                  <a:pt x="3057525" y="1198283"/>
                </a:lnTo>
                <a:lnTo>
                  <a:pt x="3057525" y="1195654"/>
                </a:lnTo>
                <a:close/>
              </a:path>
              <a:path w="4962525" h="2390775">
                <a:moveTo>
                  <a:pt x="3057525" y="11379"/>
                </a:moveTo>
                <a:lnTo>
                  <a:pt x="3057067" y="10261"/>
                </a:lnTo>
                <a:lnTo>
                  <a:pt x="3055201" y="8394"/>
                </a:lnTo>
                <a:lnTo>
                  <a:pt x="3054083" y="7924"/>
                </a:lnTo>
                <a:lnTo>
                  <a:pt x="3051454" y="7924"/>
                </a:lnTo>
                <a:lnTo>
                  <a:pt x="3050336" y="8394"/>
                </a:lnTo>
                <a:lnTo>
                  <a:pt x="3048470" y="10261"/>
                </a:lnTo>
                <a:lnTo>
                  <a:pt x="3048000" y="11379"/>
                </a:lnTo>
                <a:lnTo>
                  <a:pt x="3048000" y="14008"/>
                </a:lnTo>
                <a:lnTo>
                  <a:pt x="3048470" y="15125"/>
                </a:lnTo>
                <a:lnTo>
                  <a:pt x="3050336" y="16992"/>
                </a:lnTo>
                <a:lnTo>
                  <a:pt x="3051454" y="17449"/>
                </a:lnTo>
                <a:lnTo>
                  <a:pt x="3054083" y="17449"/>
                </a:lnTo>
                <a:lnTo>
                  <a:pt x="3055201" y="16992"/>
                </a:lnTo>
                <a:lnTo>
                  <a:pt x="3057067" y="15125"/>
                </a:lnTo>
                <a:lnTo>
                  <a:pt x="3057525" y="14008"/>
                </a:lnTo>
                <a:lnTo>
                  <a:pt x="3057525" y="11379"/>
                </a:lnTo>
                <a:close/>
              </a:path>
              <a:path w="4962525" h="2390775">
                <a:moveTo>
                  <a:pt x="3105150" y="1195654"/>
                </a:moveTo>
                <a:lnTo>
                  <a:pt x="3104692" y="1194536"/>
                </a:lnTo>
                <a:lnTo>
                  <a:pt x="3102826" y="1192669"/>
                </a:lnTo>
                <a:lnTo>
                  <a:pt x="3101708" y="1192212"/>
                </a:lnTo>
                <a:lnTo>
                  <a:pt x="3099079" y="1192212"/>
                </a:lnTo>
                <a:lnTo>
                  <a:pt x="3097961" y="1192669"/>
                </a:lnTo>
                <a:lnTo>
                  <a:pt x="3096095" y="1194536"/>
                </a:lnTo>
                <a:lnTo>
                  <a:pt x="3095625" y="1195654"/>
                </a:lnTo>
                <a:lnTo>
                  <a:pt x="3095625" y="1198283"/>
                </a:lnTo>
                <a:lnTo>
                  <a:pt x="3096095" y="1199400"/>
                </a:lnTo>
                <a:lnTo>
                  <a:pt x="3097961" y="1201267"/>
                </a:lnTo>
                <a:lnTo>
                  <a:pt x="3099079" y="1201737"/>
                </a:lnTo>
                <a:lnTo>
                  <a:pt x="3101708" y="1201737"/>
                </a:lnTo>
                <a:lnTo>
                  <a:pt x="3102826" y="1201267"/>
                </a:lnTo>
                <a:lnTo>
                  <a:pt x="3104692" y="1199400"/>
                </a:lnTo>
                <a:lnTo>
                  <a:pt x="3105150" y="1198283"/>
                </a:lnTo>
                <a:lnTo>
                  <a:pt x="3105150" y="1195654"/>
                </a:lnTo>
                <a:close/>
              </a:path>
              <a:path w="4962525" h="2390775">
                <a:moveTo>
                  <a:pt x="3105150" y="11379"/>
                </a:moveTo>
                <a:lnTo>
                  <a:pt x="3104692" y="10261"/>
                </a:lnTo>
                <a:lnTo>
                  <a:pt x="3102826" y="8394"/>
                </a:lnTo>
                <a:lnTo>
                  <a:pt x="3101708" y="7924"/>
                </a:lnTo>
                <a:lnTo>
                  <a:pt x="3099079" y="7924"/>
                </a:lnTo>
                <a:lnTo>
                  <a:pt x="3097961" y="8394"/>
                </a:lnTo>
                <a:lnTo>
                  <a:pt x="3096095" y="10261"/>
                </a:lnTo>
                <a:lnTo>
                  <a:pt x="3095625" y="11379"/>
                </a:lnTo>
                <a:lnTo>
                  <a:pt x="3095625" y="14008"/>
                </a:lnTo>
                <a:lnTo>
                  <a:pt x="3096095" y="15125"/>
                </a:lnTo>
                <a:lnTo>
                  <a:pt x="3097961" y="16992"/>
                </a:lnTo>
                <a:lnTo>
                  <a:pt x="3099079" y="17449"/>
                </a:lnTo>
                <a:lnTo>
                  <a:pt x="3101708" y="17449"/>
                </a:lnTo>
                <a:lnTo>
                  <a:pt x="3102826" y="16992"/>
                </a:lnTo>
                <a:lnTo>
                  <a:pt x="3104692" y="15125"/>
                </a:lnTo>
                <a:lnTo>
                  <a:pt x="3105150" y="14008"/>
                </a:lnTo>
                <a:lnTo>
                  <a:pt x="3105150" y="11379"/>
                </a:lnTo>
                <a:close/>
              </a:path>
              <a:path w="4962525" h="2390775">
                <a:moveTo>
                  <a:pt x="3152775" y="1195654"/>
                </a:moveTo>
                <a:lnTo>
                  <a:pt x="3152317" y="1194536"/>
                </a:lnTo>
                <a:lnTo>
                  <a:pt x="3150451" y="1192669"/>
                </a:lnTo>
                <a:lnTo>
                  <a:pt x="3149333" y="1192212"/>
                </a:lnTo>
                <a:lnTo>
                  <a:pt x="3146704" y="1192212"/>
                </a:lnTo>
                <a:lnTo>
                  <a:pt x="3145586" y="1192669"/>
                </a:lnTo>
                <a:lnTo>
                  <a:pt x="3143720" y="1194536"/>
                </a:lnTo>
                <a:lnTo>
                  <a:pt x="3143250" y="1195654"/>
                </a:lnTo>
                <a:lnTo>
                  <a:pt x="3143250" y="1198283"/>
                </a:lnTo>
                <a:lnTo>
                  <a:pt x="3143720" y="1199400"/>
                </a:lnTo>
                <a:lnTo>
                  <a:pt x="3145586" y="1201267"/>
                </a:lnTo>
                <a:lnTo>
                  <a:pt x="3146704" y="1201737"/>
                </a:lnTo>
                <a:lnTo>
                  <a:pt x="3149333" y="1201737"/>
                </a:lnTo>
                <a:lnTo>
                  <a:pt x="3150451" y="1201267"/>
                </a:lnTo>
                <a:lnTo>
                  <a:pt x="3152317" y="1199400"/>
                </a:lnTo>
                <a:lnTo>
                  <a:pt x="3152775" y="1198283"/>
                </a:lnTo>
                <a:lnTo>
                  <a:pt x="3152775" y="1195654"/>
                </a:lnTo>
                <a:close/>
              </a:path>
              <a:path w="4962525" h="2390775">
                <a:moveTo>
                  <a:pt x="3152775" y="11379"/>
                </a:moveTo>
                <a:lnTo>
                  <a:pt x="3152317" y="10261"/>
                </a:lnTo>
                <a:lnTo>
                  <a:pt x="3150451" y="8394"/>
                </a:lnTo>
                <a:lnTo>
                  <a:pt x="3149333" y="7924"/>
                </a:lnTo>
                <a:lnTo>
                  <a:pt x="3146704" y="7924"/>
                </a:lnTo>
                <a:lnTo>
                  <a:pt x="3145586" y="8394"/>
                </a:lnTo>
                <a:lnTo>
                  <a:pt x="3143720" y="10261"/>
                </a:lnTo>
                <a:lnTo>
                  <a:pt x="3143250" y="11379"/>
                </a:lnTo>
                <a:lnTo>
                  <a:pt x="3143250" y="14008"/>
                </a:lnTo>
                <a:lnTo>
                  <a:pt x="3143720" y="15125"/>
                </a:lnTo>
                <a:lnTo>
                  <a:pt x="3145586" y="16992"/>
                </a:lnTo>
                <a:lnTo>
                  <a:pt x="3146704" y="17449"/>
                </a:lnTo>
                <a:lnTo>
                  <a:pt x="3149333" y="17449"/>
                </a:lnTo>
                <a:lnTo>
                  <a:pt x="3150451" y="16992"/>
                </a:lnTo>
                <a:lnTo>
                  <a:pt x="3152317" y="15125"/>
                </a:lnTo>
                <a:lnTo>
                  <a:pt x="3152775" y="14008"/>
                </a:lnTo>
                <a:lnTo>
                  <a:pt x="3152775" y="11379"/>
                </a:lnTo>
                <a:close/>
              </a:path>
              <a:path w="4962525" h="2390775">
                <a:moveTo>
                  <a:pt x="3200400" y="1195654"/>
                </a:moveTo>
                <a:lnTo>
                  <a:pt x="3199942" y="1194536"/>
                </a:lnTo>
                <a:lnTo>
                  <a:pt x="3198076" y="1192669"/>
                </a:lnTo>
                <a:lnTo>
                  <a:pt x="3196958" y="1192212"/>
                </a:lnTo>
                <a:lnTo>
                  <a:pt x="3194329" y="1192212"/>
                </a:lnTo>
                <a:lnTo>
                  <a:pt x="3193211" y="1192669"/>
                </a:lnTo>
                <a:lnTo>
                  <a:pt x="3191345" y="1194536"/>
                </a:lnTo>
                <a:lnTo>
                  <a:pt x="3190875" y="1195654"/>
                </a:lnTo>
                <a:lnTo>
                  <a:pt x="3190875" y="1198283"/>
                </a:lnTo>
                <a:lnTo>
                  <a:pt x="3191345" y="1199400"/>
                </a:lnTo>
                <a:lnTo>
                  <a:pt x="3193211" y="1201267"/>
                </a:lnTo>
                <a:lnTo>
                  <a:pt x="3194329" y="1201737"/>
                </a:lnTo>
                <a:lnTo>
                  <a:pt x="3196958" y="1201737"/>
                </a:lnTo>
                <a:lnTo>
                  <a:pt x="3198076" y="1201267"/>
                </a:lnTo>
                <a:lnTo>
                  <a:pt x="3199942" y="1199400"/>
                </a:lnTo>
                <a:lnTo>
                  <a:pt x="3200400" y="1198283"/>
                </a:lnTo>
                <a:lnTo>
                  <a:pt x="3200400" y="1195654"/>
                </a:lnTo>
                <a:close/>
              </a:path>
              <a:path w="4962525" h="2390775">
                <a:moveTo>
                  <a:pt x="3200400" y="11379"/>
                </a:moveTo>
                <a:lnTo>
                  <a:pt x="3199942" y="10261"/>
                </a:lnTo>
                <a:lnTo>
                  <a:pt x="3198076" y="8394"/>
                </a:lnTo>
                <a:lnTo>
                  <a:pt x="3196958" y="7924"/>
                </a:lnTo>
                <a:lnTo>
                  <a:pt x="3194329" y="7924"/>
                </a:lnTo>
                <a:lnTo>
                  <a:pt x="3193211" y="8394"/>
                </a:lnTo>
                <a:lnTo>
                  <a:pt x="3191345" y="10261"/>
                </a:lnTo>
                <a:lnTo>
                  <a:pt x="3190875" y="11379"/>
                </a:lnTo>
                <a:lnTo>
                  <a:pt x="3190875" y="14008"/>
                </a:lnTo>
                <a:lnTo>
                  <a:pt x="3191345" y="15125"/>
                </a:lnTo>
                <a:lnTo>
                  <a:pt x="3193211" y="16992"/>
                </a:lnTo>
                <a:lnTo>
                  <a:pt x="3194329" y="17449"/>
                </a:lnTo>
                <a:lnTo>
                  <a:pt x="3196958" y="17449"/>
                </a:lnTo>
                <a:lnTo>
                  <a:pt x="3198076" y="16992"/>
                </a:lnTo>
                <a:lnTo>
                  <a:pt x="3199942" y="15125"/>
                </a:lnTo>
                <a:lnTo>
                  <a:pt x="3200400" y="14008"/>
                </a:lnTo>
                <a:lnTo>
                  <a:pt x="3200400" y="11379"/>
                </a:lnTo>
                <a:close/>
              </a:path>
              <a:path w="4962525" h="2390775">
                <a:moveTo>
                  <a:pt x="3248025" y="1195654"/>
                </a:moveTo>
                <a:lnTo>
                  <a:pt x="3247567" y="1194536"/>
                </a:lnTo>
                <a:lnTo>
                  <a:pt x="3245701" y="1192669"/>
                </a:lnTo>
                <a:lnTo>
                  <a:pt x="3244583" y="1192212"/>
                </a:lnTo>
                <a:lnTo>
                  <a:pt x="3241954" y="1192212"/>
                </a:lnTo>
                <a:lnTo>
                  <a:pt x="3240836" y="1192669"/>
                </a:lnTo>
                <a:lnTo>
                  <a:pt x="3238970" y="1194536"/>
                </a:lnTo>
                <a:lnTo>
                  <a:pt x="3238500" y="1195654"/>
                </a:lnTo>
                <a:lnTo>
                  <a:pt x="3238500" y="1198283"/>
                </a:lnTo>
                <a:lnTo>
                  <a:pt x="3238970" y="1199400"/>
                </a:lnTo>
                <a:lnTo>
                  <a:pt x="3240836" y="1201267"/>
                </a:lnTo>
                <a:lnTo>
                  <a:pt x="3241954" y="1201737"/>
                </a:lnTo>
                <a:lnTo>
                  <a:pt x="3244583" y="1201737"/>
                </a:lnTo>
                <a:lnTo>
                  <a:pt x="3245701" y="1201267"/>
                </a:lnTo>
                <a:lnTo>
                  <a:pt x="3247567" y="1199400"/>
                </a:lnTo>
                <a:lnTo>
                  <a:pt x="3248025" y="1198283"/>
                </a:lnTo>
                <a:lnTo>
                  <a:pt x="3248025" y="1195654"/>
                </a:lnTo>
                <a:close/>
              </a:path>
              <a:path w="4962525" h="2390775">
                <a:moveTo>
                  <a:pt x="3248025" y="11379"/>
                </a:moveTo>
                <a:lnTo>
                  <a:pt x="3247567" y="10261"/>
                </a:lnTo>
                <a:lnTo>
                  <a:pt x="3245701" y="8394"/>
                </a:lnTo>
                <a:lnTo>
                  <a:pt x="3244583" y="7924"/>
                </a:lnTo>
                <a:lnTo>
                  <a:pt x="3241954" y="7924"/>
                </a:lnTo>
                <a:lnTo>
                  <a:pt x="3240836" y="8394"/>
                </a:lnTo>
                <a:lnTo>
                  <a:pt x="3238970" y="10261"/>
                </a:lnTo>
                <a:lnTo>
                  <a:pt x="3238500" y="11379"/>
                </a:lnTo>
                <a:lnTo>
                  <a:pt x="3238500" y="14008"/>
                </a:lnTo>
                <a:lnTo>
                  <a:pt x="3238970" y="15125"/>
                </a:lnTo>
                <a:lnTo>
                  <a:pt x="3240836" y="16992"/>
                </a:lnTo>
                <a:lnTo>
                  <a:pt x="3241954" y="17449"/>
                </a:lnTo>
                <a:lnTo>
                  <a:pt x="3244583" y="17449"/>
                </a:lnTo>
                <a:lnTo>
                  <a:pt x="3245701" y="16992"/>
                </a:lnTo>
                <a:lnTo>
                  <a:pt x="3247567" y="15125"/>
                </a:lnTo>
                <a:lnTo>
                  <a:pt x="3248025" y="14008"/>
                </a:lnTo>
                <a:lnTo>
                  <a:pt x="3248025" y="11379"/>
                </a:lnTo>
                <a:close/>
              </a:path>
              <a:path w="4962525" h="2390775">
                <a:moveTo>
                  <a:pt x="3295650" y="1195654"/>
                </a:moveTo>
                <a:lnTo>
                  <a:pt x="3295192" y="1194536"/>
                </a:lnTo>
                <a:lnTo>
                  <a:pt x="3293326" y="1192669"/>
                </a:lnTo>
                <a:lnTo>
                  <a:pt x="3292208" y="1192212"/>
                </a:lnTo>
                <a:lnTo>
                  <a:pt x="3289579" y="1192212"/>
                </a:lnTo>
                <a:lnTo>
                  <a:pt x="3288461" y="1192669"/>
                </a:lnTo>
                <a:lnTo>
                  <a:pt x="3286595" y="1194536"/>
                </a:lnTo>
                <a:lnTo>
                  <a:pt x="3286125" y="1195654"/>
                </a:lnTo>
                <a:lnTo>
                  <a:pt x="3286125" y="1198283"/>
                </a:lnTo>
                <a:lnTo>
                  <a:pt x="3286595" y="1199400"/>
                </a:lnTo>
                <a:lnTo>
                  <a:pt x="3288461" y="1201267"/>
                </a:lnTo>
                <a:lnTo>
                  <a:pt x="3289579" y="1201737"/>
                </a:lnTo>
                <a:lnTo>
                  <a:pt x="3292208" y="1201737"/>
                </a:lnTo>
                <a:lnTo>
                  <a:pt x="3293326" y="1201267"/>
                </a:lnTo>
                <a:lnTo>
                  <a:pt x="3295192" y="1199400"/>
                </a:lnTo>
                <a:lnTo>
                  <a:pt x="3295650" y="1198283"/>
                </a:lnTo>
                <a:lnTo>
                  <a:pt x="3295650" y="1195654"/>
                </a:lnTo>
                <a:close/>
              </a:path>
              <a:path w="4962525" h="2390775">
                <a:moveTo>
                  <a:pt x="3295650" y="11379"/>
                </a:moveTo>
                <a:lnTo>
                  <a:pt x="3295192" y="10261"/>
                </a:lnTo>
                <a:lnTo>
                  <a:pt x="3293326" y="8394"/>
                </a:lnTo>
                <a:lnTo>
                  <a:pt x="3292208" y="7924"/>
                </a:lnTo>
                <a:lnTo>
                  <a:pt x="3289579" y="7924"/>
                </a:lnTo>
                <a:lnTo>
                  <a:pt x="3288461" y="8394"/>
                </a:lnTo>
                <a:lnTo>
                  <a:pt x="3286595" y="10261"/>
                </a:lnTo>
                <a:lnTo>
                  <a:pt x="3286125" y="11379"/>
                </a:lnTo>
                <a:lnTo>
                  <a:pt x="3286125" y="14008"/>
                </a:lnTo>
                <a:lnTo>
                  <a:pt x="3286595" y="15125"/>
                </a:lnTo>
                <a:lnTo>
                  <a:pt x="3288461" y="16992"/>
                </a:lnTo>
                <a:lnTo>
                  <a:pt x="3289579" y="17449"/>
                </a:lnTo>
                <a:lnTo>
                  <a:pt x="3292208" y="17449"/>
                </a:lnTo>
                <a:lnTo>
                  <a:pt x="3293326" y="16992"/>
                </a:lnTo>
                <a:lnTo>
                  <a:pt x="3295192" y="15125"/>
                </a:lnTo>
                <a:lnTo>
                  <a:pt x="3295650" y="14008"/>
                </a:lnTo>
                <a:lnTo>
                  <a:pt x="3295650" y="11379"/>
                </a:lnTo>
                <a:close/>
              </a:path>
              <a:path w="4962525" h="2390775">
                <a:moveTo>
                  <a:pt x="3343275" y="1195654"/>
                </a:moveTo>
                <a:lnTo>
                  <a:pt x="3342817" y="1194536"/>
                </a:lnTo>
                <a:lnTo>
                  <a:pt x="3340951" y="1192669"/>
                </a:lnTo>
                <a:lnTo>
                  <a:pt x="3339833" y="1192212"/>
                </a:lnTo>
                <a:lnTo>
                  <a:pt x="3337204" y="1192212"/>
                </a:lnTo>
                <a:lnTo>
                  <a:pt x="3336086" y="1192669"/>
                </a:lnTo>
                <a:lnTo>
                  <a:pt x="3334220" y="1194536"/>
                </a:lnTo>
                <a:lnTo>
                  <a:pt x="3333750" y="1195654"/>
                </a:lnTo>
                <a:lnTo>
                  <a:pt x="3333750" y="1198283"/>
                </a:lnTo>
                <a:lnTo>
                  <a:pt x="3334220" y="1199400"/>
                </a:lnTo>
                <a:lnTo>
                  <a:pt x="3336086" y="1201267"/>
                </a:lnTo>
                <a:lnTo>
                  <a:pt x="3337204" y="1201737"/>
                </a:lnTo>
                <a:lnTo>
                  <a:pt x="3339833" y="1201737"/>
                </a:lnTo>
                <a:lnTo>
                  <a:pt x="3340951" y="1201267"/>
                </a:lnTo>
                <a:lnTo>
                  <a:pt x="3342817" y="1199400"/>
                </a:lnTo>
                <a:lnTo>
                  <a:pt x="3343275" y="1198283"/>
                </a:lnTo>
                <a:lnTo>
                  <a:pt x="3343275" y="1195654"/>
                </a:lnTo>
                <a:close/>
              </a:path>
              <a:path w="4962525" h="2390775">
                <a:moveTo>
                  <a:pt x="3343275" y="11379"/>
                </a:moveTo>
                <a:lnTo>
                  <a:pt x="3342817" y="10261"/>
                </a:lnTo>
                <a:lnTo>
                  <a:pt x="3340951" y="8394"/>
                </a:lnTo>
                <a:lnTo>
                  <a:pt x="3339833" y="7924"/>
                </a:lnTo>
                <a:lnTo>
                  <a:pt x="3337204" y="7924"/>
                </a:lnTo>
                <a:lnTo>
                  <a:pt x="3336086" y="8394"/>
                </a:lnTo>
                <a:lnTo>
                  <a:pt x="3334220" y="10261"/>
                </a:lnTo>
                <a:lnTo>
                  <a:pt x="3333750" y="11379"/>
                </a:lnTo>
                <a:lnTo>
                  <a:pt x="3333750" y="14008"/>
                </a:lnTo>
                <a:lnTo>
                  <a:pt x="3334220" y="15125"/>
                </a:lnTo>
                <a:lnTo>
                  <a:pt x="3336086" y="16992"/>
                </a:lnTo>
                <a:lnTo>
                  <a:pt x="3337204" y="17449"/>
                </a:lnTo>
                <a:lnTo>
                  <a:pt x="3339833" y="17449"/>
                </a:lnTo>
                <a:lnTo>
                  <a:pt x="3340951" y="16992"/>
                </a:lnTo>
                <a:lnTo>
                  <a:pt x="3342817" y="15125"/>
                </a:lnTo>
                <a:lnTo>
                  <a:pt x="3343275" y="14008"/>
                </a:lnTo>
                <a:lnTo>
                  <a:pt x="3343275" y="11379"/>
                </a:lnTo>
                <a:close/>
              </a:path>
              <a:path w="4962525" h="2390775">
                <a:moveTo>
                  <a:pt x="3390900" y="1195654"/>
                </a:moveTo>
                <a:lnTo>
                  <a:pt x="3390442" y="1194536"/>
                </a:lnTo>
                <a:lnTo>
                  <a:pt x="3388576" y="1192669"/>
                </a:lnTo>
                <a:lnTo>
                  <a:pt x="3387458" y="1192212"/>
                </a:lnTo>
                <a:lnTo>
                  <a:pt x="3384829" y="1192212"/>
                </a:lnTo>
                <a:lnTo>
                  <a:pt x="3383711" y="1192669"/>
                </a:lnTo>
                <a:lnTo>
                  <a:pt x="3381845" y="1194536"/>
                </a:lnTo>
                <a:lnTo>
                  <a:pt x="3381375" y="1195654"/>
                </a:lnTo>
                <a:lnTo>
                  <a:pt x="3381375" y="1198283"/>
                </a:lnTo>
                <a:lnTo>
                  <a:pt x="3381845" y="1199400"/>
                </a:lnTo>
                <a:lnTo>
                  <a:pt x="3383711" y="1201267"/>
                </a:lnTo>
                <a:lnTo>
                  <a:pt x="3384829" y="1201737"/>
                </a:lnTo>
                <a:lnTo>
                  <a:pt x="3387458" y="1201737"/>
                </a:lnTo>
                <a:lnTo>
                  <a:pt x="3388576" y="1201267"/>
                </a:lnTo>
                <a:lnTo>
                  <a:pt x="3390442" y="1199400"/>
                </a:lnTo>
                <a:lnTo>
                  <a:pt x="3390900" y="1198283"/>
                </a:lnTo>
                <a:lnTo>
                  <a:pt x="3390900" y="1195654"/>
                </a:lnTo>
                <a:close/>
              </a:path>
              <a:path w="4962525" h="2390775">
                <a:moveTo>
                  <a:pt x="3390900" y="11379"/>
                </a:moveTo>
                <a:lnTo>
                  <a:pt x="3390442" y="10261"/>
                </a:lnTo>
                <a:lnTo>
                  <a:pt x="3388576" y="8394"/>
                </a:lnTo>
                <a:lnTo>
                  <a:pt x="3387458" y="7924"/>
                </a:lnTo>
                <a:lnTo>
                  <a:pt x="3384829" y="7924"/>
                </a:lnTo>
                <a:lnTo>
                  <a:pt x="3383711" y="8394"/>
                </a:lnTo>
                <a:lnTo>
                  <a:pt x="3381845" y="10261"/>
                </a:lnTo>
                <a:lnTo>
                  <a:pt x="3381375" y="11379"/>
                </a:lnTo>
                <a:lnTo>
                  <a:pt x="3381375" y="14008"/>
                </a:lnTo>
                <a:lnTo>
                  <a:pt x="3381845" y="15125"/>
                </a:lnTo>
                <a:lnTo>
                  <a:pt x="3383711" y="16992"/>
                </a:lnTo>
                <a:lnTo>
                  <a:pt x="3384829" y="17449"/>
                </a:lnTo>
                <a:lnTo>
                  <a:pt x="3387458" y="17449"/>
                </a:lnTo>
                <a:lnTo>
                  <a:pt x="3388576" y="16992"/>
                </a:lnTo>
                <a:lnTo>
                  <a:pt x="3390442" y="15125"/>
                </a:lnTo>
                <a:lnTo>
                  <a:pt x="3390900" y="14008"/>
                </a:lnTo>
                <a:lnTo>
                  <a:pt x="3390900" y="11379"/>
                </a:lnTo>
                <a:close/>
              </a:path>
              <a:path w="4962525" h="2390775">
                <a:moveTo>
                  <a:pt x="3438525" y="1195654"/>
                </a:moveTo>
                <a:lnTo>
                  <a:pt x="3438067" y="1194536"/>
                </a:lnTo>
                <a:lnTo>
                  <a:pt x="3436201" y="1192669"/>
                </a:lnTo>
                <a:lnTo>
                  <a:pt x="3435083" y="1192212"/>
                </a:lnTo>
                <a:lnTo>
                  <a:pt x="3432454" y="1192212"/>
                </a:lnTo>
                <a:lnTo>
                  <a:pt x="3431336" y="1192669"/>
                </a:lnTo>
                <a:lnTo>
                  <a:pt x="3429470" y="1194536"/>
                </a:lnTo>
                <a:lnTo>
                  <a:pt x="3429000" y="1195654"/>
                </a:lnTo>
                <a:lnTo>
                  <a:pt x="3429000" y="1198283"/>
                </a:lnTo>
                <a:lnTo>
                  <a:pt x="3429470" y="1199400"/>
                </a:lnTo>
                <a:lnTo>
                  <a:pt x="3431336" y="1201267"/>
                </a:lnTo>
                <a:lnTo>
                  <a:pt x="3432454" y="1201737"/>
                </a:lnTo>
                <a:lnTo>
                  <a:pt x="3435083" y="1201737"/>
                </a:lnTo>
                <a:lnTo>
                  <a:pt x="3436201" y="1201267"/>
                </a:lnTo>
                <a:lnTo>
                  <a:pt x="3438067" y="1199400"/>
                </a:lnTo>
                <a:lnTo>
                  <a:pt x="3438525" y="1198283"/>
                </a:lnTo>
                <a:lnTo>
                  <a:pt x="3438525" y="1195654"/>
                </a:lnTo>
                <a:close/>
              </a:path>
              <a:path w="4962525" h="2390775">
                <a:moveTo>
                  <a:pt x="3438525" y="11379"/>
                </a:moveTo>
                <a:lnTo>
                  <a:pt x="3438067" y="10261"/>
                </a:lnTo>
                <a:lnTo>
                  <a:pt x="3436201" y="8394"/>
                </a:lnTo>
                <a:lnTo>
                  <a:pt x="3435083" y="7924"/>
                </a:lnTo>
                <a:lnTo>
                  <a:pt x="3432454" y="7924"/>
                </a:lnTo>
                <a:lnTo>
                  <a:pt x="3431336" y="8394"/>
                </a:lnTo>
                <a:lnTo>
                  <a:pt x="3429470" y="10261"/>
                </a:lnTo>
                <a:lnTo>
                  <a:pt x="3429000" y="11379"/>
                </a:lnTo>
                <a:lnTo>
                  <a:pt x="3429000" y="14008"/>
                </a:lnTo>
                <a:lnTo>
                  <a:pt x="3429470" y="15125"/>
                </a:lnTo>
                <a:lnTo>
                  <a:pt x="3431336" y="16992"/>
                </a:lnTo>
                <a:lnTo>
                  <a:pt x="3432454" y="17449"/>
                </a:lnTo>
                <a:lnTo>
                  <a:pt x="3435083" y="17449"/>
                </a:lnTo>
                <a:lnTo>
                  <a:pt x="3436201" y="16992"/>
                </a:lnTo>
                <a:lnTo>
                  <a:pt x="3438067" y="15125"/>
                </a:lnTo>
                <a:lnTo>
                  <a:pt x="3438525" y="14008"/>
                </a:lnTo>
                <a:lnTo>
                  <a:pt x="3438525" y="11379"/>
                </a:lnTo>
                <a:close/>
              </a:path>
              <a:path w="4962525" h="2390775">
                <a:moveTo>
                  <a:pt x="3486150" y="1195654"/>
                </a:moveTo>
                <a:lnTo>
                  <a:pt x="3485692" y="1194536"/>
                </a:lnTo>
                <a:lnTo>
                  <a:pt x="3483826" y="1192669"/>
                </a:lnTo>
                <a:lnTo>
                  <a:pt x="3482708" y="1192212"/>
                </a:lnTo>
                <a:lnTo>
                  <a:pt x="3480079" y="1192212"/>
                </a:lnTo>
                <a:lnTo>
                  <a:pt x="3478961" y="1192669"/>
                </a:lnTo>
                <a:lnTo>
                  <a:pt x="3477095" y="1194536"/>
                </a:lnTo>
                <a:lnTo>
                  <a:pt x="3476625" y="1195654"/>
                </a:lnTo>
                <a:lnTo>
                  <a:pt x="3476625" y="1198283"/>
                </a:lnTo>
                <a:lnTo>
                  <a:pt x="3477095" y="1199400"/>
                </a:lnTo>
                <a:lnTo>
                  <a:pt x="3478961" y="1201267"/>
                </a:lnTo>
                <a:lnTo>
                  <a:pt x="3480079" y="1201737"/>
                </a:lnTo>
                <a:lnTo>
                  <a:pt x="3482708" y="1201737"/>
                </a:lnTo>
                <a:lnTo>
                  <a:pt x="3483826" y="1201267"/>
                </a:lnTo>
                <a:lnTo>
                  <a:pt x="3485692" y="1199400"/>
                </a:lnTo>
                <a:lnTo>
                  <a:pt x="3486150" y="1198283"/>
                </a:lnTo>
                <a:lnTo>
                  <a:pt x="3486150" y="1195654"/>
                </a:lnTo>
                <a:close/>
              </a:path>
              <a:path w="4962525" h="2390775">
                <a:moveTo>
                  <a:pt x="3486150" y="11379"/>
                </a:moveTo>
                <a:lnTo>
                  <a:pt x="3485692" y="10261"/>
                </a:lnTo>
                <a:lnTo>
                  <a:pt x="3483826" y="8394"/>
                </a:lnTo>
                <a:lnTo>
                  <a:pt x="3482708" y="7924"/>
                </a:lnTo>
                <a:lnTo>
                  <a:pt x="3480079" y="7924"/>
                </a:lnTo>
                <a:lnTo>
                  <a:pt x="3478961" y="8394"/>
                </a:lnTo>
                <a:lnTo>
                  <a:pt x="3477095" y="10261"/>
                </a:lnTo>
                <a:lnTo>
                  <a:pt x="3476625" y="11379"/>
                </a:lnTo>
                <a:lnTo>
                  <a:pt x="3476625" y="14008"/>
                </a:lnTo>
                <a:lnTo>
                  <a:pt x="3477095" y="15125"/>
                </a:lnTo>
                <a:lnTo>
                  <a:pt x="3478961" y="16992"/>
                </a:lnTo>
                <a:lnTo>
                  <a:pt x="3480079" y="17449"/>
                </a:lnTo>
                <a:lnTo>
                  <a:pt x="3482708" y="17449"/>
                </a:lnTo>
                <a:lnTo>
                  <a:pt x="3483826" y="16992"/>
                </a:lnTo>
                <a:lnTo>
                  <a:pt x="3485692" y="15125"/>
                </a:lnTo>
                <a:lnTo>
                  <a:pt x="3486150" y="14008"/>
                </a:lnTo>
                <a:lnTo>
                  <a:pt x="3486150" y="11379"/>
                </a:lnTo>
                <a:close/>
              </a:path>
              <a:path w="4962525" h="2390775">
                <a:moveTo>
                  <a:pt x="3533775" y="1195654"/>
                </a:moveTo>
                <a:lnTo>
                  <a:pt x="3533317" y="1194536"/>
                </a:lnTo>
                <a:lnTo>
                  <a:pt x="3531451" y="1192669"/>
                </a:lnTo>
                <a:lnTo>
                  <a:pt x="3530333" y="1192212"/>
                </a:lnTo>
                <a:lnTo>
                  <a:pt x="3527704" y="1192212"/>
                </a:lnTo>
                <a:lnTo>
                  <a:pt x="3526586" y="1192669"/>
                </a:lnTo>
                <a:lnTo>
                  <a:pt x="3524720" y="1194536"/>
                </a:lnTo>
                <a:lnTo>
                  <a:pt x="3524250" y="1195654"/>
                </a:lnTo>
                <a:lnTo>
                  <a:pt x="3524250" y="1198283"/>
                </a:lnTo>
                <a:lnTo>
                  <a:pt x="3524720" y="1199400"/>
                </a:lnTo>
                <a:lnTo>
                  <a:pt x="3526586" y="1201267"/>
                </a:lnTo>
                <a:lnTo>
                  <a:pt x="3527704" y="1201737"/>
                </a:lnTo>
                <a:lnTo>
                  <a:pt x="3530333" y="1201737"/>
                </a:lnTo>
                <a:lnTo>
                  <a:pt x="3531451" y="1201267"/>
                </a:lnTo>
                <a:lnTo>
                  <a:pt x="3533317" y="1199400"/>
                </a:lnTo>
                <a:lnTo>
                  <a:pt x="3533775" y="1198283"/>
                </a:lnTo>
                <a:lnTo>
                  <a:pt x="3533775" y="1195654"/>
                </a:lnTo>
                <a:close/>
              </a:path>
              <a:path w="4962525" h="2390775">
                <a:moveTo>
                  <a:pt x="3533775" y="11379"/>
                </a:moveTo>
                <a:lnTo>
                  <a:pt x="3533317" y="10261"/>
                </a:lnTo>
                <a:lnTo>
                  <a:pt x="3531451" y="8394"/>
                </a:lnTo>
                <a:lnTo>
                  <a:pt x="3530333" y="7924"/>
                </a:lnTo>
                <a:lnTo>
                  <a:pt x="3527704" y="7924"/>
                </a:lnTo>
                <a:lnTo>
                  <a:pt x="3526586" y="8394"/>
                </a:lnTo>
                <a:lnTo>
                  <a:pt x="3524720" y="10261"/>
                </a:lnTo>
                <a:lnTo>
                  <a:pt x="3524250" y="11379"/>
                </a:lnTo>
                <a:lnTo>
                  <a:pt x="3524250" y="14008"/>
                </a:lnTo>
                <a:lnTo>
                  <a:pt x="3524720" y="15125"/>
                </a:lnTo>
                <a:lnTo>
                  <a:pt x="3526586" y="16992"/>
                </a:lnTo>
                <a:lnTo>
                  <a:pt x="3527704" y="17449"/>
                </a:lnTo>
                <a:lnTo>
                  <a:pt x="3530333" y="17449"/>
                </a:lnTo>
                <a:lnTo>
                  <a:pt x="3531451" y="16992"/>
                </a:lnTo>
                <a:lnTo>
                  <a:pt x="3533317" y="15125"/>
                </a:lnTo>
                <a:lnTo>
                  <a:pt x="3533775" y="14008"/>
                </a:lnTo>
                <a:lnTo>
                  <a:pt x="3533775" y="11379"/>
                </a:lnTo>
                <a:close/>
              </a:path>
              <a:path w="4962525" h="2390775">
                <a:moveTo>
                  <a:pt x="3581400" y="1195654"/>
                </a:moveTo>
                <a:lnTo>
                  <a:pt x="3580942" y="1194536"/>
                </a:lnTo>
                <a:lnTo>
                  <a:pt x="3579076" y="1192669"/>
                </a:lnTo>
                <a:lnTo>
                  <a:pt x="3577958" y="1192212"/>
                </a:lnTo>
                <a:lnTo>
                  <a:pt x="3575329" y="1192212"/>
                </a:lnTo>
                <a:lnTo>
                  <a:pt x="3574211" y="1192669"/>
                </a:lnTo>
                <a:lnTo>
                  <a:pt x="3572345" y="1194536"/>
                </a:lnTo>
                <a:lnTo>
                  <a:pt x="3571875" y="1195654"/>
                </a:lnTo>
                <a:lnTo>
                  <a:pt x="3571875" y="1198283"/>
                </a:lnTo>
                <a:lnTo>
                  <a:pt x="3572345" y="1199400"/>
                </a:lnTo>
                <a:lnTo>
                  <a:pt x="3574211" y="1201267"/>
                </a:lnTo>
                <a:lnTo>
                  <a:pt x="3575329" y="1201737"/>
                </a:lnTo>
                <a:lnTo>
                  <a:pt x="3577958" y="1201737"/>
                </a:lnTo>
                <a:lnTo>
                  <a:pt x="3579076" y="1201267"/>
                </a:lnTo>
                <a:lnTo>
                  <a:pt x="3580942" y="1199400"/>
                </a:lnTo>
                <a:lnTo>
                  <a:pt x="3581400" y="1198283"/>
                </a:lnTo>
                <a:lnTo>
                  <a:pt x="3581400" y="1195654"/>
                </a:lnTo>
                <a:close/>
              </a:path>
              <a:path w="4962525" h="2390775">
                <a:moveTo>
                  <a:pt x="3581400" y="11379"/>
                </a:moveTo>
                <a:lnTo>
                  <a:pt x="3580942" y="10261"/>
                </a:lnTo>
                <a:lnTo>
                  <a:pt x="3579076" y="8394"/>
                </a:lnTo>
                <a:lnTo>
                  <a:pt x="3577958" y="7924"/>
                </a:lnTo>
                <a:lnTo>
                  <a:pt x="3575329" y="7924"/>
                </a:lnTo>
                <a:lnTo>
                  <a:pt x="3574211" y="8394"/>
                </a:lnTo>
                <a:lnTo>
                  <a:pt x="3572345" y="10261"/>
                </a:lnTo>
                <a:lnTo>
                  <a:pt x="3571875" y="11379"/>
                </a:lnTo>
                <a:lnTo>
                  <a:pt x="3571875" y="14008"/>
                </a:lnTo>
                <a:lnTo>
                  <a:pt x="3572345" y="15125"/>
                </a:lnTo>
                <a:lnTo>
                  <a:pt x="3574211" y="16992"/>
                </a:lnTo>
                <a:lnTo>
                  <a:pt x="3575329" y="17449"/>
                </a:lnTo>
                <a:lnTo>
                  <a:pt x="3577958" y="17449"/>
                </a:lnTo>
                <a:lnTo>
                  <a:pt x="3579076" y="16992"/>
                </a:lnTo>
                <a:lnTo>
                  <a:pt x="3580942" y="15125"/>
                </a:lnTo>
                <a:lnTo>
                  <a:pt x="3581400" y="14008"/>
                </a:lnTo>
                <a:lnTo>
                  <a:pt x="3581400" y="11379"/>
                </a:lnTo>
                <a:close/>
              </a:path>
              <a:path w="4962525" h="2390775">
                <a:moveTo>
                  <a:pt x="3629025" y="1195654"/>
                </a:moveTo>
                <a:lnTo>
                  <a:pt x="3628567" y="1194536"/>
                </a:lnTo>
                <a:lnTo>
                  <a:pt x="3626701" y="1192669"/>
                </a:lnTo>
                <a:lnTo>
                  <a:pt x="3625583" y="1192212"/>
                </a:lnTo>
                <a:lnTo>
                  <a:pt x="3622954" y="1192212"/>
                </a:lnTo>
                <a:lnTo>
                  <a:pt x="3621836" y="1192669"/>
                </a:lnTo>
                <a:lnTo>
                  <a:pt x="3619970" y="1194536"/>
                </a:lnTo>
                <a:lnTo>
                  <a:pt x="3619500" y="1195654"/>
                </a:lnTo>
                <a:lnTo>
                  <a:pt x="3619500" y="1198283"/>
                </a:lnTo>
                <a:lnTo>
                  <a:pt x="3619970" y="1199400"/>
                </a:lnTo>
                <a:lnTo>
                  <a:pt x="3621836" y="1201267"/>
                </a:lnTo>
                <a:lnTo>
                  <a:pt x="3622954" y="1201737"/>
                </a:lnTo>
                <a:lnTo>
                  <a:pt x="3625583" y="1201737"/>
                </a:lnTo>
                <a:lnTo>
                  <a:pt x="3626701" y="1201267"/>
                </a:lnTo>
                <a:lnTo>
                  <a:pt x="3628567" y="1199400"/>
                </a:lnTo>
                <a:lnTo>
                  <a:pt x="3629025" y="1198283"/>
                </a:lnTo>
                <a:lnTo>
                  <a:pt x="3629025" y="1195654"/>
                </a:lnTo>
                <a:close/>
              </a:path>
              <a:path w="4962525" h="2390775">
                <a:moveTo>
                  <a:pt x="3629025" y="11379"/>
                </a:moveTo>
                <a:lnTo>
                  <a:pt x="3628567" y="10261"/>
                </a:lnTo>
                <a:lnTo>
                  <a:pt x="3626701" y="8394"/>
                </a:lnTo>
                <a:lnTo>
                  <a:pt x="3625583" y="7924"/>
                </a:lnTo>
                <a:lnTo>
                  <a:pt x="3622954" y="7924"/>
                </a:lnTo>
                <a:lnTo>
                  <a:pt x="3621836" y="8394"/>
                </a:lnTo>
                <a:lnTo>
                  <a:pt x="3619970" y="10261"/>
                </a:lnTo>
                <a:lnTo>
                  <a:pt x="3619500" y="11379"/>
                </a:lnTo>
                <a:lnTo>
                  <a:pt x="3619500" y="14008"/>
                </a:lnTo>
                <a:lnTo>
                  <a:pt x="3619970" y="15125"/>
                </a:lnTo>
                <a:lnTo>
                  <a:pt x="3621836" y="16992"/>
                </a:lnTo>
                <a:lnTo>
                  <a:pt x="3622954" y="17449"/>
                </a:lnTo>
                <a:lnTo>
                  <a:pt x="3625583" y="17449"/>
                </a:lnTo>
                <a:lnTo>
                  <a:pt x="3626701" y="16992"/>
                </a:lnTo>
                <a:lnTo>
                  <a:pt x="3628567" y="15125"/>
                </a:lnTo>
                <a:lnTo>
                  <a:pt x="3629025" y="14008"/>
                </a:lnTo>
                <a:lnTo>
                  <a:pt x="3629025" y="11379"/>
                </a:lnTo>
                <a:close/>
              </a:path>
              <a:path w="4962525" h="2390775">
                <a:moveTo>
                  <a:pt x="3676650" y="1195654"/>
                </a:moveTo>
                <a:lnTo>
                  <a:pt x="3676192" y="1194536"/>
                </a:lnTo>
                <a:lnTo>
                  <a:pt x="3674326" y="1192669"/>
                </a:lnTo>
                <a:lnTo>
                  <a:pt x="3673208" y="1192212"/>
                </a:lnTo>
                <a:lnTo>
                  <a:pt x="3670579" y="1192212"/>
                </a:lnTo>
                <a:lnTo>
                  <a:pt x="3669461" y="1192669"/>
                </a:lnTo>
                <a:lnTo>
                  <a:pt x="3667595" y="1194536"/>
                </a:lnTo>
                <a:lnTo>
                  <a:pt x="3667125" y="1195654"/>
                </a:lnTo>
                <a:lnTo>
                  <a:pt x="3667125" y="1198283"/>
                </a:lnTo>
                <a:lnTo>
                  <a:pt x="3667595" y="1199400"/>
                </a:lnTo>
                <a:lnTo>
                  <a:pt x="3669461" y="1201267"/>
                </a:lnTo>
                <a:lnTo>
                  <a:pt x="3670579" y="1201737"/>
                </a:lnTo>
                <a:lnTo>
                  <a:pt x="3673208" y="1201737"/>
                </a:lnTo>
                <a:lnTo>
                  <a:pt x="3674326" y="1201267"/>
                </a:lnTo>
                <a:lnTo>
                  <a:pt x="3676192" y="1199400"/>
                </a:lnTo>
                <a:lnTo>
                  <a:pt x="3676650" y="1198283"/>
                </a:lnTo>
                <a:lnTo>
                  <a:pt x="3676650" y="1195654"/>
                </a:lnTo>
                <a:close/>
              </a:path>
              <a:path w="4962525" h="2390775">
                <a:moveTo>
                  <a:pt x="3676650" y="11379"/>
                </a:moveTo>
                <a:lnTo>
                  <a:pt x="3676192" y="10261"/>
                </a:lnTo>
                <a:lnTo>
                  <a:pt x="3674326" y="8394"/>
                </a:lnTo>
                <a:lnTo>
                  <a:pt x="3673208" y="7924"/>
                </a:lnTo>
                <a:lnTo>
                  <a:pt x="3670579" y="7924"/>
                </a:lnTo>
                <a:lnTo>
                  <a:pt x="3669461" y="8394"/>
                </a:lnTo>
                <a:lnTo>
                  <a:pt x="3667595" y="10261"/>
                </a:lnTo>
                <a:lnTo>
                  <a:pt x="3667125" y="11379"/>
                </a:lnTo>
                <a:lnTo>
                  <a:pt x="3667125" y="14008"/>
                </a:lnTo>
                <a:lnTo>
                  <a:pt x="3667595" y="15125"/>
                </a:lnTo>
                <a:lnTo>
                  <a:pt x="3669461" y="16992"/>
                </a:lnTo>
                <a:lnTo>
                  <a:pt x="3670579" y="17449"/>
                </a:lnTo>
                <a:lnTo>
                  <a:pt x="3673208" y="17449"/>
                </a:lnTo>
                <a:lnTo>
                  <a:pt x="3674326" y="16992"/>
                </a:lnTo>
                <a:lnTo>
                  <a:pt x="3676192" y="15125"/>
                </a:lnTo>
                <a:lnTo>
                  <a:pt x="3676650" y="14008"/>
                </a:lnTo>
                <a:lnTo>
                  <a:pt x="3676650" y="11379"/>
                </a:lnTo>
                <a:close/>
              </a:path>
              <a:path w="4962525" h="2390775">
                <a:moveTo>
                  <a:pt x="3724275" y="1195654"/>
                </a:moveTo>
                <a:lnTo>
                  <a:pt x="3723817" y="1194536"/>
                </a:lnTo>
                <a:lnTo>
                  <a:pt x="3721951" y="1192669"/>
                </a:lnTo>
                <a:lnTo>
                  <a:pt x="3720833" y="1192212"/>
                </a:lnTo>
                <a:lnTo>
                  <a:pt x="3718204" y="1192212"/>
                </a:lnTo>
                <a:lnTo>
                  <a:pt x="3717086" y="1192669"/>
                </a:lnTo>
                <a:lnTo>
                  <a:pt x="3715220" y="1194536"/>
                </a:lnTo>
                <a:lnTo>
                  <a:pt x="3714750" y="1195654"/>
                </a:lnTo>
                <a:lnTo>
                  <a:pt x="3714750" y="1198283"/>
                </a:lnTo>
                <a:lnTo>
                  <a:pt x="3715220" y="1199400"/>
                </a:lnTo>
                <a:lnTo>
                  <a:pt x="3717086" y="1201267"/>
                </a:lnTo>
                <a:lnTo>
                  <a:pt x="3718204" y="1201737"/>
                </a:lnTo>
                <a:lnTo>
                  <a:pt x="3720833" y="1201737"/>
                </a:lnTo>
                <a:lnTo>
                  <a:pt x="3721951" y="1201267"/>
                </a:lnTo>
                <a:lnTo>
                  <a:pt x="3723817" y="1199400"/>
                </a:lnTo>
                <a:lnTo>
                  <a:pt x="3724275" y="1198283"/>
                </a:lnTo>
                <a:lnTo>
                  <a:pt x="3724275" y="1195654"/>
                </a:lnTo>
                <a:close/>
              </a:path>
              <a:path w="4962525" h="2390775">
                <a:moveTo>
                  <a:pt x="3724275" y="11379"/>
                </a:moveTo>
                <a:lnTo>
                  <a:pt x="3723817" y="10261"/>
                </a:lnTo>
                <a:lnTo>
                  <a:pt x="3721951" y="8394"/>
                </a:lnTo>
                <a:lnTo>
                  <a:pt x="3720833" y="7924"/>
                </a:lnTo>
                <a:lnTo>
                  <a:pt x="3718204" y="7924"/>
                </a:lnTo>
                <a:lnTo>
                  <a:pt x="3717086" y="8394"/>
                </a:lnTo>
                <a:lnTo>
                  <a:pt x="3715220" y="10261"/>
                </a:lnTo>
                <a:lnTo>
                  <a:pt x="3714750" y="11379"/>
                </a:lnTo>
                <a:lnTo>
                  <a:pt x="3714750" y="14008"/>
                </a:lnTo>
                <a:lnTo>
                  <a:pt x="3715220" y="15125"/>
                </a:lnTo>
                <a:lnTo>
                  <a:pt x="3717086" y="16992"/>
                </a:lnTo>
                <a:lnTo>
                  <a:pt x="3718204" y="17449"/>
                </a:lnTo>
                <a:lnTo>
                  <a:pt x="3720833" y="17449"/>
                </a:lnTo>
                <a:lnTo>
                  <a:pt x="3721951" y="16992"/>
                </a:lnTo>
                <a:lnTo>
                  <a:pt x="3723817" y="15125"/>
                </a:lnTo>
                <a:lnTo>
                  <a:pt x="3724275" y="14008"/>
                </a:lnTo>
                <a:lnTo>
                  <a:pt x="3724275" y="11379"/>
                </a:lnTo>
                <a:close/>
              </a:path>
              <a:path w="4962525" h="2390775">
                <a:moveTo>
                  <a:pt x="3771900" y="1195654"/>
                </a:moveTo>
                <a:lnTo>
                  <a:pt x="3771442" y="1194536"/>
                </a:lnTo>
                <a:lnTo>
                  <a:pt x="3769576" y="1192669"/>
                </a:lnTo>
                <a:lnTo>
                  <a:pt x="3768458" y="1192212"/>
                </a:lnTo>
                <a:lnTo>
                  <a:pt x="3765829" y="1192212"/>
                </a:lnTo>
                <a:lnTo>
                  <a:pt x="3764711" y="1192669"/>
                </a:lnTo>
                <a:lnTo>
                  <a:pt x="3762845" y="1194536"/>
                </a:lnTo>
                <a:lnTo>
                  <a:pt x="3762375" y="1195654"/>
                </a:lnTo>
                <a:lnTo>
                  <a:pt x="3762375" y="1198283"/>
                </a:lnTo>
                <a:lnTo>
                  <a:pt x="3762845" y="1199400"/>
                </a:lnTo>
                <a:lnTo>
                  <a:pt x="3764711" y="1201267"/>
                </a:lnTo>
                <a:lnTo>
                  <a:pt x="3765829" y="1201737"/>
                </a:lnTo>
                <a:lnTo>
                  <a:pt x="3768458" y="1201737"/>
                </a:lnTo>
                <a:lnTo>
                  <a:pt x="3769576" y="1201267"/>
                </a:lnTo>
                <a:lnTo>
                  <a:pt x="3771442" y="1199400"/>
                </a:lnTo>
                <a:lnTo>
                  <a:pt x="3771900" y="1198283"/>
                </a:lnTo>
                <a:lnTo>
                  <a:pt x="3771900" y="1195654"/>
                </a:lnTo>
                <a:close/>
              </a:path>
              <a:path w="4962525" h="2390775">
                <a:moveTo>
                  <a:pt x="3771900" y="11379"/>
                </a:moveTo>
                <a:lnTo>
                  <a:pt x="3771442" y="10261"/>
                </a:lnTo>
                <a:lnTo>
                  <a:pt x="3769576" y="8394"/>
                </a:lnTo>
                <a:lnTo>
                  <a:pt x="3768458" y="7924"/>
                </a:lnTo>
                <a:lnTo>
                  <a:pt x="3765829" y="7924"/>
                </a:lnTo>
                <a:lnTo>
                  <a:pt x="3764711" y="8394"/>
                </a:lnTo>
                <a:lnTo>
                  <a:pt x="3762845" y="10261"/>
                </a:lnTo>
                <a:lnTo>
                  <a:pt x="3762375" y="11379"/>
                </a:lnTo>
                <a:lnTo>
                  <a:pt x="3762375" y="14008"/>
                </a:lnTo>
                <a:lnTo>
                  <a:pt x="3762845" y="15125"/>
                </a:lnTo>
                <a:lnTo>
                  <a:pt x="3764711" y="16992"/>
                </a:lnTo>
                <a:lnTo>
                  <a:pt x="3765829" y="17449"/>
                </a:lnTo>
                <a:lnTo>
                  <a:pt x="3768458" y="17449"/>
                </a:lnTo>
                <a:lnTo>
                  <a:pt x="3769576" y="16992"/>
                </a:lnTo>
                <a:lnTo>
                  <a:pt x="3771442" y="15125"/>
                </a:lnTo>
                <a:lnTo>
                  <a:pt x="3771900" y="14008"/>
                </a:lnTo>
                <a:lnTo>
                  <a:pt x="3771900" y="11379"/>
                </a:lnTo>
                <a:close/>
              </a:path>
              <a:path w="4962525" h="2390775">
                <a:moveTo>
                  <a:pt x="3819525" y="1195654"/>
                </a:moveTo>
                <a:lnTo>
                  <a:pt x="3819067" y="1194536"/>
                </a:lnTo>
                <a:lnTo>
                  <a:pt x="3817201" y="1192669"/>
                </a:lnTo>
                <a:lnTo>
                  <a:pt x="3816083" y="1192212"/>
                </a:lnTo>
                <a:lnTo>
                  <a:pt x="3813454" y="1192212"/>
                </a:lnTo>
                <a:lnTo>
                  <a:pt x="3812336" y="1192669"/>
                </a:lnTo>
                <a:lnTo>
                  <a:pt x="3810470" y="1194536"/>
                </a:lnTo>
                <a:lnTo>
                  <a:pt x="3810000" y="1195654"/>
                </a:lnTo>
                <a:lnTo>
                  <a:pt x="3810000" y="1198283"/>
                </a:lnTo>
                <a:lnTo>
                  <a:pt x="3810470" y="1199400"/>
                </a:lnTo>
                <a:lnTo>
                  <a:pt x="3812336" y="1201267"/>
                </a:lnTo>
                <a:lnTo>
                  <a:pt x="3813454" y="1201737"/>
                </a:lnTo>
                <a:lnTo>
                  <a:pt x="3816083" y="1201737"/>
                </a:lnTo>
                <a:lnTo>
                  <a:pt x="3817201" y="1201267"/>
                </a:lnTo>
                <a:lnTo>
                  <a:pt x="3819067" y="1199400"/>
                </a:lnTo>
                <a:lnTo>
                  <a:pt x="3819525" y="1198283"/>
                </a:lnTo>
                <a:lnTo>
                  <a:pt x="3819525" y="1195654"/>
                </a:lnTo>
                <a:close/>
              </a:path>
              <a:path w="4962525" h="2390775">
                <a:moveTo>
                  <a:pt x="3819525" y="11379"/>
                </a:moveTo>
                <a:lnTo>
                  <a:pt x="3819067" y="10261"/>
                </a:lnTo>
                <a:lnTo>
                  <a:pt x="3817201" y="8394"/>
                </a:lnTo>
                <a:lnTo>
                  <a:pt x="3816083" y="7924"/>
                </a:lnTo>
                <a:lnTo>
                  <a:pt x="3813454" y="7924"/>
                </a:lnTo>
                <a:lnTo>
                  <a:pt x="3812336" y="8394"/>
                </a:lnTo>
                <a:lnTo>
                  <a:pt x="3810470" y="10261"/>
                </a:lnTo>
                <a:lnTo>
                  <a:pt x="3810000" y="11379"/>
                </a:lnTo>
                <a:lnTo>
                  <a:pt x="3810000" y="14008"/>
                </a:lnTo>
                <a:lnTo>
                  <a:pt x="3810470" y="15125"/>
                </a:lnTo>
                <a:lnTo>
                  <a:pt x="3812336" y="16992"/>
                </a:lnTo>
                <a:lnTo>
                  <a:pt x="3813454" y="17449"/>
                </a:lnTo>
                <a:lnTo>
                  <a:pt x="3816083" y="17449"/>
                </a:lnTo>
                <a:lnTo>
                  <a:pt x="3817201" y="16992"/>
                </a:lnTo>
                <a:lnTo>
                  <a:pt x="3819067" y="15125"/>
                </a:lnTo>
                <a:lnTo>
                  <a:pt x="3819525" y="14008"/>
                </a:lnTo>
                <a:lnTo>
                  <a:pt x="3819525" y="11379"/>
                </a:lnTo>
                <a:close/>
              </a:path>
              <a:path w="4962525" h="2390775">
                <a:moveTo>
                  <a:pt x="3867150" y="1195654"/>
                </a:moveTo>
                <a:lnTo>
                  <a:pt x="3866692" y="1194536"/>
                </a:lnTo>
                <a:lnTo>
                  <a:pt x="3864826" y="1192669"/>
                </a:lnTo>
                <a:lnTo>
                  <a:pt x="3863708" y="1192212"/>
                </a:lnTo>
                <a:lnTo>
                  <a:pt x="3861079" y="1192212"/>
                </a:lnTo>
                <a:lnTo>
                  <a:pt x="3859949" y="1192669"/>
                </a:lnTo>
                <a:lnTo>
                  <a:pt x="3858095" y="1194536"/>
                </a:lnTo>
                <a:lnTo>
                  <a:pt x="3857625" y="1195654"/>
                </a:lnTo>
                <a:lnTo>
                  <a:pt x="3857625" y="1198283"/>
                </a:lnTo>
                <a:lnTo>
                  <a:pt x="3858095" y="1199400"/>
                </a:lnTo>
                <a:lnTo>
                  <a:pt x="3859949" y="1201267"/>
                </a:lnTo>
                <a:lnTo>
                  <a:pt x="3861079" y="1201737"/>
                </a:lnTo>
                <a:lnTo>
                  <a:pt x="3863708" y="1201737"/>
                </a:lnTo>
                <a:lnTo>
                  <a:pt x="3864826" y="1201267"/>
                </a:lnTo>
                <a:lnTo>
                  <a:pt x="3866692" y="1199400"/>
                </a:lnTo>
                <a:lnTo>
                  <a:pt x="3867150" y="1198283"/>
                </a:lnTo>
                <a:lnTo>
                  <a:pt x="3867150" y="1195654"/>
                </a:lnTo>
                <a:close/>
              </a:path>
              <a:path w="4962525" h="2390775">
                <a:moveTo>
                  <a:pt x="3867150" y="11379"/>
                </a:moveTo>
                <a:lnTo>
                  <a:pt x="3866692" y="10261"/>
                </a:lnTo>
                <a:lnTo>
                  <a:pt x="3864826" y="8394"/>
                </a:lnTo>
                <a:lnTo>
                  <a:pt x="3863708" y="7924"/>
                </a:lnTo>
                <a:lnTo>
                  <a:pt x="3861079" y="7924"/>
                </a:lnTo>
                <a:lnTo>
                  <a:pt x="3859949" y="8394"/>
                </a:lnTo>
                <a:lnTo>
                  <a:pt x="3858095" y="10261"/>
                </a:lnTo>
                <a:lnTo>
                  <a:pt x="3857625" y="11379"/>
                </a:lnTo>
                <a:lnTo>
                  <a:pt x="3857625" y="14008"/>
                </a:lnTo>
                <a:lnTo>
                  <a:pt x="3858095" y="15125"/>
                </a:lnTo>
                <a:lnTo>
                  <a:pt x="3859949" y="16992"/>
                </a:lnTo>
                <a:lnTo>
                  <a:pt x="3861079" y="17449"/>
                </a:lnTo>
                <a:lnTo>
                  <a:pt x="3863708" y="17449"/>
                </a:lnTo>
                <a:lnTo>
                  <a:pt x="3864826" y="16992"/>
                </a:lnTo>
                <a:lnTo>
                  <a:pt x="3866692" y="15125"/>
                </a:lnTo>
                <a:lnTo>
                  <a:pt x="3867150" y="14008"/>
                </a:lnTo>
                <a:lnTo>
                  <a:pt x="3867150" y="11379"/>
                </a:lnTo>
                <a:close/>
              </a:path>
              <a:path w="4962525" h="2390775">
                <a:moveTo>
                  <a:pt x="3914775" y="1195654"/>
                </a:moveTo>
                <a:lnTo>
                  <a:pt x="3914317" y="1194536"/>
                </a:lnTo>
                <a:lnTo>
                  <a:pt x="3912451" y="1192669"/>
                </a:lnTo>
                <a:lnTo>
                  <a:pt x="3911333" y="1192212"/>
                </a:lnTo>
                <a:lnTo>
                  <a:pt x="3908704" y="1192212"/>
                </a:lnTo>
                <a:lnTo>
                  <a:pt x="3907574" y="1192669"/>
                </a:lnTo>
                <a:lnTo>
                  <a:pt x="3905720" y="1194536"/>
                </a:lnTo>
                <a:lnTo>
                  <a:pt x="3905250" y="1195654"/>
                </a:lnTo>
                <a:lnTo>
                  <a:pt x="3905250" y="1198283"/>
                </a:lnTo>
                <a:lnTo>
                  <a:pt x="3905720" y="1199400"/>
                </a:lnTo>
                <a:lnTo>
                  <a:pt x="3907574" y="1201267"/>
                </a:lnTo>
                <a:lnTo>
                  <a:pt x="3908704" y="1201737"/>
                </a:lnTo>
                <a:lnTo>
                  <a:pt x="3911333" y="1201737"/>
                </a:lnTo>
                <a:lnTo>
                  <a:pt x="3912451" y="1201267"/>
                </a:lnTo>
                <a:lnTo>
                  <a:pt x="3914317" y="1199400"/>
                </a:lnTo>
                <a:lnTo>
                  <a:pt x="3914775" y="1198283"/>
                </a:lnTo>
                <a:lnTo>
                  <a:pt x="3914775" y="1195654"/>
                </a:lnTo>
                <a:close/>
              </a:path>
              <a:path w="4962525" h="2390775">
                <a:moveTo>
                  <a:pt x="3914775" y="11379"/>
                </a:moveTo>
                <a:lnTo>
                  <a:pt x="3914317" y="10261"/>
                </a:lnTo>
                <a:lnTo>
                  <a:pt x="3912451" y="8394"/>
                </a:lnTo>
                <a:lnTo>
                  <a:pt x="3911333" y="7924"/>
                </a:lnTo>
                <a:lnTo>
                  <a:pt x="3908704" y="7924"/>
                </a:lnTo>
                <a:lnTo>
                  <a:pt x="3907574" y="8394"/>
                </a:lnTo>
                <a:lnTo>
                  <a:pt x="3905720" y="10261"/>
                </a:lnTo>
                <a:lnTo>
                  <a:pt x="3905250" y="11379"/>
                </a:lnTo>
                <a:lnTo>
                  <a:pt x="3905250" y="14008"/>
                </a:lnTo>
                <a:lnTo>
                  <a:pt x="3905720" y="15125"/>
                </a:lnTo>
                <a:lnTo>
                  <a:pt x="3907574" y="16992"/>
                </a:lnTo>
                <a:lnTo>
                  <a:pt x="3908704" y="17449"/>
                </a:lnTo>
                <a:lnTo>
                  <a:pt x="3911333" y="17449"/>
                </a:lnTo>
                <a:lnTo>
                  <a:pt x="3912451" y="16992"/>
                </a:lnTo>
                <a:lnTo>
                  <a:pt x="3914317" y="15125"/>
                </a:lnTo>
                <a:lnTo>
                  <a:pt x="3914775" y="14008"/>
                </a:lnTo>
                <a:lnTo>
                  <a:pt x="3914775" y="11379"/>
                </a:lnTo>
                <a:close/>
              </a:path>
              <a:path w="4962525" h="2390775">
                <a:moveTo>
                  <a:pt x="3962400" y="1195654"/>
                </a:moveTo>
                <a:lnTo>
                  <a:pt x="3961942" y="1194536"/>
                </a:lnTo>
                <a:lnTo>
                  <a:pt x="3960076" y="1192669"/>
                </a:lnTo>
                <a:lnTo>
                  <a:pt x="3958958" y="1192212"/>
                </a:lnTo>
                <a:lnTo>
                  <a:pt x="3956329" y="1192212"/>
                </a:lnTo>
                <a:lnTo>
                  <a:pt x="3955211" y="1192669"/>
                </a:lnTo>
                <a:lnTo>
                  <a:pt x="3953345" y="1194536"/>
                </a:lnTo>
                <a:lnTo>
                  <a:pt x="3952875" y="1195654"/>
                </a:lnTo>
                <a:lnTo>
                  <a:pt x="3952875" y="1198283"/>
                </a:lnTo>
                <a:lnTo>
                  <a:pt x="3953345" y="1199400"/>
                </a:lnTo>
                <a:lnTo>
                  <a:pt x="3955211" y="1201267"/>
                </a:lnTo>
                <a:lnTo>
                  <a:pt x="3956329" y="1201737"/>
                </a:lnTo>
                <a:lnTo>
                  <a:pt x="3958958" y="1201737"/>
                </a:lnTo>
                <a:lnTo>
                  <a:pt x="3960076" y="1201267"/>
                </a:lnTo>
                <a:lnTo>
                  <a:pt x="3961942" y="1199400"/>
                </a:lnTo>
                <a:lnTo>
                  <a:pt x="3962400" y="1198283"/>
                </a:lnTo>
                <a:lnTo>
                  <a:pt x="3962400" y="1195654"/>
                </a:lnTo>
                <a:close/>
              </a:path>
              <a:path w="4962525" h="2390775">
                <a:moveTo>
                  <a:pt x="3962400" y="11379"/>
                </a:moveTo>
                <a:lnTo>
                  <a:pt x="3961942" y="10261"/>
                </a:lnTo>
                <a:lnTo>
                  <a:pt x="3960076" y="8394"/>
                </a:lnTo>
                <a:lnTo>
                  <a:pt x="3958958" y="7924"/>
                </a:lnTo>
                <a:lnTo>
                  <a:pt x="3956329" y="7924"/>
                </a:lnTo>
                <a:lnTo>
                  <a:pt x="3955211" y="8394"/>
                </a:lnTo>
                <a:lnTo>
                  <a:pt x="3953345" y="10261"/>
                </a:lnTo>
                <a:lnTo>
                  <a:pt x="3952875" y="11379"/>
                </a:lnTo>
                <a:lnTo>
                  <a:pt x="3952875" y="14008"/>
                </a:lnTo>
                <a:lnTo>
                  <a:pt x="3953345" y="15125"/>
                </a:lnTo>
                <a:lnTo>
                  <a:pt x="3955211" y="16992"/>
                </a:lnTo>
                <a:lnTo>
                  <a:pt x="3956329" y="17449"/>
                </a:lnTo>
                <a:lnTo>
                  <a:pt x="3958958" y="17449"/>
                </a:lnTo>
                <a:lnTo>
                  <a:pt x="3960076" y="16992"/>
                </a:lnTo>
                <a:lnTo>
                  <a:pt x="3961942" y="15125"/>
                </a:lnTo>
                <a:lnTo>
                  <a:pt x="3962400" y="14008"/>
                </a:lnTo>
                <a:lnTo>
                  <a:pt x="3962400" y="11379"/>
                </a:lnTo>
                <a:close/>
              </a:path>
              <a:path w="4962525" h="2390775">
                <a:moveTo>
                  <a:pt x="4010025" y="1195654"/>
                </a:moveTo>
                <a:lnTo>
                  <a:pt x="4009567" y="1194536"/>
                </a:lnTo>
                <a:lnTo>
                  <a:pt x="4007701" y="1192669"/>
                </a:lnTo>
                <a:lnTo>
                  <a:pt x="4006583" y="1192212"/>
                </a:lnTo>
                <a:lnTo>
                  <a:pt x="4003954" y="1192212"/>
                </a:lnTo>
                <a:lnTo>
                  <a:pt x="4002836" y="1192669"/>
                </a:lnTo>
                <a:lnTo>
                  <a:pt x="4000970" y="1194536"/>
                </a:lnTo>
                <a:lnTo>
                  <a:pt x="4000500" y="1195654"/>
                </a:lnTo>
                <a:lnTo>
                  <a:pt x="4000500" y="1198283"/>
                </a:lnTo>
                <a:lnTo>
                  <a:pt x="4000970" y="1199400"/>
                </a:lnTo>
                <a:lnTo>
                  <a:pt x="4002836" y="1201267"/>
                </a:lnTo>
                <a:lnTo>
                  <a:pt x="4003954" y="1201737"/>
                </a:lnTo>
                <a:lnTo>
                  <a:pt x="4006583" y="1201737"/>
                </a:lnTo>
                <a:lnTo>
                  <a:pt x="4007701" y="1201267"/>
                </a:lnTo>
                <a:lnTo>
                  <a:pt x="4009567" y="1199400"/>
                </a:lnTo>
                <a:lnTo>
                  <a:pt x="4010025" y="1198283"/>
                </a:lnTo>
                <a:lnTo>
                  <a:pt x="4010025" y="1195654"/>
                </a:lnTo>
                <a:close/>
              </a:path>
              <a:path w="4962525" h="2390775">
                <a:moveTo>
                  <a:pt x="4010025" y="11379"/>
                </a:moveTo>
                <a:lnTo>
                  <a:pt x="4009567" y="10261"/>
                </a:lnTo>
                <a:lnTo>
                  <a:pt x="4007701" y="8394"/>
                </a:lnTo>
                <a:lnTo>
                  <a:pt x="4006583" y="7924"/>
                </a:lnTo>
                <a:lnTo>
                  <a:pt x="4003954" y="7924"/>
                </a:lnTo>
                <a:lnTo>
                  <a:pt x="4002836" y="8394"/>
                </a:lnTo>
                <a:lnTo>
                  <a:pt x="4000970" y="10261"/>
                </a:lnTo>
                <a:lnTo>
                  <a:pt x="4000500" y="11379"/>
                </a:lnTo>
                <a:lnTo>
                  <a:pt x="4000500" y="14008"/>
                </a:lnTo>
                <a:lnTo>
                  <a:pt x="4000970" y="15125"/>
                </a:lnTo>
                <a:lnTo>
                  <a:pt x="4002836" y="16992"/>
                </a:lnTo>
                <a:lnTo>
                  <a:pt x="4003954" y="17449"/>
                </a:lnTo>
                <a:lnTo>
                  <a:pt x="4006583" y="17449"/>
                </a:lnTo>
                <a:lnTo>
                  <a:pt x="4007701" y="16992"/>
                </a:lnTo>
                <a:lnTo>
                  <a:pt x="4009567" y="15125"/>
                </a:lnTo>
                <a:lnTo>
                  <a:pt x="4010025" y="14008"/>
                </a:lnTo>
                <a:lnTo>
                  <a:pt x="4010025" y="11379"/>
                </a:lnTo>
                <a:close/>
              </a:path>
              <a:path w="4962525" h="2390775">
                <a:moveTo>
                  <a:pt x="4057650" y="1195654"/>
                </a:moveTo>
                <a:lnTo>
                  <a:pt x="4057192" y="1194536"/>
                </a:lnTo>
                <a:lnTo>
                  <a:pt x="4055326" y="1192669"/>
                </a:lnTo>
                <a:lnTo>
                  <a:pt x="4054208" y="1192212"/>
                </a:lnTo>
                <a:lnTo>
                  <a:pt x="4051579" y="1192212"/>
                </a:lnTo>
                <a:lnTo>
                  <a:pt x="4050461" y="1192669"/>
                </a:lnTo>
                <a:lnTo>
                  <a:pt x="4048595" y="1194536"/>
                </a:lnTo>
                <a:lnTo>
                  <a:pt x="4048125" y="1195654"/>
                </a:lnTo>
                <a:lnTo>
                  <a:pt x="4048125" y="1198283"/>
                </a:lnTo>
                <a:lnTo>
                  <a:pt x="4048595" y="1199400"/>
                </a:lnTo>
                <a:lnTo>
                  <a:pt x="4050461" y="1201267"/>
                </a:lnTo>
                <a:lnTo>
                  <a:pt x="4051579" y="1201737"/>
                </a:lnTo>
                <a:lnTo>
                  <a:pt x="4054208" y="1201737"/>
                </a:lnTo>
                <a:lnTo>
                  <a:pt x="4055326" y="1201267"/>
                </a:lnTo>
                <a:lnTo>
                  <a:pt x="4057192" y="1199400"/>
                </a:lnTo>
                <a:lnTo>
                  <a:pt x="4057650" y="1198283"/>
                </a:lnTo>
                <a:lnTo>
                  <a:pt x="4057650" y="1195654"/>
                </a:lnTo>
                <a:close/>
              </a:path>
              <a:path w="4962525" h="2390775">
                <a:moveTo>
                  <a:pt x="4057650" y="11379"/>
                </a:moveTo>
                <a:lnTo>
                  <a:pt x="4057192" y="10261"/>
                </a:lnTo>
                <a:lnTo>
                  <a:pt x="4055326" y="8394"/>
                </a:lnTo>
                <a:lnTo>
                  <a:pt x="4054208" y="7924"/>
                </a:lnTo>
                <a:lnTo>
                  <a:pt x="4051579" y="7924"/>
                </a:lnTo>
                <a:lnTo>
                  <a:pt x="4050461" y="8394"/>
                </a:lnTo>
                <a:lnTo>
                  <a:pt x="4048595" y="10261"/>
                </a:lnTo>
                <a:lnTo>
                  <a:pt x="4048125" y="11379"/>
                </a:lnTo>
                <a:lnTo>
                  <a:pt x="4048125" y="14008"/>
                </a:lnTo>
                <a:lnTo>
                  <a:pt x="4048595" y="15125"/>
                </a:lnTo>
                <a:lnTo>
                  <a:pt x="4050461" y="16992"/>
                </a:lnTo>
                <a:lnTo>
                  <a:pt x="4051579" y="17449"/>
                </a:lnTo>
                <a:lnTo>
                  <a:pt x="4054208" y="17449"/>
                </a:lnTo>
                <a:lnTo>
                  <a:pt x="4055326" y="16992"/>
                </a:lnTo>
                <a:lnTo>
                  <a:pt x="4057192" y="15125"/>
                </a:lnTo>
                <a:lnTo>
                  <a:pt x="4057650" y="14008"/>
                </a:lnTo>
                <a:lnTo>
                  <a:pt x="4057650" y="11379"/>
                </a:lnTo>
                <a:close/>
              </a:path>
              <a:path w="4962525" h="2390775">
                <a:moveTo>
                  <a:pt x="4105275" y="1195654"/>
                </a:moveTo>
                <a:lnTo>
                  <a:pt x="4104817" y="1194536"/>
                </a:lnTo>
                <a:lnTo>
                  <a:pt x="4102951" y="1192669"/>
                </a:lnTo>
                <a:lnTo>
                  <a:pt x="4101833" y="1192212"/>
                </a:lnTo>
                <a:lnTo>
                  <a:pt x="4099204" y="1192212"/>
                </a:lnTo>
                <a:lnTo>
                  <a:pt x="4098086" y="1192669"/>
                </a:lnTo>
                <a:lnTo>
                  <a:pt x="4096220" y="1194536"/>
                </a:lnTo>
                <a:lnTo>
                  <a:pt x="4095750" y="1195654"/>
                </a:lnTo>
                <a:lnTo>
                  <a:pt x="4095750" y="1198283"/>
                </a:lnTo>
                <a:lnTo>
                  <a:pt x="4096220" y="1199400"/>
                </a:lnTo>
                <a:lnTo>
                  <a:pt x="4098086" y="1201267"/>
                </a:lnTo>
                <a:lnTo>
                  <a:pt x="4099204" y="1201737"/>
                </a:lnTo>
                <a:lnTo>
                  <a:pt x="4101833" y="1201737"/>
                </a:lnTo>
                <a:lnTo>
                  <a:pt x="4102951" y="1201267"/>
                </a:lnTo>
                <a:lnTo>
                  <a:pt x="4104817" y="1199400"/>
                </a:lnTo>
                <a:lnTo>
                  <a:pt x="4105275" y="1198283"/>
                </a:lnTo>
                <a:lnTo>
                  <a:pt x="4105275" y="1195654"/>
                </a:lnTo>
                <a:close/>
              </a:path>
              <a:path w="4962525" h="2390775">
                <a:moveTo>
                  <a:pt x="4105275" y="11379"/>
                </a:moveTo>
                <a:lnTo>
                  <a:pt x="4104817" y="10261"/>
                </a:lnTo>
                <a:lnTo>
                  <a:pt x="4102951" y="8394"/>
                </a:lnTo>
                <a:lnTo>
                  <a:pt x="4101833" y="7924"/>
                </a:lnTo>
                <a:lnTo>
                  <a:pt x="4099204" y="7924"/>
                </a:lnTo>
                <a:lnTo>
                  <a:pt x="4098086" y="8394"/>
                </a:lnTo>
                <a:lnTo>
                  <a:pt x="4096220" y="10261"/>
                </a:lnTo>
                <a:lnTo>
                  <a:pt x="4095750" y="11379"/>
                </a:lnTo>
                <a:lnTo>
                  <a:pt x="4095750" y="14008"/>
                </a:lnTo>
                <a:lnTo>
                  <a:pt x="4096220" y="15125"/>
                </a:lnTo>
                <a:lnTo>
                  <a:pt x="4098086" y="16992"/>
                </a:lnTo>
                <a:lnTo>
                  <a:pt x="4099204" y="17449"/>
                </a:lnTo>
                <a:lnTo>
                  <a:pt x="4101833" y="17449"/>
                </a:lnTo>
                <a:lnTo>
                  <a:pt x="4102951" y="16992"/>
                </a:lnTo>
                <a:lnTo>
                  <a:pt x="4104817" y="15125"/>
                </a:lnTo>
                <a:lnTo>
                  <a:pt x="4105275" y="14008"/>
                </a:lnTo>
                <a:lnTo>
                  <a:pt x="4105275" y="11379"/>
                </a:lnTo>
                <a:close/>
              </a:path>
              <a:path w="4962525" h="2390775">
                <a:moveTo>
                  <a:pt x="4152900" y="1195654"/>
                </a:moveTo>
                <a:lnTo>
                  <a:pt x="4152442" y="1194536"/>
                </a:lnTo>
                <a:lnTo>
                  <a:pt x="4150576" y="1192669"/>
                </a:lnTo>
                <a:lnTo>
                  <a:pt x="4149458" y="1192212"/>
                </a:lnTo>
                <a:lnTo>
                  <a:pt x="4146829" y="1192212"/>
                </a:lnTo>
                <a:lnTo>
                  <a:pt x="4145711" y="1192669"/>
                </a:lnTo>
                <a:lnTo>
                  <a:pt x="4143845" y="1194536"/>
                </a:lnTo>
                <a:lnTo>
                  <a:pt x="4143375" y="1195654"/>
                </a:lnTo>
                <a:lnTo>
                  <a:pt x="4143375" y="1198283"/>
                </a:lnTo>
                <a:lnTo>
                  <a:pt x="4143845" y="1199400"/>
                </a:lnTo>
                <a:lnTo>
                  <a:pt x="4145711" y="1201267"/>
                </a:lnTo>
                <a:lnTo>
                  <a:pt x="4146829" y="1201737"/>
                </a:lnTo>
                <a:lnTo>
                  <a:pt x="4149458" y="1201737"/>
                </a:lnTo>
                <a:lnTo>
                  <a:pt x="4150576" y="1201267"/>
                </a:lnTo>
                <a:lnTo>
                  <a:pt x="4152442" y="1199400"/>
                </a:lnTo>
                <a:lnTo>
                  <a:pt x="4152900" y="1198283"/>
                </a:lnTo>
                <a:lnTo>
                  <a:pt x="4152900" y="1195654"/>
                </a:lnTo>
                <a:close/>
              </a:path>
              <a:path w="4962525" h="2390775">
                <a:moveTo>
                  <a:pt x="4152900" y="11379"/>
                </a:moveTo>
                <a:lnTo>
                  <a:pt x="4152442" y="10261"/>
                </a:lnTo>
                <a:lnTo>
                  <a:pt x="4150576" y="8394"/>
                </a:lnTo>
                <a:lnTo>
                  <a:pt x="4149458" y="7924"/>
                </a:lnTo>
                <a:lnTo>
                  <a:pt x="4146829" y="7924"/>
                </a:lnTo>
                <a:lnTo>
                  <a:pt x="4145711" y="8394"/>
                </a:lnTo>
                <a:lnTo>
                  <a:pt x="4143845" y="10261"/>
                </a:lnTo>
                <a:lnTo>
                  <a:pt x="4143375" y="11379"/>
                </a:lnTo>
                <a:lnTo>
                  <a:pt x="4143375" y="14008"/>
                </a:lnTo>
                <a:lnTo>
                  <a:pt x="4143845" y="15125"/>
                </a:lnTo>
                <a:lnTo>
                  <a:pt x="4145711" y="16992"/>
                </a:lnTo>
                <a:lnTo>
                  <a:pt x="4146829" y="17449"/>
                </a:lnTo>
                <a:lnTo>
                  <a:pt x="4149458" y="17449"/>
                </a:lnTo>
                <a:lnTo>
                  <a:pt x="4150576" y="16992"/>
                </a:lnTo>
                <a:lnTo>
                  <a:pt x="4152442" y="15125"/>
                </a:lnTo>
                <a:lnTo>
                  <a:pt x="4152900" y="14008"/>
                </a:lnTo>
                <a:lnTo>
                  <a:pt x="4152900" y="11379"/>
                </a:lnTo>
                <a:close/>
              </a:path>
              <a:path w="4962525" h="2390775">
                <a:moveTo>
                  <a:pt x="4200525" y="1195654"/>
                </a:moveTo>
                <a:lnTo>
                  <a:pt x="4200067" y="1194536"/>
                </a:lnTo>
                <a:lnTo>
                  <a:pt x="4198201" y="1192669"/>
                </a:lnTo>
                <a:lnTo>
                  <a:pt x="4197083" y="1192212"/>
                </a:lnTo>
                <a:lnTo>
                  <a:pt x="4194454" y="1192212"/>
                </a:lnTo>
                <a:lnTo>
                  <a:pt x="4193336" y="1192669"/>
                </a:lnTo>
                <a:lnTo>
                  <a:pt x="4191470" y="1194536"/>
                </a:lnTo>
                <a:lnTo>
                  <a:pt x="4191000" y="1195654"/>
                </a:lnTo>
                <a:lnTo>
                  <a:pt x="4191000" y="1198283"/>
                </a:lnTo>
                <a:lnTo>
                  <a:pt x="4191470" y="1199400"/>
                </a:lnTo>
                <a:lnTo>
                  <a:pt x="4193336" y="1201267"/>
                </a:lnTo>
                <a:lnTo>
                  <a:pt x="4194454" y="1201737"/>
                </a:lnTo>
                <a:lnTo>
                  <a:pt x="4197083" y="1201737"/>
                </a:lnTo>
                <a:lnTo>
                  <a:pt x="4198201" y="1201267"/>
                </a:lnTo>
                <a:lnTo>
                  <a:pt x="4200067" y="1199400"/>
                </a:lnTo>
                <a:lnTo>
                  <a:pt x="4200525" y="1198283"/>
                </a:lnTo>
                <a:lnTo>
                  <a:pt x="4200525" y="1195654"/>
                </a:lnTo>
                <a:close/>
              </a:path>
              <a:path w="4962525" h="2390775">
                <a:moveTo>
                  <a:pt x="4200525" y="11379"/>
                </a:moveTo>
                <a:lnTo>
                  <a:pt x="4200067" y="10261"/>
                </a:lnTo>
                <a:lnTo>
                  <a:pt x="4198201" y="8394"/>
                </a:lnTo>
                <a:lnTo>
                  <a:pt x="4197083" y="7924"/>
                </a:lnTo>
                <a:lnTo>
                  <a:pt x="4194454" y="7924"/>
                </a:lnTo>
                <a:lnTo>
                  <a:pt x="4193336" y="8394"/>
                </a:lnTo>
                <a:lnTo>
                  <a:pt x="4191470" y="10261"/>
                </a:lnTo>
                <a:lnTo>
                  <a:pt x="4191000" y="11379"/>
                </a:lnTo>
                <a:lnTo>
                  <a:pt x="4191000" y="14008"/>
                </a:lnTo>
                <a:lnTo>
                  <a:pt x="4191470" y="15125"/>
                </a:lnTo>
                <a:lnTo>
                  <a:pt x="4193336" y="16992"/>
                </a:lnTo>
                <a:lnTo>
                  <a:pt x="4194454" y="17449"/>
                </a:lnTo>
                <a:lnTo>
                  <a:pt x="4197083" y="17449"/>
                </a:lnTo>
                <a:lnTo>
                  <a:pt x="4198201" y="16992"/>
                </a:lnTo>
                <a:lnTo>
                  <a:pt x="4200067" y="15125"/>
                </a:lnTo>
                <a:lnTo>
                  <a:pt x="4200525" y="14008"/>
                </a:lnTo>
                <a:lnTo>
                  <a:pt x="4200525" y="11379"/>
                </a:lnTo>
                <a:close/>
              </a:path>
              <a:path w="4962525" h="2390775">
                <a:moveTo>
                  <a:pt x="4248150" y="1195654"/>
                </a:moveTo>
                <a:lnTo>
                  <a:pt x="4247693" y="1194536"/>
                </a:lnTo>
                <a:lnTo>
                  <a:pt x="4245826" y="1192669"/>
                </a:lnTo>
                <a:lnTo>
                  <a:pt x="4244708" y="1192212"/>
                </a:lnTo>
                <a:lnTo>
                  <a:pt x="4242079" y="1192212"/>
                </a:lnTo>
                <a:lnTo>
                  <a:pt x="4240962" y="1192669"/>
                </a:lnTo>
                <a:lnTo>
                  <a:pt x="4239095" y="1194536"/>
                </a:lnTo>
                <a:lnTo>
                  <a:pt x="4238625" y="1195654"/>
                </a:lnTo>
                <a:lnTo>
                  <a:pt x="4238625" y="1198283"/>
                </a:lnTo>
                <a:lnTo>
                  <a:pt x="4239095" y="1199400"/>
                </a:lnTo>
                <a:lnTo>
                  <a:pt x="4240962" y="1201267"/>
                </a:lnTo>
                <a:lnTo>
                  <a:pt x="4242079" y="1201737"/>
                </a:lnTo>
                <a:lnTo>
                  <a:pt x="4244708" y="1201737"/>
                </a:lnTo>
                <a:lnTo>
                  <a:pt x="4245826" y="1201267"/>
                </a:lnTo>
                <a:lnTo>
                  <a:pt x="4247693" y="1199400"/>
                </a:lnTo>
                <a:lnTo>
                  <a:pt x="4248150" y="1198283"/>
                </a:lnTo>
                <a:lnTo>
                  <a:pt x="4248150" y="1195654"/>
                </a:lnTo>
                <a:close/>
              </a:path>
              <a:path w="4962525" h="2390775">
                <a:moveTo>
                  <a:pt x="4248150" y="11379"/>
                </a:moveTo>
                <a:lnTo>
                  <a:pt x="4247693" y="10261"/>
                </a:lnTo>
                <a:lnTo>
                  <a:pt x="4245826" y="8394"/>
                </a:lnTo>
                <a:lnTo>
                  <a:pt x="4244708" y="7924"/>
                </a:lnTo>
                <a:lnTo>
                  <a:pt x="4242079" y="7924"/>
                </a:lnTo>
                <a:lnTo>
                  <a:pt x="4240962" y="8394"/>
                </a:lnTo>
                <a:lnTo>
                  <a:pt x="4239095" y="10261"/>
                </a:lnTo>
                <a:lnTo>
                  <a:pt x="4238625" y="11379"/>
                </a:lnTo>
                <a:lnTo>
                  <a:pt x="4238625" y="14008"/>
                </a:lnTo>
                <a:lnTo>
                  <a:pt x="4239095" y="15125"/>
                </a:lnTo>
                <a:lnTo>
                  <a:pt x="4240962" y="16992"/>
                </a:lnTo>
                <a:lnTo>
                  <a:pt x="4242079" y="17449"/>
                </a:lnTo>
                <a:lnTo>
                  <a:pt x="4244708" y="17449"/>
                </a:lnTo>
                <a:lnTo>
                  <a:pt x="4245826" y="16992"/>
                </a:lnTo>
                <a:lnTo>
                  <a:pt x="4247693" y="15125"/>
                </a:lnTo>
                <a:lnTo>
                  <a:pt x="4248150" y="14008"/>
                </a:lnTo>
                <a:lnTo>
                  <a:pt x="4248150" y="11379"/>
                </a:lnTo>
                <a:close/>
              </a:path>
              <a:path w="4962525" h="2390775">
                <a:moveTo>
                  <a:pt x="4295775" y="1195654"/>
                </a:moveTo>
                <a:lnTo>
                  <a:pt x="4295318" y="1194536"/>
                </a:lnTo>
                <a:lnTo>
                  <a:pt x="4293451" y="1192669"/>
                </a:lnTo>
                <a:lnTo>
                  <a:pt x="4292333" y="1192212"/>
                </a:lnTo>
                <a:lnTo>
                  <a:pt x="4289704" y="1192212"/>
                </a:lnTo>
                <a:lnTo>
                  <a:pt x="4288587" y="1192669"/>
                </a:lnTo>
                <a:lnTo>
                  <a:pt x="4286720" y="1194536"/>
                </a:lnTo>
                <a:lnTo>
                  <a:pt x="4286250" y="1195654"/>
                </a:lnTo>
                <a:lnTo>
                  <a:pt x="4286250" y="1198283"/>
                </a:lnTo>
                <a:lnTo>
                  <a:pt x="4286720" y="1199400"/>
                </a:lnTo>
                <a:lnTo>
                  <a:pt x="4288587" y="1201267"/>
                </a:lnTo>
                <a:lnTo>
                  <a:pt x="4289704" y="1201737"/>
                </a:lnTo>
                <a:lnTo>
                  <a:pt x="4292333" y="1201737"/>
                </a:lnTo>
                <a:lnTo>
                  <a:pt x="4293451" y="1201267"/>
                </a:lnTo>
                <a:lnTo>
                  <a:pt x="4295318" y="1199400"/>
                </a:lnTo>
                <a:lnTo>
                  <a:pt x="4295775" y="1198283"/>
                </a:lnTo>
                <a:lnTo>
                  <a:pt x="4295775" y="1195654"/>
                </a:lnTo>
                <a:close/>
              </a:path>
              <a:path w="4962525" h="2390775">
                <a:moveTo>
                  <a:pt x="4295775" y="11379"/>
                </a:moveTo>
                <a:lnTo>
                  <a:pt x="4295318" y="10261"/>
                </a:lnTo>
                <a:lnTo>
                  <a:pt x="4293451" y="8394"/>
                </a:lnTo>
                <a:lnTo>
                  <a:pt x="4292333" y="7924"/>
                </a:lnTo>
                <a:lnTo>
                  <a:pt x="4289704" y="7924"/>
                </a:lnTo>
                <a:lnTo>
                  <a:pt x="4288587" y="8394"/>
                </a:lnTo>
                <a:lnTo>
                  <a:pt x="4286720" y="10261"/>
                </a:lnTo>
                <a:lnTo>
                  <a:pt x="4286250" y="11379"/>
                </a:lnTo>
                <a:lnTo>
                  <a:pt x="4286250" y="14008"/>
                </a:lnTo>
                <a:lnTo>
                  <a:pt x="4286720" y="15125"/>
                </a:lnTo>
                <a:lnTo>
                  <a:pt x="4288587" y="16992"/>
                </a:lnTo>
                <a:lnTo>
                  <a:pt x="4289704" y="17449"/>
                </a:lnTo>
                <a:lnTo>
                  <a:pt x="4292333" y="17449"/>
                </a:lnTo>
                <a:lnTo>
                  <a:pt x="4293451" y="16992"/>
                </a:lnTo>
                <a:lnTo>
                  <a:pt x="4295318" y="15125"/>
                </a:lnTo>
                <a:lnTo>
                  <a:pt x="4295775" y="14008"/>
                </a:lnTo>
                <a:lnTo>
                  <a:pt x="4295775" y="11379"/>
                </a:lnTo>
                <a:close/>
              </a:path>
              <a:path w="4962525" h="2390775">
                <a:moveTo>
                  <a:pt x="4343400" y="1195654"/>
                </a:moveTo>
                <a:lnTo>
                  <a:pt x="4342943" y="1194536"/>
                </a:lnTo>
                <a:lnTo>
                  <a:pt x="4341076" y="1192669"/>
                </a:lnTo>
                <a:lnTo>
                  <a:pt x="4339958" y="1192212"/>
                </a:lnTo>
                <a:lnTo>
                  <a:pt x="4337329" y="1192212"/>
                </a:lnTo>
                <a:lnTo>
                  <a:pt x="4336199" y="1192669"/>
                </a:lnTo>
                <a:lnTo>
                  <a:pt x="4334345" y="1194536"/>
                </a:lnTo>
                <a:lnTo>
                  <a:pt x="4333875" y="1195654"/>
                </a:lnTo>
                <a:lnTo>
                  <a:pt x="4333875" y="1198283"/>
                </a:lnTo>
                <a:lnTo>
                  <a:pt x="4334345" y="1199400"/>
                </a:lnTo>
                <a:lnTo>
                  <a:pt x="4336199" y="1201267"/>
                </a:lnTo>
                <a:lnTo>
                  <a:pt x="4337329" y="1201737"/>
                </a:lnTo>
                <a:lnTo>
                  <a:pt x="4339958" y="1201737"/>
                </a:lnTo>
                <a:lnTo>
                  <a:pt x="4341076" y="1201267"/>
                </a:lnTo>
                <a:lnTo>
                  <a:pt x="4342943" y="1199400"/>
                </a:lnTo>
                <a:lnTo>
                  <a:pt x="4343400" y="1198283"/>
                </a:lnTo>
                <a:lnTo>
                  <a:pt x="4343400" y="1195654"/>
                </a:lnTo>
                <a:close/>
              </a:path>
              <a:path w="4962525" h="2390775">
                <a:moveTo>
                  <a:pt x="4343400" y="11379"/>
                </a:moveTo>
                <a:lnTo>
                  <a:pt x="4342943" y="10261"/>
                </a:lnTo>
                <a:lnTo>
                  <a:pt x="4341076" y="8394"/>
                </a:lnTo>
                <a:lnTo>
                  <a:pt x="4339958" y="7924"/>
                </a:lnTo>
                <a:lnTo>
                  <a:pt x="4337329" y="7924"/>
                </a:lnTo>
                <a:lnTo>
                  <a:pt x="4336199" y="8394"/>
                </a:lnTo>
                <a:lnTo>
                  <a:pt x="4334345" y="10261"/>
                </a:lnTo>
                <a:lnTo>
                  <a:pt x="4333875" y="11379"/>
                </a:lnTo>
                <a:lnTo>
                  <a:pt x="4333875" y="14008"/>
                </a:lnTo>
                <a:lnTo>
                  <a:pt x="4334345" y="15125"/>
                </a:lnTo>
                <a:lnTo>
                  <a:pt x="4336199" y="16992"/>
                </a:lnTo>
                <a:lnTo>
                  <a:pt x="4337329" y="17449"/>
                </a:lnTo>
                <a:lnTo>
                  <a:pt x="4339958" y="17449"/>
                </a:lnTo>
                <a:lnTo>
                  <a:pt x="4341076" y="16992"/>
                </a:lnTo>
                <a:lnTo>
                  <a:pt x="4342943" y="15125"/>
                </a:lnTo>
                <a:lnTo>
                  <a:pt x="4343400" y="14008"/>
                </a:lnTo>
                <a:lnTo>
                  <a:pt x="4343400" y="11379"/>
                </a:lnTo>
                <a:close/>
              </a:path>
              <a:path w="4962525" h="2390775">
                <a:moveTo>
                  <a:pt x="4391025" y="1195654"/>
                </a:moveTo>
                <a:lnTo>
                  <a:pt x="4390568" y="1194536"/>
                </a:lnTo>
                <a:lnTo>
                  <a:pt x="4388701" y="1192669"/>
                </a:lnTo>
                <a:lnTo>
                  <a:pt x="4387583" y="1192212"/>
                </a:lnTo>
                <a:lnTo>
                  <a:pt x="4384954" y="1192212"/>
                </a:lnTo>
                <a:lnTo>
                  <a:pt x="4383824" y="1192669"/>
                </a:lnTo>
                <a:lnTo>
                  <a:pt x="4381970" y="1194536"/>
                </a:lnTo>
                <a:lnTo>
                  <a:pt x="4381500" y="1195654"/>
                </a:lnTo>
                <a:lnTo>
                  <a:pt x="4381500" y="1198283"/>
                </a:lnTo>
                <a:lnTo>
                  <a:pt x="4381970" y="1199400"/>
                </a:lnTo>
                <a:lnTo>
                  <a:pt x="4383824" y="1201267"/>
                </a:lnTo>
                <a:lnTo>
                  <a:pt x="4384954" y="1201737"/>
                </a:lnTo>
                <a:lnTo>
                  <a:pt x="4387583" y="1201737"/>
                </a:lnTo>
                <a:lnTo>
                  <a:pt x="4388701" y="1201267"/>
                </a:lnTo>
                <a:lnTo>
                  <a:pt x="4390568" y="1199400"/>
                </a:lnTo>
                <a:lnTo>
                  <a:pt x="4391025" y="1198283"/>
                </a:lnTo>
                <a:lnTo>
                  <a:pt x="4391025" y="1195654"/>
                </a:lnTo>
                <a:close/>
              </a:path>
              <a:path w="4962525" h="2390775">
                <a:moveTo>
                  <a:pt x="4391025" y="11379"/>
                </a:moveTo>
                <a:lnTo>
                  <a:pt x="4390568" y="10261"/>
                </a:lnTo>
                <a:lnTo>
                  <a:pt x="4388701" y="8394"/>
                </a:lnTo>
                <a:lnTo>
                  <a:pt x="4387583" y="7924"/>
                </a:lnTo>
                <a:lnTo>
                  <a:pt x="4384954" y="7924"/>
                </a:lnTo>
                <a:lnTo>
                  <a:pt x="4383824" y="8394"/>
                </a:lnTo>
                <a:lnTo>
                  <a:pt x="4381970" y="10261"/>
                </a:lnTo>
                <a:lnTo>
                  <a:pt x="4381500" y="11379"/>
                </a:lnTo>
                <a:lnTo>
                  <a:pt x="4381500" y="14008"/>
                </a:lnTo>
                <a:lnTo>
                  <a:pt x="4381970" y="15125"/>
                </a:lnTo>
                <a:lnTo>
                  <a:pt x="4383824" y="16992"/>
                </a:lnTo>
                <a:lnTo>
                  <a:pt x="4384954" y="17449"/>
                </a:lnTo>
                <a:lnTo>
                  <a:pt x="4387583" y="17449"/>
                </a:lnTo>
                <a:lnTo>
                  <a:pt x="4388701" y="16992"/>
                </a:lnTo>
                <a:lnTo>
                  <a:pt x="4390568" y="15125"/>
                </a:lnTo>
                <a:lnTo>
                  <a:pt x="4391025" y="14008"/>
                </a:lnTo>
                <a:lnTo>
                  <a:pt x="4391025" y="11379"/>
                </a:lnTo>
                <a:close/>
              </a:path>
              <a:path w="4962525" h="2390775">
                <a:moveTo>
                  <a:pt x="4438650" y="1195654"/>
                </a:moveTo>
                <a:lnTo>
                  <a:pt x="4438193" y="1194536"/>
                </a:lnTo>
                <a:lnTo>
                  <a:pt x="4436326" y="1192669"/>
                </a:lnTo>
                <a:lnTo>
                  <a:pt x="4435208" y="1192212"/>
                </a:lnTo>
                <a:lnTo>
                  <a:pt x="4432579" y="1192212"/>
                </a:lnTo>
                <a:lnTo>
                  <a:pt x="4431449" y="1192669"/>
                </a:lnTo>
                <a:lnTo>
                  <a:pt x="4429595" y="1194536"/>
                </a:lnTo>
                <a:lnTo>
                  <a:pt x="4429125" y="1195654"/>
                </a:lnTo>
                <a:lnTo>
                  <a:pt x="4429125" y="1198283"/>
                </a:lnTo>
                <a:lnTo>
                  <a:pt x="4429595" y="1199400"/>
                </a:lnTo>
                <a:lnTo>
                  <a:pt x="4431449" y="1201267"/>
                </a:lnTo>
                <a:lnTo>
                  <a:pt x="4432579" y="1201737"/>
                </a:lnTo>
                <a:lnTo>
                  <a:pt x="4435208" y="1201737"/>
                </a:lnTo>
                <a:lnTo>
                  <a:pt x="4436326" y="1201267"/>
                </a:lnTo>
                <a:lnTo>
                  <a:pt x="4438193" y="1199400"/>
                </a:lnTo>
                <a:lnTo>
                  <a:pt x="4438650" y="1198283"/>
                </a:lnTo>
                <a:lnTo>
                  <a:pt x="4438650" y="1195654"/>
                </a:lnTo>
                <a:close/>
              </a:path>
              <a:path w="4962525" h="2390775">
                <a:moveTo>
                  <a:pt x="4438650" y="11379"/>
                </a:moveTo>
                <a:lnTo>
                  <a:pt x="4438193" y="10261"/>
                </a:lnTo>
                <a:lnTo>
                  <a:pt x="4436326" y="8394"/>
                </a:lnTo>
                <a:lnTo>
                  <a:pt x="4435208" y="7924"/>
                </a:lnTo>
                <a:lnTo>
                  <a:pt x="4432579" y="7924"/>
                </a:lnTo>
                <a:lnTo>
                  <a:pt x="4431449" y="8394"/>
                </a:lnTo>
                <a:lnTo>
                  <a:pt x="4429595" y="10261"/>
                </a:lnTo>
                <a:lnTo>
                  <a:pt x="4429125" y="11379"/>
                </a:lnTo>
                <a:lnTo>
                  <a:pt x="4429125" y="14008"/>
                </a:lnTo>
                <a:lnTo>
                  <a:pt x="4429595" y="15125"/>
                </a:lnTo>
                <a:lnTo>
                  <a:pt x="4431449" y="16992"/>
                </a:lnTo>
                <a:lnTo>
                  <a:pt x="4432579" y="17449"/>
                </a:lnTo>
                <a:lnTo>
                  <a:pt x="4435208" y="17449"/>
                </a:lnTo>
                <a:lnTo>
                  <a:pt x="4436326" y="16992"/>
                </a:lnTo>
                <a:lnTo>
                  <a:pt x="4438193" y="15125"/>
                </a:lnTo>
                <a:lnTo>
                  <a:pt x="4438650" y="14008"/>
                </a:lnTo>
                <a:lnTo>
                  <a:pt x="4438650" y="11379"/>
                </a:lnTo>
                <a:close/>
              </a:path>
              <a:path w="4962525" h="2390775">
                <a:moveTo>
                  <a:pt x="4486275" y="1195654"/>
                </a:moveTo>
                <a:lnTo>
                  <a:pt x="4485818" y="1194536"/>
                </a:lnTo>
                <a:lnTo>
                  <a:pt x="4483951" y="1192669"/>
                </a:lnTo>
                <a:lnTo>
                  <a:pt x="4482833" y="1192212"/>
                </a:lnTo>
                <a:lnTo>
                  <a:pt x="4480204" y="1192212"/>
                </a:lnTo>
                <a:lnTo>
                  <a:pt x="4479087" y="1192669"/>
                </a:lnTo>
                <a:lnTo>
                  <a:pt x="4477220" y="1194536"/>
                </a:lnTo>
                <a:lnTo>
                  <a:pt x="4476750" y="1195654"/>
                </a:lnTo>
                <a:lnTo>
                  <a:pt x="4476750" y="1198283"/>
                </a:lnTo>
                <a:lnTo>
                  <a:pt x="4477220" y="1199400"/>
                </a:lnTo>
                <a:lnTo>
                  <a:pt x="4479087" y="1201267"/>
                </a:lnTo>
                <a:lnTo>
                  <a:pt x="4480204" y="1201737"/>
                </a:lnTo>
                <a:lnTo>
                  <a:pt x="4482833" y="1201737"/>
                </a:lnTo>
                <a:lnTo>
                  <a:pt x="4483951" y="1201267"/>
                </a:lnTo>
                <a:lnTo>
                  <a:pt x="4485818" y="1199400"/>
                </a:lnTo>
                <a:lnTo>
                  <a:pt x="4486275" y="1198283"/>
                </a:lnTo>
                <a:lnTo>
                  <a:pt x="4486275" y="1195654"/>
                </a:lnTo>
                <a:close/>
              </a:path>
              <a:path w="4962525" h="2390775">
                <a:moveTo>
                  <a:pt x="4486275" y="11379"/>
                </a:moveTo>
                <a:lnTo>
                  <a:pt x="4485818" y="10261"/>
                </a:lnTo>
                <a:lnTo>
                  <a:pt x="4483951" y="8394"/>
                </a:lnTo>
                <a:lnTo>
                  <a:pt x="4482833" y="7924"/>
                </a:lnTo>
                <a:lnTo>
                  <a:pt x="4480204" y="7924"/>
                </a:lnTo>
                <a:lnTo>
                  <a:pt x="4479087" y="8394"/>
                </a:lnTo>
                <a:lnTo>
                  <a:pt x="4477220" y="10261"/>
                </a:lnTo>
                <a:lnTo>
                  <a:pt x="4476750" y="11379"/>
                </a:lnTo>
                <a:lnTo>
                  <a:pt x="4476750" y="14008"/>
                </a:lnTo>
                <a:lnTo>
                  <a:pt x="4477220" y="15125"/>
                </a:lnTo>
                <a:lnTo>
                  <a:pt x="4479087" y="16992"/>
                </a:lnTo>
                <a:lnTo>
                  <a:pt x="4480204" y="17449"/>
                </a:lnTo>
                <a:lnTo>
                  <a:pt x="4482833" y="17449"/>
                </a:lnTo>
                <a:lnTo>
                  <a:pt x="4483951" y="16992"/>
                </a:lnTo>
                <a:lnTo>
                  <a:pt x="4485818" y="15125"/>
                </a:lnTo>
                <a:lnTo>
                  <a:pt x="4486275" y="14008"/>
                </a:lnTo>
                <a:lnTo>
                  <a:pt x="4486275" y="11379"/>
                </a:lnTo>
                <a:close/>
              </a:path>
              <a:path w="4962525" h="2390775">
                <a:moveTo>
                  <a:pt x="4533900" y="1195654"/>
                </a:moveTo>
                <a:lnTo>
                  <a:pt x="4533443" y="1194536"/>
                </a:lnTo>
                <a:lnTo>
                  <a:pt x="4531576" y="1192669"/>
                </a:lnTo>
                <a:lnTo>
                  <a:pt x="4530458" y="1192212"/>
                </a:lnTo>
                <a:lnTo>
                  <a:pt x="4527829" y="1192212"/>
                </a:lnTo>
                <a:lnTo>
                  <a:pt x="4526712" y="1192669"/>
                </a:lnTo>
                <a:lnTo>
                  <a:pt x="4524845" y="1194536"/>
                </a:lnTo>
                <a:lnTo>
                  <a:pt x="4524375" y="1195654"/>
                </a:lnTo>
                <a:lnTo>
                  <a:pt x="4524375" y="1198283"/>
                </a:lnTo>
                <a:lnTo>
                  <a:pt x="4524845" y="1199400"/>
                </a:lnTo>
                <a:lnTo>
                  <a:pt x="4526712" y="1201267"/>
                </a:lnTo>
                <a:lnTo>
                  <a:pt x="4527829" y="1201737"/>
                </a:lnTo>
                <a:lnTo>
                  <a:pt x="4530458" y="1201737"/>
                </a:lnTo>
                <a:lnTo>
                  <a:pt x="4531576" y="1201267"/>
                </a:lnTo>
                <a:lnTo>
                  <a:pt x="4533443" y="1199400"/>
                </a:lnTo>
                <a:lnTo>
                  <a:pt x="4533900" y="1198283"/>
                </a:lnTo>
                <a:lnTo>
                  <a:pt x="4533900" y="1195654"/>
                </a:lnTo>
                <a:close/>
              </a:path>
              <a:path w="4962525" h="2390775">
                <a:moveTo>
                  <a:pt x="4533900" y="11379"/>
                </a:moveTo>
                <a:lnTo>
                  <a:pt x="4533443" y="10261"/>
                </a:lnTo>
                <a:lnTo>
                  <a:pt x="4531576" y="8394"/>
                </a:lnTo>
                <a:lnTo>
                  <a:pt x="4530458" y="7924"/>
                </a:lnTo>
                <a:lnTo>
                  <a:pt x="4527829" y="7924"/>
                </a:lnTo>
                <a:lnTo>
                  <a:pt x="4526712" y="8394"/>
                </a:lnTo>
                <a:lnTo>
                  <a:pt x="4524845" y="10261"/>
                </a:lnTo>
                <a:lnTo>
                  <a:pt x="4524375" y="11379"/>
                </a:lnTo>
                <a:lnTo>
                  <a:pt x="4524375" y="14008"/>
                </a:lnTo>
                <a:lnTo>
                  <a:pt x="4524845" y="15125"/>
                </a:lnTo>
                <a:lnTo>
                  <a:pt x="4526712" y="16992"/>
                </a:lnTo>
                <a:lnTo>
                  <a:pt x="4527829" y="17449"/>
                </a:lnTo>
                <a:lnTo>
                  <a:pt x="4530458" y="17449"/>
                </a:lnTo>
                <a:lnTo>
                  <a:pt x="4531576" y="16992"/>
                </a:lnTo>
                <a:lnTo>
                  <a:pt x="4533443" y="15125"/>
                </a:lnTo>
                <a:lnTo>
                  <a:pt x="4533900" y="14008"/>
                </a:lnTo>
                <a:lnTo>
                  <a:pt x="4533900" y="11379"/>
                </a:lnTo>
                <a:close/>
              </a:path>
              <a:path w="4962525" h="2390775">
                <a:moveTo>
                  <a:pt x="4581525" y="1195654"/>
                </a:moveTo>
                <a:lnTo>
                  <a:pt x="4581068" y="1194536"/>
                </a:lnTo>
                <a:lnTo>
                  <a:pt x="4579201" y="1192669"/>
                </a:lnTo>
                <a:lnTo>
                  <a:pt x="4578083" y="1192212"/>
                </a:lnTo>
                <a:lnTo>
                  <a:pt x="4575454" y="1192212"/>
                </a:lnTo>
                <a:lnTo>
                  <a:pt x="4574337" y="1192669"/>
                </a:lnTo>
                <a:lnTo>
                  <a:pt x="4572470" y="1194536"/>
                </a:lnTo>
                <a:lnTo>
                  <a:pt x="4572000" y="1195654"/>
                </a:lnTo>
                <a:lnTo>
                  <a:pt x="4572000" y="1198283"/>
                </a:lnTo>
                <a:lnTo>
                  <a:pt x="4572470" y="1199400"/>
                </a:lnTo>
                <a:lnTo>
                  <a:pt x="4574337" y="1201267"/>
                </a:lnTo>
                <a:lnTo>
                  <a:pt x="4575454" y="1201737"/>
                </a:lnTo>
                <a:lnTo>
                  <a:pt x="4578083" y="1201737"/>
                </a:lnTo>
                <a:lnTo>
                  <a:pt x="4579201" y="1201267"/>
                </a:lnTo>
                <a:lnTo>
                  <a:pt x="4581068" y="1199400"/>
                </a:lnTo>
                <a:lnTo>
                  <a:pt x="4581525" y="1198283"/>
                </a:lnTo>
                <a:lnTo>
                  <a:pt x="4581525" y="1195654"/>
                </a:lnTo>
                <a:close/>
              </a:path>
              <a:path w="4962525" h="2390775">
                <a:moveTo>
                  <a:pt x="4581525" y="11379"/>
                </a:moveTo>
                <a:lnTo>
                  <a:pt x="4581068" y="10261"/>
                </a:lnTo>
                <a:lnTo>
                  <a:pt x="4579201" y="8394"/>
                </a:lnTo>
                <a:lnTo>
                  <a:pt x="4578083" y="7924"/>
                </a:lnTo>
                <a:lnTo>
                  <a:pt x="4575454" y="7924"/>
                </a:lnTo>
                <a:lnTo>
                  <a:pt x="4574337" y="8394"/>
                </a:lnTo>
                <a:lnTo>
                  <a:pt x="4572470" y="10261"/>
                </a:lnTo>
                <a:lnTo>
                  <a:pt x="4572000" y="11379"/>
                </a:lnTo>
                <a:lnTo>
                  <a:pt x="4572000" y="14008"/>
                </a:lnTo>
                <a:lnTo>
                  <a:pt x="4572470" y="15125"/>
                </a:lnTo>
                <a:lnTo>
                  <a:pt x="4574337" y="16992"/>
                </a:lnTo>
                <a:lnTo>
                  <a:pt x="4575454" y="17449"/>
                </a:lnTo>
                <a:lnTo>
                  <a:pt x="4578083" y="17449"/>
                </a:lnTo>
                <a:lnTo>
                  <a:pt x="4579201" y="16992"/>
                </a:lnTo>
                <a:lnTo>
                  <a:pt x="4581068" y="15125"/>
                </a:lnTo>
                <a:lnTo>
                  <a:pt x="4581525" y="14008"/>
                </a:lnTo>
                <a:lnTo>
                  <a:pt x="4581525" y="11379"/>
                </a:lnTo>
                <a:close/>
              </a:path>
              <a:path w="4962525" h="2390775">
                <a:moveTo>
                  <a:pt x="4629150" y="1195654"/>
                </a:moveTo>
                <a:lnTo>
                  <a:pt x="4628693" y="1194536"/>
                </a:lnTo>
                <a:lnTo>
                  <a:pt x="4626826" y="1192669"/>
                </a:lnTo>
                <a:lnTo>
                  <a:pt x="4625708" y="1192212"/>
                </a:lnTo>
                <a:lnTo>
                  <a:pt x="4623079" y="1192212"/>
                </a:lnTo>
                <a:lnTo>
                  <a:pt x="4621962" y="1192669"/>
                </a:lnTo>
                <a:lnTo>
                  <a:pt x="4620095" y="1194536"/>
                </a:lnTo>
                <a:lnTo>
                  <a:pt x="4619625" y="1195654"/>
                </a:lnTo>
                <a:lnTo>
                  <a:pt x="4619625" y="1198283"/>
                </a:lnTo>
                <a:lnTo>
                  <a:pt x="4620095" y="1199400"/>
                </a:lnTo>
                <a:lnTo>
                  <a:pt x="4621962" y="1201267"/>
                </a:lnTo>
                <a:lnTo>
                  <a:pt x="4623079" y="1201737"/>
                </a:lnTo>
                <a:lnTo>
                  <a:pt x="4625708" y="1201737"/>
                </a:lnTo>
                <a:lnTo>
                  <a:pt x="4626826" y="1201267"/>
                </a:lnTo>
                <a:lnTo>
                  <a:pt x="4628693" y="1199400"/>
                </a:lnTo>
                <a:lnTo>
                  <a:pt x="4629150" y="1198283"/>
                </a:lnTo>
                <a:lnTo>
                  <a:pt x="4629150" y="1195654"/>
                </a:lnTo>
                <a:close/>
              </a:path>
              <a:path w="4962525" h="2390775">
                <a:moveTo>
                  <a:pt x="4629150" y="11379"/>
                </a:moveTo>
                <a:lnTo>
                  <a:pt x="4628693" y="10261"/>
                </a:lnTo>
                <a:lnTo>
                  <a:pt x="4626826" y="8394"/>
                </a:lnTo>
                <a:lnTo>
                  <a:pt x="4625708" y="7924"/>
                </a:lnTo>
                <a:lnTo>
                  <a:pt x="4623079" y="7924"/>
                </a:lnTo>
                <a:lnTo>
                  <a:pt x="4621962" y="8394"/>
                </a:lnTo>
                <a:lnTo>
                  <a:pt x="4620095" y="10261"/>
                </a:lnTo>
                <a:lnTo>
                  <a:pt x="4619625" y="11379"/>
                </a:lnTo>
                <a:lnTo>
                  <a:pt x="4619625" y="14008"/>
                </a:lnTo>
                <a:lnTo>
                  <a:pt x="4620095" y="15125"/>
                </a:lnTo>
                <a:lnTo>
                  <a:pt x="4621962" y="16992"/>
                </a:lnTo>
                <a:lnTo>
                  <a:pt x="4623079" y="17449"/>
                </a:lnTo>
                <a:lnTo>
                  <a:pt x="4625708" y="17449"/>
                </a:lnTo>
                <a:lnTo>
                  <a:pt x="4626826" y="16992"/>
                </a:lnTo>
                <a:lnTo>
                  <a:pt x="4628693" y="15125"/>
                </a:lnTo>
                <a:lnTo>
                  <a:pt x="4629150" y="14008"/>
                </a:lnTo>
                <a:lnTo>
                  <a:pt x="4629150" y="11379"/>
                </a:lnTo>
                <a:close/>
              </a:path>
              <a:path w="4962525" h="2390775">
                <a:moveTo>
                  <a:pt x="4676775" y="1195654"/>
                </a:moveTo>
                <a:lnTo>
                  <a:pt x="4676318" y="1194536"/>
                </a:lnTo>
                <a:lnTo>
                  <a:pt x="4674451" y="1192669"/>
                </a:lnTo>
                <a:lnTo>
                  <a:pt x="4673333" y="1192212"/>
                </a:lnTo>
                <a:lnTo>
                  <a:pt x="4670704" y="1192212"/>
                </a:lnTo>
                <a:lnTo>
                  <a:pt x="4669587" y="1192669"/>
                </a:lnTo>
                <a:lnTo>
                  <a:pt x="4667720" y="1194536"/>
                </a:lnTo>
                <a:lnTo>
                  <a:pt x="4667250" y="1195654"/>
                </a:lnTo>
                <a:lnTo>
                  <a:pt x="4667250" y="1198283"/>
                </a:lnTo>
                <a:lnTo>
                  <a:pt x="4667720" y="1199400"/>
                </a:lnTo>
                <a:lnTo>
                  <a:pt x="4669587" y="1201267"/>
                </a:lnTo>
                <a:lnTo>
                  <a:pt x="4670704" y="1201737"/>
                </a:lnTo>
                <a:lnTo>
                  <a:pt x="4673333" y="1201737"/>
                </a:lnTo>
                <a:lnTo>
                  <a:pt x="4674451" y="1201267"/>
                </a:lnTo>
                <a:lnTo>
                  <a:pt x="4676318" y="1199400"/>
                </a:lnTo>
                <a:lnTo>
                  <a:pt x="4676775" y="1198283"/>
                </a:lnTo>
                <a:lnTo>
                  <a:pt x="4676775" y="1195654"/>
                </a:lnTo>
                <a:close/>
              </a:path>
              <a:path w="4962525" h="2390775">
                <a:moveTo>
                  <a:pt x="4676775" y="11379"/>
                </a:moveTo>
                <a:lnTo>
                  <a:pt x="4676318" y="10261"/>
                </a:lnTo>
                <a:lnTo>
                  <a:pt x="4674451" y="8394"/>
                </a:lnTo>
                <a:lnTo>
                  <a:pt x="4673333" y="7924"/>
                </a:lnTo>
                <a:lnTo>
                  <a:pt x="4670704" y="7924"/>
                </a:lnTo>
                <a:lnTo>
                  <a:pt x="4669587" y="8394"/>
                </a:lnTo>
                <a:lnTo>
                  <a:pt x="4667720" y="10261"/>
                </a:lnTo>
                <a:lnTo>
                  <a:pt x="4667250" y="11379"/>
                </a:lnTo>
                <a:lnTo>
                  <a:pt x="4667250" y="14008"/>
                </a:lnTo>
                <a:lnTo>
                  <a:pt x="4667720" y="15125"/>
                </a:lnTo>
                <a:lnTo>
                  <a:pt x="4669587" y="16992"/>
                </a:lnTo>
                <a:lnTo>
                  <a:pt x="4670704" y="17449"/>
                </a:lnTo>
                <a:lnTo>
                  <a:pt x="4673333" y="17449"/>
                </a:lnTo>
                <a:lnTo>
                  <a:pt x="4674451" y="16992"/>
                </a:lnTo>
                <a:lnTo>
                  <a:pt x="4676318" y="15125"/>
                </a:lnTo>
                <a:lnTo>
                  <a:pt x="4676775" y="14008"/>
                </a:lnTo>
                <a:lnTo>
                  <a:pt x="4676775" y="11379"/>
                </a:lnTo>
                <a:close/>
              </a:path>
              <a:path w="4962525" h="2390775">
                <a:moveTo>
                  <a:pt x="4724400" y="1195654"/>
                </a:moveTo>
                <a:lnTo>
                  <a:pt x="4723943" y="1194536"/>
                </a:lnTo>
                <a:lnTo>
                  <a:pt x="4722076" y="1192669"/>
                </a:lnTo>
                <a:lnTo>
                  <a:pt x="4720958" y="1192212"/>
                </a:lnTo>
                <a:lnTo>
                  <a:pt x="4718329" y="1192212"/>
                </a:lnTo>
                <a:lnTo>
                  <a:pt x="4717212" y="1192669"/>
                </a:lnTo>
                <a:lnTo>
                  <a:pt x="4715345" y="1194536"/>
                </a:lnTo>
                <a:lnTo>
                  <a:pt x="4714875" y="1195654"/>
                </a:lnTo>
                <a:lnTo>
                  <a:pt x="4714875" y="1198283"/>
                </a:lnTo>
                <a:lnTo>
                  <a:pt x="4715345" y="1199400"/>
                </a:lnTo>
                <a:lnTo>
                  <a:pt x="4717212" y="1201267"/>
                </a:lnTo>
                <a:lnTo>
                  <a:pt x="4718329" y="1201737"/>
                </a:lnTo>
                <a:lnTo>
                  <a:pt x="4720958" y="1201737"/>
                </a:lnTo>
                <a:lnTo>
                  <a:pt x="4722076" y="1201267"/>
                </a:lnTo>
                <a:lnTo>
                  <a:pt x="4723943" y="1199400"/>
                </a:lnTo>
                <a:lnTo>
                  <a:pt x="4724400" y="1198283"/>
                </a:lnTo>
                <a:lnTo>
                  <a:pt x="4724400" y="1195654"/>
                </a:lnTo>
                <a:close/>
              </a:path>
              <a:path w="4962525" h="2390775">
                <a:moveTo>
                  <a:pt x="4724400" y="11379"/>
                </a:moveTo>
                <a:lnTo>
                  <a:pt x="4723943" y="10261"/>
                </a:lnTo>
                <a:lnTo>
                  <a:pt x="4722076" y="8394"/>
                </a:lnTo>
                <a:lnTo>
                  <a:pt x="4720958" y="7924"/>
                </a:lnTo>
                <a:lnTo>
                  <a:pt x="4718329" y="7924"/>
                </a:lnTo>
                <a:lnTo>
                  <a:pt x="4717212" y="8394"/>
                </a:lnTo>
                <a:lnTo>
                  <a:pt x="4715345" y="10261"/>
                </a:lnTo>
                <a:lnTo>
                  <a:pt x="4714875" y="11379"/>
                </a:lnTo>
                <a:lnTo>
                  <a:pt x="4714875" y="14008"/>
                </a:lnTo>
                <a:lnTo>
                  <a:pt x="4715345" y="15125"/>
                </a:lnTo>
                <a:lnTo>
                  <a:pt x="4717212" y="16992"/>
                </a:lnTo>
                <a:lnTo>
                  <a:pt x="4718329" y="17449"/>
                </a:lnTo>
                <a:lnTo>
                  <a:pt x="4720958" y="17449"/>
                </a:lnTo>
                <a:lnTo>
                  <a:pt x="4722076" y="16992"/>
                </a:lnTo>
                <a:lnTo>
                  <a:pt x="4723943" y="15125"/>
                </a:lnTo>
                <a:lnTo>
                  <a:pt x="4724400" y="14008"/>
                </a:lnTo>
                <a:lnTo>
                  <a:pt x="4724400" y="11379"/>
                </a:lnTo>
                <a:close/>
              </a:path>
              <a:path w="4962525" h="2390775">
                <a:moveTo>
                  <a:pt x="4772025" y="1195654"/>
                </a:moveTo>
                <a:lnTo>
                  <a:pt x="4771568" y="1194536"/>
                </a:lnTo>
                <a:lnTo>
                  <a:pt x="4769701" y="1192669"/>
                </a:lnTo>
                <a:lnTo>
                  <a:pt x="4768583" y="1192212"/>
                </a:lnTo>
                <a:lnTo>
                  <a:pt x="4765954" y="1192212"/>
                </a:lnTo>
                <a:lnTo>
                  <a:pt x="4764837" y="1192669"/>
                </a:lnTo>
                <a:lnTo>
                  <a:pt x="4762970" y="1194536"/>
                </a:lnTo>
                <a:lnTo>
                  <a:pt x="4762500" y="1195654"/>
                </a:lnTo>
                <a:lnTo>
                  <a:pt x="4762500" y="1198283"/>
                </a:lnTo>
                <a:lnTo>
                  <a:pt x="4762970" y="1199400"/>
                </a:lnTo>
                <a:lnTo>
                  <a:pt x="4764837" y="1201267"/>
                </a:lnTo>
                <a:lnTo>
                  <a:pt x="4765954" y="1201737"/>
                </a:lnTo>
                <a:lnTo>
                  <a:pt x="4768583" y="1201737"/>
                </a:lnTo>
                <a:lnTo>
                  <a:pt x="4769701" y="1201267"/>
                </a:lnTo>
                <a:lnTo>
                  <a:pt x="4771568" y="1199400"/>
                </a:lnTo>
                <a:lnTo>
                  <a:pt x="4772025" y="1198283"/>
                </a:lnTo>
                <a:lnTo>
                  <a:pt x="4772025" y="1195654"/>
                </a:lnTo>
                <a:close/>
              </a:path>
              <a:path w="4962525" h="2390775">
                <a:moveTo>
                  <a:pt x="4772025" y="11379"/>
                </a:moveTo>
                <a:lnTo>
                  <a:pt x="4771568" y="10261"/>
                </a:lnTo>
                <a:lnTo>
                  <a:pt x="4769701" y="8394"/>
                </a:lnTo>
                <a:lnTo>
                  <a:pt x="4768583" y="7924"/>
                </a:lnTo>
                <a:lnTo>
                  <a:pt x="4765954" y="7924"/>
                </a:lnTo>
                <a:lnTo>
                  <a:pt x="4764837" y="8394"/>
                </a:lnTo>
                <a:lnTo>
                  <a:pt x="4762970" y="10261"/>
                </a:lnTo>
                <a:lnTo>
                  <a:pt x="4762500" y="11379"/>
                </a:lnTo>
                <a:lnTo>
                  <a:pt x="4762500" y="14008"/>
                </a:lnTo>
                <a:lnTo>
                  <a:pt x="4762970" y="15125"/>
                </a:lnTo>
                <a:lnTo>
                  <a:pt x="4764837" y="16992"/>
                </a:lnTo>
                <a:lnTo>
                  <a:pt x="4765954" y="17449"/>
                </a:lnTo>
                <a:lnTo>
                  <a:pt x="4768583" y="17449"/>
                </a:lnTo>
                <a:lnTo>
                  <a:pt x="4769701" y="16992"/>
                </a:lnTo>
                <a:lnTo>
                  <a:pt x="4771568" y="15125"/>
                </a:lnTo>
                <a:lnTo>
                  <a:pt x="4772025" y="14008"/>
                </a:lnTo>
                <a:lnTo>
                  <a:pt x="4772025" y="11379"/>
                </a:lnTo>
                <a:close/>
              </a:path>
              <a:path w="4962525" h="2390775">
                <a:moveTo>
                  <a:pt x="4819650" y="1195654"/>
                </a:moveTo>
                <a:lnTo>
                  <a:pt x="4819193" y="1194536"/>
                </a:lnTo>
                <a:lnTo>
                  <a:pt x="4817326" y="1192669"/>
                </a:lnTo>
                <a:lnTo>
                  <a:pt x="4816208" y="1192212"/>
                </a:lnTo>
                <a:lnTo>
                  <a:pt x="4813579" y="1192212"/>
                </a:lnTo>
                <a:lnTo>
                  <a:pt x="4812449" y="1192669"/>
                </a:lnTo>
                <a:lnTo>
                  <a:pt x="4810595" y="1194536"/>
                </a:lnTo>
                <a:lnTo>
                  <a:pt x="4810125" y="1195654"/>
                </a:lnTo>
                <a:lnTo>
                  <a:pt x="4810125" y="1198283"/>
                </a:lnTo>
                <a:lnTo>
                  <a:pt x="4810595" y="1199400"/>
                </a:lnTo>
                <a:lnTo>
                  <a:pt x="4812449" y="1201267"/>
                </a:lnTo>
                <a:lnTo>
                  <a:pt x="4813579" y="1201737"/>
                </a:lnTo>
                <a:lnTo>
                  <a:pt x="4816208" y="1201737"/>
                </a:lnTo>
                <a:lnTo>
                  <a:pt x="4817326" y="1201267"/>
                </a:lnTo>
                <a:lnTo>
                  <a:pt x="4819193" y="1199400"/>
                </a:lnTo>
                <a:lnTo>
                  <a:pt x="4819650" y="1198283"/>
                </a:lnTo>
                <a:lnTo>
                  <a:pt x="4819650" y="1195654"/>
                </a:lnTo>
                <a:close/>
              </a:path>
              <a:path w="4962525" h="2390775">
                <a:moveTo>
                  <a:pt x="4819650" y="11379"/>
                </a:moveTo>
                <a:lnTo>
                  <a:pt x="4819193" y="10261"/>
                </a:lnTo>
                <a:lnTo>
                  <a:pt x="4817326" y="8394"/>
                </a:lnTo>
                <a:lnTo>
                  <a:pt x="4816208" y="7924"/>
                </a:lnTo>
                <a:lnTo>
                  <a:pt x="4813579" y="7924"/>
                </a:lnTo>
                <a:lnTo>
                  <a:pt x="4812449" y="8394"/>
                </a:lnTo>
                <a:lnTo>
                  <a:pt x="4810595" y="10261"/>
                </a:lnTo>
                <a:lnTo>
                  <a:pt x="4810125" y="11379"/>
                </a:lnTo>
                <a:lnTo>
                  <a:pt x="4810125" y="14008"/>
                </a:lnTo>
                <a:lnTo>
                  <a:pt x="4810595" y="15125"/>
                </a:lnTo>
                <a:lnTo>
                  <a:pt x="4812449" y="16992"/>
                </a:lnTo>
                <a:lnTo>
                  <a:pt x="4813579" y="17449"/>
                </a:lnTo>
                <a:lnTo>
                  <a:pt x="4816208" y="17449"/>
                </a:lnTo>
                <a:lnTo>
                  <a:pt x="4817326" y="16992"/>
                </a:lnTo>
                <a:lnTo>
                  <a:pt x="4819193" y="15125"/>
                </a:lnTo>
                <a:lnTo>
                  <a:pt x="4819650" y="14008"/>
                </a:lnTo>
                <a:lnTo>
                  <a:pt x="4819650" y="11379"/>
                </a:lnTo>
                <a:close/>
              </a:path>
              <a:path w="4962525" h="2390775">
                <a:moveTo>
                  <a:pt x="4867275" y="1195654"/>
                </a:moveTo>
                <a:lnTo>
                  <a:pt x="4866818" y="1194536"/>
                </a:lnTo>
                <a:lnTo>
                  <a:pt x="4864951" y="1192669"/>
                </a:lnTo>
                <a:lnTo>
                  <a:pt x="4863833" y="1192212"/>
                </a:lnTo>
                <a:lnTo>
                  <a:pt x="4861204" y="1192212"/>
                </a:lnTo>
                <a:lnTo>
                  <a:pt x="4860074" y="1192669"/>
                </a:lnTo>
                <a:lnTo>
                  <a:pt x="4858220" y="1194536"/>
                </a:lnTo>
                <a:lnTo>
                  <a:pt x="4857750" y="1195654"/>
                </a:lnTo>
                <a:lnTo>
                  <a:pt x="4857750" y="1198283"/>
                </a:lnTo>
                <a:lnTo>
                  <a:pt x="4858220" y="1199400"/>
                </a:lnTo>
                <a:lnTo>
                  <a:pt x="4860074" y="1201267"/>
                </a:lnTo>
                <a:lnTo>
                  <a:pt x="4861204" y="1201737"/>
                </a:lnTo>
                <a:lnTo>
                  <a:pt x="4863833" y="1201737"/>
                </a:lnTo>
                <a:lnTo>
                  <a:pt x="4864951" y="1201267"/>
                </a:lnTo>
                <a:lnTo>
                  <a:pt x="4866818" y="1199400"/>
                </a:lnTo>
                <a:lnTo>
                  <a:pt x="4867275" y="1198283"/>
                </a:lnTo>
                <a:lnTo>
                  <a:pt x="4867275" y="1195654"/>
                </a:lnTo>
                <a:close/>
              </a:path>
              <a:path w="4962525" h="2390775">
                <a:moveTo>
                  <a:pt x="4867275" y="11379"/>
                </a:moveTo>
                <a:lnTo>
                  <a:pt x="4866818" y="10261"/>
                </a:lnTo>
                <a:lnTo>
                  <a:pt x="4864951" y="8394"/>
                </a:lnTo>
                <a:lnTo>
                  <a:pt x="4863833" y="7924"/>
                </a:lnTo>
                <a:lnTo>
                  <a:pt x="4861204" y="7924"/>
                </a:lnTo>
                <a:lnTo>
                  <a:pt x="4860074" y="8394"/>
                </a:lnTo>
                <a:lnTo>
                  <a:pt x="4858220" y="10261"/>
                </a:lnTo>
                <a:lnTo>
                  <a:pt x="4857750" y="11379"/>
                </a:lnTo>
                <a:lnTo>
                  <a:pt x="4857750" y="14008"/>
                </a:lnTo>
                <a:lnTo>
                  <a:pt x="4858220" y="15125"/>
                </a:lnTo>
                <a:lnTo>
                  <a:pt x="4860074" y="16992"/>
                </a:lnTo>
                <a:lnTo>
                  <a:pt x="4861204" y="17449"/>
                </a:lnTo>
                <a:lnTo>
                  <a:pt x="4863833" y="17449"/>
                </a:lnTo>
                <a:lnTo>
                  <a:pt x="4864951" y="16992"/>
                </a:lnTo>
                <a:lnTo>
                  <a:pt x="4866818" y="15125"/>
                </a:lnTo>
                <a:lnTo>
                  <a:pt x="4867275" y="14008"/>
                </a:lnTo>
                <a:lnTo>
                  <a:pt x="4867275" y="11379"/>
                </a:lnTo>
                <a:close/>
              </a:path>
              <a:path w="4962525" h="2390775">
                <a:moveTo>
                  <a:pt x="4914900" y="1195654"/>
                </a:moveTo>
                <a:lnTo>
                  <a:pt x="4914443" y="1194536"/>
                </a:lnTo>
                <a:lnTo>
                  <a:pt x="4912576" y="1192669"/>
                </a:lnTo>
                <a:lnTo>
                  <a:pt x="4911458" y="1192212"/>
                </a:lnTo>
                <a:lnTo>
                  <a:pt x="4908829" y="1192212"/>
                </a:lnTo>
                <a:lnTo>
                  <a:pt x="4907699" y="1192669"/>
                </a:lnTo>
                <a:lnTo>
                  <a:pt x="4905845" y="1194536"/>
                </a:lnTo>
                <a:lnTo>
                  <a:pt x="4905375" y="1195654"/>
                </a:lnTo>
                <a:lnTo>
                  <a:pt x="4905375" y="1198283"/>
                </a:lnTo>
                <a:lnTo>
                  <a:pt x="4905845" y="1199400"/>
                </a:lnTo>
                <a:lnTo>
                  <a:pt x="4907699" y="1201267"/>
                </a:lnTo>
                <a:lnTo>
                  <a:pt x="4908829" y="1201737"/>
                </a:lnTo>
                <a:lnTo>
                  <a:pt x="4911458" y="1201737"/>
                </a:lnTo>
                <a:lnTo>
                  <a:pt x="4912576" y="1201267"/>
                </a:lnTo>
                <a:lnTo>
                  <a:pt x="4914443" y="1199400"/>
                </a:lnTo>
                <a:lnTo>
                  <a:pt x="4914900" y="1198283"/>
                </a:lnTo>
                <a:lnTo>
                  <a:pt x="4914900" y="1195654"/>
                </a:lnTo>
                <a:close/>
              </a:path>
              <a:path w="4962525" h="2390775">
                <a:moveTo>
                  <a:pt x="4914900" y="11379"/>
                </a:moveTo>
                <a:lnTo>
                  <a:pt x="4914443" y="10261"/>
                </a:lnTo>
                <a:lnTo>
                  <a:pt x="4912576" y="8394"/>
                </a:lnTo>
                <a:lnTo>
                  <a:pt x="4911458" y="7924"/>
                </a:lnTo>
                <a:lnTo>
                  <a:pt x="4908829" y="7924"/>
                </a:lnTo>
                <a:lnTo>
                  <a:pt x="4907699" y="8394"/>
                </a:lnTo>
                <a:lnTo>
                  <a:pt x="4905845" y="10261"/>
                </a:lnTo>
                <a:lnTo>
                  <a:pt x="4905375" y="11379"/>
                </a:lnTo>
                <a:lnTo>
                  <a:pt x="4905375" y="14008"/>
                </a:lnTo>
                <a:lnTo>
                  <a:pt x="4905845" y="15125"/>
                </a:lnTo>
                <a:lnTo>
                  <a:pt x="4907699" y="16992"/>
                </a:lnTo>
                <a:lnTo>
                  <a:pt x="4908829" y="17449"/>
                </a:lnTo>
                <a:lnTo>
                  <a:pt x="4911458" y="17449"/>
                </a:lnTo>
                <a:lnTo>
                  <a:pt x="4912576" y="16992"/>
                </a:lnTo>
                <a:lnTo>
                  <a:pt x="4914443" y="15125"/>
                </a:lnTo>
                <a:lnTo>
                  <a:pt x="4914900" y="14008"/>
                </a:lnTo>
                <a:lnTo>
                  <a:pt x="4914900" y="11379"/>
                </a:lnTo>
                <a:close/>
              </a:path>
              <a:path w="4962525" h="2390775">
                <a:moveTo>
                  <a:pt x="4962525" y="1195654"/>
                </a:moveTo>
                <a:lnTo>
                  <a:pt x="4962068" y="1194536"/>
                </a:lnTo>
                <a:lnTo>
                  <a:pt x="4960201" y="1192669"/>
                </a:lnTo>
                <a:lnTo>
                  <a:pt x="4959083" y="1192212"/>
                </a:lnTo>
                <a:lnTo>
                  <a:pt x="4956454" y="1192212"/>
                </a:lnTo>
                <a:lnTo>
                  <a:pt x="4955324" y="1192669"/>
                </a:lnTo>
                <a:lnTo>
                  <a:pt x="4953470" y="1194536"/>
                </a:lnTo>
                <a:lnTo>
                  <a:pt x="4953000" y="1195654"/>
                </a:lnTo>
                <a:lnTo>
                  <a:pt x="4953000" y="1198283"/>
                </a:lnTo>
                <a:lnTo>
                  <a:pt x="4953470" y="1199400"/>
                </a:lnTo>
                <a:lnTo>
                  <a:pt x="4955324" y="1201267"/>
                </a:lnTo>
                <a:lnTo>
                  <a:pt x="4956454" y="1201737"/>
                </a:lnTo>
                <a:lnTo>
                  <a:pt x="4959083" y="1201737"/>
                </a:lnTo>
                <a:lnTo>
                  <a:pt x="4960201" y="1201267"/>
                </a:lnTo>
                <a:lnTo>
                  <a:pt x="4962068" y="1199400"/>
                </a:lnTo>
                <a:lnTo>
                  <a:pt x="4962525" y="1198283"/>
                </a:lnTo>
                <a:lnTo>
                  <a:pt x="4962525" y="1195654"/>
                </a:lnTo>
                <a:close/>
              </a:path>
              <a:path w="4962525" h="2390775">
                <a:moveTo>
                  <a:pt x="4962525" y="11379"/>
                </a:moveTo>
                <a:lnTo>
                  <a:pt x="4962068" y="10261"/>
                </a:lnTo>
                <a:lnTo>
                  <a:pt x="4960201" y="8394"/>
                </a:lnTo>
                <a:lnTo>
                  <a:pt x="4959083" y="7924"/>
                </a:lnTo>
                <a:lnTo>
                  <a:pt x="4956454" y="7924"/>
                </a:lnTo>
                <a:lnTo>
                  <a:pt x="4955324" y="8394"/>
                </a:lnTo>
                <a:lnTo>
                  <a:pt x="4953470" y="10261"/>
                </a:lnTo>
                <a:lnTo>
                  <a:pt x="4953000" y="11379"/>
                </a:lnTo>
                <a:lnTo>
                  <a:pt x="4953000" y="14008"/>
                </a:lnTo>
                <a:lnTo>
                  <a:pt x="4953470" y="15125"/>
                </a:lnTo>
                <a:lnTo>
                  <a:pt x="4955324" y="16992"/>
                </a:lnTo>
                <a:lnTo>
                  <a:pt x="4956454" y="17449"/>
                </a:lnTo>
                <a:lnTo>
                  <a:pt x="4959083" y="17449"/>
                </a:lnTo>
                <a:lnTo>
                  <a:pt x="4960201" y="16992"/>
                </a:lnTo>
                <a:lnTo>
                  <a:pt x="4962068" y="15125"/>
                </a:lnTo>
                <a:lnTo>
                  <a:pt x="4962525" y="14008"/>
                </a:lnTo>
                <a:lnTo>
                  <a:pt x="4962525" y="11379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object 8"/>
          <p:cNvSpPr/>
          <p:nvPr/>
        </p:nvSpPr>
        <p:spPr>
          <a:xfrm>
            <a:off x="784080" y="3880080"/>
            <a:ext cx="152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object 9"/>
          <p:cNvSpPr/>
          <p:nvPr/>
        </p:nvSpPr>
        <p:spPr>
          <a:xfrm>
            <a:off x="3352680" y="5308560"/>
            <a:ext cx="333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object 10"/>
          <p:cNvSpPr/>
          <p:nvPr/>
        </p:nvSpPr>
        <p:spPr>
          <a:xfrm>
            <a:off x="487440" y="3173760"/>
            <a:ext cx="195840" cy="15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>
            <a:noAutofit/>
          </a:bodyPr>
          <a:p>
            <a:pPr marL="12600">
              <a:lnSpc>
                <a:spcPts val="1426"/>
              </a:lnSpc>
            </a:pP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No. of Netflix users </a:t>
            </a:r>
            <a:r>
              <a:rPr b="0" lang="ro-RO" sz="1200" spc="-26" strike="noStrike">
                <a:solidFill>
                  <a:srgbClr val="ffffff"/>
                </a:solidFill>
                <a:latin typeface="Arial MT"/>
              </a:rPr>
              <a:t>(M)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object 11"/>
          <p:cNvSpPr/>
          <p:nvPr/>
        </p:nvSpPr>
        <p:spPr>
          <a:xfrm>
            <a:off x="979560" y="517536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2019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object 12"/>
          <p:cNvSpPr/>
          <p:nvPr/>
        </p:nvSpPr>
        <p:spPr>
          <a:xfrm>
            <a:off x="2076480" y="2773440"/>
            <a:ext cx="9000" cy="2390400"/>
          </a:xfrm>
          <a:custGeom>
            <a:avLst/>
            <a:gdLst>
              <a:gd name="textAreaLeft" fmla="*/ 0 w 9000"/>
              <a:gd name="textAreaRight" fmla="*/ 9360 w 9000"/>
              <a:gd name="textAreaTop" fmla="*/ 0 h 2390400"/>
              <a:gd name="textAreaBottom" fmla="*/ 2390760 h 2390400"/>
            </a:gdLst>
            <a:ahLst/>
            <a:rect l="textAreaLeft" t="textAreaTop" r="textAreaRight" b="textAreaBottom"/>
            <a:pathLst>
              <a:path w="9525" h="2390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390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390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390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390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390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390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390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390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390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390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390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390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390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390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390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390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390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390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390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390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390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390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390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390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390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390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390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390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390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390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390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390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390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390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390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390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390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390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390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390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390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390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390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390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390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390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390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390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390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390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object 13"/>
          <p:cNvSpPr/>
          <p:nvPr/>
        </p:nvSpPr>
        <p:spPr>
          <a:xfrm>
            <a:off x="1941480" y="517536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object 14"/>
          <p:cNvSpPr/>
          <p:nvPr/>
        </p:nvSpPr>
        <p:spPr>
          <a:xfrm>
            <a:off x="3038400" y="2773440"/>
            <a:ext cx="9000" cy="2390400"/>
          </a:xfrm>
          <a:custGeom>
            <a:avLst/>
            <a:gdLst>
              <a:gd name="textAreaLeft" fmla="*/ 0 w 9000"/>
              <a:gd name="textAreaRight" fmla="*/ 9360 w 9000"/>
              <a:gd name="textAreaTop" fmla="*/ 0 h 2390400"/>
              <a:gd name="textAreaBottom" fmla="*/ 2390760 h 2390400"/>
            </a:gdLst>
            <a:ahLst/>
            <a:rect l="textAreaLeft" t="textAreaTop" r="textAreaRight" b="textAreaBottom"/>
            <a:pathLst>
              <a:path w="9525" h="2390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390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390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390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390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390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390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390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390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390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390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390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390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390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390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390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390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390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390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390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390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390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390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390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390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390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390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390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390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390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390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390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390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390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390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390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390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390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390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390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390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390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390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390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390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390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390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390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390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390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390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object 15"/>
          <p:cNvSpPr/>
          <p:nvPr/>
        </p:nvSpPr>
        <p:spPr>
          <a:xfrm>
            <a:off x="2903400" y="517536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2021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object 16"/>
          <p:cNvSpPr/>
          <p:nvPr/>
        </p:nvSpPr>
        <p:spPr>
          <a:xfrm>
            <a:off x="4000680" y="2773440"/>
            <a:ext cx="9000" cy="2390400"/>
          </a:xfrm>
          <a:custGeom>
            <a:avLst/>
            <a:gdLst>
              <a:gd name="textAreaLeft" fmla="*/ 0 w 9000"/>
              <a:gd name="textAreaRight" fmla="*/ 9360 w 9000"/>
              <a:gd name="textAreaTop" fmla="*/ 0 h 2390400"/>
              <a:gd name="textAreaBottom" fmla="*/ 2390760 h 2390400"/>
            </a:gdLst>
            <a:ahLst/>
            <a:rect l="textAreaLeft" t="textAreaTop" r="textAreaRight" b="textAreaBottom"/>
            <a:pathLst>
              <a:path w="9525" h="2390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390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390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390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390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390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390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390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390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390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390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390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390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390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390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390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390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390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390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390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390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390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390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390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390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390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390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390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390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390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390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390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390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390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390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390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390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390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390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390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390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390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390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390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390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390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390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390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390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390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390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object 17"/>
          <p:cNvSpPr/>
          <p:nvPr/>
        </p:nvSpPr>
        <p:spPr>
          <a:xfrm>
            <a:off x="3865320" y="517536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2022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object 18"/>
          <p:cNvSpPr/>
          <p:nvPr/>
        </p:nvSpPr>
        <p:spPr>
          <a:xfrm>
            <a:off x="4962600" y="2773440"/>
            <a:ext cx="9000" cy="2390400"/>
          </a:xfrm>
          <a:custGeom>
            <a:avLst/>
            <a:gdLst>
              <a:gd name="textAreaLeft" fmla="*/ 0 w 9000"/>
              <a:gd name="textAreaRight" fmla="*/ 9360 w 9000"/>
              <a:gd name="textAreaTop" fmla="*/ 0 h 2390400"/>
              <a:gd name="textAreaBottom" fmla="*/ 2390760 h 2390400"/>
            </a:gdLst>
            <a:ahLst/>
            <a:rect l="textAreaLeft" t="textAreaTop" r="textAreaRight" b="textAreaBottom"/>
            <a:pathLst>
              <a:path w="9525" h="2390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390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390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390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390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390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390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390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390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390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390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390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390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390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390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390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390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390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390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390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390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390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390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390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390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390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390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390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390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390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390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390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390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390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390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390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390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390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390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390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390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390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390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390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390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390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390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390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390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390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390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object 19"/>
          <p:cNvSpPr/>
          <p:nvPr/>
        </p:nvSpPr>
        <p:spPr>
          <a:xfrm>
            <a:off x="4827600" y="517536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2023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object 20"/>
          <p:cNvSpPr/>
          <p:nvPr/>
        </p:nvSpPr>
        <p:spPr>
          <a:xfrm>
            <a:off x="5924520" y="2773440"/>
            <a:ext cx="9000" cy="2390400"/>
          </a:xfrm>
          <a:custGeom>
            <a:avLst/>
            <a:gdLst>
              <a:gd name="textAreaLeft" fmla="*/ 0 w 9000"/>
              <a:gd name="textAreaRight" fmla="*/ 9360 w 9000"/>
              <a:gd name="textAreaTop" fmla="*/ 0 h 2390400"/>
              <a:gd name="textAreaBottom" fmla="*/ 2390760 h 2390400"/>
            </a:gdLst>
            <a:ahLst/>
            <a:rect l="textAreaLeft" t="textAreaTop" r="textAreaRight" b="textAreaBottom"/>
            <a:pathLst>
              <a:path w="9525" h="2390775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2390775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2390775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2390775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23907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3907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3907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3907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3907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3907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3907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3907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3907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3907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3907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3907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3907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3907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3907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3907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3907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3907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3907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3907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5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5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3907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3907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3907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3907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3907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3907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3907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3907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3907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3907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3907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199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199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3907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3907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3907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3907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3907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4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4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3907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49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49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3907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3907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3907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3907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3907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4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4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3907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3907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3907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3907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3907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199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199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object 21"/>
          <p:cNvSpPr/>
          <p:nvPr/>
        </p:nvSpPr>
        <p:spPr>
          <a:xfrm>
            <a:off x="5789520" y="517536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2024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1" name="object 22"/>
          <p:cNvGrpSpPr/>
          <p:nvPr/>
        </p:nvGrpSpPr>
        <p:grpSpPr>
          <a:xfrm>
            <a:off x="1086480" y="2516040"/>
            <a:ext cx="4837680" cy="2467800"/>
            <a:chOff x="1086480" y="2516040"/>
            <a:chExt cx="4837680" cy="2467800"/>
          </a:xfrm>
        </p:grpSpPr>
        <p:sp>
          <p:nvSpPr>
            <p:cNvPr id="132" name="object 23"/>
            <p:cNvSpPr/>
            <p:nvPr/>
          </p:nvSpPr>
          <p:spPr>
            <a:xfrm>
              <a:off x="1114560" y="3633840"/>
              <a:ext cx="4809600" cy="104220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042200"/>
                <a:gd name="textAreaBottom" fmla="*/ 1042560 h 1042200"/>
              </a:gdLst>
              <a:ahLst/>
              <a:rect l="textAreaLeft" t="textAreaTop" r="textAreaRight" b="textAreaBottom"/>
              <a:pathLst>
                <a:path w="4810125" h="1042670">
                  <a:moveTo>
                    <a:pt x="0" y="189483"/>
                  </a:moveTo>
                  <a:lnTo>
                    <a:pt x="962024" y="1042161"/>
                  </a:lnTo>
                  <a:lnTo>
                    <a:pt x="1924049" y="71056"/>
                  </a:lnTo>
                  <a:lnTo>
                    <a:pt x="2886074" y="355282"/>
                  </a:lnTo>
                  <a:lnTo>
                    <a:pt x="3848099" y="331597"/>
                  </a:lnTo>
                  <a:lnTo>
                    <a:pt x="4810124" y="0"/>
                  </a:lnTo>
                </a:path>
              </a:pathLst>
            </a:custGeom>
            <a:noFill/>
            <a:ln w="28574">
              <a:solidFill>
                <a:srgbClr val="6f9dd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3" name="object 24"/>
            <p:cNvSpPr/>
            <p:nvPr/>
          </p:nvSpPr>
          <p:spPr>
            <a:xfrm>
              <a:off x="1114560" y="3396960"/>
              <a:ext cx="4809600" cy="144504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445040"/>
                <a:gd name="textAreaBottom" fmla="*/ 1445400 h 1445040"/>
              </a:gdLst>
              <a:ahLst/>
              <a:rect l="textAreaLeft" t="textAreaTop" r="textAreaRight" b="textAreaBottom"/>
              <a:pathLst>
                <a:path w="4810125" h="1445260">
                  <a:moveTo>
                    <a:pt x="0" y="307911"/>
                  </a:moveTo>
                  <a:lnTo>
                    <a:pt x="962024" y="213169"/>
                  </a:lnTo>
                  <a:lnTo>
                    <a:pt x="1924049" y="0"/>
                  </a:lnTo>
                  <a:lnTo>
                    <a:pt x="2886074" y="1444815"/>
                  </a:lnTo>
                  <a:lnTo>
                    <a:pt x="3848099" y="307911"/>
                  </a:lnTo>
                  <a:lnTo>
                    <a:pt x="4810124" y="1350073"/>
                  </a:lnTo>
                </a:path>
              </a:pathLst>
            </a:custGeom>
            <a:noFill/>
            <a:ln w="28574">
              <a:solidFill>
                <a:srgbClr val="6fb0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4" name="object 25"/>
            <p:cNvSpPr/>
            <p:nvPr/>
          </p:nvSpPr>
          <p:spPr>
            <a:xfrm>
              <a:off x="1114560" y="3183840"/>
              <a:ext cx="4809600" cy="163404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634040"/>
                <a:gd name="textAreaBottom" fmla="*/ 1634400 h 1634040"/>
              </a:gdLst>
              <a:ahLst/>
              <a:rect l="textAreaLeft" t="textAreaTop" r="textAreaRight" b="textAreaBottom"/>
              <a:pathLst>
                <a:path w="4810125" h="1634489">
                  <a:moveTo>
                    <a:pt x="0" y="1350073"/>
                  </a:moveTo>
                  <a:lnTo>
                    <a:pt x="962024" y="1468500"/>
                  </a:lnTo>
                  <a:lnTo>
                    <a:pt x="1924049" y="426338"/>
                  </a:lnTo>
                  <a:lnTo>
                    <a:pt x="2886074" y="1634299"/>
                  </a:lnTo>
                  <a:lnTo>
                    <a:pt x="3848099" y="260540"/>
                  </a:lnTo>
                  <a:lnTo>
                    <a:pt x="4810124" y="0"/>
                  </a:lnTo>
                </a:path>
              </a:pathLst>
            </a:custGeom>
            <a:noFill/>
            <a:ln w="28574">
              <a:solidFill>
                <a:srgbClr val="fee2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5" name="object 26"/>
            <p:cNvSpPr/>
            <p:nvPr/>
          </p:nvSpPr>
          <p:spPr>
            <a:xfrm>
              <a:off x="1114560" y="3562920"/>
              <a:ext cx="4809600" cy="87660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876600"/>
                <a:gd name="textAreaBottom" fmla="*/ 876960 h 876600"/>
              </a:gdLst>
              <a:ahLst/>
              <a:rect l="textAreaLeft" t="textAreaTop" r="textAreaRight" b="textAreaBottom"/>
              <a:pathLst>
                <a:path w="4810125" h="876935">
                  <a:moveTo>
                    <a:pt x="0" y="663193"/>
                  </a:moveTo>
                  <a:lnTo>
                    <a:pt x="962024" y="71056"/>
                  </a:lnTo>
                  <a:lnTo>
                    <a:pt x="1924049" y="876363"/>
                  </a:lnTo>
                  <a:lnTo>
                    <a:pt x="2886074" y="236854"/>
                  </a:lnTo>
                  <a:lnTo>
                    <a:pt x="3848099" y="0"/>
                  </a:lnTo>
                  <a:lnTo>
                    <a:pt x="4810124" y="402653"/>
                  </a:lnTo>
                </a:path>
              </a:pathLst>
            </a:custGeom>
            <a:noFill/>
            <a:ln w="28574">
              <a:solidFill>
                <a:srgbClr val="fbb61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6" name="object 27"/>
            <p:cNvSpPr/>
            <p:nvPr/>
          </p:nvSpPr>
          <p:spPr>
            <a:xfrm>
              <a:off x="1114560" y="3492000"/>
              <a:ext cx="4809600" cy="146844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468440"/>
                <a:gd name="textAreaBottom" fmla="*/ 1468800 h 1468440"/>
              </a:gdLst>
              <a:ahLst/>
              <a:rect l="textAreaLeft" t="textAreaTop" r="textAreaRight" b="textAreaBottom"/>
              <a:pathLst>
                <a:path w="4810125" h="1468754">
                  <a:moveTo>
                    <a:pt x="0" y="805306"/>
                  </a:moveTo>
                  <a:lnTo>
                    <a:pt x="962024" y="615822"/>
                  </a:lnTo>
                  <a:lnTo>
                    <a:pt x="1924049" y="1468500"/>
                  </a:lnTo>
                  <a:lnTo>
                    <a:pt x="2886074" y="0"/>
                  </a:lnTo>
                  <a:lnTo>
                    <a:pt x="3848099" y="94742"/>
                  </a:lnTo>
                  <a:lnTo>
                    <a:pt x="4810124" y="1018476"/>
                  </a:lnTo>
                </a:path>
              </a:pathLst>
            </a:custGeom>
            <a:noFill/>
            <a:ln w="28574">
              <a:solidFill>
                <a:srgbClr val="f156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object 28"/>
            <p:cNvSpPr/>
            <p:nvPr/>
          </p:nvSpPr>
          <p:spPr>
            <a:xfrm>
              <a:off x="1114560" y="3492000"/>
              <a:ext cx="4809600" cy="111348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113480"/>
                <a:gd name="textAreaBottom" fmla="*/ 1113840 h 1113480"/>
              </a:gdLst>
              <a:ahLst/>
              <a:rect l="textAreaLeft" t="textAreaTop" r="textAreaRight" b="textAreaBottom"/>
              <a:pathLst>
                <a:path w="4810125" h="1113789">
                  <a:moveTo>
                    <a:pt x="0" y="47371"/>
                  </a:moveTo>
                  <a:lnTo>
                    <a:pt x="962024" y="1113218"/>
                  </a:lnTo>
                  <a:lnTo>
                    <a:pt x="1924049" y="0"/>
                  </a:lnTo>
                  <a:lnTo>
                    <a:pt x="2886074" y="0"/>
                  </a:lnTo>
                  <a:lnTo>
                    <a:pt x="3848099" y="355282"/>
                  </a:lnTo>
                  <a:lnTo>
                    <a:pt x="4810124" y="0"/>
                  </a:lnTo>
                </a:path>
              </a:pathLst>
            </a:custGeom>
            <a:noFill/>
            <a:ln w="28574">
              <a:solidFill>
                <a:srgbClr val="0f82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object 29"/>
            <p:cNvSpPr/>
            <p:nvPr/>
          </p:nvSpPr>
          <p:spPr>
            <a:xfrm>
              <a:off x="1114560" y="3183840"/>
              <a:ext cx="4809600" cy="158724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587240"/>
                <a:gd name="textAreaBottom" fmla="*/ 1587600 h 1587240"/>
              </a:gdLst>
              <a:ahLst/>
              <a:rect l="textAreaLeft" t="textAreaTop" r="textAreaRight" b="textAreaBottom"/>
              <a:pathLst>
                <a:path w="4810125" h="1587500">
                  <a:moveTo>
                    <a:pt x="0" y="1231645"/>
                  </a:moveTo>
                  <a:lnTo>
                    <a:pt x="962024" y="0"/>
                  </a:lnTo>
                  <a:lnTo>
                    <a:pt x="1924049" y="805306"/>
                  </a:lnTo>
                  <a:lnTo>
                    <a:pt x="2886074" y="1302702"/>
                  </a:lnTo>
                  <a:lnTo>
                    <a:pt x="3848099" y="1586928"/>
                  </a:lnTo>
                  <a:lnTo>
                    <a:pt x="4810124" y="260540"/>
                  </a:lnTo>
                </a:path>
              </a:pathLst>
            </a:custGeom>
            <a:noFill/>
            <a:ln w="28574">
              <a:solidFill>
                <a:srgbClr val="0db09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9" name="object 30"/>
            <p:cNvSpPr/>
            <p:nvPr/>
          </p:nvSpPr>
          <p:spPr>
            <a:xfrm>
              <a:off x="1114560" y="3539160"/>
              <a:ext cx="4809600" cy="123156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231560"/>
                <a:gd name="textAreaBottom" fmla="*/ 1231920 h 1231560"/>
              </a:gdLst>
              <a:ahLst/>
              <a:rect l="textAreaLeft" t="textAreaTop" r="textAreaRight" b="textAreaBottom"/>
              <a:pathLst>
                <a:path w="4810125" h="1231900">
                  <a:moveTo>
                    <a:pt x="0" y="1184274"/>
                  </a:moveTo>
                  <a:lnTo>
                    <a:pt x="962024" y="1231645"/>
                  </a:lnTo>
                  <a:lnTo>
                    <a:pt x="1924049" y="1136903"/>
                  </a:lnTo>
                  <a:lnTo>
                    <a:pt x="2886074" y="0"/>
                  </a:lnTo>
                  <a:lnTo>
                    <a:pt x="3848099" y="1184274"/>
                  </a:lnTo>
                  <a:lnTo>
                    <a:pt x="4810124" y="0"/>
                  </a:lnTo>
                </a:path>
              </a:pathLst>
            </a:custGeom>
            <a:noFill/>
            <a:ln w="28574">
              <a:solidFill>
                <a:srgbClr val="c3b0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0" name="object 31"/>
            <p:cNvSpPr/>
            <p:nvPr/>
          </p:nvSpPr>
          <p:spPr>
            <a:xfrm>
              <a:off x="1114560" y="3278520"/>
              <a:ext cx="4809600" cy="170532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705320"/>
                <a:gd name="textAreaBottom" fmla="*/ 1705680 h 1705320"/>
              </a:gdLst>
              <a:ahLst/>
              <a:rect l="textAreaLeft" t="textAreaTop" r="textAreaRight" b="textAreaBottom"/>
              <a:pathLst>
                <a:path w="4810125" h="1705610">
                  <a:moveTo>
                    <a:pt x="0" y="0"/>
                  </a:moveTo>
                  <a:lnTo>
                    <a:pt x="962024" y="1207960"/>
                  </a:lnTo>
                  <a:lnTo>
                    <a:pt x="1924049" y="1705355"/>
                  </a:lnTo>
                  <a:lnTo>
                    <a:pt x="2886074" y="1255331"/>
                  </a:lnTo>
                  <a:lnTo>
                    <a:pt x="3848099" y="473709"/>
                  </a:lnTo>
                  <a:lnTo>
                    <a:pt x="4810124" y="1681670"/>
                  </a:lnTo>
                </a:path>
              </a:pathLst>
            </a:custGeom>
            <a:noFill/>
            <a:ln w="28574">
              <a:solidFill>
                <a:srgbClr val="af906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1" name="object 32"/>
            <p:cNvSpPr/>
            <p:nvPr/>
          </p:nvSpPr>
          <p:spPr>
            <a:xfrm>
              <a:off x="1114560" y="3278520"/>
              <a:ext cx="4809600" cy="1420920"/>
            </a:xfrm>
            <a:custGeom>
              <a:avLst/>
              <a:gdLst>
                <a:gd name="textAreaLeft" fmla="*/ 0 w 4809600"/>
                <a:gd name="textAreaRight" fmla="*/ 4809960 w 4809600"/>
                <a:gd name="textAreaTop" fmla="*/ 0 h 1420920"/>
                <a:gd name="textAreaBottom" fmla="*/ 1421280 h 1420920"/>
              </a:gdLst>
              <a:ahLst/>
              <a:rect l="textAreaLeft" t="textAreaTop" r="textAreaRight" b="textAreaBottom"/>
              <a:pathLst>
                <a:path w="4810125" h="1421129">
                  <a:moveTo>
                    <a:pt x="0" y="544766"/>
                  </a:moveTo>
                  <a:lnTo>
                    <a:pt x="962024" y="1421129"/>
                  </a:lnTo>
                  <a:lnTo>
                    <a:pt x="1924049" y="71056"/>
                  </a:lnTo>
                  <a:lnTo>
                    <a:pt x="2886074" y="331596"/>
                  </a:lnTo>
                  <a:lnTo>
                    <a:pt x="3848099" y="1279016"/>
                  </a:lnTo>
                  <a:lnTo>
                    <a:pt x="4810124" y="0"/>
                  </a:lnTo>
                </a:path>
              </a:pathLst>
            </a:custGeom>
            <a:noFill/>
            <a:ln w="28574">
              <a:solidFill>
                <a:srgbClr val="2878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42" name="object 33" descr=""/>
            <p:cNvPicPr/>
            <p:nvPr/>
          </p:nvPicPr>
          <p:blipFill>
            <a:blip r:embed="rId1"/>
            <a:stretch/>
          </p:blipFill>
          <p:spPr>
            <a:xfrm>
              <a:off x="1086480" y="251604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43" name="object 34" descr=""/>
            <p:cNvPicPr/>
            <p:nvPr/>
          </p:nvPicPr>
          <p:blipFill>
            <a:blip r:embed="rId2"/>
            <a:stretch/>
          </p:blipFill>
          <p:spPr>
            <a:xfrm>
              <a:off x="1753200" y="2516040"/>
              <a:ext cx="93960" cy="93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44" name="object 35"/>
          <p:cNvSpPr/>
          <p:nvPr/>
        </p:nvSpPr>
        <p:spPr>
          <a:xfrm>
            <a:off x="501480" y="2133720"/>
            <a:ext cx="1829880" cy="712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country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96"/>
              </a:spcBef>
              <a:tabLst>
                <a:tab algn="l" pos="695160"/>
                <a:tab algn="l" pos="1362600"/>
              </a:tabLst>
            </a:pPr>
            <a:r>
              <a:rPr b="1" lang="ro-RO" sz="1000" spc="-12" strike="noStrike">
                <a:solidFill>
                  <a:srgbClr val="d1d0cd"/>
                </a:solidFill>
                <a:latin typeface="Arial"/>
              </a:rPr>
              <a:t>Country</a:t>
            </a:r>
            <a:r>
              <a:rPr b="1" lang="ro-RO" sz="1000" spc="-1" strike="noStrike">
                <a:solidFill>
                  <a:srgbClr val="d1d0cd"/>
                </a:solidFill>
                <a:latin typeface="Arial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Australia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Brazil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  <a:p>
            <a:pPr marL="231120">
              <a:lnSpc>
                <a:spcPct val="100000"/>
              </a:lnSpc>
              <a:spcBef>
                <a:spcPts val="649"/>
              </a:spcBef>
              <a:tabLst>
                <a:tab algn="l" pos="695160"/>
                <a:tab algn="l" pos="1362600"/>
              </a:tabLst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100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object 36" descr=""/>
          <p:cNvPicPr/>
          <p:nvPr/>
        </p:nvPicPr>
        <p:blipFill>
          <a:blip r:embed="rId3"/>
          <a:stretch/>
        </p:blipFill>
        <p:spPr>
          <a:xfrm>
            <a:off x="2238840" y="251604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146" name="object 37"/>
          <p:cNvSpPr/>
          <p:nvPr/>
        </p:nvSpPr>
        <p:spPr>
          <a:xfrm>
            <a:off x="2343240" y="2460600"/>
            <a:ext cx="4701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Canada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7" name="object 38" descr=""/>
          <p:cNvPicPr/>
          <p:nvPr/>
        </p:nvPicPr>
        <p:blipFill>
          <a:blip r:embed="rId4"/>
          <a:stretch/>
        </p:blipFill>
        <p:spPr>
          <a:xfrm>
            <a:off x="2858040" y="251604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148" name="object 39"/>
          <p:cNvSpPr/>
          <p:nvPr/>
        </p:nvSpPr>
        <p:spPr>
          <a:xfrm>
            <a:off x="2961360" y="2460600"/>
            <a:ext cx="4204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France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9" name="object 40" descr=""/>
          <p:cNvPicPr/>
          <p:nvPr/>
        </p:nvPicPr>
        <p:blipFill>
          <a:blip r:embed="rId5"/>
          <a:stretch/>
        </p:blipFill>
        <p:spPr>
          <a:xfrm>
            <a:off x="3429360" y="251604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150" name="object 41"/>
          <p:cNvSpPr/>
          <p:nvPr/>
        </p:nvSpPr>
        <p:spPr>
          <a:xfrm>
            <a:off x="3529800" y="2460600"/>
            <a:ext cx="54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Germany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1" name="object 42" descr=""/>
          <p:cNvPicPr/>
          <p:nvPr/>
        </p:nvPicPr>
        <p:blipFill>
          <a:blip r:embed="rId6"/>
          <a:stretch/>
        </p:blipFill>
        <p:spPr>
          <a:xfrm>
            <a:off x="4124880" y="251604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152" name="object 43"/>
          <p:cNvSpPr/>
          <p:nvPr/>
        </p:nvSpPr>
        <p:spPr>
          <a:xfrm>
            <a:off x="4225320" y="2460600"/>
            <a:ext cx="3006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India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3" name="object 44" descr=""/>
          <p:cNvPicPr/>
          <p:nvPr/>
        </p:nvPicPr>
        <p:blipFill>
          <a:blip r:embed="rId7"/>
          <a:stretch/>
        </p:blipFill>
        <p:spPr>
          <a:xfrm>
            <a:off x="4572360" y="251604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154" name="object 45"/>
          <p:cNvSpPr/>
          <p:nvPr/>
        </p:nvSpPr>
        <p:spPr>
          <a:xfrm>
            <a:off x="4673880" y="2460600"/>
            <a:ext cx="3711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Japan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5" name="object 46" descr=""/>
          <p:cNvPicPr/>
          <p:nvPr/>
        </p:nvPicPr>
        <p:blipFill>
          <a:blip r:embed="rId8"/>
          <a:stretch/>
        </p:blipFill>
        <p:spPr>
          <a:xfrm>
            <a:off x="5087880" y="2516040"/>
            <a:ext cx="101880" cy="93960"/>
          </a:xfrm>
          <a:prstGeom prst="rect">
            <a:avLst/>
          </a:prstGeom>
          <a:ln w="0">
            <a:noFill/>
          </a:ln>
        </p:spPr>
      </p:pic>
      <p:sp>
        <p:nvSpPr>
          <p:cNvPr id="156" name="object 47"/>
          <p:cNvSpPr/>
          <p:nvPr/>
        </p:nvSpPr>
        <p:spPr>
          <a:xfrm>
            <a:off x="5193000" y="2460600"/>
            <a:ext cx="6040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South</a:t>
            </a:r>
            <a:r>
              <a:rPr b="0" lang="ro-RO" sz="1000" spc="9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26" strike="noStrike">
                <a:solidFill>
                  <a:srgbClr val="d1d0cd"/>
                </a:solidFill>
                <a:latin typeface="Arial MT"/>
              </a:rPr>
              <a:t>K…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57" name="object 48"/>
          <p:cNvGrpSpPr/>
          <p:nvPr/>
        </p:nvGrpSpPr>
        <p:grpSpPr>
          <a:xfrm>
            <a:off x="5917320" y="2476440"/>
            <a:ext cx="6164640" cy="3973320"/>
            <a:chOff x="5917320" y="2476440"/>
            <a:chExt cx="6164640" cy="3973320"/>
          </a:xfrm>
        </p:grpSpPr>
        <p:pic>
          <p:nvPicPr>
            <p:cNvPr id="158" name="object 49" descr=""/>
            <p:cNvPicPr/>
            <p:nvPr/>
          </p:nvPicPr>
          <p:blipFill>
            <a:blip r:embed="rId9"/>
            <a:stretch/>
          </p:blipFill>
          <p:spPr>
            <a:xfrm>
              <a:off x="5917320" y="2476440"/>
              <a:ext cx="90000" cy="16164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9" name="object 50"/>
            <p:cNvSpPr/>
            <p:nvPr/>
          </p:nvSpPr>
          <p:spPr>
            <a:xfrm>
              <a:off x="6929280" y="4228920"/>
              <a:ext cx="5152680" cy="2220840"/>
            </a:xfrm>
            <a:custGeom>
              <a:avLst/>
              <a:gdLst>
                <a:gd name="textAreaLeft" fmla="*/ 0 w 5152680"/>
                <a:gd name="textAreaRight" fmla="*/ 5153040 w 5152680"/>
                <a:gd name="textAreaTop" fmla="*/ 0 h 2220840"/>
                <a:gd name="textAreaBottom" fmla="*/ 2221200 h 2220840"/>
              </a:gdLst>
              <a:ahLst/>
              <a:rect l="textAreaLeft" t="textAreaTop" r="textAreaRight" b="textAreaBottom"/>
              <a:pathLst>
                <a:path w="5153025" h="2221229">
                  <a:moveTo>
                    <a:pt x="9525" y="2210079"/>
                  </a:moveTo>
                  <a:lnTo>
                    <a:pt x="9067" y="2208961"/>
                  </a:lnTo>
                  <a:lnTo>
                    <a:pt x="7200" y="2207095"/>
                  </a:lnTo>
                  <a:lnTo>
                    <a:pt x="6083" y="2206637"/>
                  </a:lnTo>
                  <a:lnTo>
                    <a:pt x="3454" y="2206637"/>
                  </a:lnTo>
                  <a:lnTo>
                    <a:pt x="2336" y="2207095"/>
                  </a:lnTo>
                  <a:lnTo>
                    <a:pt x="469" y="2208961"/>
                  </a:lnTo>
                  <a:lnTo>
                    <a:pt x="0" y="2210079"/>
                  </a:lnTo>
                  <a:lnTo>
                    <a:pt x="0" y="2212708"/>
                  </a:lnTo>
                  <a:lnTo>
                    <a:pt x="469" y="2213826"/>
                  </a:lnTo>
                  <a:lnTo>
                    <a:pt x="2336" y="2215692"/>
                  </a:lnTo>
                  <a:lnTo>
                    <a:pt x="3454" y="2216162"/>
                  </a:lnTo>
                  <a:lnTo>
                    <a:pt x="6083" y="2216162"/>
                  </a:lnTo>
                  <a:lnTo>
                    <a:pt x="7200" y="2215692"/>
                  </a:lnTo>
                  <a:lnTo>
                    <a:pt x="9067" y="2213826"/>
                  </a:lnTo>
                  <a:lnTo>
                    <a:pt x="9525" y="2212708"/>
                  </a:lnTo>
                  <a:lnTo>
                    <a:pt x="9525" y="2210079"/>
                  </a:lnTo>
                  <a:close/>
                </a:path>
                <a:path w="5153025" h="2221229">
                  <a:moveTo>
                    <a:pt x="9525" y="1106766"/>
                  </a:moveTo>
                  <a:lnTo>
                    <a:pt x="9067" y="1105649"/>
                  </a:lnTo>
                  <a:lnTo>
                    <a:pt x="7200" y="1103782"/>
                  </a:lnTo>
                  <a:lnTo>
                    <a:pt x="6083" y="1103312"/>
                  </a:lnTo>
                  <a:lnTo>
                    <a:pt x="3454" y="1103312"/>
                  </a:lnTo>
                  <a:lnTo>
                    <a:pt x="2336" y="1103782"/>
                  </a:lnTo>
                  <a:lnTo>
                    <a:pt x="469" y="1105649"/>
                  </a:lnTo>
                  <a:lnTo>
                    <a:pt x="0" y="1106766"/>
                  </a:lnTo>
                  <a:lnTo>
                    <a:pt x="0" y="1109395"/>
                  </a:lnTo>
                  <a:lnTo>
                    <a:pt x="469" y="1110513"/>
                  </a:lnTo>
                  <a:lnTo>
                    <a:pt x="2336" y="1112380"/>
                  </a:lnTo>
                  <a:lnTo>
                    <a:pt x="3454" y="1112837"/>
                  </a:lnTo>
                  <a:lnTo>
                    <a:pt x="6083" y="1112837"/>
                  </a:lnTo>
                  <a:lnTo>
                    <a:pt x="7200" y="1112380"/>
                  </a:lnTo>
                  <a:lnTo>
                    <a:pt x="9067" y="1110513"/>
                  </a:lnTo>
                  <a:lnTo>
                    <a:pt x="9525" y="1109395"/>
                  </a:lnTo>
                  <a:lnTo>
                    <a:pt x="9525" y="1106766"/>
                  </a:lnTo>
                  <a:close/>
                </a:path>
                <a:path w="5153025" h="2221229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5153025" h="2221229">
                  <a:moveTo>
                    <a:pt x="57150" y="2210079"/>
                  </a:moveTo>
                  <a:lnTo>
                    <a:pt x="56692" y="2208961"/>
                  </a:lnTo>
                  <a:lnTo>
                    <a:pt x="54825" y="2207095"/>
                  </a:lnTo>
                  <a:lnTo>
                    <a:pt x="53708" y="2206637"/>
                  </a:lnTo>
                  <a:lnTo>
                    <a:pt x="51079" y="2206637"/>
                  </a:lnTo>
                  <a:lnTo>
                    <a:pt x="49961" y="2207095"/>
                  </a:lnTo>
                  <a:lnTo>
                    <a:pt x="48094" y="2208961"/>
                  </a:lnTo>
                  <a:lnTo>
                    <a:pt x="47625" y="2210079"/>
                  </a:lnTo>
                  <a:lnTo>
                    <a:pt x="47625" y="2212708"/>
                  </a:lnTo>
                  <a:lnTo>
                    <a:pt x="48094" y="2213826"/>
                  </a:lnTo>
                  <a:lnTo>
                    <a:pt x="49961" y="2215692"/>
                  </a:lnTo>
                  <a:lnTo>
                    <a:pt x="51079" y="2216162"/>
                  </a:lnTo>
                  <a:lnTo>
                    <a:pt x="53708" y="2216162"/>
                  </a:lnTo>
                  <a:lnTo>
                    <a:pt x="54825" y="2215692"/>
                  </a:lnTo>
                  <a:lnTo>
                    <a:pt x="56692" y="2213826"/>
                  </a:lnTo>
                  <a:lnTo>
                    <a:pt x="57150" y="2212708"/>
                  </a:lnTo>
                  <a:lnTo>
                    <a:pt x="57150" y="2210079"/>
                  </a:lnTo>
                  <a:close/>
                </a:path>
                <a:path w="5153025" h="2221229">
                  <a:moveTo>
                    <a:pt x="57150" y="1106766"/>
                  </a:moveTo>
                  <a:lnTo>
                    <a:pt x="56692" y="1105649"/>
                  </a:lnTo>
                  <a:lnTo>
                    <a:pt x="54825" y="1103782"/>
                  </a:lnTo>
                  <a:lnTo>
                    <a:pt x="53708" y="1103312"/>
                  </a:lnTo>
                  <a:lnTo>
                    <a:pt x="51079" y="1103312"/>
                  </a:lnTo>
                  <a:lnTo>
                    <a:pt x="49961" y="1103782"/>
                  </a:lnTo>
                  <a:lnTo>
                    <a:pt x="48094" y="1105649"/>
                  </a:lnTo>
                  <a:lnTo>
                    <a:pt x="47625" y="1106766"/>
                  </a:lnTo>
                  <a:lnTo>
                    <a:pt x="47625" y="1109395"/>
                  </a:lnTo>
                  <a:lnTo>
                    <a:pt x="48094" y="1110513"/>
                  </a:lnTo>
                  <a:lnTo>
                    <a:pt x="49961" y="1112380"/>
                  </a:lnTo>
                  <a:lnTo>
                    <a:pt x="51079" y="1112837"/>
                  </a:lnTo>
                  <a:lnTo>
                    <a:pt x="53708" y="1112837"/>
                  </a:lnTo>
                  <a:lnTo>
                    <a:pt x="54825" y="1112380"/>
                  </a:lnTo>
                  <a:lnTo>
                    <a:pt x="56692" y="1110513"/>
                  </a:lnTo>
                  <a:lnTo>
                    <a:pt x="57150" y="1109395"/>
                  </a:lnTo>
                  <a:lnTo>
                    <a:pt x="57150" y="1106766"/>
                  </a:lnTo>
                  <a:close/>
                </a:path>
                <a:path w="5153025" h="2221229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5153025" h="2221229">
                  <a:moveTo>
                    <a:pt x="104775" y="2210079"/>
                  </a:moveTo>
                  <a:lnTo>
                    <a:pt x="104317" y="2208961"/>
                  </a:lnTo>
                  <a:lnTo>
                    <a:pt x="102450" y="2207095"/>
                  </a:lnTo>
                  <a:lnTo>
                    <a:pt x="101333" y="2206637"/>
                  </a:lnTo>
                  <a:lnTo>
                    <a:pt x="98704" y="2206637"/>
                  </a:lnTo>
                  <a:lnTo>
                    <a:pt x="97586" y="2207095"/>
                  </a:lnTo>
                  <a:lnTo>
                    <a:pt x="95719" y="2208961"/>
                  </a:lnTo>
                  <a:lnTo>
                    <a:pt x="95250" y="2210079"/>
                  </a:lnTo>
                  <a:lnTo>
                    <a:pt x="95250" y="2212708"/>
                  </a:lnTo>
                  <a:lnTo>
                    <a:pt x="95719" y="2213826"/>
                  </a:lnTo>
                  <a:lnTo>
                    <a:pt x="97586" y="2215692"/>
                  </a:lnTo>
                  <a:lnTo>
                    <a:pt x="98704" y="2216162"/>
                  </a:lnTo>
                  <a:lnTo>
                    <a:pt x="101333" y="2216162"/>
                  </a:lnTo>
                  <a:lnTo>
                    <a:pt x="102450" y="2215692"/>
                  </a:lnTo>
                  <a:lnTo>
                    <a:pt x="104317" y="2213826"/>
                  </a:lnTo>
                  <a:lnTo>
                    <a:pt x="104775" y="2212708"/>
                  </a:lnTo>
                  <a:lnTo>
                    <a:pt x="104775" y="2210079"/>
                  </a:lnTo>
                  <a:close/>
                </a:path>
                <a:path w="5153025" h="2221229">
                  <a:moveTo>
                    <a:pt x="104775" y="1106766"/>
                  </a:moveTo>
                  <a:lnTo>
                    <a:pt x="104317" y="1105649"/>
                  </a:lnTo>
                  <a:lnTo>
                    <a:pt x="102450" y="1103782"/>
                  </a:lnTo>
                  <a:lnTo>
                    <a:pt x="101333" y="1103312"/>
                  </a:lnTo>
                  <a:lnTo>
                    <a:pt x="98704" y="1103312"/>
                  </a:lnTo>
                  <a:lnTo>
                    <a:pt x="97586" y="1103782"/>
                  </a:lnTo>
                  <a:lnTo>
                    <a:pt x="95719" y="1105649"/>
                  </a:lnTo>
                  <a:lnTo>
                    <a:pt x="95250" y="1106766"/>
                  </a:lnTo>
                  <a:lnTo>
                    <a:pt x="95250" y="1109395"/>
                  </a:lnTo>
                  <a:lnTo>
                    <a:pt x="95719" y="1110513"/>
                  </a:lnTo>
                  <a:lnTo>
                    <a:pt x="97586" y="1112380"/>
                  </a:lnTo>
                  <a:lnTo>
                    <a:pt x="98704" y="1112837"/>
                  </a:lnTo>
                  <a:lnTo>
                    <a:pt x="101333" y="1112837"/>
                  </a:lnTo>
                  <a:lnTo>
                    <a:pt x="102450" y="1112380"/>
                  </a:lnTo>
                  <a:lnTo>
                    <a:pt x="104317" y="1110513"/>
                  </a:lnTo>
                  <a:lnTo>
                    <a:pt x="104775" y="1109395"/>
                  </a:lnTo>
                  <a:lnTo>
                    <a:pt x="104775" y="1106766"/>
                  </a:lnTo>
                  <a:close/>
                </a:path>
                <a:path w="5153025" h="2221229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5153025" h="2221229">
                  <a:moveTo>
                    <a:pt x="152400" y="2210079"/>
                  </a:moveTo>
                  <a:lnTo>
                    <a:pt x="151942" y="2208961"/>
                  </a:lnTo>
                  <a:lnTo>
                    <a:pt x="150075" y="2207095"/>
                  </a:lnTo>
                  <a:lnTo>
                    <a:pt x="148958" y="2206637"/>
                  </a:lnTo>
                  <a:lnTo>
                    <a:pt x="146329" y="2206637"/>
                  </a:lnTo>
                  <a:lnTo>
                    <a:pt x="145211" y="2207095"/>
                  </a:lnTo>
                  <a:lnTo>
                    <a:pt x="143344" y="2208961"/>
                  </a:lnTo>
                  <a:lnTo>
                    <a:pt x="142875" y="2210079"/>
                  </a:lnTo>
                  <a:lnTo>
                    <a:pt x="142875" y="2212708"/>
                  </a:lnTo>
                  <a:lnTo>
                    <a:pt x="143344" y="2213826"/>
                  </a:lnTo>
                  <a:lnTo>
                    <a:pt x="145211" y="2215692"/>
                  </a:lnTo>
                  <a:lnTo>
                    <a:pt x="146329" y="2216162"/>
                  </a:lnTo>
                  <a:lnTo>
                    <a:pt x="148958" y="2216162"/>
                  </a:lnTo>
                  <a:lnTo>
                    <a:pt x="150075" y="2215692"/>
                  </a:lnTo>
                  <a:lnTo>
                    <a:pt x="151942" y="2213826"/>
                  </a:lnTo>
                  <a:lnTo>
                    <a:pt x="152400" y="2212708"/>
                  </a:lnTo>
                  <a:lnTo>
                    <a:pt x="152400" y="2210079"/>
                  </a:lnTo>
                  <a:close/>
                </a:path>
                <a:path w="5153025" h="2221229">
                  <a:moveTo>
                    <a:pt x="152400" y="1106766"/>
                  </a:moveTo>
                  <a:lnTo>
                    <a:pt x="151942" y="1105649"/>
                  </a:lnTo>
                  <a:lnTo>
                    <a:pt x="150075" y="1103782"/>
                  </a:lnTo>
                  <a:lnTo>
                    <a:pt x="148958" y="1103312"/>
                  </a:lnTo>
                  <a:lnTo>
                    <a:pt x="146329" y="1103312"/>
                  </a:lnTo>
                  <a:lnTo>
                    <a:pt x="145211" y="1103782"/>
                  </a:lnTo>
                  <a:lnTo>
                    <a:pt x="143344" y="1105649"/>
                  </a:lnTo>
                  <a:lnTo>
                    <a:pt x="142875" y="1106766"/>
                  </a:lnTo>
                  <a:lnTo>
                    <a:pt x="142875" y="1109395"/>
                  </a:lnTo>
                  <a:lnTo>
                    <a:pt x="143344" y="1110513"/>
                  </a:lnTo>
                  <a:lnTo>
                    <a:pt x="145211" y="1112380"/>
                  </a:lnTo>
                  <a:lnTo>
                    <a:pt x="146329" y="1112837"/>
                  </a:lnTo>
                  <a:lnTo>
                    <a:pt x="148958" y="1112837"/>
                  </a:lnTo>
                  <a:lnTo>
                    <a:pt x="150075" y="1112380"/>
                  </a:lnTo>
                  <a:lnTo>
                    <a:pt x="151942" y="1110513"/>
                  </a:lnTo>
                  <a:lnTo>
                    <a:pt x="152400" y="1109395"/>
                  </a:lnTo>
                  <a:lnTo>
                    <a:pt x="152400" y="1106766"/>
                  </a:lnTo>
                  <a:close/>
                </a:path>
                <a:path w="5153025" h="2221229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5153025" h="2221229">
                  <a:moveTo>
                    <a:pt x="200025" y="2210079"/>
                  </a:moveTo>
                  <a:lnTo>
                    <a:pt x="199567" y="2208961"/>
                  </a:lnTo>
                  <a:lnTo>
                    <a:pt x="197700" y="2207095"/>
                  </a:lnTo>
                  <a:lnTo>
                    <a:pt x="196583" y="2206637"/>
                  </a:lnTo>
                  <a:lnTo>
                    <a:pt x="193954" y="2206637"/>
                  </a:lnTo>
                  <a:lnTo>
                    <a:pt x="192836" y="2207095"/>
                  </a:lnTo>
                  <a:lnTo>
                    <a:pt x="190969" y="2208961"/>
                  </a:lnTo>
                  <a:lnTo>
                    <a:pt x="190500" y="2210079"/>
                  </a:lnTo>
                  <a:lnTo>
                    <a:pt x="190500" y="2212708"/>
                  </a:lnTo>
                  <a:lnTo>
                    <a:pt x="190969" y="2213826"/>
                  </a:lnTo>
                  <a:lnTo>
                    <a:pt x="192836" y="2215692"/>
                  </a:lnTo>
                  <a:lnTo>
                    <a:pt x="193954" y="2216162"/>
                  </a:lnTo>
                  <a:lnTo>
                    <a:pt x="196583" y="2216162"/>
                  </a:lnTo>
                  <a:lnTo>
                    <a:pt x="197700" y="2215692"/>
                  </a:lnTo>
                  <a:lnTo>
                    <a:pt x="199567" y="2213826"/>
                  </a:lnTo>
                  <a:lnTo>
                    <a:pt x="200025" y="2212708"/>
                  </a:lnTo>
                  <a:lnTo>
                    <a:pt x="200025" y="2210079"/>
                  </a:lnTo>
                  <a:close/>
                </a:path>
                <a:path w="5153025" h="2221229">
                  <a:moveTo>
                    <a:pt x="200025" y="1106766"/>
                  </a:moveTo>
                  <a:lnTo>
                    <a:pt x="199567" y="1105649"/>
                  </a:lnTo>
                  <a:lnTo>
                    <a:pt x="197700" y="1103782"/>
                  </a:lnTo>
                  <a:lnTo>
                    <a:pt x="196583" y="1103312"/>
                  </a:lnTo>
                  <a:lnTo>
                    <a:pt x="193954" y="1103312"/>
                  </a:lnTo>
                  <a:lnTo>
                    <a:pt x="192836" y="1103782"/>
                  </a:lnTo>
                  <a:lnTo>
                    <a:pt x="190969" y="1105649"/>
                  </a:lnTo>
                  <a:lnTo>
                    <a:pt x="190500" y="1106766"/>
                  </a:lnTo>
                  <a:lnTo>
                    <a:pt x="190500" y="1109395"/>
                  </a:lnTo>
                  <a:lnTo>
                    <a:pt x="190969" y="1110513"/>
                  </a:lnTo>
                  <a:lnTo>
                    <a:pt x="192836" y="1112380"/>
                  </a:lnTo>
                  <a:lnTo>
                    <a:pt x="193954" y="1112837"/>
                  </a:lnTo>
                  <a:lnTo>
                    <a:pt x="196583" y="1112837"/>
                  </a:lnTo>
                  <a:lnTo>
                    <a:pt x="197700" y="1112380"/>
                  </a:lnTo>
                  <a:lnTo>
                    <a:pt x="199567" y="1110513"/>
                  </a:lnTo>
                  <a:lnTo>
                    <a:pt x="200025" y="1109395"/>
                  </a:lnTo>
                  <a:lnTo>
                    <a:pt x="200025" y="1106766"/>
                  </a:lnTo>
                  <a:close/>
                </a:path>
                <a:path w="5153025" h="2221229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5153025" h="2221229">
                  <a:moveTo>
                    <a:pt x="247650" y="2210079"/>
                  </a:moveTo>
                  <a:lnTo>
                    <a:pt x="247192" y="2208961"/>
                  </a:lnTo>
                  <a:lnTo>
                    <a:pt x="245325" y="2207095"/>
                  </a:lnTo>
                  <a:lnTo>
                    <a:pt x="244208" y="2206637"/>
                  </a:lnTo>
                  <a:lnTo>
                    <a:pt x="241579" y="2206637"/>
                  </a:lnTo>
                  <a:lnTo>
                    <a:pt x="240461" y="2207095"/>
                  </a:lnTo>
                  <a:lnTo>
                    <a:pt x="238594" y="2208961"/>
                  </a:lnTo>
                  <a:lnTo>
                    <a:pt x="238125" y="2210079"/>
                  </a:lnTo>
                  <a:lnTo>
                    <a:pt x="238125" y="2212708"/>
                  </a:lnTo>
                  <a:lnTo>
                    <a:pt x="238594" y="2213826"/>
                  </a:lnTo>
                  <a:lnTo>
                    <a:pt x="240461" y="2215692"/>
                  </a:lnTo>
                  <a:lnTo>
                    <a:pt x="241579" y="2216162"/>
                  </a:lnTo>
                  <a:lnTo>
                    <a:pt x="244208" y="2216162"/>
                  </a:lnTo>
                  <a:lnTo>
                    <a:pt x="245325" y="2215692"/>
                  </a:lnTo>
                  <a:lnTo>
                    <a:pt x="247192" y="2213826"/>
                  </a:lnTo>
                  <a:lnTo>
                    <a:pt x="247650" y="2212708"/>
                  </a:lnTo>
                  <a:lnTo>
                    <a:pt x="247650" y="2210079"/>
                  </a:lnTo>
                  <a:close/>
                </a:path>
                <a:path w="5153025" h="2221229">
                  <a:moveTo>
                    <a:pt x="247650" y="1106766"/>
                  </a:moveTo>
                  <a:lnTo>
                    <a:pt x="247192" y="1105649"/>
                  </a:lnTo>
                  <a:lnTo>
                    <a:pt x="245325" y="1103782"/>
                  </a:lnTo>
                  <a:lnTo>
                    <a:pt x="244208" y="1103312"/>
                  </a:lnTo>
                  <a:lnTo>
                    <a:pt x="241579" y="1103312"/>
                  </a:lnTo>
                  <a:lnTo>
                    <a:pt x="240461" y="1103782"/>
                  </a:lnTo>
                  <a:lnTo>
                    <a:pt x="238594" y="1105649"/>
                  </a:lnTo>
                  <a:lnTo>
                    <a:pt x="238125" y="1106766"/>
                  </a:lnTo>
                  <a:lnTo>
                    <a:pt x="238125" y="1109395"/>
                  </a:lnTo>
                  <a:lnTo>
                    <a:pt x="238594" y="1110513"/>
                  </a:lnTo>
                  <a:lnTo>
                    <a:pt x="240461" y="1112380"/>
                  </a:lnTo>
                  <a:lnTo>
                    <a:pt x="241579" y="1112837"/>
                  </a:lnTo>
                  <a:lnTo>
                    <a:pt x="244208" y="1112837"/>
                  </a:lnTo>
                  <a:lnTo>
                    <a:pt x="245325" y="1112380"/>
                  </a:lnTo>
                  <a:lnTo>
                    <a:pt x="247192" y="1110513"/>
                  </a:lnTo>
                  <a:lnTo>
                    <a:pt x="247650" y="1109395"/>
                  </a:lnTo>
                  <a:lnTo>
                    <a:pt x="247650" y="1106766"/>
                  </a:lnTo>
                  <a:close/>
                </a:path>
                <a:path w="5153025" h="2221229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5153025" h="2221229">
                  <a:moveTo>
                    <a:pt x="295275" y="2210079"/>
                  </a:moveTo>
                  <a:lnTo>
                    <a:pt x="294817" y="2208961"/>
                  </a:lnTo>
                  <a:lnTo>
                    <a:pt x="292950" y="2207095"/>
                  </a:lnTo>
                  <a:lnTo>
                    <a:pt x="291833" y="2206637"/>
                  </a:lnTo>
                  <a:lnTo>
                    <a:pt x="289204" y="2206637"/>
                  </a:lnTo>
                  <a:lnTo>
                    <a:pt x="288086" y="2207095"/>
                  </a:lnTo>
                  <a:lnTo>
                    <a:pt x="286219" y="2208961"/>
                  </a:lnTo>
                  <a:lnTo>
                    <a:pt x="285750" y="2210079"/>
                  </a:lnTo>
                  <a:lnTo>
                    <a:pt x="285750" y="2212708"/>
                  </a:lnTo>
                  <a:lnTo>
                    <a:pt x="286219" y="2213826"/>
                  </a:lnTo>
                  <a:lnTo>
                    <a:pt x="288086" y="2215692"/>
                  </a:lnTo>
                  <a:lnTo>
                    <a:pt x="289204" y="2216162"/>
                  </a:lnTo>
                  <a:lnTo>
                    <a:pt x="291833" y="2216162"/>
                  </a:lnTo>
                  <a:lnTo>
                    <a:pt x="292950" y="2215692"/>
                  </a:lnTo>
                  <a:lnTo>
                    <a:pt x="294817" y="2213826"/>
                  </a:lnTo>
                  <a:lnTo>
                    <a:pt x="295275" y="2212708"/>
                  </a:lnTo>
                  <a:lnTo>
                    <a:pt x="295275" y="2210079"/>
                  </a:lnTo>
                  <a:close/>
                </a:path>
                <a:path w="5153025" h="2221229">
                  <a:moveTo>
                    <a:pt x="295275" y="1106766"/>
                  </a:moveTo>
                  <a:lnTo>
                    <a:pt x="294817" y="1105649"/>
                  </a:lnTo>
                  <a:lnTo>
                    <a:pt x="292950" y="1103782"/>
                  </a:lnTo>
                  <a:lnTo>
                    <a:pt x="291833" y="1103312"/>
                  </a:lnTo>
                  <a:lnTo>
                    <a:pt x="289204" y="1103312"/>
                  </a:lnTo>
                  <a:lnTo>
                    <a:pt x="288086" y="1103782"/>
                  </a:lnTo>
                  <a:lnTo>
                    <a:pt x="286219" y="1105649"/>
                  </a:lnTo>
                  <a:lnTo>
                    <a:pt x="285750" y="1106766"/>
                  </a:lnTo>
                  <a:lnTo>
                    <a:pt x="285750" y="1109395"/>
                  </a:lnTo>
                  <a:lnTo>
                    <a:pt x="286219" y="1110513"/>
                  </a:lnTo>
                  <a:lnTo>
                    <a:pt x="288086" y="1112380"/>
                  </a:lnTo>
                  <a:lnTo>
                    <a:pt x="289204" y="1112837"/>
                  </a:lnTo>
                  <a:lnTo>
                    <a:pt x="291833" y="1112837"/>
                  </a:lnTo>
                  <a:lnTo>
                    <a:pt x="292950" y="1112380"/>
                  </a:lnTo>
                  <a:lnTo>
                    <a:pt x="294817" y="1110513"/>
                  </a:lnTo>
                  <a:lnTo>
                    <a:pt x="295275" y="1109395"/>
                  </a:lnTo>
                  <a:lnTo>
                    <a:pt x="295275" y="1106766"/>
                  </a:lnTo>
                  <a:close/>
                </a:path>
                <a:path w="5153025" h="2221229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5153025" h="2221229">
                  <a:moveTo>
                    <a:pt x="342900" y="2210079"/>
                  </a:moveTo>
                  <a:lnTo>
                    <a:pt x="342442" y="2208961"/>
                  </a:lnTo>
                  <a:lnTo>
                    <a:pt x="340575" y="2207095"/>
                  </a:lnTo>
                  <a:lnTo>
                    <a:pt x="339458" y="2206637"/>
                  </a:lnTo>
                  <a:lnTo>
                    <a:pt x="336829" y="2206637"/>
                  </a:lnTo>
                  <a:lnTo>
                    <a:pt x="335711" y="2207095"/>
                  </a:lnTo>
                  <a:lnTo>
                    <a:pt x="333844" y="2208961"/>
                  </a:lnTo>
                  <a:lnTo>
                    <a:pt x="333375" y="2210079"/>
                  </a:lnTo>
                  <a:lnTo>
                    <a:pt x="333375" y="2212708"/>
                  </a:lnTo>
                  <a:lnTo>
                    <a:pt x="333844" y="2213826"/>
                  </a:lnTo>
                  <a:lnTo>
                    <a:pt x="335711" y="2215692"/>
                  </a:lnTo>
                  <a:lnTo>
                    <a:pt x="336829" y="2216162"/>
                  </a:lnTo>
                  <a:lnTo>
                    <a:pt x="339458" y="2216162"/>
                  </a:lnTo>
                  <a:lnTo>
                    <a:pt x="340575" y="2215692"/>
                  </a:lnTo>
                  <a:lnTo>
                    <a:pt x="342442" y="2213826"/>
                  </a:lnTo>
                  <a:lnTo>
                    <a:pt x="342900" y="2212708"/>
                  </a:lnTo>
                  <a:lnTo>
                    <a:pt x="342900" y="2210079"/>
                  </a:lnTo>
                  <a:close/>
                </a:path>
                <a:path w="5153025" h="2221229">
                  <a:moveTo>
                    <a:pt x="342900" y="1106766"/>
                  </a:moveTo>
                  <a:lnTo>
                    <a:pt x="342442" y="1105649"/>
                  </a:lnTo>
                  <a:lnTo>
                    <a:pt x="340575" y="1103782"/>
                  </a:lnTo>
                  <a:lnTo>
                    <a:pt x="339458" y="1103312"/>
                  </a:lnTo>
                  <a:lnTo>
                    <a:pt x="336829" y="1103312"/>
                  </a:lnTo>
                  <a:lnTo>
                    <a:pt x="335711" y="1103782"/>
                  </a:lnTo>
                  <a:lnTo>
                    <a:pt x="333844" y="1105649"/>
                  </a:lnTo>
                  <a:lnTo>
                    <a:pt x="333375" y="1106766"/>
                  </a:lnTo>
                  <a:lnTo>
                    <a:pt x="333375" y="1109395"/>
                  </a:lnTo>
                  <a:lnTo>
                    <a:pt x="333844" y="1110513"/>
                  </a:lnTo>
                  <a:lnTo>
                    <a:pt x="335711" y="1112380"/>
                  </a:lnTo>
                  <a:lnTo>
                    <a:pt x="336829" y="1112837"/>
                  </a:lnTo>
                  <a:lnTo>
                    <a:pt x="339458" y="1112837"/>
                  </a:lnTo>
                  <a:lnTo>
                    <a:pt x="340575" y="1112380"/>
                  </a:lnTo>
                  <a:lnTo>
                    <a:pt x="342442" y="1110513"/>
                  </a:lnTo>
                  <a:lnTo>
                    <a:pt x="342900" y="1109395"/>
                  </a:lnTo>
                  <a:lnTo>
                    <a:pt x="342900" y="1106766"/>
                  </a:lnTo>
                  <a:close/>
                </a:path>
                <a:path w="5153025" h="2221229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5153025" h="2221229">
                  <a:moveTo>
                    <a:pt x="370992" y="2214842"/>
                  </a:moveTo>
                  <a:lnTo>
                    <a:pt x="370522" y="2213724"/>
                  </a:lnTo>
                  <a:lnTo>
                    <a:pt x="368668" y="2211857"/>
                  </a:lnTo>
                  <a:lnTo>
                    <a:pt x="367538" y="2211400"/>
                  </a:lnTo>
                  <a:lnTo>
                    <a:pt x="364909" y="2211400"/>
                  </a:lnTo>
                  <a:lnTo>
                    <a:pt x="363791" y="2211857"/>
                  </a:lnTo>
                  <a:lnTo>
                    <a:pt x="361924" y="2213724"/>
                  </a:lnTo>
                  <a:lnTo>
                    <a:pt x="361467" y="2214842"/>
                  </a:lnTo>
                  <a:lnTo>
                    <a:pt x="361467" y="2217470"/>
                  </a:lnTo>
                  <a:lnTo>
                    <a:pt x="361924" y="2218588"/>
                  </a:lnTo>
                  <a:lnTo>
                    <a:pt x="363791" y="2220455"/>
                  </a:lnTo>
                  <a:lnTo>
                    <a:pt x="364909" y="2220925"/>
                  </a:lnTo>
                  <a:lnTo>
                    <a:pt x="367538" y="2220925"/>
                  </a:lnTo>
                  <a:lnTo>
                    <a:pt x="368668" y="2220455"/>
                  </a:lnTo>
                  <a:lnTo>
                    <a:pt x="370522" y="2218588"/>
                  </a:lnTo>
                  <a:lnTo>
                    <a:pt x="370992" y="2217470"/>
                  </a:lnTo>
                  <a:lnTo>
                    <a:pt x="370992" y="2214842"/>
                  </a:lnTo>
                  <a:close/>
                </a:path>
                <a:path w="5153025" h="2221229">
                  <a:moveTo>
                    <a:pt x="370992" y="2167217"/>
                  </a:moveTo>
                  <a:lnTo>
                    <a:pt x="370522" y="2166099"/>
                  </a:lnTo>
                  <a:lnTo>
                    <a:pt x="368668" y="2164232"/>
                  </a:lnTo>
                  <a:lnTo>
                    <a:pt x="367538" y="2163775"/>
                  </a:lnTo>
                  <a:lnTo>
                    <a:pt x="364909" y="2163775"/>
                  </a:lnTo>
                  <a:lnTo>
                    <a:pt x="363791" y="2164232"/>
                  </a:lnTo>
                  <a:lnTo>
                    <a:pt x="361924" y="2166099"/>
                  </a:lnTo>
                  <a:lnTo>
                    <a:pt x="361467" y="2167217"/>
                  </a:lnTo>
                  <a:lnTo>
                    <a:pt x="361467" y="2169845"/>
                  </a:lnTo>
                  <a:lnTo>
                    <a:pt x="361924" y="2170963"/>
                  </a:lnTo>
                  <a:lnTo>
                    <a:pt x="363791" y="2172830"/>
                  </a:lnTo>
                  <a:lnTo>
                    <a:pt x="364909" y="2173300"/>
                  </a:lnTo>
                  <a:lnTo>
                    <a:pt x="367538" y="2173300"/>
                  </a:lnTo>
                  <a:lnTo>
                    <a:pt x="368668" y="2172830"/>
                  </a:lnTo>
                  <a:lnTo>
                    <a:pt x="370522" y="2170963"/>
                  </a:lnTo>
                  <a:lnTo>
                    <a:pt x="370992" y="2169845"/>
                  </a:lnTo>
                  <a:lnTo>
                    <a:pt x="370992" y="2167217"/>
                  </a:lnTo>
                  <a:close/>
                </a:path>
                <a:path w="5153025" h="2221229">
                  <a:moveTo>
                    <a:pt x="370992" y="2119592"/>
                  </a:moveTo>
                  <a:lnTo>
                    <a:pt x="370522" y="2118474"/>
                  </a:lnTo>
                  <a:lnTo>
                    <a:pt x="368668" y="2116607"/>
                  </a:lnTo>
                  <a:lnTo>
                    <a:pt x="367538" y="2116150"/>
                  </a:lnTo>
                  <a:lnTo>
                    <a:pt x="364909" y="2116150"/>
                  </a:lnTo>
                  <a:lnTo>
                    <a:pt x="363791" y="2116607"/>
                  </a:lnTo>
                  <a:lnTo>
                    <a:pt x="361924" y="2118474"/>
                  </a:lnTo>
                  <a:lnTo>
                    <a:pt x="361467" y="2119592"/>
                  </a:lnTo>
                  <a:lnTo>
                    <a:pt x="361467" y="2122220"/>
                  </a:lnTo>
                  <a:lnTo>
                    <a:pt x="361924" y="2123338"/>
                  </a:lnTo>
                  <a:lnTo>
                    <a:pt x="363791" y="2125205"/>
                  </a:lnTo>
                  <a:lnTo>
                    <a:pt x="364909" y="2125675"/>
                  </a:lnTo>
                  <a:lnTo>
                    <a:pt x="367538" y="2125675"/>
                  </a:lnTo>
                  <a:lnTo>
                    <a:pt x="368668" y="2125205"/>
                  </a:lnTo>
                  <a:lnTo>
                    <a:pt x="370522" y="2123338"/>
                  </a:lnTo>
                  <a:lnTo>
                    <a:pt x="370992" y="2122220"/>
                  </a:lnTo>
                  <a:lnTo>
                    <a:pt x="370992" y="2119592"/>
                  </a:lnTo>
                  <a:close/>
                </a:path>
                <a:path w="5153025" h="2221229">
                  <a:moveTo>
                    <a:pt x="370992" y="2071966"/>
                  </a:moveTo>
                  <a:lnTo>
                    <a:pt x="370522" y="2070849"/>
                  </a:lnTo>
                  <a:lnTo>
                    <a:pt x="368668" y="2068982"/>
                  </a:lnTo>
                  <a:lnTo>
                    <a:pt x="367538" y="2068525"/>
                  </a:lnTo>
                  <a:lnTo>
                    <a:pt x="364909" y="2068525"/>
                  </a:lnTo>
                  <a:lnTo>
                    <a:pt x="363791" y="2068982"/>
                  </a:lnTo>
                  <a:lnTo>
                    <a:pt x="361924" y="2070849"/>
                  </a:lnTo>
                  <a:lnTo>
                    <a:pt x="361467" y="2071966"/>
                  </a:lnTo>
                  <a:lnTo>
                    <a:pt x="361467" y="2074595"/>
                  </a:lnTo>
                  <a:lnTo>
                    <a:pt x="361924" y="2075713"/>
                  </a:lnTo>
                  <a:lnTo>
                    <a:pt x="363791" y="2077580"/>
                  </a:lnTo>
                  <a:lnTo>
                    <a:pt x="364909" y="2078050"/>
                  </a:lnTo>
                  <a:lnTo>
                    <a:pt x="367538" y="2078050"/>
                  </a:lnTo>
                  <a:lnTo>
                    <a:pt x="368668" y="2077580"/>
                  </a:lnTo>
                  <a:lnTo>
                    <a:pt x="370522" y="2075713"/>
                  </a:lnTo>
                  <a:lnTo>
                    <a:pt x="370992" y="2074595"/>
                  </a:lnTo>
                  <a:lnTo>
                    <a:pt x="370992" y="2071966"/>
                  </a:lnTo>
                  <a:close/>
                </a:path>
                <a:path w="5153025" h="2221229">
                  <a:moveTo>
                    <a:pt x="370992" y="2024341"/>
                  </a:moveTo>
                  <a:lnTo>
                    <a:pt x="370522" y="2023224"/>
                  </a:lnTo>
                  <a:lnTo>
                    <a:pt x="368668" y="2021357"/>
                  </a:lnTo>
                  <a:lnTo>
                    <a:pt x="367538" y="2020900"/>
                  </a:lnTo>
                  <a:lnTo>
                    <a:pt x="364909" y="2020900"/>
                  </a:lnTo>
                  <a:lnTo>
                    <a:pt x="363791" y="2021357"/>
                  </a:lnTo>
                  <a:lnTo>
                    <a:pt x="361924" y="2023224"/>
                  </a:lnTo>
                  <a:lnTo>
                    <a:pt x="361467" y="2024341"/>
                  </a:lnTo>
                  <a:lnTo>
                    <a:pt x="361467" y="2026970"/>
                  </a:lnTo>
                  <a:lnTo>
                    <a:pt x="361924" y="2028088"/>
                  </a:lnTo>
                  <a:lnTo>
                    <a:pt x="363791" y="2029955"/>
                  </a:lnTo>
                  <a:lnTo>
                    <a:pt x="364909" y="2030425"/>
                  </a:lnTo>
                  <a:lnTo>
                    <a:pt x="367538" y="2030425"/>
                  </a:lnTo>
                  <a:lnTo>
                    <a:pt x="368668" y="2029955"/>
                  </a:lnTo>
                  <a:lnTo>
                    <a:pt x="370522" y="2028088"/>
                  </a:lnTo>
                  <a:lnTo>
                    <a:pt x="370992" y="2026970"/>
                  </a:lnTo>
                  <a:lnTo>
                    <a:pt x="370992" y="2024341"/>
                  </a:lnTo>
                  <a:close/>
                </a:path>
                <a:path w="5153025" h="2221229">
                  <a:moveTo>
                    <a:pt x="370992" y="1976716"/>
                  </a:moveTo>
                  <a:lnTo>
                    <a:pt x="370522" y="1975599"/>
                  </a:lnTo>
                  <a:lnTo>
                    <a:pt x="368668" y="1973732"/>
                  </a:lnTo>
                  <a:lnTo>
                    <a:pt x="367538" y="1973275"/>
                  </a:lnTo>
                  <a:lnTo>
                    <a:pt x="364909" y="1973275"/>
                  </a:lnTo>
                  <a:lnTo>
                    <a:pt x="363791" y="1973732"/>
                  </a:lnTo>
                  <a:lnTo>
                    <a:pt x="361924" y="1975599"/>
                  </a:lnTo>
                  <a:lnTo>
                    <a:pt x="361467" y="1976716"/>
                  </a:lnTo>
                  <a:lnTo>
                    <a:pt x="361467" y="1979345"/>
                  </a:lnTo>
                  <a:lnTo>
                    <a:pt x="361924" y="1980463"/>
                  </a:lnTo>
                  <a:lnTo>
                    <a:pt x="363791" y="1982330"/>
                  </a:lnTo>
                  <a:lnTo>
                    <a:pt x="364909" y="1982800"/>
                  </a:lnTo>
                  <a:lnTo>
                    <a:pt x="367538" y="1982800"/>
                  </a:lnTo>
                  <a:lnTo>
                    <a:pt x="368668" y="1982330"/>
                  </a:lnTo>
                  <a:lnTo>
                    <a:pt x="370522" y="1980463"/>
                  </a:lnTo>
                  <a:lnTo>
                    <a:pt x="370992" y="1979345"/>
                  </a:lnTo>
                  <a:lnTo>
                    <a:pt x="370992" y="1976716"/>
                  </a:lnTo>
                  <a:close/>
                </a:path>
                <a:path w="5153025" h="2221229">
                  <a:moveTo>
                    <a:pt x="370992" y="1929091"/>
                  </a:moveTo>
                  <a:lnTo>
                    <a:pt x="370522" y="1927974"/>
                  </a:lnTo>
                  <a:lnTo>
                    <a:pt x="368668" y="1926107"/>
                  </a:lnTo>
                  <a:lnTo>
                    <a:pt x="367538" y="1925650"/>
                  </a:lnTo>
                  <a:lnTo>
                    <a:pt x="364909" y="1925650"/>
                  </a:lnTo>
                  <a:lnTo>
                    <a:pt x="363791" y="1926107"/>
                  </a:lnTo>
                  <a:lnTo>
                    <a:pt x="361924" y="1927974"/>
                  </a:lnTo>
                  <a:lnTo>
                    <a:pt x="361467" y="1929091"/>
                  </a:lnTo>
                  <a:lnTo>
                    <a:pt x="361467" y="1931720"/>
                  </a:lnTo>
                  <a:lnTo>
                    <a:pt x="361924" y="1932838"/>
                  </a:lnTo>
                  <a:lnTo>
                    <a:pt x="363791" y="1934705"/>
                  </a:lnTo>
                  <a:lnTo>
                    <a:pt x="364909" y="1935175"/>
                  </a:lnTo>
                  <a:lnTo>
                    <a:pt x="367538" y="1935175"/>
                  </a:lnTo>
                  <a:lnTo>
                    <a:pt x="368668" y="1934705"/>
                  </a:lnTo>
                  <a:lnTo>
                    <a:pt x="370522" y="1932838"/>
                  </a:lnTo>
                  <a:lnTo>
                    <a:pt x="370992" y="1931720"/>
                  </a:lnTo>
                  <a:lnTo>
                    <a:pt x="370992" y="1929091"/>
                  </a:lnTo>
                  <a:close/>
                </a:path>
                <a:path w="5153025" h="2221229">
                  <a:moveTo>
                    <a:pt x="370992" y="1881466"/>
                  </a:moveTo>
                  <a:lnTo>
                    <a:pt x="370522" y="1880349"/>
                  </a:lnTo>
                  <a:lnTo>
                    <a:pt x="368668" y="1878482"/>
                  </a:lnTo>
                  <a:lnTo>
                    <a:pt x="367538" y="1878025"/>
                  </a:lnTo>
                  <a:lnTo>
                    <a:pt x="364909" y="1878025"/>
                  </a:lnTo>
                  <a:lnTo>
                    <a:pt x="363791" y="1878482"/>
                  </a:lnTo>
                  <a:lnTo>
                    <a:pt x="361924" y="1880349"/>
                  </a:lnTo>
                  <a:lnTo>
                    <a:pt x="361467" y="1881466"/>
                  </a:lnTo>
                  <a:lnTo>
                    <a:pt x="361467" y="1884095"/>
                  </a:lnTo>
                  <a:lnTo>
                    <a:pt x="361924" y="1885213"/>
                  </a:lnTo>
                  <a:lnTo>
                    <a:pt x="363791" y="1887080"/>
                  </a:lnTo>
                  <a:lnTo>
                    <a:pt x="364909" y="1887550"/>
                  </a:lnTo>
                  <a:lnTo>
                    <a:pt x="367538" y="1887550"/>
                  </a:lnTo>
                  <a:lnTo>
                    <a:pt x="368668" y="1887080"/>
                  </a:lnTo>
                  <a:lnTo>
                    <a:pt x="370522" y="1885213"/>
                  </a:lnTo>
                  <a:lnTo>
                    <a:pt x="370992" y="1884095"/>
                  </a:lnTo>
                  <a:lnTo>
                    <a:pt x="370992" y="1881466"/>
                  </a:lnTo>
                  <a:close/>
                </a:path>
                <a:path w="5153025" h="2221229">
                  <a:moveTo>
                    <a:pt x="370992" y="1833841"/>
                  </a:moveTo>
                  <a:lnTo>
                    <a:pt x="370522" y="1832724"/>
                  </a:lnTo>
                  <a:lnTo>
                    <a:pt x="368668" y="1830857"/>
                  </a:lnTo>
                  <a:lnTo>
                    <a:pt x="367538" y="1830400"/>
                  </a:lnTo>
                  <a:lnTo>
                    <a:pt x="364909" y="1830400"/>
                  </a:lnTo>
                  <a:lnTo>
                    <a:pt x="363791" y="1830857"/>
                  </a:lnTo>
                  <a:lnTo>
                    <a:pt x="361924" y="1832724"/>
                  </a:lnTo>
                  <a:lnTo>
                    <a:pt x="361467" y="1833841"/>
                  </a:lnTo>
                  <a:lnTo>
                    <a:pt x="361467" y="1836470"/>
                  </a:lnTo>
                  <a:lnTo>
                    <a:pt x="361924" y="1837588"/>
                  </a:lnTo>
                  <a:lnTo>
                    <a:pt x="363791" y="1839455"/>
                  </a:lnTo>
                  <a:lnTo>
                    <a:pt x="364909" y="1839925"/>
                  </a:lnTo>
                  <a:lnTo>
                    <a:pt x="367538" y="1839925"/>
                  </a:lnTo>
                  <a:lnTo>
                    <a:pt x="368668" y="1839455"/>
                  </a:lnTo>
                  <a:lnTo>
                    <a:pt x="370522" y="1837588"/>
                  </a:lnTo>
                  <a:lnTo>
                    <a:pt x="370992" y="1836470"/>
                  </a:lnTo>
                  <a:lnTo>
                    <a:pt x="370992" y="1833841"/>
                  </a:lnTo>
                  <a:close/>
                </a:path>
                <a:path w="5153025" h="2221229">
                  <a:moveTo>
                    <a:pt x="370992" y="1786216"/>
                  </a:moveTo>
                  <a:lnTo>
                    <a:pt x="370522" y="1785099"/>
                  </a:lnTo>
                  <a:lnTo>
                    <a:pt x="368668" y="1783232"/>
                  </a:lnTo>
                  <a:lnTo>
                    <a:pt x="367538" y="1782775"/>
                  </a:lnTo>
                  <a:lnTo>
                    <a:pt x="364909" y="1782775"/>
                  </a:lnTo>
                  <a:lnTo>
                    <a:pt x="363791" y="1783232"/>
                  </a:lnTo>
                  <a:lnTo>
                    <a:pt x="361924" y="1785099"/>
                  </a:lnTo>
                  <a:lnTo>
                    <a:pt x="361467" y="1786216"/>
                  </a:lnTo>
                  <a:lnTo>
                    <a:pt x="361467" y="1788845"/>
                  </a:lnTo>
                  <a:lnTo>
                    <a:pt x="361924" y="1789963"/>
                  </a:lnTo>
                  <a:lnTo>
                    <a:pt x="363791" y="1791830"/>
                  </a:lnTo>
                  <a:lnTo>
                    <a:pt x="364909" y="1792300"/>
                  </a:lnTo>
                  <a:lnTo>
                    <a:pt x="367538" y="1792300"/>
                  </a:lnTo>
                  <a:lnTo>
                    <a:pt x="368668" y="1791830"/>
                  </a:lnTo>
                  <a:lnTo>
                    <a:pt x="370522" y="1789963"/>
                  </a:lnTo>
                  <a:lnTo>
                    <a:pt x="370992" y="1788845"/>
                  </a:lnTo>
                  <a:lnTo>
                    <a:pt x="370992" y="1786216"/>
                  </a:lnTo>
                  <a:close/>
                </a:path>
                <a:path w="5153025" h="2221229">
                  <a:moveTo>
                    <a:pt x="370992" y="1738591"/>
                  </a:moveTo>
                  <a:lnTo>
                    <a:pt x="370522" y="1737474"/>
                  </a:lnTo>
                  <a:lnTo>
                    <a:pt x="368668" y="1735607"/>
                  </a:lnTo>
                  <a:lnTo>
                    <a:pt x="367538" y="1735150"/>
                  </a:lnTo>
                  <a:lnTo>
                    <a:pt x="364909" y="1735150"/>
                  </a:lnTo>
                  <a:lnTo>
                    <a:pt x="363791" y="1735607"/>
                  </a:lnTo>
                  <a:lnTo>
                    <a:pt x="361924" y="1737474"/>
                  </a:lnTo>
                  <a:lnTo>
                    <a:pt x="361467" y="1738591"/>
                  </a:lnTo>
                  <a:lnTo>
                    <a:pt x="361467" y="1741220"/>
                  </a:lnTo>
                  <a:lnTo>
                    <a:pt x="361924" y="1742338"/>
                  </a:lnTo>
                  <a:lnTo>
                    <a:pt x="363791" y="1744205"/>
                  </a:lnTo>
                  <a:lnTo>
                    <a:pt x="364909" y="1744675"/>
                  </a:lnTo>
                  <a:lnTo>
                    <a:pt x="367538" y="1744675"/>
                  </a:lnTo>
                  <a:lnTo>
                    <a:pt x="368668" y="1744205"/>
                  </a:lnTo>
                  <a:lnTo>
                    <a:pt x="370522" y="1742338"/>
                  </a:lnTo>
                  <a:lnTo>
                    <a:pt x="370992" y="1741220"/>
                  </a:lnTo>
                  <a:lnTo>
                    <a:pt x="370992" y="1738591"/>
                  </a:lnTo>
                  <a:close/>
                </a:path>
                <a:path w="5153025" h="2221229">
                  <a:moveTo>
                    <a:pt x="370992" y="1690966"/>
                  </a:moveTo>
                  <a:lnTo>
                    <a:pt x="370522" y="1689849"/>
                  </a:lnTo>
                  <a:lnTo>
                    <a:pt x="368668" y="1687982"/>
                  </a:lnTo>
                  <a:lnTo>
                    <a:pt x="367538" y="1687525"/>
                  </a:lnTo>
                  <a:lnTo>
                    <a:pt x="364909" y="1687525"/>
                  </a:lnTo>
                  <a:lnTo>
                    <a:pt x="363791" y="1687982"/>
                  </a:lnTo>
                  <a:lnTo>
                    <a:pt x="361924" y="1689849"/>
                  </a:lnTo>
                  <a:lnTo>
                    <a:pt x="361467" y="1690966"/>
                  </a:lnTo>
                  <a:lnTo>
                    <a:pt x="361467" y="1693595"/>
                  </a:lnTo>
                  <a:lnTo>
                    <a:pt x="361924" y="1694713"/>
                  </a:lnTo>
                  <a:lnTo>
                    <a:pt x="363791" y="1696580"/>
                  </a:lnTo>
                  <a:lnTo>
                    <a:pt x="364909" y="1697050"/>
                  </a:lnTo>
                  <a:lnTo>
                    <a:pt x="367538" y="1697050"/>
                  </a:lnTo>
                  <a:lnTo>
                    <a:pt x="368668" y="1696580"/>
                  </a:lnTo>
                  <a:lnTo>
                    <a:pt x="370522" y="1694713"/>
                  </a:lnTo>
                  <a:lnTo>
                    <a:pt x="370992" y="1693595"/>
                  </a:lnTo>
                  <a:lnTo>
                    <a:pt x="370992" y="1690966"/>
                  </a:lnTo>
                  <a:close/>
                </a:path>
                <a:path w="5153025" h="2221229">
                  <a:moveTo>
                    <a:pt x="370992" y="1643341"/>
                  </a:moveTo>
                  <a:lnTo>
                    <a:pt x="370522" y="1642224"/>
                  </a:lnTo>
                  <a:lnTo>
                    <a:pt x="368668" y="1640357"/>
                  </a:lnTo>
                  <a:lnTo>
                    <a:pt x="367538" y="1639900"/>
                  </a:lnTo>
                  <a:lnTo>
                    <a:pt x="364909" y="1639900"/>
                  </a:lnTo>
                  <a:lnTo>
                    <a:pt x="363791" y="1640357"/>
                  </a:lnTo>
                  <a:lnTo>
                    <a:pt x="361924" y="1642224"/>
                  </a:lnTo>
                  <a:lnTo>
                    <a:pt x="361467" y="1643341"/>
                  </a:lnTo>
                  <a:lnTo>
                    <a:pt x="361467" y="1645970"/>
                  </a:lnTo>
                  <a:lnTo>
                    <a:pt x="361924" y="1647088"/>
                  </a:lnTo>
                  <a:lnTo>
                    <a:pt x="363791" y="1648955"/>
                  </a:lnTo>
                  <a:lnTo>
                    <a:pt x="364909" y="1649425"/>
                  </a:lnTo>
                  <a:lnTo>
                    <a:pt x="367538" y="1649425"/>
                  </a:lnTo>
                  <a:lnTo>
                    <a:pt x="368668" y="1648955"/>
                  </a:lnTo>
                  <a:lnTo>
                    <a:pt x="370522" y="1647088"/>
                  </a:lnTo>
                  <a:lnTo>
                    <a:pt x="370992" y="1645970"/>
                  </a:lnTo>
                  <a:lnTo>
                    <a:pt x="370992" y="1643341"/>
                  </a:lnTo>
                  <a:close/>
                </a:path>
                <a:path w="5153025" h="2221229">
                  <a:moveTo>
                    <a:pt x="370992" y="1595716"/>
                  </a:moveTo>
                  <a:lnTo>
                    <a:pt x="370522" y="1594599"/>
                  </a:lnTo>
                  <a:lnTo>
                    <a:pt x="368668" y="1592732"/>
                  </a:lnTo>
                  <a:lnTo>
                    <a:pt x="367538" y="1592275"/>
                  </a:lnTo>
                  <a:lnTo>
                    <a:pt x="364909" y="1592275"/>
                  </a:lnTo>
                  <a:lnTo>
                    <a:pt x="363791" y="1592732"/>
                  </a:lnTo>
                  <a:lnTo>
                    <a:pt x="361924" y="1594599"/>
                  </a:lnTo>
                  <a:lnTo>
                    <a:pt x="361467" y="1595716"/>
                  </a:lnTo>
                  <a:lnTo>
                    <a:pt x="361467" y="1598345"/>
                  </a:lnTo>
                  <a:lnTo>
                    <a:pt x="361924" y="1599463"/>
                  </a:lnTo>
                  <a:lnTo>
                    <a:pt x="363791" y="1601330"/>
                  </a:lnTo>
                  <a:lnTo>
                    <a:pt x="364909" y="1601800"/>
                  </a:lnTo>
                  <a:lnTo>
                    <a:pt x="367538" y="1601800"/>
                  </a:lnTo>
                  <a:lnTo>
                    <a:pt x="368668" y="1601330"/>
                  </a:lnTo>
                  <a:lnTo>
                    <a:pt x="370522" y="1599463"/>
                  </a:lnTo>
                  <a:lnTo>
                    <a:pt x="370992" y="1598345"/>
                  </a:lnTo>
                  <a:lnTo>
                    <a:pt x="370992" y="1595716"/>
                  </a:lnTo>
                  <a:close/>
                </a:path>
                <a:path w="5153025" h="2221229">
                  <a:moveTo>
                    <a:pt x="370992" y="1548091"/>
                  </a:moveTo>
                  <a:lnTo>
                    <a:pt x="370522" y="1546974"/>
                  </a:lnTo>
                  <a:lnTo>
                    <a:pt x="368668" y="1545107"/>
                  </a:lnTo>
                  <a:lnTo>
                    <a:pt x="367538" y="1544650"/>
                  </a:lnTo>
                  <a:lnTo>
                    <a:pt x="364909" y="1544650"/>
                  </a:lnTo>
                  <a:lnTo>
                    <a:pt x="363791" y="1545107"/>
                  </a:lnTo>
                  <a:lnTo>
                    <a:pt x="361924" y="1546974"/>
                  </a:lnTo>
                  <a:lnTo>
                    <a:pt x="361467" y="1548091"/>
                  </a:lnTo>
                  <a:lnTo>
                    <a:pt x="361467" y="1550720"/>
                  </a:lnTo>
                  <a:lnTo>
                    <a:pt x="361924" y="1551838"/>
                  </a:lnTo>
                  <a:lnTo>
                    <a:pt x="363791" y="1553705"/>
                  </a:lnTo>
                  <a:lnTo>
                    <a:pt x="364909" y="1554175"/>
                  </a:lnTo>
                  <a:lnTo>
                    <a:pt x="367538" y="1554175"/>
                  </a:lnTo>
                  <a:lnTo>
                    <a:pt x="368668" y="1553705"/>
                  </a:lnTo>
                  <a:lnTo>
                    <a:pt x="370522" y="1551838"/>
                  </a:lnTo>
                  <a:lnTo>
                    <a:pt x="370992" y="1550720"/>
                  </a:lnTo>
                  <a:lnTo>
                    <a:pt x="370992" y="1548091"/>
                  </a:lnTo>
                  <a:close/>
                </a:path>
                <a:path w="5153025" h="2221229">
                  <a:moveTo>
                    <a:pt x="370992" y="1500466"/>
                  </a:moveTo>
                  <a:lnTo>
                    <a:pt x="370522" y="1499349"/>
                  </a:lnTo>
                  <a:lnTo>
                    <a:pt x="368668" y="1497482"/>
                  </a:lnTo>
                  <a:lnTo>
                    <a:pt x="367538" y="1497025"/>
                  </a:lnTo>
                  <a:lnTo>
                    <a:pt x="364909" y="1497025"/>
                  </a:lnTo>
                  <a:lnTo>
                    <a:pt x="363791" y="1497482"/>
                  </a:lnTo>
                  <a:lnTo>
                    <a:pt x="361924" y="1499349"/>
                  </a:lnTo>
                  <a:lnTo>
                    <a:pt x="361467" y="1500466"/>
                  </a:lnTo>
                  <a:lnTo>
                    <a:pt x="361467" y="1503095"/>
                  </a:lnTo>
                  <a:lnTo>
                    <a:pt x="361924" y="1504213"/>
                  </a:lnTo>
                  <a:lnTo>
                    <a:pt x="363791" y="1506080"/>
                  </a:lnTo>
                  <a:lnTo>
                    <a:pt x="364909" y="1506550"/>
                  </a:lnTo>
                  <a:lnTo>
                    <a:pt x="367538" y="1506550"/>
                  </a:lnTo>
                  <a:lnTo>
                    <a:pt x="368668" y="1506080"/>
                  </a:lnTo>
                  <a:lnTo>
                    <a:pt x="370522" y="1504213"/>
                  </a:lnTo>
                  <a:lnTo>
                    <a:pt x="370992" y="1503095"/>
                  </a:lnTo>
                  <a:lnTo>
                    <a:pt x="370992" y="1500466"/>
                  </a:lnTo>
                  <a:close/>
                </a:path>
                <a:path w="5153025" h="2221229">
                  <a:moveTo>
                    <a:pt x="370992" y="1452841"/>
                  </a:moveTo>
                  <a:lnTo>
                    <a:pt x="370522" y="1451724"/>
                  </a:lnTo>
                  <a:lnTo>
                    <a:pt x="368668" y="1449857"/>
                  </a:lnTo>
                  <a:lnTo>
                    <a:pt x="367538" y="1449400"/>
                  </a:lnTo>
                  <a:lnTo>
                    <a:pt x="364909" y="1449400"/>
                  </a:lnTo>
                  <a:lnTo>
                    <a:pt x="363791" y="1449857"/>
                  </a:lnTo>
                  <a:lnTo>
                    <a:pt x="361924" y="1451724"/>
                  </a:lnTo>
                  <a:lnTo>
                    <a:pt x="361467" y="1452841"/>
                  </a:lnTo>
                  <a:lnTo>
                    <a:pt x="361467" y="1455470"/>
                  </a:lnTo>
                  <a:lnTo>
                    <a:pt x="361924" y="1456588"/>
                  </a:lnTo>
                  <a:lnTo>
                    <a:pt x="363791" y="1458455"/>
                  </a:lnTo>
                  <a:lnTo>
                    <a:pt x="364909" y="1458925"/>
                  </a:lnTo>
                  <a:lnTo>
                    <a:pt x="367538" y="1458925"/>
                  </a:lnTo>
                  <a:lnTo>
                    <a:pt x="368668" y="1458455"/>
                  </a:lnTo>
                  <a:lnTo>
                    <a:pt x="370522" y="1456588"/>
                  </a:lnTo>
                  <a:lnTo>
                    <a:pt x="370992" y="1455470"/>
                  </a:lnTo>
                  <a:lnTo>
                    <a:pt x="370992" y="1452841"/>
                  </a:lnTo>
                  <a:close/>
                </a:path>
                <a:path w="5153025" h="2221229">
                  <a:moveTo>
                    <a:pt x="370992" y="1405216"/>
                  </a:moveTo>
                  <a:lnTo>
                    <a:pt x="370522" y="1404099"/>
                  </a:lnTo>
                  <a:lnTo>
                    <a:pt x="368668" y="1402232"/>
                  </a:lnTo>
                  <a:lnTo>
                    <a:pt x="367538" y="1401775"/>
                  </a:lnTo>
                  <a:lnTo>
                    <a:pt x="364909" y="1401775"/>
                  </a:lnTo>
                  <a:lnTo>
                    <a:pt x="363791" y="1402232"/>
                  </a:lnTo>
                  <a:lnTo>
                    <a:pt x="361924" y="1404099"/>
                  </a:lnTo>
                  <a:lnTo>
                    <a:pt x="361467" y="1405216"/>
                  </a:lnTo>
                  <a:lnTo>
                    <a:pt x="361467" y="1407845"/>
                  </a:lnTo>
                  <a:lnTo>
                    <a:pt x="361924" y="1408963"/>
                  </a:lnTo>
                  <a:lnTo>
                    <a:pt x="363791" y="1410830"/>
                  </a:lnTo>
                  <a:lnTo>
                    <a:pt x="364909" y="1411300"/>
                  </a:lnTo>
                  <a:lnTo>
                    <a:pt x="367538" y="1411300"/>
                  </a:lnTo>
                  <a:lnTo>
                    <a:pt x="368668" y="1410830"/>
                  </a:lnTo>
                  <a:lnTo>
                    <a:pt x="370522" y="1408963"/>
                  </a:lnTo>
                  <a:lnTo>
                    <a:pt x="370992" y="1407845"/>
                  </a:lnTo>
                  <a:lnTo>
                    <a:pt x="370992" y="1405216"/>
                  </a:lnTo>
                  <a:close/>
                </a:path>
                <a:path w="5153025" h="2221229">
                  <a:moveTo>
                    <a:pt x="370992" y="1357591"/>
                  </a:moveTo>
                  <a:lnTo>
                    <a:pt x="370522" y="1356474"/>
                  </a:lnTo>
                  <a:lnTo>
                    <a:pt x="368668" y="1354607"/>
                  </a:lnTo>
                  <a:lnTo>
                    <a:pt x="367538" y="1354150"/>
                  </a:lnTo>
                  <a:lnTo>
                    <a:pt x="364909" y="1354150"/>
                  </a:lnTo>
                  <a:lnTo>
                    <a:pt x="363791" y="1354607"/>
                  </a:lnTo>
                  <a:lnTo>
                    <a:pt x="361924" y="1356474"/>
                  </a:lnTo>
                  <a:lnTo>
                    <a:pt x="361467" y="1357591"/>
                  </a:lnTo>
                  <a:lnTo>
                    <a:pt x="361467" y="1360220"/>
                  </a:lnTo>
                  <a:lnTo>
                    <a:pt x="361924" y="1361338"/>
                  </a:lnTo>
                  <a:lnTo>
                    <a:pt x="363791" y="1363205"/>
                  </a:lnTo>
                  <a:lnTo>
                    <a:pt x="364909" y="1363675"/>
                  </a:lnTo>
                  <a:lnTo>
                    <a:pt x="367538" y="1363675"/>
                  </a:lnTo>
                  <a:lnTo>
                    <a:pt x="368668" y="1363205"/>
                  </a:lnTo>
                  <a:lnTo>
                    <a:pt x="370522" y="1361338"/>
                  </a:lnTo>
                  <a:lnTo>
                    <a:pt x="370992" y="1360220"/>
                  </a:lnTo>
                  <a:lnTo>
                    <a:pt x="370992" y="1357591"/>
                  </a:lnTo>
                  <a:close/>
                </a:path>
                <a:path w="5153025" h="2221229">
                  <a:moveTo>
                    <a:pt x="370992" y="1309966"/>
                  </a:moveTo>
                  <a:lnTo>
                    <a:pt x="370522" y="1308849"/>
                  </a:lnTo>
                  <a:lnTo>
                    <a:pt x="368668" y="1306982"/>
                  </a:lnTo>
                  <a:lnTo>
                    <a:pt x="367538" y="1306525"/>
                  </a:lnTo>
                  <a:lnTo>
                    <a:pt x="364909" y="1306525"/>
                  </a:lnTo>
                  <a:lnTo>
                    <a:pt x="363791" y="1306982"/>
                  </a:lnTo>
                  <a:lnTo>
                    <a:pt x="361924" y="1308849"/>
                  </a:lnTo>
                  <a:lnTo>
                    <a:pt x="361467" y="1309966"/>
                  </a:lnTo>
                  <a:lnTo>
                    <a:pt x="361467" y="1312595"/>
                  </a:lnTo>
                  <a:lnTo>
                    <a:pt x="361924" y="1313713"/>
                  </a:lnTo>
                  <a:lnTo>
                    <a:pt x="363791" y="1315580"/>
                  </a:lnTo>
                  <a:lnTo>
                    <a:pt x="364909" y="1316050"/>
                  </a:lnTo>
                  <a:lnTo>
                    <a:pt x="367538" y="1316050"/>
                  </a:lnTo>
                  <a:lnTo>
                    <a:pt x="368668" y="1315580"/>
                  </a:lnTo>
                  <a:lnTo>
                    <a:pt x="370522" y="1313713"/>
                  </a:lnTo>
                  <a:lnTo>
                    <a:pt x="370992" y="1312595"/>
                  </a:lnTo>
                  <a:lnTo>
                    <a:pt x="370992" y="1309966"/>
                  </a:lnTo>
                  <a:close/>
                </a:path>
                <a:path w="5153025" h="2221229">
                  <a:moveTo>
                    <a:pt x="370992" y="1262341"/>
                  </a:moveTo>
                  <a:lnTo>
                    <a:pt x="370522" y="1261224"/>
                  </a:lnTo>
                  <a:lnTo>
                    <a:pt x="368668" y="1259357"/>
                  </a:lnTo>
                  <a:lnTo>
                    <a:pt x="367538" y="1258900"/>
                  </a:lnTo>
                  <a:lnTo>
                    <a:pt x="364909" y="1258900"/>
                  </a:lnTo>
                  <a:lnTo>
                    <a:pt x="363791" y="1259357"/>
                  </a:lnTo>
                  <a:lnTo>
                    <a:pt x="361924" y="1261224"/>
                  </a:lnTo>
                  <a:lnTo>
                    <a:pt x="361467" y="1262341"/>
                  </a:lnTo>
                  <a:lnTo>
                    <a:pt x="361467" y="1264970"/>
                  </a:lnTo>
                  <a:lnTo>
                    <a:pt x="361924" y="1266088"/>
                  </a:lnTo>
                  <a:lnTo>
                    <a:pt x="363791" y="1267955"/>
                  </a:lnTo>
                  <a:lnTo>
                    <a:pt x="364909" y="1268425"/>
                  </a:lnTo>
                  <a:lnTo>
                    <a:pt x="367538" y="1268425"/>
                  </a:lnTo>
                  <a:lnTo>
                    <a:pt x="368668" y="1267955"/>
                  </a:lnTo>
                  <a:lnTo>
                    <a:pt x="370522" y="1266088"/>
                  </a:lnTo>
                  <a:lnTo>
                    <a:pt x="370992" y="1264970"/>
                  </a:lnTo>
                  <a:lnTo>
                    <a:pt x="370992" y="1262341"/>
                  </a:lnTo>
                  <a:close/>
                </a:path>
                <a:path w="5153025" h="2221229">
                  <a:moveTo>
                    <a:pt x="370992" y="1214716"/>
                  </a:moveTo>
                  <a:lnTo>
                    <a:pt x="370522" y="1213599"/>
                  </a:lnTo>
                  <a:lnTo>
                    <a:pt x="368668" y="1211732"/>
                  </a:lnTo>
                  <a:lnTo>
                    <a:pt x="367538" y="1211275"/>
                  </a:lnTo>
                  <a:lnTo>
                    <a:pt x="364909" y="1211275"/>
                  </a:lnTo>
                  <a:lnTo>
                    <a:pt x="363791" y="1211732"/>
                  </a:lnTo>
                  <a:lnTo>
                    <a:pt x="361924" y="1213599"/>
                  </a:lnTo>
                  <a:lnTo>
                    <a:pt x="361467" y="1214716"/>
                  </a:lnTo>
                  <a:lnTo>
                    <a:pt x="361467" y="1217345"/>
                  </a:lnTo>
                  <a:lnTo>
                    <a:pt x="361924" y="1218463"/>
                  </a:lnTo>
                  <a:lnTo>
                    <a:pt x="363791" y="1220330"/>
                  </a:lnTo>
                  <a:lnTo>
                    <a:pt x="364909" y="1220800"/>
                  </a:lnTo>
                  <a:lnTo>
                    <a:pt x="367538" y="1220800"/>
                  </a:lnTo>
                  <a:lnTo>
                    <a:pt x="368668" y="1220330"/>
                  </a:lnTo>
                  <a:lnTo>
                    <a:pt x="370522" y="1218463"/>
                  </a:lnTo>
                  <a:lnTo>
                    <a:pt x="370992" y="1217345"/>
                  </a:lnTo>
                  <a:lnTo>
                    <a:pt x="370992" y="1214716"/>
                  </a:lnTo>
                  <a:close/>
                </a:path>
                <a:path w="5153025" h="2221229">
                  <a:moveTo>
                    <a:pt x="370992" y="1167091"/>
                  </a:moveTo>
                  <a:lnTo>
                    <a:pt x="370522" y="1165974"/>
                  </a:lnTo>
                  <a:lnTo>
                    <a:pt x="368668" y="1164107"/>
                  </a:lnTo>
                  <a:lnTo>
                    <a:pt x="367538" y="1163650"/>
                  </a:lnTo>
                  <a:lnTo>
                    <a:pt x="364909" y="1163650"/>
                  </a:lnTo>
                  <a:lnTo>
                    <a:pt x="363791" y="1164107"/>
                  </a:lnTo>
                  <a:lnTo>
                    <a:pt x="361924" y="1165974"/>
                  </a:lnTo>
                  <a:lnTo>
                    <a:pt x="361467" y="1167091"/>
                  </a:lnTo>
                  <a:lnTo>
                    <a:pt x="361467" y="1169720"/>
                  </a:lnTo>
                  <a:lnTo>
                    <a:pt x="361924" y="1170838"/>
                  </a:lnTo>
                  <a:lnTo>
                    <a:pt x="363791" y="1172705"/>
                  </a:lnTo>
                  <a:lnTo>
                    <a:pt x="364909" y="1173175"/>
                  </a:lnTo>
                  <a:lnTo>
                    <a:pt x="367538" y="1173175"/>
                  </a:lnTo>
                  <a:lnTo>
                    <a:pt x="368668" y="1172705"/>
                  </a:lnTo>
                  <a:lnTo>
                    <a:pt x="370522" y="1170838"/>
                  </a:lnTo>
                  <a:lnTo>
                    <a:pt x="370992" y="1169720"/>
                  </a:lnTo>
                  <a:lnTo>
                    <a:pt x="370992" y="1167091"/>
                  </a:lnTo>
                  <a:close/>
                </a:path>
                <a:path w="5153025" h="2221229">
                  <a:moveTo>
                    <a:pt x="370992" y="1119466"/>
                  </a:moveTo>
                  <a:lnTo>
                    <a:pt x="370522" y="1118349"/>
                  </a:lnTo>
                  <a:lnTo>
                    <a:pt x="368668" y="1116482"/>
                  </a:lnTo>
                  <a:lnTo>
                    <a:pt x="367538" y="1116025"/>
                  </a:lnTo>
                  <a:lnTo>
                    <a:pt x="364909" y="1116025"/>
                  </a:lnTo>
                  <a:lnTo>
                    <a:pt x="363791" y="1116482"/>
                  </a:lnTo>
                  <a:lnTo>
                    <a:pt x="361924" y="1118349"/>
                  </a:lnTo>
                  <a:lnTo>
                    <a:pt x="361467" y="1119466"/>
                  </a:lnTo>
                  <a:lnTo>
                    <a:pt x="361467" y="1122095"/>
                  </a:lnTo>
                  <a:lnTo>
                    <a:pt x="361924" y="1123213"/>
                  </a:lnTo>
                  <a:lnTo>
                    <a:pt x="363791" y="1125080"/>
                  </a:lnTo>
                  <a:lnTo>
                    <a:pt x="364909" y="1125550"/>
                  </a:lnTo>
                  <a:lnTo>
                    <a:pt x="367538" y="1125550"/>
                  </a:lnTo>
                  <a:lnTo>
                    <a:pt x="368668" y="1125080"/>
                  </a:lnTo>
                  <a:lnTo>
                    <a:pt x="370522" y="1123213"/>
                  </a:lnTo>
                  <a:lnTo>
                    <a:pt x="370992" y="1122095"/>
                  </a:lnTo>
                  <a:lnTo>
                    <a:pt x="370992" y="1119466"/>
                  </a:lnTo>
                  <a:close/>
                </a:path>
                <a:path w="5153025" h="2221229">
                  <a:moveTo>
                    <a:pt x="370992" y="1071841"/>
                  </a:moveTo>
                  <a:lnTo>
                    <a:pt x="370522" y="1070724"/>
                  </a:lnTo>
                  <a:lnTo>
                    <a:pt x="368668" y="1068857"/>
                  </a:lnTo>
                  <a:lnTo>
                    <a:pt x="367538" y="1068400"/>
                  </a:lnTo>
                  <a:lnTo>
                    <a:pt x="364909" y="1068400"/>
                  </a:lnTo>
                  <a:lnTo>
                    <a:pt x="363791" y="1068857"/>
                  </a:lnTo>
                  <a:lnTo>
                    <a:pt x="361924" y="1070724"/>
                  </a:lnTo>
                  <a:lnTo>
                    <a:pt x="361467" y="1071841"/>
                  </a:lnTo>
                  <a:lnTo>
                    <a:pt x="361467" y="1074470"/>
                  </a:lnTo>
                  <a:lnTo>
                    <a:pt x="361924" y="1075588"/>
                  </a:lnTo>
                  <a:lnTo>
                    <a:pt x="363791" y="1077455"/>
                  </a:lnTo>
                  <a:lnTo>
                    <a:pt x="364909" y="1077925"/>
                  </a:lnTo>
                  <a:lnTo>
                    <a:pt x="367538" y="1077925"/>
                  </a:lnTo>
                  <a:lnTo>
                    <a:pt x="368668" y="1077455"/>
                  </a:lnTo>
                  <a:lnTo>
                    <a:pt x="370522" y="1075588"/>
                  </a:lnTo>
                  <a:lnTo>
                    <a:pt x="370992" y="1074470"/>
                  </a:lnTo>
                  <a:lnTo>
                    <a:pt x="370992" y="1071841"/>
                  </a:lnTo>
                  <a:close/>
                </a:path>
                <a:path w="5153025" h="2221229">
                  <a:moveTo>
                    <a:pt x="370992" y="1024216"/>
                  </a:moveTo>
                  <a:lnTo>
                    <a:pt x="370522" y="1023099"/>
                  </a:lnTo>
                  <a:lnTo>
                    <a:pt x="368668" y="1021232"/>
                  </a:lnTo>
                  <a:lnTo>
                    <a:pt x="367538" y="1020775"/>
                  </a:lnTo>
                  <a:lnTo>
                    <a:pt x="364909" y="1020775"/>
                  </a:lnTo>
                  <a:lnTo>
                    <a:pt x="363791" y="1021232"/>
                  </a:lnTo>
                  <a:lnTo>
                    <a:pt x="361924" y="1023099"/>
                  </a:lnTo>
                  <a:lnTo>
                    <a:pt x="361467" y="1024216"/>
                  </a:lnTo>
                  <a:lnTo>
                    <a:pt x="361467" y="1026845"/>
                  </a:lnTo>
                  <a:lnTo>
                    <a:pt x="361924" y="1027963"/>
                  </a:lnTo>
                  <a:lnTo>
                    <a:pt x="363791" y="1029830"/>
                  </a:lnTo>
                  <a:lnTo>
                    <a:pt x="364909" y="1030300"/>
                  </a:lnTo>
                  <a:lnTo>
                    <a:pt x="367538" y="1030300"/>
                  </a:lnTo>
                  <a:lnTo>
                    <a:pt x="368668" y="1029830"/>
                  </a:lnTo>
                  <a:lnTo>
                    <a:pt x="370522" y="1027963"/>
                  </a:lnTo>
                  <a:lnTo>
                    <a:pt x="370992" y="1026845"/>
                  </a:lnTo>
                  <a:lnTo>
                    <a:pt x="370992" y="1024216"/>
                  </a:lnTo>
                  <a:close/>
                </a:path>
                <a:path w="5153025" h="2221229">
                  <a:moveTo>
                    <a:pt x="370992" y="976591"/>
                  </a:moveTo>
                  <a:lnTo>
                    <a:pt x="370522" y="975474"/>
                  </a:lnTo>
                  <a:lnTo>
                    <a:pt x="368668" y="973607"/>
                  </a:lnTo>
                  <a:lnTo>
                    <a:pt x="367538" y="973150"/>
                  </a:lnTo>
                  <a:lnTo>
                    <a:pt x="364909" y="973150"/>
                  </a:lnTo>
                  <a:lnTo>
                    <a:pt x="363791" y="973607"/>
                  </a:lnTo>
                  <a:lnTo>
                    <a:pt x="361924" y="975474"/>
                  </a:lnTo>
                  <a:lnTo>
                    <a:pt x="361467" y="976591"/>
                  </a:lnTo>
                  <a:lnTo>
                    <a:pt x="361467" y="979220"/>
                  </a:lnTo>
                  <a:lnTo>
                    <a:pt x="361924" y="980338"/>
                  </a:lnTo>
                  <a:lnTo>
                    <a:pt x="363791" y="982205"/>
                  </a:lnTo>
                  <a:lnTo>
                    <a:pt x="364909" y="982675"/>
                  </a:lnTo>
                  <a:lnTo>
                    <a:pt x="367538" y="982675"/>
                  </a:lnTo>
                  <a:lnTo>
                    <a:pt x="368668" y="982205"/>
                  </a:lnTo>
                  <a:lnTo>
                    <a:pt x="370522" y="980338"/>
                  </a:lnTo>
                  <a:lnTo>
                    <a:pt x="370992" y="979220"/>
                  </a:lnTo>
                  <a:lnTo>
                    <a:pt x="370992" y="976591"/>
                  </a:lnTo>
                  <a:close/>
                </a:path>
                <a:path w="5153025" h="2221229">
                  <a:moveTo>
                    <a:pt x="370992" y="928966"/>
                  </a:moveTo>
                  <a:lnTo>
                    <a:pt x="370522" y="927849"/>
                  </a:lnTo>
                  <a:lnTo>
                    <a:pt x="368668" y="925982"/>
                  </a:lnTo>
                  <a:lnTo>
                    <a:pt x="367538" y="925525"/>
                  </a:lnTo>
                  <a:lnTo>
                    <a:pt x="364909" y="925525"/>
                  </a:lnTo>
                  <a:lnTo>
                    <a:pt x="363791" y="925982"/>
                  </a:lnTo>
                  <a:lnTo>
                    <a:pt x="361924" y="927849"/>
                  </a:lnTo>
                  <a:lnTo>
                    <a:pt x="361467" y="928966"/>
                  </a:lnTo>
                  <a:lnTo>
                    <a:pt x="361467" y="931595"/>
                  </a:lnTo>
                  <a:lnTo>
                    <a:pt x="361924" y="932713"/>
                  </a:lnTo>
                  <a:lnTo>
                    <a:pt x="363791" y="934580"/>
                  </a:lnTo>
                  <a:lnTo>
                    <a:pt x="364909" y="935050"/>
                  </a:lnTo>
                  <a:lnTo>
                    <a:pt x="367538" y="935050"/>
                  </a:lnTo>
                  <a:lnTo>
                    <a:pt x="368668" y="934580"/>
                  </a:lnTo>
                  <a:lnTo>
                    <a:pt x="370522" y="932713"/>
                  </a:lnTo>
                  <a:lnTo>
                    <a:pt x="370992" y="931595"/>
                  </a:lnTo>
                  <a:lnTo>
                    <a:pt x="370992" y="928966"/>
                  </a:lnTo>
                  <a:close/>
                </a:path>
                <a:path w="5153025" h="2221229">
                  <a:moveTo>
                    <a:pt x="370992" y="881341"/>
                  </a:moveTo>
                  <a:lnTo>
                    <a:pt x="370522" y="880224"/>
                  </a:lnTo>
                  <a:lnTo>
                    <a:pt x="368668" y="878357"/>
                  </a:lnTo>
                  <a:lnTo>
                    <a:pt x="367538" y="877900"/>
                  </a:lnTo>
                  <a:lnTo>
                    <a:pt x="364909" y="877900"/>
                  </a:lnTo>
                  <a:lnTo>
                    <a:pt x="363791" y="878357"/>
                  </a:lnTo>
                  <a:lnTo>
                    <a:pt x="361924" y="880224"/>
                  </a:lnTo>
                  <a:lnTo>
                    <a:pt x="361467" y="881341"/>
                  </a:lnTo>
                  <a:lnTo>
                    <a:pt x="361467" y="883970"/>
                  </a:lnTo>
                  <a:lnTo>
                    <a:pt x="361924" y="885088"/>
                  </a:lnTo>
                  <a:lnTo>
                    <a:pt x="363791" y="886955"/>
                  </a:lnTo>
                  <a:lnTo>
                    <a:pt x="364909" y="887425"/>
                  </a:lnTo>
                  <a:lnTo>
                    <a:pt x="367538" y="887425"/>
                  </a:lnTo>
                  <a:lnTo>
                    <a:pt x="368668" y="886955"/>
                  </a:lnTo>
                  <a:lnTo>
                    <a:pt x="370522" y="885088"/>
                  </a:lnTo>
                  <a:lnTo>
                    <a:pt x="370992" y="883970"/>
                  </a:lnTo>
                  <a:lnTo>
                    <a:pt x="370992" y="881341"/>
                  </a:lnTo>
                  <a:close/>
                </a:path>
                <a:path w="5153025" h="2221229">
                  <a:moveTo>
                    <a:pt x="370992" y="833716"/>
                  </a:moveTo>
                  <a:lnTo>
                    <a:pt x="370522" y="832599"/>
                  </a:lnTo>
                  <a:lnTo>
                    <a:pt x="368668" y="830732"/>
                  </a:lnTo>
                  <a:lnTo>
                    <a:pt x="367538" y="830275"/>
                  </a:lnTo>
                  <a:lnTo>
                    <a:pt x="364909" y="830275"/>
                  </a:lnTo>
                  <a:lnTo>
                    <a:pt x="363791" y="830732"/>
                  </a:lnTo>
                  <a:lnTo>
                    <a:pt x="361924" y="832599"/>
                  </a:lnTo>
                  <a:lnTo>
                    <a:pt x="361467" y="833716"/>
                  </a:lnTo>
                  <a:lnTo>
                    <a:pt x="361467" y="836345"/>
                  </a:lnTo>
                  <a:lnTo>
                    <a:pt x="361924" y="837463"/>
                  </a:lnTo>
                  <a:lnTo>
                    <a:pt x="363791" y="839330"/>
                  </a:lnTo>
                  <a:lnTo>
                    <a:pt x="364909" y="839800"/>
                  </a:lnTo>
                  <a:lnTo>
                    <a:pt x="367538" y="839800"/>
                  </a:lnTo>
                  <a:lnTo>
                    <a:pt x="368668" y="839330"/>
                  </a:lnTo>
                  <a:lnTo>
                    <a:pt x="370522" y="837463"/>
                  </a:lnTo>
                  <a:lnTo>
                    <a:pt x="370992" y="836345"/>
                  </a:lnTo>
                  <a:lnTo>
                    <a:pt x="370992" y="833716"/>
                  </a:lnTo>
                  <a:close/>
                </a:path>
                <a:path w="5153025" h="2221229">
                  <a:moveTo>
                    <a:pt x="370992" y="786091"/>
                  </a:moveTo>
                  <a:lnTo>
                    <a:pt x="370522" y="784974"/>
                  </a:lnTo>
                  <a:lnTo>
                    <a:pt x="368668" y="783107"/>
                  </a:lnTo>
                  <a:lnTo>
                    <a:pt x="367538" y="782650"/>
                  </a:lnTo>
                  <a:lnTo>
                    <a:pt x="364909" y="782650"/>
                  </a:lnTo>
                  <a:lnTo>
                    <a:pt x="363791" y="783107"/>
                  </a:lnTo>
                  <a:lnTo>
                    <a:pt x="361924" y="784974"/>
                  </a:lnTo>
                  <a:lnTo>
                    <a:pt x="361467" y="786091"/>
                  </a:lnTo>
                  <a:lnTo>
                    <a:pt x="361467" y="788720"/>
                  </a:lnTo>
                  <a:lnTo>
                    <a:pt x="361924" y="789838"/>
                  </a:lnTo>
                  <a:lnTo>
                    <a:pt x="363791" y="791705"/>
                  </a:lnTo>
                  <a:lnTo>
                    <a:pt x="364909" y="792175"/>
                  </a:lnTo>
                  <a:lnTo>
                    <a:pt x="367538" y="792175"/>
                  </a:lnTo>
                  <a:lnTo>
                    <a:pt x="368668" y="791705"/>
                  </a:lnTo>
                  <a:lnTo>
                    <a:pt x="370522" y="789838"/>
                  </a:lnTo>
                  <a:lnTo>
                    <a:pt x="370992" y="788720"/>
                  </a:lnTo>
                  <a:lnTo>
                    <a:pt x="370992" y="786091"/>
                  </a:lnTo>
                  <a:close/>
                </a:path>
                <a:path w="5153025" h="2221229">
                  <a:moveTo>
                    <a:pt x="370992" y="738466"/>
                  </a:moveTo>
                  <a:lnTo>
                    <a:pt x="370522" y="737349"/>
                  </a:lnTo>
                  <a:lnTo>
                    <a:pt x="368668" y="735482"/>
                  </a:lnTo>
                  <a:lnTo>
                    <a:pt x="367538" y="735025"/>
                  </a:lnTo>
                  <a:lnTo>
                    <a:pt x="364909" y="735025"/>
                  </a:lnTo>
                  <a:lnTo>
                    <a:pt x="363791" y="735482"/>
                  </a:lnTo>
                  <a:lnTo>
                    <a:pt x="361924" y="737349"/>
                  </a:lnTo>
                  <a:lnTo>
                    <a:pt x="361467" y="738466"/>
                  </a:lnTo>
                  <a:lnTo>
                    <a:pt x="361467" y="741095"/>
                  </a:lnTo>
                  <a:lnTo>
                    <a:pt x="361924" y="742213"/>
                  </a:lnTo>
                  <a:lnTo>
                    <a:pt x="363791" y="744080"/>
                  </a:lnTo>
                  <a:lnTo>
                    <a:pt x="364909" y="744550"/>
                  </a:lnTo>
                  <a:lnTo>
                    <a:pt x="367538" y="744550"/>
                  </a:lnTo>
                  <a:lnTo>
                    <a:pt x="368668" y="744080"/>
                  </a:lnTo>
                  <a:lnTo>
                    <a:pt x="370522" y="742213"/>
                  </a:lnTo>
                  <a:lnTo>
                    <a:pt x="370992" y="741095"/>
                  </a:lnTo>
                  <a:lnTo>
                    <a:pt x="370992" y="738466"/>
                  </a:lnTo>
                  <a:close/>
                </a:path>
                <a:path w="5153025" h="2221229">
                  <a:moveTo>
                    <a:pt x="370992" y="690841"/>
                  </a:moveTo>
                  <a:lnTo>
                    <a:pt x="370522" y="689724"/>
                  </a:lnTo>
                  <a:lnTo>
                    <a:pt x="368668" y="687857"/>
                  </a:lnTo>
                  <a:lnTo>
                    <a:pt x="367538" y="687400"/>
                  </a:lnTo>
                  <a:lnTo>
                    <a:pt x="364909" y="687400"/>
                  </a:lnTo>
                  <a:lnTo>
                    <a:pt x="363791" y="687857"/>
                  </a:lnTo>
                  <a:lnTo>
                    <a:pt x="361924" y="689724"/>
                  </a:lnTo>
                  <a:lnTo>
                    <a:pt x="361467" y="690841"/>
                  </a:lnTo>
                  <a:lnTo>
                    <a:pt x="361467" y="693470"/>
                  </a:lnTo>
                  <a:lnTo>
                    <a:pt x="361924" y="694588"/>
                  </a:lnTo>
                  <a:lnTo>
                    <a:pt x="363791" y="696455"/>
                  </a:lnTo>
                  <a:lnTo>
                    <a:pt x="364909" y="696925"/>
                  </a:lnTo>
                  <a:lnTo>
                    <a:pt x="367538" y="696925"/>
                  </a:lnTo>
                  <a:lnTo>
                    <a:pt x="368668" y="696455"/>
                  </a:lnTo>
                  <a:lnTo>
                    <a:pt x="370522" y="694588"/>
                  </a:lnTo>
                  <a:lnTo>
                    <a:pt x="370992" y="693470"/>
                  </a:lnTo>
                  <a:lnTo>
                    <a:pt x="370992" y="690841"/>
                  </a:lnTo>
                  <a:close/>
                </a:path>
                <a:path w="5153025" h="2221229">
                  <a:moveTo>
                    <a:pt x="370992" y="643216"/>
                  </a:moveTo>
                  <a:lnTo>
                    <a:pt x="370522" y="642099"/>
                  </a:lnTo>
                  <a:lnTo>
                    <a:pt x="368668" y="640232"/>
                  </a:lnTo>
                  <a:lnTo>
                    <a:pt x="367538" y="639775"/>
                  </a:lnTo>
                  <a:lnTo>
                    <a:pt x="364909" y="639775"/>
                  </a:lnTo>
                  <a:lnTo>
                    <a:pt x="363791" y="640232"/>
                  </a:lnTo>
                  <a:lnTo>
                    <a:pt x="361924" y="642099"/>
                  </a:lnTo>
                  <a:lnTo>
                    <a:pt x="361467" y="643216"/>
                  </a:lnTo>
                  <a:lnTo>
                    <a:pt x="361467" y="645845"/>
                  </a:lnTo>
                  <a:lnTo>
                    <a:pt x="361924" y="646963"/>
                  </a:lnTo>
                  <a:lnTo>
                    <a:pt x="363791" y="648830"/>
                  </a:lnTo>
                  <a:lnTo>
                    <a:pt x="364909" y="649300"/>
                  </a:lnTo>
                  <a:lnTo>
                    <a:pt x="367538" y="649300"/>
                  </a:lnTo>
                  <a:lnTo>
                    <a:pt x="368668" y="648830"/>
                  </a:lnTo>
                  <a:lnTo>
                    <a:pt x="370522" y="646963"/>
                  </a:lnTo>
                  <a:lnTo>
                    <a:pt x="370992" y="645845"/>
                  </a:lnTo>
                  <a:lnTo>
                    <a:pt x="370992" y="643216"/>
                  </a:lnTo>
                  <a:close/>
                </a:path>
                <a:path w="5153025" h="2221229">
                  <a:moveTo>
                    <a:pt x="370992" y="595591"/>
                  </a:moveTo>
                  <a:lnTo>
                    <a:pt x="370522" y="594474"/>
                  </a:lnTo>
                  <a:lnTo>
                    <a:pt x="368668" y="592607"/>
                  </a:lnTo>
                  <a:lnTo>
                    <a:pt x="367538" y="592150"/>
                  </a:lnTo>
                  <a:lnTo>
                    <a:pt x="364909" y="592150"/>
                  </a:lnTo>
                  <a:lnTo>
                    <a:pt x="363791" y="592607"/>
                  </a:lnTo>
                  <a:lnTo>
                    <a:pt x="361924" y="594474"/>
                  </a:lnTo>
                  <a:lnTo>
                    <a:pt x="361467" y="595591"/>
                  </a:lnTo>
                  <a:lnTo>
                    <a:pt x="361467" y="598220"/>
                  </a:lnTo>
                  <a:lnTo>
                    <a:pt x="361924" y="599338"/>
                  </a:lnTo>
                  <a:lnTo>
                    <a:pt x="363791" y="601205"/>
                  </a:lnTo>
                  <a:lnTo>
                    <a:pt x="364909" y="601675"/>
                  </a:lnTo>
                  <a:lnTo>
                    <a:pt x="367538" y="601675"/>
                  </a:lnTo>
                  <a:lnTo>
                    <a:pt x="368668" y="601205"/>
                  </a:lnTo>
                  <a:lnTo>
                    <a:pt x="370522" y="599338"/>
                  </a:lnTo>
                  <a:lnTo>
                    <a:pt x="370992" y="598220"/>
                  </a:lnTo>
                  <a:lnTo>
                    <a:pt x="370992" y="595591"/>
                  </a:lnTo>
                  <a:close/>
                </a:path>
                <a:path w="5153025" h="2221229">
                  <a:moveTo>
                    <a:pt x="370992" y="547966"/>
                  </a:moveTo>
                  <a:lnTo>
                    <a:pt x="370522" y="546849"/>
                  </a:lnTo>
                  <a:lnTo>
                    <a:pt x="368668" y="544982"/>
                  </a:lnTo>
                  <a:lnTo>
                    <a:pt x="367538" y="544525"/>
                  </a:lnTo>
                  <a:lnTo>
                    <a:pt x="364909" y="544525"/>
                  </a:lnTo>
                  <a:lnTo>
                    <a:pt x="363791" y="544982"/>
                  </a:lnTo>
                  <a:lnTo>
                    <a:pt x="361924" y="546849"/>
                  </a:lnTo>
                  <a:lnTo>
                    <a:pt x="361467" y="547966"/>
                  </a:lnTo>
                  <a:lnTo>
                    <a:pt x="361467" y="550595"/>
                  </a:lnTo>
                  <a:lnTo>
                    <a:pt x="361924" y="551713"/>
                  </a:lnTo>
                  <a:lnTo>
                    <a:pt x="363791" y="553580"/>
                  </a:lnTo>
                  <a:lnTo>
                    <a:pt x="364909" y="554050"/>
                  </a:lnTo>
                  <a:lnTo>
                    <a:pt x="367538" y="554050"/>
                  </a:lnTo>
                  <a:lnTo>
                    <a:pt x="368668" y="553580"/>
                  </a:lnTo>
                  <a:lnTo>
                    <a:pt x="370522" y="551713"/>
                  </a:lnTo>
                  <a:lnTo>
                    <a:pt x="370992" y="550595"/>
                  </a:lnTo>
                  <a:lnTo>
                    <a:pt x="370992" y="547966"/>
                  </a:lnTo>
                  <a:close/>
                </a:path>
                <a:path w="5153025" h="2221229">
                  <a:moveTo>
                    <a:pt x="370992" y="500341"/>
                  </a:moveTo>
                  <a:lnTo>
                    <a:pt x="370522" y="499224"/>
                  </a:lnTo>
                  <a:lnTo>
                    <a:pt x="368668" y="497357"/>
                  </a:lnTo>
                  <a:lnTo>
                    <a:pt x="367538" y="496900"/>
                  </a:lnTo>
                  <a:lnTo>
                    <a:pt x="364909" y="496900"/>
                  </a:lnTo>
                  <a:lnTo>
                    <a:pt x="363791" y="497357"/>
                  </a:lnTo>
                  <a:lnTo>
                    <a:pt x="361924" y="499224"/>
                  </a:lnTo>
                  <a:lnTo>
                    <a:pt x="361467" y="500341"/>
                  </a:lnTo>
                  <a:lnTo>
                    <a:pt x="361467" y="502970"/>
                  </a:lnTo>
                  <a:lnTo>
                    <a:pt x="361924" y="504088"/>
                  </a:lnTo>
                  <a:lnTo>
                    <a:pt x="363791" y="505955"/>
                  </a:lnTo>
                  <a:lnTo>
                    <a:pt x="364909" y="506425"/>
                  </a:lnTo>
                  <a:lnTo>
                    <a:pt x="367538" y="506425"/>
                  </a:lnTo>
                  <a:lnTo>
                    <a:pt x="368668" y="505955"/>
                  </a:lnTo>
                  <a:lnTo>
                    <a:pt x="370522" y="504088"/>
                  </a:lnTo>
                  <a:lnTo>
                    <a:pt x="370992" y="502970"/>
                  </a:lnTo>
                  <a:lnTo>
                    <a:pt x="370992" y="500341"/>
                  </a:lnTo>
                  <a:close/>
                </a:path>
                <a:path w="5153025" h="2221229">
                  <a:moveTo>
                    <a:pt x="370992" y="452716"/>
                  </a:moveTo>
                  <a:lnTo>
                    <a:pt x="370522" y="451599"/>
                  </a:lnTo>
                  <a:lnTo>
                    <a:pt x="368668" y="449732"/>
                  </a:lnTo>
                  <a:lnTo>
                    <a:pt x="367538" y="449275"/>
                  </a:lnTo>
                  <a:lnTo>
                    <a:pt x="364909" y="449275"/>
                  </a:lnTo>
                  <a:lnTo>
                    <a:pt x="363791" y="449732"/>
                  </a:lnTo>
                  <a:lnTo>
                    <a:pt x="361924" y="451599"/>
                  </a:lnTo>
                  <a:lnTo>
                    <a:pt x="361467" y="452716"/>
                  </a:lnTo>
                  <a:lnTo>
                    <a:pt x="361467" y="455345"/>
                  </a:lnTo>
                  <a:lnTo>
                    <a:pt x="361924" y="456463"/>
                  </a:lnTo>
                  <a:lnTo>
                    <a:pt x="363791" y="458330"/>
                  </a:lnTo>
                  <a:lnTo>
                    <a:pt x="364909" y="458800"/>
                  </a:lnTo>
                  <a:lnTo>
                    <a:pt x="367538" y="458800"/>
                  </a:lnTo>
                  <a:lnTo>
                    <a:pt x="368668" y="458330"/>
                  </a:lnTo>
                  <a:lnTo>
                    <a:pt x="370522" y="456463"/>
                  </a:lnTo>
                  <a:lnTo>
                    <a:pt x="370992" y="455345"/>
                  </a:lnTo>
                  <a:lnTo>
                    <a:pt x="370992" y="452716"/>
                  </a:lnTo>
                  <a:close/>
                </a:path>
                <a:path w="5153025" h="2221229">
                  <a:moveTo>
                    <a:pt x="370992" y="405091"/>
                  </a:moveTo>
                  <a:lnTo>
                    <a:pt x="370522" y="403974"/>
                  </a:lnTo>
                  <a:lnTo>
                    <a:pt x="368668" y="402107"/>
                  </a:lnTo>
                  <a:lnTo>
                    <a:pt x="367538" y="401650"/>
                  </a:lnTo>
                  <a:lnTo>
                    <a:pt x="364909" y="401650"/>
                  </a:lnTo>
                  <a:lnTo>
                    <a:pt x="363791" y="402107"/>
                  </a:lnTo>
                  <a:lnTo>
                    <a:pt x="361924" y="403974"/>
                  </a:lnTo>
                  <a:lnTo>
                    <a:pt x="361467" y="405091"/>
                  </a:lnTo>
                  <a:lnTo>
                    <a:pt x="361467" y="407720"/>
                  </a:lnTo>
                  <a:lnTo>
                    <a:pt x="361924" y="408838"/>
                  </a:lnTo>
                  <a:lnTo>
                    <a:pt x="363791" y="410705"/>
                  </a:lnTo>
                  <a:lnTo>
                    <a:pt x="364909" y="411175"/>
                  </a:lnTo>
                  <a:lnTo>
                    <a:pt x="367538" y="411175"/>
                  </a:lnTo>
                  <a:lnTo>
                    <a:pt x="368668" y="410705"/>
                  </a:lnTo>
                  <a:lnTo>
                    <a:pt x="370522" y="408838"/>
                  </a:lnTo>
                  <a:lnTo>
                    <a:pt x="370992" y="407720"/>
                  </a:lnTo>
                  <a:lnTo>
                    <a:pt x="370992" y="405091"/>
                  </a:lnTo>
                  <a:close/>
                </a:path>
                <a:path w="5153025" h="2221229">
                  <a:moveTo>
                    <a:pt x="370992" y="357466"/>
                  </a:moveTo>
                  <a:lnTo>
                    <a:pt x="370522" y="356349"/>
                  </a:lnTo>
                  <a:lnTo>
                    <a:pt x="368668" y="354482"/>
                  </a:lnTo>
                  <a:lnTo>
                    <a:pt x="367538" y="354025"/>
                  </a:lnTo>
                  <a:lnTo>
                    <a:pt x="364909" y="354025"/>
                  </a:lnTo>
                  <a:lnTo>
                    <a:pt x="363791" y="354482"/>
                  </a:lnTo>
                  <a:lnTo>
                    <a:pt x="361924" y="356349"/>
                  </a:lnTo>
                  <a:lnTo>
                    <a:pt x="361467" y="357466"/>
                  </a:lnTo>
                  <a:lnTo>
                    <a:pt x="361467" y="360095"/>
                  </a:lnTo>
                  <a:lnTo>
                    <a:pt x="361924" y="361213"/>
                  </a:lnTo>
                  <a:lnTo>
                    <a:pt x="363791" y="363080"/>
                  </a:lnTo>
                  <a:lnTo>
                    <a:pt x="364909" y="363550"/>
                  </a:lnTo>
                  <a:lnTo>
                    <a:pt x="367538" y="363550"/>
                  </a:lnTo>
                  <a:lnTo>
                    <a:pt x="368668" y="363080"/>
                  </a:lnTo>
                  <a:lnTo>
                    <a:pt x="370522" y="361213"/>
                  </a:lnTo>
                  <a:lnTo>
                    <a:pt x="370992" y="360095"/>
                  </a:lnTo>
                  <a:lnTo>
                    <a:pt x="370992" y="357466"/>
                  </a:lnTo>
                  <a:close/>
                </a:path>
                <a:path w="5153025" h="2221229">
                  <a:moveTo>
                    <a:pt x="370992" y="309841"/>
                  </a:moveTo>
                  <a:lnTo>
                    <a:pt x="370522" y="308724"/>
                  </a:lnTo>
                  <a:lnTo>
                    <a:pt x="368668" y="306857"/>
                  </a:lnTo>
                  <a:lnTo>
                    <a:pt x="367538" y="306400"/>
                  </a:lnTo>
                  <a:lnTo>
                    <a:pt x="364909" y="306400"/>
                  </a:lnTo>
                  <a:lnTo>
                    <a:pt x="363791" y="306857"/>
                  </a:lnTo>
                  <a:lnTo>
                    <a:pt x="361924" y="308724"/>
                  </a:lnTo>
                  <a:lnTo>
                    <a:pt x="361467" y="309841"/>
                  </a:lnTo>
                  <a:lnTo>
                    <a:pt x="361467" y="312470"/>
                  </a:lnTo>
                  <a:lnTo>
                    <a:pt x="361924" y="313588"/>
                  </a:lnTo>
                  <a:lnTo>
                    <a:pt x="363791" y="315455"/>
                  </a:lnTo>
                  <a:lnTo>
                    <a:pt x="364909" y="315925"/>
                  </a:lnTo>
                  <a:lnTo>
                    <a:pt x="367538" y="315925"/>
                  </a:lnTo>
                  <a:lnTo>
                    <a:pt x="368668" y="315455"/>
                  </a:lnTo>
                  <a:lnTo>
                    <a:pt x="370522" y="313588"/>
                  </a:lnTo>
                  <a:lnTo>
                    <a:pt x="370992" y="312470"/>
                  </a:lnTo>
                  <a:lnTo>
                    <a:pt x="370992" y="309841"/>
                  </a:lnTo>
                  <a:close/>
                </a:path>
                <a:path w="5153025" h="2221229">
                  <a:moveTo>
                    <a:pt x="370992" y="262216"/>
                  </a:moveTo>
                  <a:lnTo>
                    <a:pt x="370522" y="261099"/>
                  </a:lnTo>
                  <a:lnTo>
                    <a:pt x="368668" y="259232"/>
                  </a:lnTo>
                  <a:lnTo>
                    <a:pt x="367538" y="258775"/>
                  </a:lnTo>
                  <a:lnTo>
                    <a:pt x="364909" y="258775"/>
                  </a:lnTo>
                  <a:lnTo>
                    <a:pt x="363791" y="259232"/>
                  </a:lnTo>
                  <a:lnTo>
                    <a:pt x="361924" y="261099"/>
                  </a:lnTo>
                  <a:lnTo>
                    <a:pt x="361467" y="262216"/>
                  </a:lnTo>
                  <a:lnTo>
                    <a:pt x="361467" y="264845"/>
                  </a:lnTo>
                  <a:lnTo>
                    <a:pt x="361924" y="265963"/>
                  </a:lnTo>
                  <a:lnTo>
                    <a:pt x="363791" y="267830"/>
                  </a:lnTo>
                  <a:lnTo>
                    <a:pt x="364909" y="268300"/>
                  </a:lnTo>
                  <a:lnTo>
                    <a:pt x="367538" y="268300"/>
                  </a:lnTo>
                  <a:lnTo>
                    <a:pt x="368668" y="267830"/>
                  </a:lnTo>
                  <a:lnTo>
                    <a:pt x="370522" y="265963"/>
                  </a:lnTo>
                  <a:lnTo>
                    <a:pt x="370992" y="264845"/>
                  </a:lnTo>
                  <a:lnTo>
                    <a:pt x="370992" y="262216"/>
                  </a:lnTo>
                  <a:close/>
                </a:path>
                <a:path w="5153025" h="2221229">
                  <a:moveTo>
                    <a:pt x="370992" y="214591"/>
                  </a:moveTo>
                  <a:lnTo>
                    <a:pt x="370522" y="213474"/>
                  </a:lnTo>
                  <a:lnTo>
                    <a:pt x="368668" y="211607"/>
                  </a:lnTo>
                  <a:lnTo>
                    <a:pt x="367538" y="211150"/>
                  </a:lnTo>
                  <a:lnTo>
                    <a:pt x="364909" y="211150"/>
                  </a:lnTo>
                  <a:lnTo>
                    <a:pt x="363791" y="211607"/>
                  </a:lnTo>
                  <a:lnTo>
                    <a:pt x="361924" y="213474"/>
                  </a:lnTo>
                  <a:lnTo>
                    <a:pt x="361467" y="214591"/>
                  </a:lnTo>
                  <a:lnTo>
                    <a:pt x="361467" y="217220"/>
                  </a:lnTo>
                  <a:lnTo>
                    <a:pt x="361924" y="218338"/>
                  </a:lnTo>
                  <a:lnTo>
                    <a:pt x="363791" y="220205"/>
                  </a:lnTo>
                  <a:lnTo>
                    <a:pt x="364909" y="220675"/>
                  </a:lnTo>
                  <a:lnTo>
                    <a:pt x="367538" y="220675"/>
                  </a:lnTo>
                  <a:lnTo>
                    <a:pt x="368668" y="220205"/>
                  </a:lnTo>
                  <a:lnTo>
                    <a:pt x="370522" y="218338"/>
                  </a:lnTo>
                  <a:lnTo>
                    <a:pt x="370992" y="217220"/>
                  </a:lnTo>
                  <a:lnTo>
                    <a:pt x="370992" y="214591"/>
                  </a:lnTo>
                  <a:close/>
                </a:path>
                <a:path w="5153025" h="2221229">
                  <a:moveTo>
                    <a:pt x="370992" y="166966"/>
                  </a:moveTo>
                  <a:lnTo>
                    <a:pt x="370522" y="165849"/>
                  </a:lnTo>
                  <a:lnTo>
                    <a:pt x="368668" y="163982"/>
                  </a:lnTo>
                  <a:lnTo>
                    <a:pt x="367538" y="163525"/>
                  </a:lnTo>
                  <a:lnTo>
                    <a:pt x="364909" y="163525"/>
                  </a:lnTo>
                  <a:lnTo>
                    <a:pt x="363791" y="163982"/>
                  </a:lnTo>
                  <a:lnTo>
                    <a:pt x="361924" y="165849"/>
                  </a:lnTo>
                  <a:lnTo>
                    <a:pt x="361467" y="166966"/>
                  </a:lnTo>
                  <a:lnTo>
                    <a:pt x="361467" y="169595"/>
                  </a:lnTo>
                  <a:lnTo>
                    <a:pt x="361924" y="170713"/>
                  </a:lnTo>
                  <a:lnTo>
                    <a:pt x="363791" y="172580"/>
                  </a:lnTo>
                  <a:lnTo>
                    <a:pt x="364909" y="173050"/>
                  </a:lnTo>
                  <a:lnTo>
                    <a:pt x="367538" y="173050"/>
                  </a:lnTo>
                  <a:lnTo>
                    <a:pt x="368668" y="172580"/>
                  </a:lnTo>
                  <a:lnTo>
                    <a:pt x="370522" y="170713"/>
                  </a:lnTo>
                  <a:lnTo>
                    <a:pt x="370992" y="169595"/>
                  </a:lnTo>
                  <a:lnTo>
                    <a:pt x="370992" y="166966"/>
                  </a:lnTo>
                  <a:close/>
                </a:path>
                <a:path w="5153025" h="2221229">
                  <a:moveTo>
                    <a:pt x="370992" y="119341"/>
                  </a:moveTo>
                  <a:lnTo>
                    <a:pt x="370522" y="118224"/>
                  </a:lnTo>
                  <a:lnTo>
                    <a:pt x="368668" y="116357"/>
                  </a:lnTo>
                  <a:lnTo>
                    <a:pt x="367538" y="115900"/>
                  </a:lnTo>
                  <a:lnTo>
                    <a:pt x="364909" y="115900"/>
                  </a:lnTo>
                  <a:lnTo>
                    <a:pt x="363791" y="116357"/>
                  </a:lnTo>
                  <a:lnTo>
                    <a:pt x="361924" y="118224"/>
                  </a:lnTo>
                  <a:lnTo>
                    <a:pt x="361467" y="119341"/>
                  </a:lnTo>
                  <a:lnTo>
                    <a:pt x="361467" y="121970"/>
                  </a:lnTo>
                  <a:lnTo>
                    <a:pt x="361924" y="123088"/>
                  </a:lnTo>
                  <a:lnTo>
                    <a:pt x="363791" y="124955"/>
                  </a:lnTo>
                  <a:lnTo>
                    <a:pt x="364909" y="125425"/>
                  </a:lnTo>
                  <a:lnTo>
                    <a:pt x="367538" y="125425"/>
                  </a:lnTo>
                  <a:lnTo>
                    <a:pt x="368668" y="124955"/>
                  </a:lnTo>
                  <a:lnTo>
                    <a:pt x="370522" y="123088"/>
                  </a:lnTo>
                  <a:lnTo>
                    <a:pt x="370992" y="121970"/>
                  </a:lnTo>
                  <a:lnTo>
                    <a:pt x="370992" y="119341"/>
                  </a:lnTo>
                  <a:close/>
                </a:path>
                <a:path w="5153025" h="2221229">
                  <a:moveTo>
                    <a:pt x="370992" y="71716"/>
                  </a:moveTo>
                  <a:lnTo>
                    <a:pt x="370522" y="70599"/>
                  </a:lnTo>
                  <a:lnTo>
                    <a:pt x="368668" y="68732"/>
                  </a:lnTo>
                  <a:lnTo>
                    <a:pt x="367538" y="68275"/>
                  </a:lnTo>
                  <a:lnTo>
                    <a:pt x="364909" y="68275"/>
                  </a:lnTo>
                  <a:lnTo>
                    <a:pt x="363791" y="68732"/>
                  </a:lnTo>
                  <a:lnTo>
                    <a:pt x="361924" y="70599"/>
                  </a:lnTo>
                  <a:lnTo>
                    <a:pt x="361467" y="71716"/>
                  </a:lnTo>
                  <a:lnTo>
                    <a:pt x="361467" y="74345"/>
                  </a:lnTo>
                  <a:lnTo>
                    <a:pt x="361924" y="75463"/>
                  </a:lnTo>
                  <a:lnTo>
                    <a:pt x="363791" y="77330"/>
                  </a:lnTo>
                  <a:lnTo>
                    <a:pt x="364909" y="77800"/>
                  </a:lnTo>
                  <a:lnTo>
                    <a:pt x="367538" y="77800"/>
                  </a:lnTo>
                  <a:lnTo>
                    <a:pt x="368668" y="77330"/>
                  </a:lnTo>
                  <a:lnTo>
                    <a:pt x="370522" y="75463"/>
                  </a:lnTo>
                  <a:lnTo>
                    <a:pt x="370992" y="74345"/>
                  </a:lnTo>
                  <a:lnTo>
                    <a:pt x="370992" y="71716"/>
                  </a:lnTo>
                  <a:close/>
                </a:path>
                <a:path w="5153025" h="2221229">
                  <a:moveTo>
                    <a:pt x="370992" y="24091"/>
                  </a:moveTo>
                  <a:lnTo>
                    <a:pt x="370522" y="22974"/>
                  </a:lnTo>
                  <a:lnTo>
                    <a:pt x="368668" y="21107"/>
                  </a:lnTo>
                  <a:lnTo>
                    <a:pt x="367538" y="20650"/>
                  </a:lnTo>
                  <a:lnTo>
                    <a:pt x="364909" y="20650"/>
                  </a:lnTo>
                  <a:lnTo>
                    <a:pt x="363791" y="21107"/>
                  </a:lnTo>
                  <a:lnTo>
                    <a:pt x="361924" y="22974"/>
                  </a:lnTo>
                  <a:lnTo>
                    <a:pt x="361467" y="24091"/>
                  </a:lnTo>
                  <a:lnTo>
                    <a:pt x="361467" y="26720"/>
                  </a:lnTo>
                  <a:lnTo>
                    <a:pt x="361924" y="27838"/>
                  </a:lnTo>
                  <a:lnTo>
                    <a:pt x="363791" y="29705"/>
                  </a:lnTo>
                  <a:lnTo>
                    <a:pt x="364909" y="30175"/>
                  </a:lnTo>
                  <a:lnTo>
                    <a:pt x="367538" y="30175"/>
                  </a:lnTo>
                  <a:lnTo>
                    <a:pt x="368668" y="29705"/>
                  </a:lnTo>
                  <a:lnTo>
                    <a:pt x="370522" y="27838"/>
                  </a:lnTo>
                  <a:lnTo>
                    <a:pt x="370992" y="26720"/>
                  </a:lnTo>
                  <a:lnTo>
                    <a:pt x="370992" y="24091"/>
                  </a:lnTo>
                  <a:close/>
                </a:path>
                <a:path w="5153025" h="2221229">
                  <a:moveTo>
                    <a:pt x="390525" y="2210079"/>
                  </a:moveTo>
                  <a:lnTo>
                    <a:pt x="390067" y="2208961"/>
                  </a:lnTo>
                  <a:lnTo>
                    <a:pt x="388200" y="2207095"/>
                  </a:lnTo>
                  <a:lnTo>
                    <a:pt x="387083" y="2206637"/>
                  </a:lnTo>
                  <a:lnTo>
                    <a:pt x="384454" y="2206637"/>
                  </a:lnTo>
                  <a:lnTo>
                    <a:pt x="383336" y="2207095"/>
                  </a:lnTo>
                  <a:lnTo>
                    <a:pt x="381469" y="2208961"/>
                  </a:lnTo>
                  <a:lnTo>
                    <a:pt x="381000" y="2210079"/>
                  </a:lnTo>
                  <a:lnTo>
                    <a:pt x="381000" y="2212708"/>
                  </a:lnTo>
                  <a:lnTo>
                    <a:pt x="381469" y="2213826"/>
                  </a:lnTo>
                  <a:lnTo>
                    <a:pt x="383336" y="2215692"/>
                  </a:lnTo>
                  <a:lnTo>
                    <a:pt x="384454" y="2216162"/>
                  </a:lnTo>
                  <a:lnTo>
                    <a:pt x="387083" y="2216162"/>
                  </a:lnTo>
                  <a:lnTo>
                    <a:pt x="388200" y="2215692"/>
                  </a:lnTo>
                  <a:lnTo>
                    <a:pt x="390067" y="2213826"/>
                  </a:lnTo>
                  <a:lnTo>
                    <a:pt x="390525" y="2212708"/>
                  </a:lnTo>
                  <a:lnTo>
                    <a:pt x="390525" y="2210079"/>
                  </a:lnTo>
                  <a:close/>
                </a:path>
                <a:path w="5153025" h="2221229">
                  <a:moveTo>
                    <a:pt x="390525" y="1106766"/>
                  </a:moveTo>
                  <a:lnTo>
                    <a:pt x="390067" y="1105649"/>
                  </a:lnTo>
                  <a:lnTo>
                    <a:pt x="388200" y="1103782"/>
                  </a:lnTo>
                  <a:lnTo>
                    <a:pt x="387083" y="1103312"/>
                  </a:lnTo>
                  <a:lnTo>
                    <a:pt x="384454" y="1103312"/>
                  </a:lnTo>
                  <a:lnTo>
                    <a:pt x="383336" y="1103782"/>
                  </a:lnTo>
                  <a:lnTo>
                    <a:pt x="381469" y="1105649"/>
                  </a:lnTo>
                  <a:lnTo>
                    <a:pt x="381000" y="1106766"/>
                  </a:lnTo>
                  <a:lnTo>
                    <a:pt x="381000" y="1109395"/>
                  </a:lnTo>
                  <a:lnTo>
                    <a:pt x="381469" y="1110513"/>
                  </a:lnTo>
                  <a:lnTo>
                    <a:pt x="383336" y="1112380"/>
                  </a:lnTo>
                  <a:lnTo>
                    <a:pt x="384454" y="1112837"/>
                  </a:lnTo>
                  <a:lnTo>
                    <a:pt x="387083" y="1112837"/>
                  </a:lnTo>
                  <a:lnTo>
                    <a:pt x="388200" y="1112380"/>
                  </a:lnTo>
                  <a:lnTo>
                    <a:pt x="390067" y="1110513"/>
                  </a:lnTo>
                  <a:lnTo>
                    <a:pt x="390525" y="1109395"/>
                  </a:lnTo>
                  <a:lnTo>
                    <a:pt x="390525" y="1106766"/>
                  </a:lnTo>
                  <a:close/>
                </a:path>
                <a:path w="5153025" h="2221229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5153025" h="2221229">
                  <a:moveTo>
                    <a:pt x="438150" y="2210079"/>
                  </a:moveTo>
                  <a:lnTo>
                    <a:pt x="437692" y="2208961"/>
                  </a:lnTo>
                  <a:lnTo>
                    <a:pt x="435825" y="2207095"/>
                  </a:lnTo>
                  <a:lnTo>
                    <a:pt x="434708" y="2206637"/>
                  </a:lnTo>
                  <a:lnTo>
                    <a:pt x="432079" y="2206637"/>
                  </a:lnTo>
                  <a:lnTo>
                    <a:pt x="430961" y="2207095"/>
                  </a:lnTo>
                  <a:lnTo>
                    <a:pt x="429094" y="2208961"/>
                  </a:lnTo>
                  <a:lnTo>
                    <a:pt x="428625" y="2210079"/>
                  </a:lnTo>
                  <a:lnTo>
                    <a:pt x="428625" y="2212708"/>
                  </a:lnTo>
                  <a:lnTo>
                    <a:pt x="429094" y="2213826"/>
                  </a:lnTo>
                  <a:lnTo>
                    <a:pt x="430961" y="2215692"/>
                  </a:lnTo>
                  <a:lnTo>
                    <a:pt x="432079" y="2216162"/>
                  </a:lnTo>
                  <a:lnTo>
                    <a:pt x="434708" y="2216162"/>
                  </a:lnTo>
                  <a:lnTo>
                    <a:pt x="435825" y="2215692"/>
                  </a:lnTo>
                  <a:lnTo>
                    <a:pt x="437692" y="2213826"/>
                  </a:lnTo>
                  <a:lnTo>
                    <a:pt x="438150" y="2212708"/>
                  </a:lnTo>
                  <a:lnTo>
                    <a:pt x="438150" y="2210079"/>
                  </a:lnTo>
                  <a:close/>
                </a:path>
                <a:path w="5153025" h="2221229">
                  <a:moveTo>
                    <a:pt x="438150" y="1106766"/>
                  </a:moveTo>
                  <a:lnTo>
                    <a:pt x="437692" y="1105649"/>
                  </a:lnTo>
                  <a:lnTo>
                    <a:pt x="435825" y="1103782"/>
                  </a:lnTo>
                  <a:lnTo>
                    <a:pt x="434708" y="1103312"/>
                  </a:lnTo>
                  <a:lnTo>
                    <a:pt x="432079" y="1103312"/>
                  </a:lnTo>
                  <a:lnTo>
                    <a:pt x="430961" y="1103782"/>
                  </a:lnTo>
                  <a:lnTo>
                    <a:pt x="429094" y="1105649"/>
                  </a:lnTo>
                  <a:lnTo>
                    <a:pt x="428625" y="1106766"/>
                  </a:lnTo>
                  <a:lnTo>
                    <a:pt x="428625" y="1109395"/>
                  </a:lnTo>
                  <a:lnTo>
                    <a:pt x="429094" y="1110513"/>
                  </a:lnTo>
                  <a:lnTo>
                    <a:pt x="430961" y="1112380"/>
                  </a:lnTo>
                  <a:lnTo>
                    <a:pt x="432079" y="1112837"/>
                  </a:lnTo>
                  <a:lnTo>
                    <a:pt x="434708" y="1112837"/>
                  </a:lnTo>
                  <a:lnTo>
                    <a:pt x="435825" y="1112380"/>
                  </a:lnTo>
                  <a:lnTo>
                    <a:pt x="437692" y="1110513"/>
                  </a:lnTo>
                  <a:lnTo>
                    <a:pt x="438150" y="1109395"/>
                  </a:lnTo>
                  <a:lnTo>
                    <a:pt x="438150" y="1106766"/>
                  </a:lnTo>
                  <a:close/>
                </a:path>
                <a:path w="5153025" h="2221229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5153025" h="2221229">
                  <a:moveTo>
                    <a:pt x="485775" y="2210079"/>
                  </a:moveTo>
                  <a:lnTo>
                    <a:pt x="485317" y="2208961"/>
                  </a:lnTo>
                  <a:lnTo>
                    <a:pt x="483450" y="2207095"/>
                  </a:lnTo>
                  <a:lnTo>
                    <a:pt x="482333" y="2206637"/>
                  </a:lnTo>
                  <a:lnTo>
                    <a:pt x="479704" y="2206637"/>
                  </a:lnTo>
                  <a:lnTo>
                    <a:pt x="478586" y="2207095"/>
                  </a:lnTo>
                  <a:lnTo>
                    <a:pt x="476719" y="2208961"/>
                  </a:lnTo>
                  <a:lnTo>
                    <a:pt x="476250" y="2210079"/>
                  </a:lnTo>
                  <a:lnTo>
                    <a:pt x="476250" y="2212708"/>
                  </a:lnTo>
                  <a:lnTo>
                    <a:pt x="476719" y="2213826"/>
                  </a:lnTo>
                  <a:lnTo>
                    <a:pt x="478586" y="2215692"/>
                  </a:lnTo>
                  <a:lnTo>
                    <a:pt x="479704" y="2216162"/>
                  </a:lnTo>
                  <a:lnTo>
                    <a:pt x="482333" y="2216162"/>
                  </a:lnTo>
                  <a:lnTo>
                    <a:pt x="483450" y="2215692"/>
                  </a:lnTo>
                  <a:lnTo>
                    <a:pt x="485317" y="2213826"/>
                  </a:lnTo>
                  <a:lnTo>
                    <a:pt x="485775" y="2212708"/>
                  </a:lnTo>
                  <a:lnTo>
                    <a:pt x="485775" y="2210079"/>
                  </a:lnTo>
                  <a:close/>
                </a:path>
                <a:path w="5153025" h="2221229">
                  <a:moveTo>
                    <a:pt x="485775" y="1106766"/>
                  </a:moveTo>
                  <a:lnTo>
                    <a:pt x="485317" y="1105649"/>
                  </a:lnTo>
                  <a:lnTo>
                    <a:pt x="483450" y="1103782"/>
                  </a:lnTo>
                  <a:lnTo>
                    <a:pt x="482333" y="1103312"/>
                  </a:lnTo>
                  <a:lnTo>
                    <a:pt x="479704" y="1103312"/>
                  </a:lnTo>
                  <a:lnTo>
                    <a:pt x="478586" y="1103782"/>
                  </a:lnTo>
                  <a:lnTo>
                    <a:pt x="476719" y="1105649"/>
                  </a:lnTo>
                  <a:lnTo>
                    <a:pt x="476250" y="1106766"/>
                  </a:lnTo>
                  <a:lnTo>
                    <a:pt x="476250" y="1109395"/>
                  </a:lnTo>
                  <a:lnTo>
                    <a:pt x="476719" y="1110513"/>
                  </a:lnTo>
                  <a:lnTo>
                    <a:pt x="478586" y="1112380"/>
                  </a:lnTo>
                  <a:lnTo>
                    <a:pt x="479704" y="1112837"/>
                  </a:lnTo>
                  <a:lnTo>
                    <a:pt x="482333" y="1112837"/>
                  </a:lnTo>
                  <a:lnTo>
                    <a:pt x="483450" y="1112380"/>
                  </a:lnTo>
                  <a:lnTo>
                    <a:pt x="485317" y="1110513"/>
                  </a:lnTo>
                  <a:lnTo>
                    <a:pt x="485775" y="1109395"/>
                  </a:lnTo>
                  <a:lnTo>
                    <a:pt x="485775" y="1106766"/>
                  </a:lnTo>
                  <a:close/>
                </a:path>
                <a:path w="5153025" h="2221229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5153025" h="2221229">
                  <a:moveTo>
                    <a:pt x="533400" y="2210079"/>
                  </a:moveTo>
                  <a:lnTo>
                    <a:pt x="532942" y="2208961"/>
                  </a:lnTo>
                  <a:lnTo>
                    <a:pt x="531075" y="2207095"/>
                  </a:lnTo>
                  <a:lnTo>
                    <a:pt x="529958" y="2206637"/>
                  </a:lnTo>
                  <a:lnTo>
                    <a:pt x="527329" y="2206637"/>
                  </a:lnTo>
                  <a:lnTo>
                    <a:pt x="526211" y="2207095"/>
                  </a:lnTo>
                  <a:lnTo>
                    <a:pt x="524344" y="2208961"/>
                  </a:lnTo>
                  <a:lnTo>
                    <a:pt x="523875" y="2210079"/>
                  </a:lnTo>
                  <a:lnTo>
                    <a:pt x="523875" y="2212708"/>
                  </a:lnTo>
                  <a:lnTo>
                    <a:pt x="524344" y="2213826"/>
                  </a:lnTo>
                  <a:lnTo>
                    <a:pt x="526211" y="2215692"/>
                  </a:lnTo>
                  <a:lnTo>
                    <a:pt x="527329" y="2216162"/>
                  </a:lnTo>
                  <a:lnTo>
                    <a:pt x="529958" y="2216162"/>
                  </a:lnTo>
                  <a:lnTo>
                    <a:pt x="531075" y="2215692"/>
                  </a:lnTo>
                  <a:lnTo>
                    <a:pt x="532942" y="2213826"/>
                  </a:lnTo>
                  <a:lnTo>
                    <a:pt x="533400" y="2212708"/>
                  </a:lnTo>
                  <a:lnTo>
                    <a:pt x="533400" y="2210079"/>
                  </a:lnTo>
                  <a:close/>
                </a:path>
                <a:path w="5153025" h="2221229">
                  <a:moveTo>
                    <a:pt x="533400" y="1106766"/>
                  </a:moveTo>
                  <a:lnTo>
                    <a:pt x="532942" y="1105649"/>
                  </a:lnTo>
                  <a:lnTo>
                    <a:pt x="531075" y="1103782"/>
                  </a:lnTo>
                  <a:lnTo>
                    <a:pt x="529958" y="1103312"/>
                  </a:lnTo>
                  <a:lnTo>
                    <a:pt x="527329" y="1103312"/>
                  </a:lnTo>
                  <a:lnTo>
                    <a:pt x="526211" y="1103782"/>
                  </a:lnTo>
                  <a:lnTo>
                    <a:pt x="524344" y="1105649"/>
                  </a:lnTo>
                  <a:lnTo>
                    <a:pt x="523875" y="1106766"/>
                  </a:lnTo>
                  <a:lnTo>
                    <a:pt x="523875" y="1109395"/>
                  </a:lnTo>
                  <a:lnTo>
                    <a:pt x="524344" y="1110513"/>
                  </a:lnTo>
                  <a:lnTo>
                    <a:pt x="526211" y="1112380"/>
                  </a:lnTo>
                  <a:lnTo>
                    <a:pt x="527329" y="1112837"/>
                  </a:lnTo>
                  <a:lnTo>
                    <a:pt x="529958" y="1112837"/>
                  </a:lnTo>
                  <a:lnTo>
                    <a:pt x="531075" y="1112380"/>
                  </a:lnTo>
                  <a:lnTo>
                    <a:pt x="532942" y="1110513"/>
                  </a:lnTo>
                  <a:lnTo>
                    <a:pt x="533400" y="1109395"/>
                  </a:lnTo>
                  <a:lnTo>
                    <a:pt x="533400" y="1106766"/>
                  </a:lnTo>
                  <a:close/>
                </a:path>
                <a:path w="5153025" h="2221229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5153025" h="2221229">
                  <a:moveTo>
                    <a:pt x="581025" y="2210079"/>
                  </a:moveTo>
                  <a:lnTo>
                    <a:pt x="580567" y="2208961"/>
                  </a:lnTo>
                  <a:lnTo>
                    <a:pt x="578700" y="2207095"/>
                  </a:lnTo>
                  <a:lnTo>
                    <a:pt x="577583" y="2206637"/>
                  </a:lnTo>
                  <a:lnTo>
                    <a:pt x="574954" y="2206637"/>
                  </a:lnTo>
                  <a:lnTo>
                    <a:pt x="573836" y="2207095"/>
                  </a:lnTo>
                  <a:lnTo>
                    <a:pt x="571969" y="2208961"/>
                  </a:lnTo>
                  <a:lnTo>
                    <a:pt x="571500" y="2210079"/>
                  </a:lnTo>
                  <a:lnTo>
                    <a:pt x="571500" y="2212708"/>
                  </a:lnTo>
                  <a:lnTo>
                    <a:pt x="571969" y="2213826"/>
                  </a:lnTo>
                  <a:lnTo>
                    <a:pt x="573836" y="2215692"/>
                  </a:lnTo>
                  <a:lnTo>
                    <a:pt x="574954" y="2216162"/>
                  </a:lnTo>
                  <a:lnTo>
                    <a:pt x="577583" y="2216162"/>
                  </a:lnTo>
                  <a:lnTo>
                    <a:pt x="578700" y="2215692"/>
                  </a:lnTo>
                  <a:lnTo>
                    <a:pt x="580567" y="2213826"/>
                  </a:lnTo>
                  <a:lnTo>
                    <a:pt x="581025" y="2212708"/>
                  </a:lnTo>
                  <a:lnTo>
                    <a:pt x="581025" y="2210079"/>
                  </a:lnTo>
                  <a:close/>
                </a:path>
                <a:path w="5153025" h="2221229">
                  <a:moveTo>
                    <a:pt x="581025" y="1106766"/>
                  </a:moveTo>
                  <a:lnTo>
                    <a:pt x="580567" y="1105649"/>
                  </a:lnTo>
                  <a:lnTo>
                    <a:pt x="578700" y="1103782"/>
                  </a:lnTo>
                  <a:lnTo>
                    <a:pt x="577583" y="1103312"/>
                  </a:lnTo>
                  <a:lnTo>
                    <a:pt x="574954" y="1103312"/>
                  </a:lnTo>
                  <a:lnTo>
                    <a:pt x="573836" y="1103782"/>
                  </a:lnTo>
                  <a:lnTo>
                    <a:pt x="571969" y="1105649"/>
                  </a:lnTo>
                  <a:lnTo>
                    <a:pt x="571500" y="1106766"/>
                  </a:lnTo>
                  <a:lnTo>
                    <a:pt x="571500" y="1109395"/>
                  </a:lnTo>
                  <a:lnTo>
                    <a:pt x="571969" y="1110513"/>
                  </a:lnTo>
                  <a:lnTo>
                    <a:pt x="573836" y="1112380"/>
                  </a:lnTo>
                  <a:lnTo>
                    <a:pt x="574954" y="1112837"/>
                  </a:lnTo>
                  <a:lnTo>
                    <a:pt x="577583" y="1112837"/>
                  </a:lnTo>
                  <a:lnTo>
                    <a:pt x="578700" y="1112380"/>
                  </a:lnTo>
                  <a:lnTo>
                    <a:pt x="580567" y="1110513"/>
                  </a:lnTo>
                  <a:lnTo>
                    <a:pt x="581025" y="1109395"/>
                  </a:lnTo>
                  <a:lnTo>
                    <a:pt x="581025" y="1106766"/>
                  </a:lnTo>
                  <a:close/>
                </a:path>
                <a:path w="5153025" h="2221229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5153025" h="2221229">
                  <a:moveTo>
                    <a:pt x="628650" y="2210079"/>
                  </a:moveTo>
                  <a:lnTo>
                    <a:pt x="628192" y="2208961"/>
                  </a:lnTo>
                  <a:lnTo>
                    <a:pt x="626325" y="2207095"/>
                  </a:lnTo>
                  <a:lnTo>
                    <a:pt x="625208" y="2206637"/>
                  </a:lnTo>
                  <a:lnTo>
                    <a:pt x="622579" y="2206637"/>
                  </a:lnTo>
                  <a:lnTo>
                    <a:pt x="621461" y="2207095"/>
                  </a:lnTo>
                  <a:lnTo>
                    <a:pt x="619594" y="2208961"/>
                  </a:lnTo>
                  <a:lnTo>
                    <a:pt x="619125" y="2210079"/>
                  </a:lnTo>
                  <a:lnTo>
                    <a:pt x="619125" y="2212708"/>
                  </a:lnTo>
                  <a:lnTo>
                    <a:pt x="619594" y="2213826"/>
                  </a:lnTo>
                  <a:lnTo>
                    <a:pt x="621461" y="2215692"/>
                  </a:lnTo>
                  <a:lnTo>
                    <a:pt x="622579" y="2216162"/>
                  </a:lnTo>
                  <a:lnTo>
                    <a:pt x="625208" y="2216162"/>
                  </a:lnTo>
                  <a:lnTo>
                    <a:pt x="626325" y="2215692"/>
                  </a:lnTo>
                  <a:lnTo>
                    <a:pt x="628192" y="2213826"/>
                  </a:lnTo>
                  <a:lnTo>
                    <a:pt x="628650" y="2212708"/>
                  </a:lnTo>
                  <a:lnTo>
                    <a:pt x="628650" y="2210079"/>
                  </a:lnTo>
                  <a:close/>
                </a:path>
                <a:path w="5153025" h="2221229">
                  <a:moveTo>
                    <a:pt x="628650" y="1106766"/>
                  </a:moveTo>
                  <a:lnTo>
                    <a:pt x="628192" y="1105649"/>
                  </a:lnTo>
                  <a:lnTo>
                    <a:pt x="626325" y="1103782"/>
                  </a:lnTo>
                  <a:lnTo>
                    <a:pt x="625208" y="1103312"/>
                  </a:lnTo>
                  <a:lnTo>
                    <a:pt x="622579" y="1103312"/>
                  </a:lnTo>
                  <a:lnTo>
                    <a:pt x="621461" y="1103782"/>
                  </a:lnTo>
                  <a:lnTo>
                    <a:pt x="619594" y="1105649"/>
                  </a:lnTo>
                  <a:lnTo>
                    <a:pt x="619125" y="1106766"/>
                  </a:lnTo>
                  <a:lnTo>
                    <a:pt x="619125" y="1109395"/>
                  </a:lnTo>
                  <a:lnTo>
                    <a:pt x="619594" y="1110513"/>
                  </a:lnTo>
                  <a:lnTo>
                    <a:pt x="621461" y="1112380"/>
                  </a:lnTo>
                  <a:lnTo>
                    <a:pt x="622579" y="1112837"/>
                  </a:lnTo>
                  <a:lnTo>
                    <a:pt x="625208" y="1112837"/>
                  </a:lnTo>
                  <a:lnTo>
                    <a:pt x="626325" y="1112380"/>
                  </a:lnTo>
                  <a:lnTo>
                    <a:pt x="628192" y="1110513"/>
                  </a:lnTo>
                  <a:lnTo>
                    <a:pt x="628650" y="1109395"/>
                  </a:lnTo>
                  <a:lnTo>
                    <a:pt x="628650" y="1106766"/>
                  </a:lnTo>
                  <a:close/>
                </a:path>
                <a:path w="5153025" h="2221229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5153025" h="2221229">
                  <a:moveTo>
                    <a:pt x="676275" y="2210079"/>
                  </a:moveTo>
                  <a:lnTo>
                    <a:pt x="675817" y="2208961"/>
                  </a:lnTo>
                  <a:lnTo>
                    <a:pt x="673950" y="2207095"/>
                  </a:lnTo>
                  <a:lnTo>
                    <a:pt x="672833" y="2206637"/>
                  </a:lnTo>
                  <a:lnTo>
                    <a:pt x="670204" y="2206637"/>
                  </a:lnTo>
                  <a:lnTo>
                    <a:pt x="669086" y="2207095"/>
                  </a:lnTo>
                  <a:lnTo>
                    <a:pt x="667219" y="2208961"/>
                  </a:lnTo>
                  <a:lnTo>
                    <a:pt x="666750" y="2210079"/>
                  </a:lnTo>
                  <a:lnTo>
                    <a:pt x="666750" y="2212708"/>
                  </a:lnTo>
                  <a:lnTo>
                    <a:pt x="667219" y="2213826"/>
                  </a:lnTo>
                  <a:lnTo>
                    <a:pt x="669086" y="2215692"/>
                  </a:lnTo>
                  <a:lnTo>
                    <a:pt x="670204" y="2216162"/>
                  </a:lnTo>
                  <a:lnTo>
                    <a:pt x="672833" y="2216162"/>
                  </a:lnTo>
                  <a:lnTo>
                    <a:pt x="673950" y="2215692"/>
                  </a:lnTo>
                  <a:lnTo>
                    <a:pt x="675817" y="2213826"/>
                  </a:lnTo>
                  <a:lnTo>
                    <a:pt x="676275" y="2212708"/>
                  </a:lnTo>
                  <a:lnTo>
                    <a:pt x="676275" y="2210079"/>
                  </a:lnTo>
                  <a:close/>
                </a:path>
                <a:path w="5153025" h="2221229">
                  <a:moveTo>
                    <a:pt x="676275" y="1106766"/>
                  </a:moveTo>
                  <a:lnTo>
                    <a:pt x="675817" y="1105649"/>
                  </a:lnTo>
                  <a:lnTo>
                    <a:pt x="673950" y="1103782"/>
                  </a:lnTo>
                  <a:lnTo>
                    <a:pt x="672833" y="1103312"/>
                  </a:lnTo>
                  <a:lnTo>
                    <a:pt x="670204" y="1103312"/>
                  </a:lnTo>
                  <a:lnTo>
                    <a:pt x="669086" y="1103782"/>
                  </a:lnTo>
                  <a:lnTo>
                    <a:pt x="667219" y="1105649"/>
                  </a:lnTo>
                  <a:lnTo>
                    <a:pt x="666750" y="1106766"/>
                  </a:lnTo>
                  <a:lnTo>
                    <a:pt x="666750" y="1109395"/>
                  </a:lnTo>
                  <a:lnTo>
                    <a:pt x="667219" y="1110513"/>
                  </a:lnTo>
                  <a:lnTo>
                    <a:pt x="669086" y="1112380"/>
                  </a:lnTo>
                  <a:lnTo>
                    <a:pt x="670204" y="1112837"/>
                  </a:lnTo>
                  <a:lnTo>
                    <a:pt x="672833" y="1112837"/>
                  </a:lnTo>
                  <a:lnTo>
                    <a:pt x="673950" y="1112380"/>
                  </a:lnTo>
                  <a:lnTo>
                    <a:pt x="675817" y="1110513"/>
                  </a:lnTo>
                  <a:lnTo>
                    <a:pt x="676275" y="1109395"/>
                  </a:lnTo>
                  <a:lnTo>
                    <a:pt x="676275" y="1106766"/>
                  </a:lnTo>
                  <a:close/>
                </a:path>
                <a:path w="5153025" h="2221229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5153025" h="2221229">
                  <a:moveTo>
                    <a:pt x="723900" y="2210079"/>
                  </a:moveTo>
                  <a:lnTo>
                    <a:pt x="723442" y="2208961"/>
                  </a:lnTo>
                  <a:lnTo>
                    <a:pt x="721575" y="2207095"/>
                  </a:lnTo>
                  <a:lnTo>
                    <a:pt x="720458" y="2206637"/>
                  </a:lnTo>
                  <a:lnTo>
                    <a:pt x="717829" y="2206637"/>
                  </a:lnTo>
                  <a:lnTo>
                    <a:pt x="716711" y="2207095"/>
                  </a:lnTo>
                  <a:lnTo>
                    <a:pt x="714844" y="2208961"/>
                  </a:lnTo>
                  <a:lnTo>
                    <a:pt x="714375" y="2210079"/>
                  </a:lnTo>
                  <a:lnTo>
                    <a:pt x="714375" y="2212708"/>
                  </a:lnTo>
                  <a:lnTo>
                    <a:pt x="714844" y="2213826"/>
                  </a:lnTo>
                  <a:lnTo>
                    <a:pt x="716711" y="2215692"/>
                  </a:lnTo>
                  <a:lnTo>
                    <a:pt x="717829" y="2216162"/>
                  </a:lnTo>
                  <a:lnTo>
                    <a:pt x="720458" y="2216162"/>
                  </a:lnTo>
                  <a:lnTo>
                    <a:pt x="721575" y="2215692"/>
                  </a:lnTo>
                  <a:lnTo>
                    <a:pt x="723442" y="2213826"/>
                  </a:lnTo>
                  <a:lnTo>
                    <a:pt x="723900" y="2212708"/>
                  </a:lnTo>
                  <a:lnTo>
                    <a:pt x="723900" y="2210079"/>
                  </a:lnTo>
                  <a:close/>
                </a:path>
                <a:path w="5153025" h="2221229">
                  <a:moveTo>
                    <a:pt x="723900" y="1106766"/>
                  </a:moveTo>
                  <a:lnTo>
                    <a:pt x="723442" y="1105649"/>
                  </a:lnTo>
                  <a:lnTo>
                    <a:pt x="721575" y="1103782"/>
                  </a:lnTo>
                  <a:lnTo>
                    <a:pt x="720458" y="1103312"/>
                  </a:lnTo>
                  <a:lnTo>
                    <a:pt x="717829" y="1103312"/>
                  </a:lnTo>
                  <a:lnTo>
                    <a:pt x="716711" y="1103782"/>
                  </a:lnTo>
                  <a:lnTo>
                    <a:pt x="714844" y="1105649"/>
                  </a:lnTo>
                  <a:lnTo>
                    <a:pt x="714375" y="1106766"/>
                  </a:lnTo>
                  <a:lnTo>
                    <a:pt x="714375" y="1109395"/>
                  </a:lnTo>
                  <a:lnTo>
                    <a:pt x="714844" y="1110513"/>
                  </a:lnTo>
                  <a:lnTo>
                    <a:pt x="716711" y="1112380"/>
                  </a:lnTo>
                  <a:lnTo>
                    <a:pt x="717829" y="1112837"/>
                  </a:lnTo>
                  <a:lnTo>
                    <a:pt x="720458" y="1112837"/>
                  </a:lnTo>
                  <a:lnTo>
                    <a:pt x="721575" y="1112380"/>
                  </a:lnTo>
                  <a:lnTo>
                    <a:pt x="723442" y="1110513"/>
                  </a:lnTo>
                  <a:lnTo>
                    <a:pt x="723900" y="1109395"/>
                  </a:lnTo>
                  <a:lnTo>
                    <a:pt x="723900" y="1106766"/>
                  </a:lnTo>
                  <a:close/>
                </a:path>
                <a:path w="5153025" h="2221229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5153025" h="2221229">
                  <a:moveTo>
                    <a:pt x="771525" y="2210079"/>
                  </a:moveTo>
                  <a:lnTo>
                    <a:pt x="771067" y="2208961"/>
                  </a:lnTo>
                  <a:lnTo>
                    <a:pt x="769200" y="2207095"/>
                  </a:lnTo>
                  <a:lnTo>
                    <a:pt x="768083" y="2206637"/>
                  </a:lnTo>
                  <a:lnTo>
                    <a:pt x="765454" y="2206637"/>
                  </a:lnTo>
                  <a:lnTo>
                    <a:pt x="764336" y="2207095"/>
                  </a:lnTo>
                  <a:lnTo>
                    <a:pt x="762469" y="2208961"/>
                  </a:lnTo>
                  <a:lnTo>
                    <a:pt x="762000" y="2210079"/>
                  </a:lnTo>
                  <a:lnTo>
                    <a:pt x="762000" y="2212708"/>
                  </a:lnTo>
                  <a:lnTo>
                    <a:pt x="762469" y="2213826"/>
                  </a:lnTo>
                  <a:lnTo>
                    <a:pt x="764336" y="2215692"/>
                  </a:lnTo>
                  <a:lnTo>
                    <a:pt x="765454" y="2216162"/>
                  </a:lnTo>
                  <a:lnTo>
                    <a:pt x="768083" y="2216162"/>
                  </a:lnTo>
                  <a:lnTo>
                    <a:pt x="769200" y="2215692"/>
                  </a:lnTo>
                  <a:lnTo>
                    <a:pt x="771067" y="2213826"/>
                  </a:lnTo>
                  <a:lnTo>
                    <a:pt x="771525" y="2212708"/>
                  </a:lnTo>
                  <a:lnTo>
                    <a:pt x="771525" y="2210079"/>
                  </a:lnTo>
                  <a:close/>
                </a:path>
                <a:path w="5153025" h="2221229">
                  <a:moveTo>
                    <a:pt x="771525" y="1106766"/>
                  </a:moveTo>
                  <a:lnTo>
                    <a:pt x="771067" y="1105649"/>
                  </a:lnTo>
                  <a:lnTo>
                    <a:pt x="769200" y="1103782"/>
                  </a:lnTo>
                  <a:lnTo>
                    <a:pt x="768083" y="1103312"/>
                  </a:lnTo>
                  <a:lnTo>
                    <a:pt x="765454" y="1103312"/>
                  </a:lnTo>
                  <a:lnTo>
                    <a:pt x="764336" y="1103782"/>
                  </a:lnTo>
                  <a:lnTo>
                    <a:pt x="762469" y="1105649"/>
                  </a:lnTo>
                  <a:lnTo>
                    <a:pt x="762000" y="1106766"/>
                  </a:lnTo>
                  <a:lnTo>
                    <a:pt x="762000" y="1109395"/>
                  </a:lnTo>
                  <a:lnTo>
                    <a:pt x="762469" y="1110513"/>
                  </a:lnTo>
                  <a:lnTo>
                    <a:pt x="764336" y="1112380"/>
                  </a:lnTo>
                  <a:lnTo>
                    <a:pt x="765454" y="1112837"/>
                  </a:lnTo>
                  <a:lnTo>
                    <a:pt x="768083" y="1112837"/>
                  </a:lnTo>
                  <a:lnTo>
                    <a:pt x="769200" y="1112380"/>
                  </a:lnTo>
                  <a:lnTo>
                    <a:pt x="771067" y="1110513"/>
                  </a:lnTo>
                  <a:lnTo>
                    <a:pt x="771525" y="1109395"/>
                  </a:lnTo>
                  <a:lnTo>
                    <a:pt x="771525" y="1106766"/>
                  </a:lnTo>
                  <a:close/>
                </a:path>
                <a:path w="5153025" h="2221229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5153025" h="2221229">
                  <a:moveTo>
                    <a:pt x="819150" y="2210079"/>
                  </a:moveTo>
                  <a:lnTo>
                    <a:pt x="818692" y="2208961"/>
                  </a:lnTo>
                  <a:lnTo>
                    <a:pt x="816825" y="2207095"/>
                  </a:lnTo>
                  <a:lnTo>
                    <a:pt x="815708" y="2206637"/>
                  </a:lnTo>
                  <a:lnTo>
                    <a:pt x="813079" y="2206637"/>
                  </a:lnTo>
                  <a:lnTo>
                    <a:pt x="811961" y="2207095"/>
                  </a:lnTo>
                  <a:lnTo>
                    <a:pt x="810094" y="2208961"/>
                  </a:lnTo>
                  <a:lnTo>
                    <a:pt x="809625" y="2210079"/>
                  </a:lnTo>
                  <a:lnTo>
                    <a:pt x="809625" y="2212708"/>
                  </a:lnTo>
                  <a:lnTo>
                    <a:pt x="810094" y="2213826"/>
                  </a:lnTo>
                  <a:lnTo>
                    <a:pt x="811961" y="2215692"/>
                  </a:lnTo>
                  <a:lnTo>
                    <a:pt x="813079" y="2216162"/>
                  </a:lnTo>
                  <a:lnTo>
                    <a:pt x="815708" y="2216162"/>
                  </a:lnTo>
                  <a:lnTo>
                    <a:pt x="816825" y="2215692"/>
                  </a:lnTo>
                  <a:lnTo>
                    <a:pt x="818692" y="2213826"/>
                  </a:lnTo>
                  <a:lnTo>
                    <a:pt x="819150" y="2212708"/>
                  </a:lnTo>
                  <a:lnTo>
                    <a:pt x="819150" y="2210079"/>
                  </a:lnTo>
                  <a:close/>
                </a:path>
                <a:path w="5153025" h="2221229">
                  <a:moveTo>
                    <a:pt x="819150" y="1106766"/>
                  </a:moveTo>
                  <a:lnTo>
                    <a:pt x="818692" y="1105649"/>
                  </a:lnTo>
                  <a:lnTo>
                    <a:pt x="816825" y="1103782"/>
                  </a:lnTo>
                  <a:lnTo>
                    <a:pt x="815708" y="1103312"/>
                  </a:lnTo>
                  <a:lnTo>
                    <a:pt x="813079" y="1103312"/>
                  </a:lnTo>
                  <a:lnTo>
                    <a:pt x="811961" y="1103782"/>
                  </a:lnTo>
                  <a:lnTo>
                    <a:pt x="810094" y="1105649"/>
                  </a:lnTo>
                  <a:lnTo>
                    <a:pt x="809625" y="1106766"/>
                  </a:lnTo>
                  <a:lnTo>
                    <a:pt x="809625" y="1109395"/>
                  </a:lnTo>
                  <a:lnTo>
                    <a:pt x="810094" y="1110513"/>
                  </a:lnTo>
                  <a:lnTo>
                    <a:pt x="811961" y="1112380"/>
                  </a:lnTo>
                  <a:lnTo>
                    <a:pt x="813079" y="1112837"/>
                  </a:lnTo>
                  <a:lnTo>
                    <a:pt x="815708" y="1112837"/>
                  </a:lnTo>
                  <a:lnTo>
                    <a:pt x="816825" y="1112380"/>
                  </a:lnTo>
                  <a:lnTo>
                    <a:pt x="818692" y="1110513"/>
                  </a:lnTo>
                  <a:lnTo>
                    <a:pt x="819150" y="1109395"/>
                  </a:lnTo>
                  <a:lnTo>
                    <a:pt x="819150" y="1106766"/>
                  </a:lnTo>
                  <a:close/>
                </a:path>
                <a:path w="5153025" h="2221229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5153025" h="2221229">
                  <a:moveTo>
                    <a:pt x="866775" y="2210079"/>
                  </a:moveTo>
                  <a:lnTo>
                    <a:pt x="866317" y="2208961"/>
                  </a:lnTo>
                  <a:lnTo>
                    <a:pt x="864450" y="2207095"/>
                  </a:lnTo>
                  <a:lnTo>
                    <a:pt x="863333" y="2206637"/>
                  </a:lnTo>
                  <a:lnTo>
                    <a:pt x="860704" y="2206637"/>
                  </a:lnTo>
                  <a:lnTo>
                    <a:pt x="859586" y="2207095"/>
                  </a:lnTo>
                  <a:lnTo>
                    <a:pt x="857719" y="2208961"/>
                  </a:lnTo>
                  <a:lnTo>
                    <a:pt x="857250" y="2210079"/>
                  </a:lnTo>
                  <a:lnTo>
                    <a:pt x="857250" y="2212708"/>
                  </a:lnTo>
                  <a:lnTo>
                    <a:pt x="857719" y="2213826"/>
                  </a:lnTo>
                  <a:lnTo>
                    <a:pt x="859586" y="2215692"/>
                  </a:lnTo>
                  <a:lnTo>
                    <a:pt x="860704" y="2216162"/>
                  </a:lnTo>
                  <a:lnTo>
                    <a:pt x="863333" y="2216162"/>
                  </a:lnTo>
                  <a:lnTo>
                    <a:pt x="864450" y="2215692"/>
                  </a:lnTo>
                  <a:lnTo>
                    <a:pt x="866317" y="2213826"/>
                  </a:lnTo>
                  <a:lnTo>
                    <a:pt x="866775" y="2212708"/>
                  </a:lnTo>
                  <a:lnTo>
                    <a:pt x="866775" y="2210079"/>
                  </a:lnTo>
                  <a:close/>
                </a:path>
                <a:path w="5153025" h="2221229">
                  <a:moveTo>
                    <a:pt x="866775" y="1106766"/>
                  </a:moveTo>
                  <a:lnTo>
                    <a:pt x="866317" y="1105649"/>
                  </a:lnTo>
                  <a:lnTo>
                    <a:pt x="864450" y="1103782"/>
                  </a:lnTo>
                  <a:lnTo>
                    <a:pt x="863333" y="1103312"/>
                  </a:lnTo>
                  <a:lnTo>
                    <a:pt x="860704" y="1103312"/>
                  </a:lnTo>
                  <a:lnTo>
                    <a:pt x="859586" y="1103782"/>
                  </a:lnTo>
                  <a:lnTo>
                    <a:pt x="857719" y="1105649"/>
                  </a:lnTo>
                  <a:lnTo>
                    <a:pt x="857250" y="1106766"/>
                  </a:lnTo>
                  <a:lnTo>
                    <a:pt x="857250" y="1109395"/>
                  </a:lnTo>
                  <a:lnTo>
                    <a:pt x="857719" y="1110513"/>
                  </a:lnTo>
                  <a:lnTo>
                    <a:pt x="859586" y="1112380"/>
                  </a:lnTo>
                  <a:lnTo>
                    <a:pt x="860704" y="1112837"/>
                  </a:lnTo>
                  <a:lnTo>
                    <a:pt x="863333" y="1112837"/>
                  </a:lnTo>
                  <a:lnTo>
                    <a:pt x="864450" y="1112380"/>
                  </a:lnTo>
                  <a:lnTo>
                    <a:pt x="866317" y="1110513"/>
                  </a:lnTo>
                  <a:lnTo>
                    <a:pt x="866775" y="1109395"/>
                  </a:lnTo>
                  <a:lnTo>
                    <a:pt x="866775" y="1106766"/>
                  </a:lnTo>
                  <a:close/>
                </a:path>
                <a:path w="5153025" h="2221229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5153025" h="2221229">
                  <a:moveTo>
                    <a:pt x="914400" y="2210079"/>
                  </a:moveTo>
                  <a:lnTo>
                    <a:pt x="913942" y="2208961"/>
                  </a:lnTo>
                  <a:lnTo>
                    <a:pt x="912075" y="2207095"/>
                  </a:lnTo>
                  <a:lnTo>
                    <a:pt x="910958" y="2206637"/>
                  </a:lnTo>
                  <a:lnTo>
                    <a:pt x="908329" y="2206637"/>
                  </a:lnTo>
                  <a:lnTo>
                    <a:pt x="907211" y="2207095"/>
                  </a:lnTo>
                  <a:lnTo>
                    <a:pt x="905344" y="2208961"/>
                  </a:lnTo>
                  <a:lnTo>
                    <a:pt x="904875" y="2210079"/>
                  </a:lnTo>
                  <a:lnTo>
                    <a:pt x="904875" y="2212708"/>
                  </a:lnTo>
                  <a:lnTo>
                    <a:pt x="905344" y="2213826"/>
                  </a:lnTo>
                  <a:lnTo>
                    <a:pt x="907211" y="2215692"/>
                  </a:lnTo>
                  <a:lnTo>
                    <a:pt x="908329" y="2216162"/>
                  </a:lnTo>
                  <a:lnTo>
                    <a:pt x="910958" y="2216162"/>
                  </a:lnTo>
                  <a:lnTo>
                    <a:pt x="912075" y="2215692"/>
                  </a:lnTo>
                  <a:lnTo>
                    <a:pt x="913942" y="2213826"/>
                  </a:lnTo>
                  <a:lnTo>
                    <a:pt x="914400" y="2212708"/>
                  </a:lnTo>
                  <a:lnTo>
                    <a:pt x="914400" y="2210079"/>
                  </a:lnTo>
                  <a:close/>
                </a:path>
                <a:path w="5153025" h="2221229">
                  <a:moveTo>
                    <a:pt x="914400" y="1106766"/>
                  </a:moveTo>
                  <a:lnTo>
                    <a:pt x="913942" y="1105649"/>
                  </a:lnTo>
                  <a:lnTo>
                    <a:pt x="912075" y="1103782"/>
                  </a:lnTo>
                  <a:lnTo>
                    <a:pt x="910958" y="1103312"/>
                  </a:lnTo>
                  <a:lnTo>
                    <a:pt x="908329" y="1103312"/>
                  </a:lnTo>
                  <a:lnTo>
                    <a:pt x="907211" y="1103782"/>
                  </a:lnTo>
                  <a:lnTo>
                    <a:pt x="905344" y="1105649"/>
                  </a:lnTo>
                  <a:lnTo>
                    <a:pt x="904875" y="1106766"/>
                  </a:lnTo>
                  <a:lnTo>
                    <a:pt x="904875" y="1109395"/>
                  </a:lnTo>
                  <a:lnTo>
                    <a:pt x="905344" y="1110513"/>
                  </a:lnTo>
                  <a:lnTo>
                    <a:pt x="907211" y="1112380"/>
                  </a:lnTo>
                  <a:lnTo>
                    <a:pt x="908329" y="1112837"/>
                  </a:lnTo>
                  <a:lnTo>
                    <a:pt x="910958" y="1112837"/>
                  </a:lnTo>
                  <a:lnTo>
                    <a:pt x="912075" y="1112380"/>
                  </a:lnTo>
                  <a:lnTo>
                    <a:pt x="913942" y="1110513"/>
                  </a:lnTo>
                  <a:lnTo>
                    <a:pt x="914400" y="1109395"/>
                  </a:lnTo>
                  <a:lnTo>
                    <a:pt x="914400" y="1106766"/>
                  </a:lnTo>
                  <a:close/>
                </a:path>
                <a:path w="5153025" h="2221229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5153025" h="2221229">
                  <a:moveTo>
                    <a:pt x="962025" y="2210079"/>
                  </a:moveTo>
                  <a:lnTo>
                    <a:pt x="961567" y="2208961"/>
                  </a:lnTo>
                  <a:lnTo>
                    <a:pt x="959700" y="2207095"/>
                  </a:lnTo>
                  <a:lnTo>
                    <a:pt x="958583" y="2206637"/>
                  </a:lnTo>
                  <a:lnTo>
                    <a:pt x="955954" y="2206637"/>
                  </a:lnTo>
                  <a:lnTo>
                    <a:pt x="954836" y="2207095"/>
                  </a:lnTo>
                  <a:lnTo>
                    <a:pt x="952969" y="2208961"/>
                  </a:lnTo>
                  <a:lnTo>
                    <a:pt x="952500" y="2210079"/>
                  </a:lnTo>
                  <a:lnTo>
                    <a:pt x="952500" y="2212708"/>
                  </a:lnTo>
                  <a:lnTo>
                    <a:pt x="952969" y="2213826"/>
                  </a:lnTo>
                  <a:lnTo>
                    <a:pt x="954836" y="2215692"/>
                  </a:lnTo>
                  <a:lnTo>
                    <a:pt x="955954" y="2216162"/>
                  </a:lnTo>
                  <a:lnTo>
                    <a:pt x="958583" y="2216162"/>
                  </a:lnTo>
                  <a:lnTo>
                    <a:pt x="959700" y="2215692"/>
                  </a:lnTo>
                  <a:lnTo>
                    <a:pt x="961567" y="2213826"/>
                  </a:lnTo>
                  <a:lnTo>
                    <a:pt x="962025" y="2212708"/>
                  </a:lnTo>
                  <a:lnTo>
                    <a:pt x="962025" y="2210079"/>
                  </a:lnTo>
                  <a:close/>
                </a:path>
                <a:path w="5153025" h="2221229">
                  <a:moveTo>
                    <a:pt x="962025" y="1106766"/>
                  </a:moveTo>
                  <a:lnTo>
                    <a:pt x="961567" y="1105649"/>
                  </a:lnTo>
                  <a:lnTo>
                    <a:pt x="959700" y="1103782"/>
                  </a:lnTo>
                  <a:lnTo>
                    <a:pt x="958583" y="1103312"/>
                  </a:lnTo>
                  <a:lnTo>
                    <a:pt x="955954" y="1103312"/>
                  </a:lnTo>
                  <a:lnTo>
                    <a:pt x="954836" y="1103782"/>
                  </a:lnTo>
                  <a:lnTo>
                    <a:pt x="952969" y="1105649"/>
                  </a:lnTo>
                  <a:lnTo>
                    <a:pt x="952500" y="1106766"/>
                  </a:lnTo>
                  <a:lnTo>
                    <a:pt x="952500" y="1109395"/>
                  </a:lnTo>
                  <a:lnTo>
                    <a:pt x="952969" y="1110513"/>
                  </a:lnTo>
                  <a:lnTo>
                    <a:pt x="954836" y="1112380"/>
                  </a:lnTo>
                  <a:lnTo>
                    <a:pt x="955954" y="1112837"/>
                  </a:lnTo>
                  <a:lnTo>
                    <a:pt x="958583" y="1112837"/>
                  </a:lnTo>
                  <a:lnTo>
                    <a:pt x="959700" y="1112380"/>
                  </a:lnTo>
                  <a:lnTo>
                    <a:pt x="961567" y="1110513"/>
                  </a:lnTo>
                  <a:lnTo>
                    <a:pt x="962025" y="1109395"/>
                  </a:lnTo>
                  <a:lnTo>
                    <a:pt x="962025" y="1106766"/>
                  </a:lnTo>
                  <a:close/>
                </a:path>
                <a:path w="5153025" h="2221229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5153025" h="2221229">
                  <a:moveTo>
                    <a:pt x="1009650" y="2210079"/>
                  </a:moveTo>
                  <a:lnTo>
                    <a:pt x="1009192" y="2208961"/>
                  </a:lnTo>
                  <a:lnTo>
                    <a:pt x="1007325" y="2207095"/>
                  </a:lnTo>
                  <a:lnTo>
                    <a:pt x="1006208" y="2206637"/>
                  </a:lnTo>
                  <a:lnTo>
                    <a:pt x="1003579" y="2206637"/>
                  </a:lnTo>
                  <a:lnTo>
                    <a:pt x="1002461" y="2207095"/>
                  </a:lnTo>
                  <a:lnTo>
                    <a:pt x="1000594" y="2208961"/>
                  </a:lnTo>
                  <a:lnTo>
                    <a:pt x="1000125" y="2210079"/>
                  </a:lnTo>
                  <a:lnTo>
                    <a:pt x="1000125" y="2212708"/>
                  </a:lnTo>
                  <a:lnTo>
                    <a:pt x="1000594" y="2213826"/>
                  </a:lnTo>
                  <a:lnTo>
                    <a:pt x="1002461" y="2215692"/>
                  </a:lnTo>
                  <a:lnTo>
                    <a:pt x="1003579" y="2216162"/>
                  </a:lnTo>
                  <a:lnTo>
                    <a:pt x="1006208" y="2216162"/>
                  </a:lnTo>
                  <a:lnTo>
                    <a:pt x="1007325" y="2215692"/>
                  </a:lnTo>
                  <a:lnTo>
                    <a:pt x="1009192" y="2213826"/>
                  </a:lnTo>
                  <a:lnTo>
                    <a:pt x="1009650" y="2212708"/>
                  </a:lnTo>
                  <a:lnTo>
                    <a:pt x="1009650" y="2210079"/>
                  </a:lnTo>
                  <a:close/>
                </a:path>
                <a:path w="5153025" h="2221229">
                  <a:moveTo>
                    <a:pt x="1009650" y="1106766"/>
                  </a:moveTo>
                  <a:lnTo>
                    <a:pt x="1009192" y="1105649"/>
                  </a:lnTo>
                  <a:lnTo>
                    <a:pt x="1007325" y="1103782"/>
                  </a:lnTo>
                  <a:lnTo>
                    <a:pt x="1006208" y="1103312"/>
                  </a:lnTo>
                  <a:lnTo>
                    <a:pt x="1003579" y="1103312"/>
                  </a:lnTo>
                  <a:lnTo>
                    <a:pt x="1002461" y="1103782"/>
                  </a:lnTo>
                  <a:lnTo>
                    <a:pt x="1000594" y="1105649"/>
                  </a:lnTo>
                  <a:lnTo>
                    <a:pt x="1000125" y="1106766"/>
                  </a:lnTo>
                  <a:lnTo>
                    <a:pt x="1000125" y="1109395"/>
                  </a:lnTo>
                  <a:lnTo>
                    <a:pt x="1000594" y="1110513"/>
                  </a:lnTo>
                  <a:lnTo>
                    <a:pt x="1002461" y="1112380"/>
                  </a:lnTo>
                  <a:lnTo>
                    <a:pt x="1003579" y="1112837"/>
                  </a:lnTo>
                  <a:lnTo>
                    <a:pt x="1006208" y="1112837"/>
                  </a:lnTo>
                  <a:lnTo>
                    <a:pt x="1007325" y="1112380"/>
                  </a:lnTo>
                  <a:lnTo>
                    <a:pt x="1009192" y="1110513"/>
                  </a:lnTo>
                  <a:lnTo>
                    <a:pt x="1009650" y="1109395"/>
                  </a:lnTo>
                  <a:lnTo>
                    <a:pt x="1009650" y="1106766"/>
                  </a:lnTo>
                  <a:close/>
                </a:path>
                <a:path w="5153025" h="2221229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5153025" h="2221229">
                  <a:moveTo>
                    <a:pt x="1057275" y="2210079"/>
                  </a:moveTo>
                  <a:lnTo>
                    <a:pt x="1056817" y="2208961"/>
                  </a:lnTo>
                  <a:lnTo>
                    <a:pt x="1054950" y="2207095"/>
                  </a:lnTo>
                  <a:lnTo>
                    <a:pt x="1053833" y="2206637"/>
                  </a:lnTo>
                  <a:lnTo>
                    <a:pt x="1051204" y="2206637"/>
                  </a:lnTo>
                  <a:lnTo>
                    <a:pt x="1050086" y="2207095"/>
                  </a:lnTo>
                  <a:lnTo>
                    <a:pt x="1048219" y="2208961"/>
                  </a:lnTo>
                  <a:lnTo>
                    <a:pt x="1047750" y="2210079"/>
                  </a:lnTo>
                  <a:lnTo>
                    <a:pt x="1047750" y="2212708"/>
                  </a:lnTo>
                  <a:lnTo>
                    <a:pt x="1048219" y="2213826"/>
                  </a:lnTo>
                  <a:lnTo>
                    <a:pt x="1050086" y="2215692"/>
                  </a:lnTo>
                  <a:lnTo>
                    <a:pt x="1051204" y="2216162"/>
                  </a:lnTo>
                  <a:lnTo>
                    <a:pt x="1053833" y="2216162"/>
                  </a:lnTo>
                  <a:lnTo>
                    <a:pt x="1054950" y="2215692"/>
                  </a:lnTo>
                  <a:lnTo>
                    <a:pt x="1056817" y="2213826"/>
                  </a:lnTo>
                  <a:lnTo>
                    <a:pt x="1057275" y="2212708"/>
                  </a:lnTo>
                  <a:lnTo>
                    <a:pt x="1057275" y="2210079"/>
                  </a:lnTo>
                  <a:close/>
                </a:path>
                <a:path w="5153025" h="2221229">
                  <a:moveTo>
                    <a:pt x="1057275" y="1106766"/>
                  </a:moveTo>
                  <a:lnTo>
                    <a:pt x="1056817" y="1105649"/>
                  </a:lnTo>
                  <a:lnTo>
                    <a:pt x="1054950" y="1103782"/>
                  </a:lnTo>
                  <a:lnTo>
                    <a:pt x="1053833" y="1103312"/>
                  </a:lnTo>
                  <a:lnTo>
                    <a:pt x="1051204" y="1103312"/>
                  </a:lnTo>
                  <a:lnTo>
                    <a:pt x="1050086" y="1103782"/>
                  </a:lnTo>
                  <a:lnTo>
                    <a:pt x="1048219" y="1105649"/>
                  </a:lnTo>
                  <a:lnTo>
                    <a:pt x="1047750" y="1106766"/>
                  </a:lnTo>
                  <a:lnTo>
                    <a:pt x="1047750" y="1109395"/>
                  </a:lnTo>
                  <a:lnTo>
                    <a:pt x="1048219" y="1110513"/>
                  </a:lnTo>
                  <a:lnTo>
                    <a:pt x="1050086" y="1112380"/>
                  </a:lnTo>
                  <a:lnTo>
                    <a:pt x="1051204" y="1112837"/>
                  </a:lnTo>
                  <a:lnTo>
                    <a:pt x="1053833" y="1112837"/>
                  </a:lnTo>
                  <a:lnTo>
                    <a:pt x="1054950" y="1112380"/>
                  </a:lnTo>
                  <a:lnTo>
                    <a:pt x="1056817" y="1110513"/>
                  </a:lnTo>
                  <a:lnTo>
                    <a:pt x="1057275" y="1109395"/>
                  </a:lnTo>
                  <a:lnTo>
                    <a:pt x="1057275" y="1106766"/>
                  </a:lnTo>
                  <a:close/>
                </a:path>
                <a:path w="5153025" h="2221229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5153025" h="2221229">
                  <a:moveTo>
                    <a:pt x="1104900" y="2210079"/>
                  </a:moveTo>
                  <a:lnTo>
                    <a:pt x="1104442" y="2208961"/>
                  </a:lnTo>
                  <a:lnTo>
                    <a:pt x="1102575" y="2207095"/>
                  </a:lnTo>
                  <a:lnTo>
                    <a:pt x="1101458" y="2206637"/>
                  </a:lnTo>
                  <a:lnTo>
                    <a:pt x="1098829" y="2206637"/>
                  </a:lnTo>
                  <a:lnTo>
                    <a:pt x="1097711" y="2207095"/>
                  </a:lnTo>
                  <a:lnTo>
                    <a:pt x="1095844" y="2208961"/>
                  </a:lnTo>
                  <a:lnTo>
                    <a:pt x="1095375" y="2210079"/>
                  </a:lnTo>
                  <a:lnTo>
                    <a:pt x="1095375" y="2212708"/>
                  </a:lnTo>
                  <a:lnTo>
                    <a:pt x="1095844" y="2213826"/>
                  </a:lnTo>
                  <a:lnTo>
                    <a:pt x="1097711" y="2215692"/>
                  </a:lnTo>
                  <a:lnTo>
                    <a:pt x="1098829" y="2216162"/>
                  </a:lnTo>
                  <a:lnTo>
                    <a:pt x="1101458" y="2216162"/>
                  </a:lnTo>
                  <a:lnTo>
                    <a:pt x="1102575" y="2215692"/>
                  </a:lnTo>
                  <a:lnTo>
                    <a:pt x="1104442" y="2213826"/>
                  </a:lnTo>
                  <a:lnTo>
                    <a:pt x="1104900" y="2212708"/>
                  </a:lnTo>
                  <a:lnTo>
                    <a:pt x="1104900" y="2210079"/>
                  </a:lnTo>
                  <a:close/>
                </a:path>
                <a:path w="5153025" h="2221229">
                  <a:moveTo>
                    <a:pt x="1104900" y="1106766"/>
                  </a:moveTo>
                  <a:lnTo>
                    <a:pt x="1104442" y="1105649"/>
                  </a:lnTo>
                  <a:lnTo>
                    <a:pt x="1102575" y="1103782"/>
                  </a:lnTo>
                  <a:lnTo>
                    <a:pt x="1101458" y="1103312"/>
                  </a:lnTo>
                  <a:lnTo>
                    <a:pt x="1098829" y="1103312"/>
                  </a:lnTo>
                  <a:lnTo>
                    <a:pt x="1097711" y="1103782"/>
                  </a:lnTo>
                  <a:lnTo>
                    <a:pt x="1095844" y="1105649"/>
                  </a:lnTo>
                  <a:lnTo>
                    <a:pt x="1095375" y="1106766"/>
                  </a:lnTo>
                  <a:lnTo>
                    <a:pt x="1095375" y="1109395"/>
                  </a:lnTo>
                  <a:lnTo>
                    <a:pt x="1095844" y="1110513"/>
                  </a:lnTo>
                  <a:lnTo>
                    <a:pt x="1097711" y="1112380"/>
                  </a:lnTo>
                  <a:lnTo>
                    <a:pt x="1098829" y="1112837"/>
                  </a:lnTo>
                  <a:lnTo>
                    <a:pt x="1101458" y="1112837"/>
                  </a:lnTo>
                  <a:lnTo>
                    <a:pt x="1102575" y="1112380"/>
                  </a:lnTo>
                  <a:lnTo>
                    <a:pt x="1104442" y="1110513"/>
                  </a:lnTo>
                  <a:lnTo>
                    <a:pt x="1104900" y="1109395"/>
                  </a:lnTo>
                  <a:lnTo>
                    <a:pt x="1104900" y="1106766"/>
                  </a:lnTo>
                  <a:close/>
                </a:path>
                <a:path w="5153025" h="2221229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5153025" h="2221229">
                  <a:moveTo>
                    <a:pt x="1152525" y="2210079"/>
                  </a:moveTo>
                  <a:lnTo>
                    <a:pt x="1152067" y="2208961"/>
                  </a:lnTo>
                  <a:lnTo>
                    <a:pt x="1150200" y="2207095"/>
                  </a:lnTo>
                  <a:lnTo>
                    <a:pt x="1149083" y="2206637"/>
                  </a:lnTo>
                  <a:lnTo>
                    <a:pt x="1146454" y="2206637"/>
                  </a:lnTo>
                  <a:lnTo>
                    <a:pt x="1145336" y="2207095"/>
                  </a:lnTo>
                  <a:lnTo>
                    <a:pt x="1143469" y="2208961"/>
                  </a:lnTo>
                  <a:lnTo>
                    <a:pt x="1143000" y="2210079"/>
                  </a:lnTo>
                  <a:lnTo>
                    <a:pt x="1143000" y="2212708"/>
                  </a:lnTo>
                  <a:lnTo>
                    <a:pt x="1143469" y="2213826"/>
                  </a:lnTo>
                  <a:lnTo>
                    <a:pt x="1145336" y="2215692"/>
                  </a:lnTo>
                  <a:lnTo>
                    <a:pt x="1146454" y="2216162"/>
                  </a:lnTo>
                  <a:lnTo>
                    <a:pt x="1149083" y="2216162"/>
                  </a:lnTo>
                  <a:lnTo>
                    <a:pt x="1150200" y="2215692"/>
                  </a:lnTo>
                  <a:lnTo>
                    <a:pt x="1152067" y="2213826"/>
                  </a:lnTo>
                  <a:lnTo>
                    <a:pt x="1152525" y="2212708"/>
                  </a:lnTo>
                  <a:lnTo>
                    <a:pt x="1152525" y="2210079"/>
                  </a:lnTo>
                  <a:close/>
                </a:path>
                <a:path w="5153025" h="2221229">
                  <a:moveTo>
                    <a:pt x="1152525" y="1106766"/>
                  </a:moveTo>
                  <a:lnTo>
                    <a:pt x="1152067" y="1105649"/>
                  </a:lnTo>
                  <a:lnTo>
                    <a:pt x="1150200" y="1103782"/>
                  </a:lnTo>
                  <a:lnTo>
                    <a:pt x="1149083" y="1103312"/>
                  </a:lnTo>
                  <a:lnTo>
                    <a:pt x="1146454" y="1103312"/>
                  </a:lnTo>
                  <a:lnTo>
                    <a:pt x="1145336" y="1103782"/>
                  </a:lnTo>
                  <a:lnTo>
                    <a:pt x="1143469" y="1105649"/>
                  </a:lnTo>
                  <a:lnTo>
                    <a:pt x="1143000" y="1106766"/>
                  </a:lnTo>
                  <a:lnTo>
                    <a:pt x="1143000" y="1109395"/>
                  </a:lnTo>
                  <a:lnTo>
                    <a:pt x="1143469" y="1110513"/>
                  </a:lnTo>
                  <a:lnTo>
                    <a:pt x="1145336" y="1112380"/>
                  </a:lnTo>
                  <a:lnTo>
                    <a:pt x="1146454" y="1112837"/>
                  </a:lnTo>
                  <a:lnTo>
                    <a:pt x="1149083" y="1112837"/>
                  </a:lnTo>
                  <a:lnTo>
                    <a:pt x="1150200" y="1112380"/>
                  </a:lnTo>
                  <a:lnTo>
                    <a:pt x="1152067" y="1110513"/>
                  </a:lnTo>
                  <a:lnTo>
                    <a:pt x="1152525" y="1109395"/>
                  </a:lnTo>
                  <a:lnTo>
                    <a:pt x="1152525" y="1106766"/>
                  </a:lnTo>
                  <a:close/>
                </a:path>
                <a:path w="5153025" h="2221229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5153025" h="2221229">
                  <a:moveTo>
                    <a:pt x="1200150" y="2210079"/>
                  </a:moveTo>
                  <a:lnTo>
                    <a:pt x="1199692" y="2208961"/>
                  </a:lnTo>
                  <a:lnTo>
                    <a:pt x="1197825" y="2207095"/>
                  </a:lnTo>
                  <a:lnTo>
                    <a:pt x="1196708" y="2206637"/>
                  </a:lnTo>
                  <a:lnTo>
                    <a:pt x="1194079" y="2206637"/>
                  </a:lnTo>
                  <a:lnTo>
                    <a:pt x="1192961" y="2207095"/>
                  </a:lnTo>
                  <a:lnTo>
                    <a:pt x="1191094" y="2208961"/>
                  </a:lnTo>
                  <a:lnTo>
                    <a:pt x="1190625" y="2210079"/>
                  </a:lnTo>
                  <a:lnTo>
                    <a:pt x="1190625" y="2212708"/>
                  </a:lnTo>
                  <a:lnTo>
                    <a:pt x="1191094" y="2213826"/>
                  </a:lnTo>
                  <a:lnTo>
                    <a:pt x="1192961" y="2215692"/>
                  </a:lnTo>
                  <a:lnTo>
                    <a:pt x="1194079" y="2216162"/>
                  </a:lnTo>
                  <a:lnTo>
                    <a:pt x="1196708" y="2216162"/>
                  </a:lnTo>
                  <a:lnTo>
                    <a:pt x="1197825" y="2215692"/>
                  </a:lnTo>
                  <a:lnTo>
                    <a:pt x="1199692" y="2213826"/>
                  </a:lnTo>
                  <a:lnTo>
                    <a:pt x="1200150" y="2212708"/>
                  </a:lnTo>
                  <a:lnTo>
                    <a:pt x="1200150" y="2210079"/>
                  </a:lnTo>
                  <a:close/>
                </a:path>
                <a:path w="5153025" h="2221229">
                  <a:moveTo>
                    <a:pt x="1200150" y="1106766"/>
                  </a:moveTo>
                  <a:lnTo>
                    <a:pt x="1199692" y="1105649"/>
                  </a:lnTo>
                  <a:lnTo>
                    <a:pt x="1197825" y="1103782"/>
                  </a:lnTo>
                  <a:lnTo>
                    <a:pt x="1196708" y="1103312"/>
                  </a:lnTo>
                  <a:lnTo>
                    <a:pt x="1194079" y="1103312"/>
                  </a:lnTo>
                  <a:lnTo>
                    <a:pt x="1192961" y="1103782"/>
                  </a:lnTo>
                  <a:lnTo>
                    <a:pt x="1191094" y="1105649"/>
                  </a:lnTo>
                  <a:lnTo>
                    <a:pt x="1190625" y="1106766"/>
                  </a:lnTo>
                  <a:lnTo>
                    <a:pt x="1190625" y="1109395"/>
                  </a:lnTo>
                  <a:lnTo>
                    <a:pt x="1191094" y="1110513"/>
                  </a:lnTo>
                  <a:lnTo>
                    <a:pt x="1192961" y="1112380"/>
                  </a:lnTo>
                  <a:lnTo>
                    <a:pt x="1194079" y="1112837"/>
                  </a:lnTo>
                  <a:lnTo>
                    <a:pt x="1196708" y="1112837"/>
                  </a:lnTo>
                  <a:lnTo>
                    <a:pt x="1197825" y="1112380"/>
                  </a:lnTo>
                  <a:lnTo>
                    <a:pt x="1199692" y="1110513"/>
                  </a:lnTo>
                  <a:lnTo>
                    <a:pt x="1200150" y="1109395"/>
                  </a:lnTo>
                  <a:lnTo>
                    <a:pt x="1200150" y="1106766"/>
                  </a:lnTo>
                  <a:close/>
                </a:path>
                <a:path w="5153025" h="2221229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5153025" h="2221229">
                  <a:moveTo>
                    <a:pt x="1247775" y="2210079"/>
                  </a:moveTo>
                  <a:lnTo>
                    <a:pt x="1247317" y="2208961"/>
                  </a:lnTo>
                  <a:lnTo>
                    <a:pt x="1245450" y="2207095"/>
                  </a:lnTo>
                  <a:lnTo>
                    <a:pt x="1244333" y="2206637"/>
                  </a:lnTo>
                  <a:lnTo>
                    <a:pt x="1241704" y="2206637"/>
                  </a:lnTo>
                  <a:lnTo>
                    <a:pt x="1240586" y="2207095"/>
                  </a:lnTo>
                  <a:lnTo>
                    <a:pt x="1238719" y="2208961"/>
                  </a:lnTo>
                  <a:lnTo>
                    <a:pt x="1238250" y="2210079"/>
                  </a:lnTo>
                  <a:lnTo>
                    <a:pt x="1238250" y="2212708"/>
                  </a:lnTo>
                  <a:lnTo>
                    <a:pt x="1238719" y="2213826"/>
                  </a:lnTo>
                  <a:lnTo>
                    <a:pt x="1240586" y="2215692"/>
                  </a:lnTo>
                  <a:lnTo>
                    <a:pt x="1241704" y="2216162"/>
                  </a:lnTo>
                  <a:lnTo>
                    <a:pt x="1244333" y="2216162"/>
                  </a:lnTo>
                  <a:lnTo>
                    <a:pt x="1245450" y="2215692"/>
                  </a:lnTo>
                  <a:lnTo>
                    <a:pt x="1247317" y="2213826"/>
                  </a:lnTo>
                  <a:lnTo>
                    <a:pt x="1247775" y="2212708"/>
                  </a:lnTo>
                  <a:lnTo>
                    <a:pt x="1247775" y="2210079"/>
                  </a:lnTo>
                  <a:close/>
                </a:path>
                <a:path w="5153025" h="2221229">
                  <a:moveTo>
                    <a:pt x="1247775" y="1106766"/>
                  </a:moveTo>
                  <a:lnTo>
                    <a:pt x="1247317" y="1105649"/>
                  </a:lnTo>
                  <a:lnTo>
                    <a:pt x="1245450" y="1103782"/>
                  </a:lnTo>
                  <a:lnTo>
                    <a:pt x="1244333" y="1103312"/>
                  </a:lnTo>
                  <a:lnTo>
                    <a:pt x="1241704" y="1103312"/>
                  </a:lnTo>
                  <a:lnTo>
                    <a:pt x="1240586" y="1103782"/>
                  </a:lnTo>
                  <a:lnTo>
                    <a:pt x="1238719" y="1105649"/>
                  </a:lnTo>
                  <a:lnTo>
                    <a:pt x="1238250" y="1106766"/>
                  </a:lnTo>
                  <a:lnTo>
                    <a:pt x="1238250" y="1109395"/>
                  </a:lnTo>
                  <a:lnTo>
                    <a:pt x="1238719" y="1110513"/>
                  </a:lnTo>
                  <a:lnTo>
                    <a:pt x="1240586" y="1112380"/>
                  </a:lnTo>
                  <a:lnTo>
                    <a:pt x="1241704" y="1112837"/>
                  </a:lnTo>
                  <a:lnTo>
                    <a:pt x="1244333" y="1112837"/>
                  </a:lnTo>
                  <a:lnTo>
                    <a:pt x="1245450" y="1112380"/>
                  </a:lnTo>
                  <a:lnTo>
                    <a:pt x="1247317" y="1110513"/>
                  </a:lnTo>
                  <a:lnTo>
                    <a:pt x="1247775" y="1109395"/>
                  </a:lnTo>
                  <a:lnTo>
                    <a:pt x="1247775" y="1106766"/>
                  </a:lnTo>
                  <a:close/>
                </a:path>
                <a:path w="5153025" h="2221229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5153025" h="2221229">
                  <a:moveTo>
                    <a:pt x="1295400" y="2210079"/>
                  </a:moveTo>
                  <a:lnTo>
                    <a:pt x="1294942" y="2208961"/>
                  </a:lnTo>
                  <a:lnTo>
                    <a:pt x="1293075" y="2207095"/>
                  </a:lnTo>
                  <a:lnTo>
                    <a:pt x="1291958" y="2206637"/>
                  </a:lnTo>
                  <a:lnTo>
                    <a:pt x="1289329" y="2206637"/>
                  </a:lnTo>
                  <a:lnTo>
                    <a:pt x="1288211" y="2207095"/>
                  </a:lnTo>
                  <a:lnTo>
                    <a:pt x="1286344" y="2208961"/>
                  </a:lnTo>
                  <a:lnTo>
                    <a:pt x="1285875" y="2210079"/>
                  </a:lnTo>
                  <a:lnTo>
                    <a:pt x="1285875" y="2212708"/>
                  </a:lnTo>
                  <a:lnTo>
                    <a:pt x="1286344" y="2213826"/>
                  </a:lnTo>
                  <a:lnTo>
                    <a:pt x="1288211" y="2215692"/>
                  </a:lnTo>
                  <a:lnTo>
                    <a:pt x="1289329" y="2216162"/>
                  </a:lnTo>
                  <a:lnTo>
                    <a:pt x="1291958" y="2216162"/>
                  </a:lnTo>
                  <a:lnTo>
                    <a:pt x="1293075" y="2215692"/>
                  </a:lnTo>
                  <a:lnTo>
                    <a:pt x="1294942" y="2213826"/>
                  </a:lnTo>
                  <a:lnTo>
                    <a:pt x="1295400" y="2212708"/>
                  </a:lnTo>
                  <a:lnTo>
                    <a:pt x="1295400" y="2210079"/>
                  </a:lnTo>
                  <a:close/>
                </a:path>
                <a:path w="5153025" h="2221229">
                  <a:moveTo>
                    <a:pt x="1295400" y="1106766"/>
                  </a:moveTo>
                  <a:lnTo>
                    <a:pt x="1294942" y="1105649"/>
                  </a:lnTo>
                  <a:lnTo>
                    <a:pt x="1293075" y="1103782"/>
                  </a:lnTo>
                  <a:lnTo>
                    <a:pt x="1291958" y="1103312"/>
                  </a:lnTo>
                  <a:lnTo>
                    <a:pt x="1289329" y="1103312"/>
                  </a:lnTo>
                  <a:lnTo>
                    <a:pt x="1288211" y="1103782"/>
                  </a:lnTo>
                  <a:lnTo>
                    <a:pt x="1286344" y="1105649"/>
                  </a:lnTo>
                  <a:lnTo>
                    <a:pt x="1285875" y="1106766"/>
                  </a:lnTo>
                  <a:lnTo>
                    <a:pt x="1285875" y="1109395"/>
                  </a:lnTo>
                  <a:lnTo>
                    <a:pt x="1286344" y="1110513"/>
                  </a:lnTo>
                  <a:lnTo>
                    <a:pt x="1288211" y="1112380"/>
                  </a:lnTo>
                  <a:lnTo>
                    <a:pt x="1289329" y="1112837"/>
                  </a:lnTo>
                  <a:lnTo>
                    <a:pt x="1291958" y="1112837"/>
                  </a:lnTo>
                  <a:lnTo>
                    <a:pt x="1293075" y="1112380"/>
                  </a:lnTo>
                  <a:lnTo>
                    <a:pt x="1294942" y="1110513"/>
                  </a:lnTo>
                  <a:lnTo>
                    <a:pt x="1295400" y="1109395"/>
                  </a:lnTo>
                  <a:lnTo>
                    <a:pt x="1295400" y="1106766"/>
                  </a:lnTo>
                  <a:close/>
                </a:path>
                <a:path w="5153025" h="2221229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5153025" h="2221229">
                  <a:moveTo>
                    <a:pt x="1343025" y="2210079"/>
                  </a:moveTo>
                  <a:lnTo>
                    <a:pt x="1342567" y="2208961"/>
                  </a:lnTo>
                  <a:lnTo>
                    <a:pt x="1340700" y="2207095"/>
                  </a:lnTo>
                  <a:lnTo>
                    <a:pt x="1339583" y="2206637"/>
                  </a:lnTo>
                  <a:lnTo>
                    <a:pt x="1336954" y="2206637"/>
                  </a:lnTo>
                  <a:lnTo>
                    <a:pt x="1335836" y="2207095"/>
                  </a:lnTo>
                  <a:lnTo>
                    <a:pt x="1333969" y="2208961"/>
                  </a:lnTo>
                  <a:lnTo>
                    <a:pt x="1333500" y="2210079"/>
                  </a:lnTo>
                  <a:lnTo>
                    <a:pt x="1333500" y="2212708"/>
                  </a:lnTo>
                  <a:lnTo>
                    <a:pt x="1333969" y="2213826"/>
                  </a:lnTo>
                  <a:lnTo>
                    <a:pt x="1335836" y="2215692"/>
                  </a:lnTo>
                  <a:lnTo>
                    <a:pt x="1336954" y="2216162"/>
                  </a:lnTo>
                  <a:lnTo>
                    <a:pt x="1339583" y="2216162"/>
                  </a:lnTo>
                  <a:lnTo>
                    <a:pt x="1340700" y="2215692"/>
                  </a:lnTo>
                  <a:lnTo>
                    <a:pt x="1342567" y="2213826"/>
                  </a:lnTo>
                  <a:lnTo>
                    <a:pt x="1343025" y="2212708"/>
                  </a:lnTo>
                  <a:lnTo>
                    <a:pt x="1343025" y="2210079"/>
                  </a:lnTo>
                  <a:close/>
                </a:path>
                <a:path w="5153025" h="2221229">
                  <a:moveTo>
                    <a:pt x="1343025" y="1106766"/>
                  </a:moveTo>
                  <a:lnTo>
                    <a:pt x="1342567" y="1105649"/>
                  </a:lnTo>
                  <a:lnTo>
                    <a:pt x="1340700" y="1103782"/>
                  </a:lnTo>
                  <a:lnTo>
                    <a:pt x="1339583" y="1103312"/>
                  </a:lnTo>
                  <a:lnTo>
                    <a:pt x="1336954" y="1103312"/>
                  </a:lnTo>
                  <a:lnTo>
                    <a:pt x="1335836" y="1103782"/>
                  </a:lnTo>
                  <a:lnTo>
                    <a:pt x="1333969" y="1105649"/>
                  </a:lnTo>
                  <a:lnTo>
                    <a:pt x="1333500" y="1106766"/>
                  </a:lnTo>
                  <a:lnTo>
                    <a:pt x="1333500" y="1109395"/>
                  </a:lnTo>
                  <a:lnTo>
                    <a:pt x="1333969" y="1110513"/>
                  </a:lnTo>
                  <a:lnTo>
                    <a:pt x="1335836" y="1112380"/>
                  </a:lnTo>
                  <a:lnTo>
                    <a:pt x="1336954" y="1112837"/>
                  </a:lnTo>
                  <a:lnTo>
                    <a:pt x="1339583" y="1112837"/>
                  </a:lnTo>
                  <a:lnTo>
                    <a:pt x="1340700" y="1112380"/>
                  </a:lnTo>
                  <a:lnTo>
                    <a:pt x="1342567" y="1110513"/>
                  </a:lnTo>
                  <a:lnTo>
                    <a:pt x="1343025" y="1109395"/>
                  </a:lnTo>
                  <a:lnTo>
                    <a:pt x="1343025" y="1106766"/>
                  </a:lnTo>
                  <a:close/>
                </a:path>
                <a:path w="5153025" h="2221229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5153025" h="2221229">
                  <a:moveTo>
                    <a:pt x="1390650" y="2210079"/>
                  </a:moveTo>
                  <a:lnTo>
                    <a:pt x="1390192" y="2208961"/>
                  </a:lnTo>
                  <a:lnTo>
                    <a:pt x="1388325" y="2207095"/>
                  </a:lnTo>
                  <a:lnTo>
                    <a:pt x="1387208" y="2206637"/>
                  </a:lnTo>
                  <a:lnTo>
                    <a:pt x="1384579" y="2206637"/>
                  </a:lnTo>
                  <a:lnTo>
                    <a:pt x="1383461" y="2207095"/>
                  </a:lnTo>
                  <a:lnTo>
                    <a:pt x="1381594" y="2208961"/>
                  </a:lnTo>
                  <a:lnTo>
                    <a:pt x="1381125" y="2210079"/>
                  </a:lnTo>
                  <a:lnTo>
                    <a:pt x="1381125" y="2212708"/>
                  </a:lnTo>
                  <a:lnTo>
                    <a:pt x="1381594" y="2213826"/>
                  </a:lnTo>
                  <a:lnTo>
                    <a:pt x="1383461" y="2215692"/>
                  </a:lnTo>
                  <a:lnTo>
                    <a:pt x="1384579" y="2216162"/>
                  </a:lnTo>
                  <a:lnTo>
                    <a:pt x="1387208" y="2216162"/>
                  </a:lnTo>
                  <a:lnTo>
                    <a:pt x="1388325" y="2215692"/>
                  </a:lnTo>
                  <a:lnTo>
                    <a:pt x="1390192" y="2213826"/>
                  </a:lnTo>
                  <a:lnTo>
                    <a:pt x="1390650" y="2212708"/>
                  </a:lnTo>
                  <a:lnTo>
                    <a:pt x="1390650" y="2210079"/>
                  </a:lnTo>
                  <a:close/>
                </a:path>
                <a:path w="5153025" h="2221229">
                  <a:moveTo>
                    <a:pt x="1390650" y="1106766"/>
                  </a:moveTo>
                  <a:lnTo>
                    <a:pt x="1390192" y="1105649"/>
                  </a:lnTo>
                  <a:lnTo>
                    <a:pt x="1388325" y="1103782"/>
                  </a:lnTo>
                  <a:lnTo>
                    <a:pt x="1387208" y="1103312"/>
                  </a:lnTo>
                  <a:lnTo>
                    <a:pt x="1384579" y="1103312"/>
                  </a:lnTo>
                  <a:lnTo>
                    <a:pt x="1383461" y="1103782"/>
                  </a:lnTo>
                  <a:lnTo>
                    <a:pt x="1381594" y="1105649"/>
                  </a:lnTo>
                  <a:lnTo>
                    <a:pt x="1381125" y="1106766"/>
                  </a:lnTo>
                  <a:lnTo>
                    <a:pt x="1381125" y="1109395"/>
                  </a:lnTo>
                  <a:lnTo>
                    <a:pt x="1381594" y="1110513"/>
                  </a:lnTo>
                  <a:lnTo>
                    <a:pt x="1383461" y="1112380"/>
                  </a:lnTo>
                  <a:lnTo>
                    <a:pt x="1384579" y="1112837"/>
                  </a:lnTo>
                  <a:lnTo>
                    <a:pt x="1387208" y="1112837"/>
                  </a:lnTo>
                  <a:lnTo>
                    <a:pt x="1388325" y="1112380"/>
                  </a:lnTo>
                  <a:lnTo>
                    <a:pt x="1390192" y="1110513"/>
                  </a:lnTo>
                  <a:lnTo>
                    <a:pt x="1390650" y="1109395"/>
                  </a:lnTo>
                  <a:lnTo>
                    <a:pt x="1390650" y="1106766"/>
                  </a:lnTo>
                  <a:close/>
                </a:path>
                <a:path w="5153025" h="2221229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5153025" h="2221229">
                  <a:moveTo>
                    <a:pt x="1438275" y="2210079"/>
                  </a:moveTo>
                  <a:lnTo>
                    <a:pt x="1437817" y="2208961"/>
                  </a:lnTo>
                  <a:lnTo>
                    <a:pt x="1435950" y="2207095"/>
                  </a:lnTo>
                  <a:lnTo>
                    <a:pt x="1434833" y="2206637"/>
                  </a:lnTo>
                  <a:lnTo>
                    <a:pt x="1432204" y="2206637"/>
                  </a:lnTo>
                  <a:lnTo>
                    <a:pt x="1431086" y="2207095"/>
                  </a:lnTo>
                  <a:lnTo>
                    <a:pt x="1429219" y="2208961"/>
                  </a:lnTo>
                  <a:lnTo>
                    <a:pt x="1428750" y="2210079"/>
                  </a:lnTo>
                  <a:lnTo>
                    <a:pt x="1428750" y="2212708"/>
                  </a:lnTo>
                  <a:lnTo>
                    <a:pt x="1429219" y="2213826"/>
                  </a:lnTo>
                  <a:lnTo>
                    <a:pt x="1431086" y="2215692"/>
                  </a:lnTo>
                  <a:lnTo>
                    <a:pt x="1432204" y="2216162"/>
                  </a:lnTo>
                  <a:lnTo>
                    <a:pt x="1434833" y="2216162"/>
                  </a:lnTo>
                  <a:lnTo>
                    <a:pt x="1435950" y="2215692"/>
                  </a:lnTo>
                  <a:lnTo>
                    <a:pt x="1437817" y="2213826"/>
                  </a:lnTo>
                  <a:lnTo>
                    <a:pt x="1438275" y="2212708"/>
                  </a:lnTo>
                  <a:lnTo>
                    <a:pt x="1438275" y="2210079"/>
                  </a:lnTo>
                  <a:close/>
                </a:path>
                <a:path w="5153025" h="2221229">
                  <a:moveTo>
                    <a:pt x="1438275" y="1106766"/>
                  </a:moveTo>
                  <a:lnTo>
                    <a:pt x="1437817" y="1105649"/>
                  </a:lnTo>
                  <a:lnTo>
                    <a:pt x="1435950" y="1103782"/>
                  </a:lnTo>
                  <a:lnTo>
                    <a:pt x="1434833" y="1103312"/>
                  </a:lnTo>
                  <a:lnTo>
                    <a:pt x="1432204" y="1103312"/>
                  </a:lnTo>
                  <a:lnTo>
                    <a:pt x="1431086" y="1103782"/>
                  </a:lnTo>
                  <a:lnTo>
                    <a:pt x="1429219" y="1105649"/>
                  </a:lnTo>
                  <a:lnTo>
                    <a:pt x="1428750" y="1106766"/>
                  </a:lnTo>
                  <a:lnTo>
                    <a:pt x="1428750" y="1109395"/>
                  </a:lnTo>
                  <a:lnTo>
                    <a:pt x="1429219" y="1110513"/>
                  </a:lnTo>
                  <a:lnTo>
                    <a:pt x="1431086" y="1112380"/>
                  </a:lnTo>
                  <a:lnTo>
                    <a:pt x="1432204" y="1112837"/>
                  </a:lnTo>
                  <a:lnTo>
                    <a:pt x="1434833" y="1112837"/>
                  </a:lnTo>
                  <a:lnTo>
                    <a:pt x="1435950" y="1112380"/>
                  </a:lnTo>
                  <a:lnTo>
                    <a:pt x="1437817" y="1110513"/>
                  </a:lnTo>
                  <a:lnTo>
                    <a:pt x="1438275" y="1109395"/>
                  </a:lnTo>
                  <a:lnTo>
                    <a:pt x="1438275" y="1106766"/>
                  </a:lnTo>
                  <a:close/>
                </a:path>
                <a:path w="5153025" h="2221229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5153025" h="2221229">
                  <a:moveTo>
                    <a:pt x="1485900" y="2210079"/>
                  </a:moveTo>
                  <a:lnTo>
                    <a:pt x="1485442" y="2208961"/>
                  </a:lnTo>
                  <a:lnTo>
                    <a:pt x="1483575" y="2207095"/>
                  </a:lnTo>
                  <a:lnTo>
                    <a:pt x="1482458" y="2206637"/>
                  </a:lnTo>
                  <a:lnTo>
                    <a:pt x="1479829" y="2206637"/>
                  </a:lnTo>
                  <a:lnTo>
                    <a:pt x="1478711" y="2207095"/>
                  </a:lnTo>
                  <a:lnTo>
                    <a:pt x="1476844" y="2208961"/>
                  </a:lnTo>
                  <a:lnTo>
                    <a:pt x="1476375" y="2210079"/>
                  </a:lnTo>
                  <a:lnTo>
                    <a:pt x="1476375" y="2212708"/>
                  </a:lnTo>
                  <a:lnTo>
                    <a:pt x="1476844" y="2213826"/>
                  </a:lnTo>
                  <a:lnTo>
                    <a:pt x="1478711" y="2215692"/>
                  </a:lnTo>
                  <a:lnTo>
                    <a:pt x="1479829" y="2216162"/>
                  </a:lnTo>
                  <a:lnTo>
                    <a:pt x="1482458" y="2216162"/>
                  </a:lnTo>
                  <a:lnTo>
                    <a:pt x="1483575" y="2215692"/>
                  </a:lnTo>
                  <a:lnTo>
                    <a:pt x="1485442" y="2213826"/>
                  </a:lnTo>
                  <a:lnTo>
                    <a:pt x="1485900" y="2212708"/>
                  </a:lnTo>
                  <a:lnTo>
                    <a:pt x="1485900" y="2210079"/>
                  </a:lnTo>
                  <a:close/>
                </a:path>
                <a:path w="5153025" h="2221229">
                  <a:moveTo>
                    <a:pt x="1485900" y="1106766"/>
                  </a:moveTo>
                  <a:lnTo>
                    <a:pt x="1485442" y="1105649"/>
                  </a:lnTo>
                  <a:lnTo>
                    <a:pt x="1483575" y="1103782"/>
                  </a:lnTo>
                  <a:lnTo>
                    <a:pt x="1482458" y="1103312"/>
                  </a:lnTo>
                  <a:lnTo>
                    <a:pt x="1479829" y="1103312"/>
                  </a:lnTo>
                  <a:lnTo>
                    <a:pt x="1478711" y="1103782"/>
                  </a:lnTo>
                  <a:lnTo>
                    <a:pt x="1476844" y="1105649"/>
                  </a:lnTo>
                  <a:lnTo>
                    <a:pt x="1476375" y="1106766"/>
                  </a:lnTo>
                  <a:lnTo>
                    <a:pt x="1476375" y="1109395"/>
                  </a:lnTo>
                  <a:lnTo>
                    <a:pt x="1476844" y="1110513"/>
                  </a:lnTo>
                  <a:lnTo>
                    <a:pt x="1478711" y="1112380"/>
                  </a:lnTo>
                  <a:lnTo>
                    <a:pt x="1479829" y="1112837"/>
                  </a:lnTo>
                  <a:lnTo>
                    <a:pt x="1482458" y="1112837"/>
                  </a:lnTo>
                  <a:lnTo>
                    <a:pt x="1483575" y="1112380"/>
                  </a:lnTo>
                  <a:lnTo>
                    <a:pt x="1485442" y="1110513"/>
                  </a:lnTo>
                  <a:lnTo>
                    <a:pt x="1485900" y="1109395"/>
                  </a:lnTo>
                  <a:lnTo>
                    <a:pt x="1485900" y="1106766"/>
                  </a:lnTo>
                  <a:close/>
                </a:path>
                <a:path w="5153025" h="2221229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5153025" h="2221229">
                  <a:moveTo>
                    <a:pt x="1533525" y="2210079"/>
                  </a:moveTo>
                  <a:lnTo>
                    <a:pt x="1533067" y="2208961"/>
                  </a:lnTo>
                  <a:lnTo>
                    <a:pt x="1531200" y="2207095"/>
                  </a:lnTo>
                  <a:lnTo>
                    <a:pt x="1530083" y="2206637"/>
                  </a:lnTo>
                  <a:lnTo>
                    <a:pt x="1527454" y="2206637"/>
                  </a:lnTo>
                  <a:lnTo>
                    <a:pt x="1526336" y="2207095"/>
                  </a:lnTo>
                  <a:lnTo>
                    <a:pt x="1524469" y="2208961"/>
                  </a:lnTo>
                  <a:lnTo>
                    <a:pt x="1524000" y="2210079"/>
                  </a:lnTo>
                  <a:lnTo>
                    <a:pt x="1524000" y="2212708"/>
                  </a:lnTo>
                  <a:lnTo>
                    <a:pt x="1524469" y="2213826"/>
                  </a:lnTo>
                  <a:lnTo>
                    <a:pt x="1526336" y="2215692"/>
                  </a:lnTo>
                  <a:lnTo>
                    <a:pt x="1527454" y="2216162"/>
                  </a:lnTo>
                  <a:lnTo>
                    <a:pt x="1530083" y="2216162"/>
                  </a:lnTo>
                  <a:lnTo>
                    <a:pt x="1531200" y="2215692"/>
                  </a:lnTo>
                  <a:lnTo>
                    <a:pt x="1533067" y="2213826"/>
                  </a:lnTo>
                  <a:lnTo>
                    <a:pt x="1533525" y="2212708"/>
                  </a:lnTo>
                  <a:lnTo>
                    <a:pt x="1533525" y="2210079"/>
                  </a:lnTo>
                  <a:close/>
                </a:path>
                <a:path w="5153025" h="2221229">
                  <a:moveTo>
                    <a:pt x="1533525" y="1106766"/>
                  </a:moveTo>
                  <a:lnTo>
                    <a:pt x="1533067" y="1105649"/>
                  </a:lnTo>
                  <a:lnTo>
                    <a:pt x="1531200" y="1103782"/>
                  </a:lnTo>
                  <a:lnTo>
                    <a:pt x="1530083" y="1103312"/>
                  </a:lnTo>
                  <a:lnTo>
                    <a:pt x="1527454" y="1103312"/>
                  </a:lnTo>
                  <a:lnTo>
                    <a:pt x="1526336" y="1103782"/>
                  </a:lnTo>
                  <a:lnTo>
                    <a:pt x="1524469" y="1105649"/>
                  </a:lnTo>
                  <a:lnTo>
                    <a:pt x="1524000" y="1106766"/>
                  </a:lnTo>
                  <a:lnTo>
                    <a:pt x="1524000" y="1109395"/>
                  </a:lnTo>
                  <a:lnTo>
                    <a:pt x="1524469" y="1110513"/>
                  </a:lnTo>
                  <a:lnTo>
                    <a:pt x="1526336" y="1112380"/>
                  </a:lnTo>
                  <a:lnTo>
                    <a:pt x="1527454" y="1112837"/>
                  </a:lnTo>
                  <a:lnTo>
                    <a:pt x="1530083" y="1112837"/>
                  </a:lnTo>
                  <a:lnTo>
                    <a:pt x="1531200" y="1112380"/>
                  </a:lnTo>
                  <a:lnTo>
                    <a:pt x="1533067" y="1110513"/>
                  </a:lnTo>
                  <a:lnTo>
                    <a:pt x="1533525" y="1109395"/>
                  </a:lnTo>
                  <a:lnTo>
                    <a:pt x="1533525" y="1106766"/>
                  </a:lnTo>
                  <a:close/>
                </a:path>
                <a:path w="5153025" h="2221229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5153025" h="2221229">
                  <a:moveTo>
                    <a:pt x="1581150" y="2210079"/>
                  </a:moveTo>
                  <a:lnTo>
                    <a:pt x="1580692" y="2208961"/>
                  </a:lnTo>
                  <a:lnTo>
                    <a:pt x="1578825" y="2207095"/>
                  </a:lnTo>
                  <a:lnTo>
                    <a:pt x="1577708" y="2206637"/>
                  </a:lnTo>
                  <a:lnTo>
                    <a:pt x="1575079" y="2206637"/>
                  </a:lnTo>
                  <a:lnTo>
                    <a:pt x="1573961" y="2207095"/>
                  </a:lnTo>
                  <a:lnTo>
                    <a:pt x="1572094" y="2208961"/>
                  </a:lnTo>
                  <a:lnTo>
                    <a:pt x="1571625" y="2210079"/>
                  </a:lnTo>
                  <a:lnTo>
                    <a:pt x="1571625" y="2212708"/>
                  </a:lnTo>
                  <a:lnTo>
                    <a:pt x="1572094" y="2213826"/>
                  </a:lnTo>
                  <a:lnTo>
                    <a:pt x="1573961" y="2215692"/>
                  </a:lnTo>
                  <a:lnTo>
                    <a:pt x="1575079" y="2216162"/>
                  </a:lnTo>
                  <a:lnTo>
                    <a:pt x="1577708" y="2216162"/>
                  </a:lnTo>
                  <a:lnTo>
                    <a:pt x="1578825" y="2215692"/>
                  </a:lnTo>
                  <a:lnTo>
                    <a:pt x="1580692" y="2213826"/>
                  </a:lnTo>
                  <a:lnTo>
                    <a:pt x="1581150" y="2212708"/>
                  </a:lnTo>
                  <a:lnTo>
                    <a:pt x="1581150" y="2210079"/>
                  </a:lnTo>
                  <a:close/>
                </a:path>
                <a:path w="5153025" h="2221229">
                  <a:moveTo>
                    <a:pt x="1581150" y="1106766"/>
                  </a:moveTo>
                  <a:lnTo>
                    <a:pt x="1580692" y="1105649"/>
                  </a:lnTo>
                  <a:lnTo>
                    <a:pt x="1578825" y="1103782"/>
                  </a:lnTo>
                  <a:lnTo>
                    <a:pt x="1577708" y="1103312"/>
                  </a:lnTo>
                  <a:lnTo>
                    <a:pt x="1575079" y="1103312"/>
                  </a:lnTo>
                  <a:lnTo>
                    <a:pt x="1573961" y="1103782"/>
                  </a:lnTo>
                  <a:lnTo>
                    <a:pt x="1572094" y="1105649"/>
                  </a:lnTo>
                  <a:lnTo>
                    <a:pt x="1571625" y="1106766"/>
                  </a:lnTo>
                  <a:lnTo>
                    <a:pt x="1571625" y="1109395"/>
                  </a:lnTo>
                  <a:lnTo>
                    <a:pt x="1572094" y="1110513"/>
                  </a:lnTo>
                  <a:lnTo>
                    <a:pt x="1573961" y="1112380"/>
                  </a:lnTo>
                  <a:lnTo>
                    <a:pt x="1575079" y="1112837"/>
                  </a:lnTo>
                  <a:lnTo>
                    <a:pt x="1577708" y="1112837"/>
                  </a:lnTo>
                  <a:lnTo>
                    <a:pt x="1578825" y="1112380"/>
                  </a:lnTo>
                  <a:lnTo>
                    <a:pt x="1580692" y="1110513"/>
                  </a:lnTo>
                  <a:lnTo>
                    <a:pt x="1581150" y="1109395"/>
                  </a:lnTo>
                  <a:lnTo>
                    <a:pt x="1581150" y="1106766"/>
                  </a:lnTo>
                  <a:close/>
                </a:path>
                <a:path w="5153025" h="2221229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5153025" h="2221229">
                  <a:moveTo>
                    <a:pt x="1628775" y="2210079"/>
                  </a:moveTo>
                  <a:lnTo>
                    <a:pt x="1628317" y="2208961"/>
                  </a:lnTo>
                  <a:lnTo>
                    <a:pt x="1626450" y="2207095"/>
                  </a:lnTo>
                  <a:lnTo>
                    <a:pt x="1625333" y="2206637"/>
                  </a:lnTo>
                  <a:lnTo>
                    <a:pt x="1622704" y="2206637"/>
                  </a:lnTo>
                  <a:lnTo>
                    <a:pt x="1621586" y="2207095"/>
                  </a:lnTo>
                  <a:lnTo>
                    <a:pt x="1619719" y="2208961"/>
                  </a:lnTo>
                  <a:lnTo>
                    <a:pt x="1619250" y="2210079"/>
                  </a:lnTo>
                  <a:lnTo>
                    <a:pt x="1619250" y="2212708"/>
                  </a:lnTo>
                  <a:lnTo>
                    <a:pt x="1619719" y="2213826"/>
                  </a:lnTo>
                  <a:lnTo>
                    <a:pt x="1621586" y="2215692"/>
                  </a:lnTo>
                  <a:lnTo>
                    <a:pt x="1622704" y="2216162"/>
                  </a:lnTo>
                  <a:lnTo>
                    <a:pt x="1625333" y="2216162"/>
                  </a:lnTo>
                  <a:lnTo>
                    <a:pt x="1626450" y="2215692"/>
                  </a:lnTo>
                  <a:lnTo>
                    <a:pt x="1628317" y="2213826"/>
                  </a:lnTo>
                  <a:lnTo>
                    <a:pt x="1628775" y="2212708"/>
                  </a:lnTo>
                  <a:lnTo>
                    <a:pt x="1628775" y="2210079"/>
                  </a:lnTo>
                  <a:close/>
                </a:path>
                <a:path w="5153025" h="2221229">
                  <a:moveTo>
                    <a:pt x="1628775" y="1106766"/>
                  </a:moveTo>
                  <a:lnTo>
                    <a:pt x="1628317" y="1105649"/>
                  </a:lnTo>
                  <a:lnTo>
                    <a:pt x="1626450" y="1103782"/>
                  </a:lnTo>
                  <a:lnTo>
                    <a:pt x="1625333" y="1103312"/>
                  </a:lnTo>
                  <a:lnTo>
                    <a:pt x="1622704" y="1103312"/>
                  </a:lnTo>
                  <a:lnTo>
                    <a:pt x="1621586" y="1103782"/>
                  </a:lnTo>
                  <a:lnTo>
                    <a:pt x="1619719" y="1105649"/>
                  </a:lnTo>
                  <a:lnTo>
                    <a:pt x="1619250" y="1106766"/>
                  </a:lnTo>
                  <a:lnTo>
                    <a:pt x="1619250" y="1109395"/>
                  </a:lnTo>
                  <a:lnTo>
                    <a:pt x="1619719" y="1110513"/>
                  </a:lnTo>
                  <a:lnTo>
                    <a:pt x="1621586" y="1112380"/>
                  </a:lnTo>
                  <a:lnTo>
                    <a:pt x="1622704" y="1112837"/>
                  </a:lnTo>
                  <a:lnTo>
                    <a:pt x="1625333" y="1112837"/>
                  </a:lnTo>
                  <a:lnTo>
                    <a:pt x="1626450" y="1112380"/>
                  </a:lnTo>
                  <a:lnTo>
                    <a:pt x="1628317" y="1110513"/>
                  </a:lnTo>
                  <a:lnTo>
                    <a:pt x="1628775" y="1109395"/>
                  </a:lnTo>
                  <a:lnTo>
                    <a:pt x="1628775" y="1106766"/>
                  </a:lnTo>
                  <a:close/>
                </a:path>
                <a:path w="5153025" h="2221229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5153025" h="2221229">
                  <a:moveTo>
                    <a:pt x="1676400" y="2210079"/>
                  </a:moveTo>
                  <a:lnTo>
                    <a:pt x="1675942" y="2208961"/>
                  </a:lnTo>
                  <a:lnTo>
                    <a:pt x="1674075" y="2207095"/>
                  </a:lnTo>
                  <a:lnTo>
                    <a:pt x="1672958" y="2206637"/>
                  </a:lnTo>
                  <a:lnTo>
                    <a:pt x="1670329" y="2206637"/>
                  </a:lnTo>
                  <a:lnTo>
                    <a:pt x="1669211" y="2207095"/>
                  </a:lnTo>
                  <a:lnTo>
                    <a:pt x="1667344" y="2208961"/>
                  </a:lnTo>
                  <a:lnTo>
                    <a:pt x="1666875" y="2210079"/>
                  </a:lnTo>
                  <a:lnTo>
                    <a:pt x="1666875" y="2212708"/>
                  </a:lnTo>
                  <a:lnTo>
                    <a:pt x="1667344" y="2213826"/>
                  </a:lnTo>
                  <a:lnTo>
                    <a:pt x="1669211" y="2215692"/>
                  </a:lnTo>
                  <a:lnTo>
                    <a:pt x="1670329" y="2216162"/>
                  </a:lnTo>
                  <a:lnTo>
                    <a:pt x="1672958" y="2216162"/>
                  </a:lnTo>
                  <a:lnTo>
                    <a:pt x="1674075" y="2215692"/>
                  </a:lnTo>
                  <a:lnTo>
                    <a:pt x="1675942" y="2213826"/>
                  </a:lnTo>
                  <a:lnTo>
                    <a:pt x="1676400" y="2212708"/>
                  </a:lnTo>
                  <a:lnTo>
                    <a:pt x="1676400" y="2210079"/>
                  </a:lnTo>
                  <a:close/>
                </a:path>
                <a:path w="5153025" h="2221229">
                  <a:moveTo>
                    <a:pt x="1676400" y="1106766"/>
                  </a:moveTo>
                  <a:lnTo>
                    <a:pt x="1675942" y="1105649"/>
                  </a:lnTo>
                  <a:lnTo>
                    <a:pt x="1674075" y="1103782"/>
                  </a:lnTo>
                  <a:lnTo>
                    <a:pt x="1672958" y="1103312"/>
                  </a:lnTo>
                  <a:lnTo>
                    <a:pt x="1670329" y="1103312"/>
                  </a:lnTo>
                  <a:lnTo>
                    <a:pt x="1669211" y="1103782"/>
                  </a:lnTo>
                  <a:lnTo>
                    <a:pt x="1667344" y="1105649"/>
                  </a:lnTo>
                  <a:lnTo>
                    <a:pt x="1666875" y="1106766"/>
                  </a:lnTo>
                  <a:lnTo>
                    <a:pt x="1666875" y="1109395"/>
                  </a:lnTo>
                  <a:lnTo>
                    <a:pt x="1667344" y="1110513"/>
                  </a:lnTo>
                  <a:lnTo>
                    <a:pt x="1669211" y="1112380"/>
                  </a:lnTo>
                  <a:lnTo>
                    <a:pt x="1670329" y="1112837"/>
                  </a:lnTo>
                  <a:lnTo>
                    <a:pt x="1672958" y="1112837"/>
                  </a:lnTo>
                  <a:lnTo>
                    <a:pt x="1674075" y="1112380"/>
                  </a:lnTo>
                  <a:lnTo>
                    <a:pt x="1675942" y="1110513"/>
                  </a:lnTo>
                  <a:lnTo>
                    <a:pt x="1676400" y="1109395"/>
                  </a:lnTo>
                  <a:lnTo>
                    <a:pt x="1676400" y="1106766"/>
                  </a:lnTo>
                  <a:close/>
                </a:path>
                <a:path w="5153025" h="2221229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5153025" h="2221229">
                  <a:moveTo>
                    <a:pt x="1724025" y="2210079"/>
                  </a:moveTo>
                  <a:lnTo>
                    <a:pt x="1723567" y="2208961"/>
                  </a:lnTo>
                  <a:lnTo>
                    <a:pt x="1721700" y="2207095"/>
                  </a:lnTo>
                  <a:lnTo>
                    <a:pt x="1720583" y="2206637"/>
                  </a:lnTo>
                  <a:lnTo>
                    <a:pt x="1717954" y="2206637"/>
                  </a:lnTo>
                  <a:lnTo>
                    <a:pt x="1716836" y="2207095"/>
                  </a:lnTo>
                  <a:lnTo>
                    <a:pt x="1714969" y="2208961"/>
                  </a:lnTo>
                  <a:lnTo>
                    <a:pt x="1714500" y="2210079"/>
                  </a:lnTo>
                  <a:lnTo>
                    <a:pt x="1714500" y="2212708"/>
                  </a:lnTo>
                  <a:lnTo>
                    <a:pt x="1714969" y="2213826"/>
                  </a:lnTo>
                  <a:lnTo>
                    <a:pt x="1716836" y="2215692"/>
                  </a:lnTo>
                  <a:lnTo>
                    <a:pt x="1717954" y="2216162"/>
                  </a:lnTo>
                  <a:lnTo>
                    <a:pt x="1720583" y="2216162"/>
                  </a:lnTo>
                  <a:lnTo>
                    <a:pt x="1721700" y="2215692"/>
                  </a:lnTo>
                  <a:lnTo>
                    <a:pt x="1723567" y="2213826"/>
                  </a:lnTo>
                  <a:lnTo>
                    <a:pt x="1724025" y="2212708"/>
                  </a:lnTo>
                  <a:lnTo>
                    <a:pt x="1724025" y="2210079"/>
                  </a:lnTo>
                  <a:close/>
                </a:path>
                <a:path w="5153025" h="2221229">
                  <a:moveTo>
                    <a:pt x="1724025" y="1106766"/>
                  </a:moveTo>
                  <a:lnTo>
                    <a:pt x="1723567" y="1105649"/>
                  </a:lnTo>
                  <a:lnTo>
                    <a:pt x="1721700" y="1103782"/>
                  </a:lnTo>
                  <a:lnTo>
                    <a:pt x="1720583" y="1103312"/>
                  </a:lnTo>
                  <a:lnTo>
                    <a:pt x="1717954" y="1103312"/>
                  </a:lnTo>
                  <a:lnTo>
                    <a:pt x="1716836" y="1103782"/>
                  </a:lnTo>
                  <a:lnTo>
                    <a:pt x="1714969" y="1105649"/>
                  </a:lnTo>
                  <a:lnTo>
                    <a:pt x="1714500" y="1106766"/>
                  </a:lnTo>
                  <a:lnTo>
                    <a:pt x="1714500" y="1109395"/>
                  </a:lnTo>
                  <a:lnTo>
                    <a:pt x="1714969" y="1110513"/>
                  </a:lnTo>
                  <a:lnTo>
                    <a:pt x="1716836" y="1112380"/>
                  </a:lnTo>
                  <a:lnTo>
                    <a:pt x="1717954" y="1112837"/>
                  </a:lnTo>
                  <a:lnTo>
                    <a:pt x="1720583" y="1112837"/>
                  </a:lnTo>
                  <a:lnTo>
                    <a:pt x="1721700" y="1112380"/>
                  </a:lnTo>
                  <a:lnTo>
                    <a:pt x="1723567" y="1110513"/>
                  </a:lnTo>
                  <a:lnTo>
                    <a:pt x="1724025" y="1109395"/>
                  </a:lnTo>
                  <a:lnTo>
                    <a:pt x="1724025" y="1106766"/>
                  </a:lnTo>
                  <a:close/>
                </a:path>
                <a:path w="5153025" h="2221229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5153025" h="2221229">
                  <a:moveTo>
                    <a:pt x="1771650" y="2210079"/>
                  </a:moveTo>
                  <a:lnTo>
                    <a:pt x="1771192" y="2208961"/>
                  </a:lnTo>
                  <a:lnTo>
                    <a:pt x="1769325" y="2207095"/>
                  </a:lnTo>
                  <a:lnTo>
                    <a:pt x="1768208" y="2206637"/>
                  </a:lnTo>
                  <a:lnTo>
                    <a:pt x="1765579" y="2206637"/>
                  </a:lnTo>
                  <a:lnTo>
                    <a:pt x="1764461" y="2207095"/>
                  </a:lnTo>
                  <a:lnTo>
                    <a:pt x="1762594" y="2208961"/>
                  </a:lnTo>
                  <a:lnTo>
                    <a:pt x="1762125" y="2210079"/>
                  </a:lnTo>
                  <a:lnTo>
                    <a:pt x="1762125" y="2212708"/>
                  </a:lnTo>
                  <a:lnTo>
                    <a:pt x="1762594" y="2213826"/>
                  </a:lnTo>
                  <a:lnTo>
                    <a:pt x="1764461" y="2215692"/>
                  </a:lnTo>
                  <a:lnTo>
                    <a:pt x="1765579" y="2216162"/>
                  </a:lnTo>
                  <a:lnTo>
                    <a:pt x="1768208" y="2216162"/>
                  </a:lnTo>
                  <a:lnTo>
                    <a:pt x="1769325" y="2215692"/>
                  </a:lnTo>
                  <a:lnTo>
                    <a:pt x="1771192" y="2213826"/>
                  </a:lnTo>
                  <a:lnTo>
                    <a:pt x="1771650" y="2212708"/>
                  </a:lnTo>
                  <a:lnTo>
                    <a:pt x="1771650" y="2210079"/>
                  </a:lnTo>
                  <a:close/>
                </a:path>
                <a:path w="5153025" h="2221229">
                  <a:moveTo>
                    <a:pt x="1771650" y="1106766"/>
                  </a:moveTo>
                  <a:lnTo>
                    <a:pt x="1771192" y="1105649"/>
                  </a:lnTo>
                  <a:lnTo>
                    <a:pt x="1769325" y="1103782"/>
                  </a:lnTo>
                  <a:lnTo>
                    <a:pt x="1768208" y="1103312"/>
                  </a:lnTo>
                  <a:lnTo>
                    <a:pt x="1765579" y="1103312"/>
                  </a:lnTo>
                  <a:lnTo>
                    <a:pt x="1764461" y="1103782"/>
                  </a:lnTo>
                  <a:lnTo>
                    <a:pt x="1762594" y="1105649"/>
                  </a:lnTo>
                  <a:lnTo>
                    <a:pt x="1762125" y="1106766"/>
                  </a:lnTo>
                  <a:lnTo>
                    <a:pt x="1762125" y="1109395"/>
                  </a:lnTo>
                  <a:lnTo>
                    <a:pt x="1762594" y="1110513"/>
                  </a:lnTo>
                  <a:lnTo>
                    <a:pt x="1764461" y="1112380"/>
                  </a:lnTo>
                  <a:lnTo>
                    <a:pt x="1765579" y="1112837"/>
                  </a:lnTo>
                  <a:lnTo>
                    <a:pt x="1768208" y="1112837"/>
                  </a:lnTo>
                  <a:lnTo>
                    <a:pt x="1769325" y="1112380"/>
                  </a:lnTo>
                  <a:lnTo>
                    <a:pt x="1771192" y="1110513"/>
                  </a:lnTo>
                  <a:lnTo>
                    <a:pt x="1771650" y="1109395"/>
                  </a:lnTo>
                  <a:lnTo>
                    <a:pt x="1771650" y="1106766"/>
                  </a:lnTo>
                  <a:close/>
                </a:path>
                <a:path w="5153025" h="2221229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5153025" h="2221229">
                  <a:moveTo>
                    <a:pt x="1819275" y="2210079"/>
                  </a:moveTo>
                  <a:lnTo>
                    <a:pt x="1818817" y="2208961"/>
                  </a:lnTo>
                  <a:lnTo>
                    <a:pt x="1816950" y="2207095"/>
                  </a:lnTo>
                  <a:lnTo>
                    <a:pt x="1815833" y="2206637"/>
                  </a:lnTo>
                  <a:lnTo>
                    <a:pt x="1813204" y="2206637"/>
                  </a:lnTo>
                  <a:lnTo>
                    <a:pt x="1812086" y="2207095"/>
                  </a:lnTo>
                  <a:lnTo>
                    <a:pt x="1810219" y="2208961"/>
                  </a:lnTo>
                  <a:lnTo>
                    <a:pt x="1809750" y="2210079"/>
                  </a:lnTo>
                  <a:lnTo>
                    <a:pt x="1809750" y="2212708"/>
                  </a:lnTo>
                  <a:lnTo>
                    <a:pt x="1810219" y="2213826"/>
                  </a:lnTo>
                  <a:lnTo>
                    <a:pt x="1812086" y="2215692"/>
                  </a:lnTo>
                  <a:lnTo>
                    <a:pt x="1813204" y="2216162"/>
                  </a:lnTo>
                  <a:lnTo>
                    <a:pt x="1815833" y="2216162"/>
                  </a:lnTo>
                  <a:lnTo>
                    <a:pt x="1816950" y="2215692"/>
                  </a:lnTo>
                  <a:lnTo>
                    <a:pt x="1818817" y="2213826"/>
                  </a:lnTo>
                  <a:lnTo>
                    <a:pt x="1819275" y="2212708"/>
                  </a:lnTo>
                  <a:lnTo>
                    <a:pt x="1819275" y="2210079"/>
                  </a:lnTo>
                  <a:close/>
                </a:path>
                <a:path w="5153025" h="2221229">
                  <a:moveTo>
                    <a:pt x="1819275" y="1106766"/>
                  </a:moveTo>
                  <a:lnTo>
                    <a:pt x="1818817" y="1105649"/>
                  </a:lnTo>
                  <a:lnTo>
                    <a:pt x="1816950" y="1103782"/>
                  </a:lnTo>
                  <a:lnTo>
                    <a:pt x="1815833" y="1103312"/>
                  </a:lnTo>
                  <a:lnTo>
                    <a:pt x="1813204" y="1103312"/>
                  </a:lnTo>
                  <a:lnTo>
                    <a:pt x="1812086" y="1103782"/>
                  </a:lnTo>
                  <a:lnTo>
                    <a:pt x="1810219" y="1105649"/>
                  </a:lnTo>
                  <a:lnTo>
                    <a:pt x="1809750" y="1106766"/>
                  </a:lnTo>
                  <a:lnTo>
                    <a:pt x="1809750" y="1109395"/>
                  </a:lnTo>
                  <a:lnTo>
                    <a:pt x="1810219" y="1110513"/>
                  </a:lnTo>
                  <a:lnTo>
                    <a:pt x="1812086" y="1112380"/>
                  </a:lnTo>
                  <a:lnTo>
                    <a:pt x="1813204" y="1112837"/>
                  </a:lnTo>
                  <a:lnTo>
                    <a:pt x="1815833" y="1112837"/>
                  </a:lnTo>
                  <a:lnTo>
                    <a:pt x="1816950" y="1112380"/>
                  </a:lnTo>
                  <a:lnTo>
                    <a:pt x="1818817" y="1110513"/>
                  </a:lnTo>
                  <a:lnTo>
                    <a:pt x="1819275" y="1109395"/>
                  </a:lnTo>
                  <a:lnTo>
                    <a:pt x="1819275" y="1106766"/>
                  </a:lnTo>
                  <a:close/>
                </a:path>
                <a:path w="5153025" h="2221229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5153025" h="2221229">
                  <a:moveTo>
                    <a:pt x="1866900" y="2210079"/>
                  </a:moveTo>
                  <a:lnTo>
                    <a:pt x="1866442" y="2208961"/>
                  </a:lnTo>
                  <a:lnTo>
                    <a:pt x="1864575" y="2207095"/>
                  </a:lnTo>
                  <a:lnTo>
                    <a:pt x="1863458" y="2206637"/>
                  </a:lnTo>
                  <a:lnTo>
                    <a:pt x="1860829" y="2206637"/>
                  </a:lnTo>
                  <a:lnTo>
                    <a:pt x="1859711" y="2207095"/>
                  </a:lnTo>
                  <a:lnTo>
                    <a:pt x="1857844" y="2208961"/>
                  </a:lnTo>
                  <a:lnTo>
                    <a:pt x="1857375" y="2210079"/>
                  </a:lnTo>
                  <a:lnTo>
                    <a:pt x="1857375" y="2212708"/>
                  </a:lnTo>
                  <a:lnTo>
                    <a:pt x="1857844" y="2213826"/>
                  </a:lnTo>
                  <a:lnTo>
                    <a:pt x="1859711" y="2215692"/>
                  </a:lnTo>
                  <a:lnTo>
                    <a:pt x="1860829" y="2216162"/>
                  </a:lnTo>
                  <a:lnTo>
                    <a:pt x="1863458" y="2216162"/>
                  </a:lnTo>
                  <a:lnTo>
                    <a:pt x="1864575" y="2215692"/>
                  </a:lnTo>
                  <a:lnTo>
                    <a:pt x="1866442" y="2213826"/>
                  </a:lnTo>
                  <a:lnTo>
                    <a:pt x="1866900" y="2212708"/>
                  </a:lnTo>
                  <a:lnTo>
                    <a:pt x="1866900" y="2210079"/>
                  </a:lnTo>
                  <a:close/>
                </a:path>
                <a:path w="5153025" h="2221229">
                  <a:moveTo>
                    <a:pt x="1866900" y="1106766"/>
                  </a:moveTo>
                  <a:lnTo>
                    <a:pt x="1866442" y="1105649"/>
                  </a:lnTo>
                  <a:lnTo>
                    <a:pt x="1864575" y="1103782"/>
                  </a:lnTo>
                  <a:lnTo>
                    <a:pt x="1863458" y="1103312"/>
                  </a:lnTo>
                  <a:lnTo>
                    <a:pt x="1860829" y="1103312"/>
                  </a:lnTo>
                  <a:lnTo>
                    <a:pt x="1859711" y="1103782"/>
                  </a:lnTo>
                  <a:lnTo>
                    <a:pt x="1857844" y="1105649"/>
                  </a:lnTo>
                  <a:lnTo>
                    <a:pt x="1857375" y="1106766"/>
                  </a:lnTo>
                  <a:lnTo>
                    <a:pt x="1857375" y="1109395"/>
                  </a:lnTo>
                  <a:lnTo>
                    <a:pt x="1857844" y="1110513"/>
                  </a:lnTo>
                  <a:lnTo>
                    <a:pt x="1859711" y="1112380"/>
                  </a:lnTo>
                  <a:lnTo>
                    <a:pt x="1860829" y="1112837"/>
                  </a:lnTo>
                  <a:lnTo>
                    <a:pt x="1863458" y="1112837"/>
                  </a:lnTo>
                  <a:lnTo>
                    <a:pt x="1864575" y="1112380"/>
                  </a:lnTo>
                  <a:lnTo>
                    <a:pt x="1866442" y="1110513"/>
                  </a:lnTo>
                  <a:lnTo>
                    <a:pt x="1866900" y="1109395"/>
                  </a:lnTo>
                  <a:lnTo>
                    <a:pt x="1866900" y="1106766"/>
                  </a:lnTo>
                  <a:close/>
                </a:path>
                <a:path w="5153025" h="2221229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5153025" h="2221229">
                  <a:moveTo>
                    <a:pt x="1914525" y="2210079"/>
                  </a:moveTo>
                  <a:lnTo>
                    <a:pt x="1914067" y="2208961"/>
                  </a:lnTo>
                  <a:lnTo>
                    <a:pt x="1912200" y="2207095"/>
                  </a:lnTo>
                  <a:lnTo>
                    <a:pt x="1911083" y="2206637"/>
                  </a:lnTo>
                  <a:lnTo>
                    <a:pt x="1908454" y="2206637"/>
                  </a:lnTo>
                  <a:lnTo>
                    <a:pt x="1907336" y="2207095"/>
                  </a:lnTo>
                  <a:lnTo>
                    <a:pt x="1905469" y="2208961"/>
                  </a:lnTo>
                  <a:lnTo>
                    <a:pt x="1905000" y="2210079"/>
                  </a:lnTo>
                  <a:lnTo>
                    <a:pt x="1905000" y="2212708"/>
                  </a:lnTo>
                  <a:lnTo>
                    <a:pt x="1905469" y="2213826"/>
                  </a:lnTo>
                  <a:lnTo>
                    <a:pt x="1907336" y="2215692"/>
                  </a:lnTo>
                  <a:lnTo>
                    <a:pt x="1908454" y="2216162"/>
                  </a:lnTo>
                  <a:lnTo>
                    <a:pt x="1911083" y="2216162"/>
                  </a:lnTo>
                  <a:lnTo>
                    <a:pt x="1912200" y="2215692"/>
                  </a:lnTo>
                  <a:lnTo>
                    <a:pt x="1914067" y="2213826"/>
                  </a:lnTo>
                  <a:lnTo>
                    <a:pt x="1914525" y="2212708"/>
                  </a:lnTo>
                  <a:lnTo>
                    <a:pt x="1914525" y="2210079"/>
                  </a:lnTo>
                  <a:close/>
                </a:path>
                <a:path w="5153025" h="2221229">
                  <a:moveTo>
                    <a:pt x="1914525" y="1106766"/>
                  </a:moveTo>
                  <a:lnTo>
                    <a:pt x="1914067" y="1105649"/>
                  </a:lnTo>
                  <a:lnTo>
                    <a:pt x="1912200" y="1103782"/>
                  </a:lnTo>
                  <a:lnTo>
                    <a:pt x="1911083" y="1103312"/>
                  </a:lnTo>
                  <a:lnTo>
                    <a:pt x="1908454" y="1103312"/>
                  </a:lnTo>
                  <a:lnTo>
                    <a:pt x="1907336" y="1103782"/>
                  </a:lnTo>
                  <a:lnTo>
                    <a:pt x="1905469" y="1105649"/>
                  </a:lnTo>
                  <a:lnTo>
                    <a:pt x="1905000" y="1106766"/>
                  </a:lnTo>
                  <a:lnTo>
                    <a:pt x="1905000" y="1109395"/>
                  </a:lnTo>
                  <a:lnTo>
                    <a:pt x="1905469" y="1110513"/>
                  </a:lnTo>
                  <a:lnTo>
                    <a:pt x="1907336" y="1112380"/>
                  </a:lnTo>
                  <a:lnTo>
                    <a:pt x="1908454" y="1112837"/>
                  </a:lnTo>
                  <a:lnTo>
                    <a:pt x="1911083" y="1112837"/>
                  </a:lnTo>
                  <a:lnTo>
                    <a:pt x="1912200" y="1112380"/>
                  </a:lnTo>
                  <a:lnTo>
                    <a:pt x="1914067" y="1110513"/>
                  </a:lnTo>
                  <a:lnTo>
                    <a:pt x="1914525" y="1109395"/>
                  </a:lnTo>
                  <a:lnTo>
                    <a:pt x="1914525" y="1106766"/>
                  </a:lnTo>
                  <a:close/>
                </a:path>
                <a:path w="5153025" h="2221229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5153025" h="2221229">
                  <a:moveTo>
                    <a:pt x="1962150" y="2210079"/>
                  </a:moveTo>
                  <a:lnTo>
                    <a:pt x="1961692" y="2208961"/>
                  </a:lnTo>
                  <a:lnTo>
                    <a:pt x="1959825" y="2207095"/>
                  </a:lnTo>
                  <a:lnTo>
                    <a:pt x="1958708" y="2206637"/>
                  </a:lnTo>
                  <a:lnTo>
                    <a:pt x="1956079" y="2206637"/>
                  </a:lnTo>
                  <a:lnTo>
                    <a:pt x="1954961" y="2207095"/>
                  </a:lnTo>
                  <a:lnTo>
                    <a:pt x="1953094" y="2208961"/>
                  </a:lnTo>
                  <a:lnTo>
                    <a:pt x="1952625" y="2210079"/>
                  </a:lnTo>
                  <a:lnTo>
                    <a:pt x="1952625" y="2212708"/>
                  </a:lnTo>
                  <a:lnTo>
                    <a:pt x="1953094" y="2213826"/>
                  </a:lnTo>
                  <a:lnTo>
                    <a:pt x="1954961" y="2215692"/>
                  </a:lnTo>
                  <a:lnTo>
                    <a:pt x="1956079" y="2216162"/>
                  </a:lnTo>
                  <a:lnTo>
                    <a:pt x="1958708" y="2216162"/>
                  </a:lnTo>
                  <a:lnTo>
                    <a:pt x="1959825" y="2215692"/>
                  </a:lnTo>
                  <a:lnTo>
                    <a:pt x="1961692" y="2213826"/>
                  </a:lnTo>
                  <a:lnTo>
                    <a:pt x="1962150" y="2212708"/>
                  </a:lnTo>
                  <a:lnTo>
                    <a:pt x="1962150" y="2210079"/>
                  </a:lnTo>
                  <a:close/>
                </a:path>
                <a:path w="5153025" h="2221229">
                  <a:moveTo>
                    <a:pt x="1962150" y="1106766"/>
                  </a:moveTo>
                  <a:lnTo>
                    <a:pt x="1961692" y="1105649"/>
                  </a:lnTo>
                  <a:lnTo>
                    <a:pt x="1959825" y="1103782"/>
                  </a:lnTo>
                  <a:lnTo>
                    <a:pt x="1958708" y="1103312"/>
                  </a:lnTo>
                  <a:lnTo>
                    <a:pt x="1956079" y="1103312"/>
                  </a:lnTo>
                  <a:lnTo>
                    <a:pt x="1954961" y="1103782"/>
                  </a:lnTo>
                  <a:lnTo>
                    <a:pt x="1953094" y="1105649"/>
                  </a:lnTo>
                  <a:lnTo>
                    <a:pt x="1952625" y="1106766"/>
                  </a:lnTo>
                  <a:lnTo>
                    <a:pt x="1952625" y="1109395"/>
                  </a:lnTo>
                  <a:lnTo>
                    <a:pt x="1953094" y="1110513"/>
                  </a:lnTo>
                  <a:lnTo>
                    <a:pt x="1954961" y="1112380"/>
                  </a:lnTo>
                  <a:lnTo>
                    <a:pt x="1956079" y="1112837"/>
                  </a:lnTo>
                  <a:lnTo>
                    <a:pt x="1958708" y="1112837"/>
                  </a:lnTo>
                  <a:lnTo>
                    <a:pt x="1959825" y="1112380"/>
                  </a:lnTo>
                  <a:lnTo>
                    <a:pt x="1961692" y="1110513"/>
                  </a:lnTo>
                  <a:lnTo>
                    <a:pt x="1962150" y="1109395"/>
                  </a:lnTo>
                  <a:lnTo>
                    <a:pt x="1962150" y="1106766"/>
                  </a:lnTo>
                  <a:close/>
                </a:path>
                <a:path w="5153025" h="2221229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5153025" h="2221229">
                  <a:moveTo>
                    <a:pt x="2009775" y="2210079"/>
                  </a:moveTo>
                  <a:lnTo>
                    <a:pt x="2009317" y="2208961"/>
                  </a:lnTo>
                  <a:lnTo>
                    <a:pt x="2007450" y="2207095"/>
                  </a:lnTo>
                  <a:lnTo>
                    <a:pt x="2006333" y="2206637"/>
                  </a:lnTo>
                  <a:lnTo>
                    <a:pt x="2003704" y="2206637"/>
                  </a:lnTo>
                  <a:lnTo>
                    <a:pt x="2002586" y="2207095"/>
                  </a:lnTo>
                  <a:lnTo>
                    <a:pt x="2000719" y="2208961"/>
                  </a:lnTo>
                  <a:lnTo>
                    <a:pt x="2000250" y="2210079"/>
                  </a:lnTo>
                  <a:lnTo>
                    <a:pt x="2000250" y="2212708"/>
                  </a:lnTo>
                  <a:lnTo>
                    <a:pt x="2000719" y="2213826"/>
                  </a:lnTo>
                  <a:lnTo>
                    <a:pt x="2002586" y="2215692"/>
                  </a:lnTo>
                  <a:lnTo>
                    <a:pt x="2003704" y="2216162"/>
                  </a:lnTo>
                  <a:lnTo>
                    <a:pt x="2006333" y="2216162"/>
                  </a:lnTo>
                  <a:lnTo>
                    <a:pt x="2007450" y="2215692"/>
                  </a:lnTo>
                  <a:lnTo>
                    <a:pt x="2009317" y="2213826"/>
                  </a:lnTo>
                  <a:lnTo>
                    <a:pt x="2009775" y="2212708"/>
                  </a:lnTo>
                  <a:lnTo>
                    <a:pt x="2009775" y="2210079"/>
                  </a:lnTo>
                  <a:close/>
                </a:path>
                <a:path w="5153025" h="2221229">
                  <a:moveTo>
                    <a:pt x="2009775" y="1106766"/>
                  </a:moveTo>
                  <a:lnTo>
                    <a:pt x="2009317" y="1105649"/>
                  </a:lnTo>
                  <a:lnTo>
                    <a:pt x="2007450" y="1103782"/>
                  </a:lnTo>
                  <a:lnTo>
                    <a:pt x="2006333" y="1103312"/>
                  </a:lnTo>
                  <a:lnTo>
                    <a:pt x="2003704" y="1103312"/>
                  </a:lnTo>
                  <a:lnTo>
                    <a:pt x="2002586" y="1103782"/>
                  </a:lnTo>
                  <a:lnTo>
                    <a:pt x="2000719" y="1105649"/>
                  </a:lnTo>
                  <a:lnTo>
                    <a:pt x="2000250" y="1106766"/>
                  </a:lnTo>
                  <a:lnTo>
                    <a:pt x="2000250" y="1109395"/>
                  </a:lnTo>
                  <a:lnTo>
                    <a:pt x="2000719" y="1110513"/>
                  </a:lnTo>
                  <a:lnTo>
                    <a:pt x="2002586" y="1112380"/>
                  </a:lnTo>
                  <a:lnTo>
                    <a:pt x="2003704" y="1112837"/>
                  </a:lnTo>
                  <a:lnTo>
                    <a:pt x="2006333" y="1112837"/>
                  </a:lnTo>
                  <a:lnTo>
                    <a:pt x="2007450" y="1112380"/>
                  </a:lnTo>
                  <a:lnTo>
                    <a:pt x="2009317" y="1110513"/>
                  </a:lnTo>
                  <a:lnTo>
                    <a:pt x="2009775" y="1109395"/>
                  </a:lnTo>
                  <a:lnTo>
                    <a:pt x="2009775" y="1106766"/>
                  </a:lnTo>
                  <a:close/>
                </a:path>
                <a:path w="5153025" h="2221229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5153025" h="2221229">
                  <a:moveTo>
                    <a:pt x="2057400" y="2210079"/>
                  </a:moveTo>
                  <a:lnTo>
                    <a:pt x="2056942" y="2208961"/>
                  </a:lnTo>
                  <a:lnTo>
                    <a:pt x="2055075" y="2207095"/>
                  </a:lnTo>
                  <a:lnTo>
                    <a:pt x="2053958" y="2206637"/>
                  </a:lnTo>
                  <a:lnTo>
                    <a:pt x="2051329" y="2206637"/>
                  </a:lnTo>
                  <a:lnTo>
                    <a:pt x="2050211" y="2207095"/>
                  </a:lnTo>
                  <a:lnTo>
                    <a:pt x="2048344" y="2208961"/>
                  </a:lnTo>
                  <a:lnTo>
                    <a:pt x="2047875" y="2210079"/>
                  </a:lnTo>
                  <a:lnTo>
                    <a:pt x="2047875" y="2212708"/>
                  </a:lnTo>
                  <a:lnTo>
                    <a:pt x="2048344" y="2213826"/>
                  </a:lnTo>
                  <a:lnTo>
                    <a:pt x="2050211" y="2215692"/>
                  </a:lnTo>
                  <a:lnTo>
                    <a:pt x="2051329" y="2216162"/>
                  </a:lnTo>
                  <a:lnTo>
                    <a:pt x="2053958" y="2216162"/>
                  </a:lnTo>
                  <a:lnTo>
                    <a:pt x="2055075" y="2215692"/>
                  </a:lnTo>
                  <a:lnTo>
                    <a:pt x="2056942" y="2213826"/>
                  </a:lnTo>
                  <a:lnTo>
                    <a:pt x="2057400" y="2212708"/>
                  </a:lnTo>
                  <a:lnTo>
                    <a:pt x="2057400" y="2210079"/>
                  </a:lnTo>
                  <a:close/>
                </a:path>
                <a:path w="5153025" h="2221229">
                  <a:moveTo>
                    <a:pt x="2057400" y="1106766"/>
                  </a:moveTo>
                  <a:lnTo>
                    <a:pt x="2056942" y="1105649"/>
                  </a:lnTo>
                  <a:lnTo>
                    <a:pt x="2055075" y="1103782"/>
                  </a:lnTo>
                  <a:lnTo>
                    <a:pt x="2053958" y="1103312"/>
                  </a:lnTo>
                  <a:lnTo>
                    <a:pt x="2051329" y="1103312"/>
                  </a:lnTo>
                  <a:lnTo>
                    <a:pt x="2050211" y="1103782"/>
                  </a:lnTo>
                  <a:lnTo>
                    <a:pt x="2048344" y="1105649"/>
                  </a:lnTo>
                  <a:lnTo>
                    <a:pt x="2047875" y="1106766"/>
                  </a:lnTo>
                  <a:lnTo>
                    <a:pt x="2047875" y="1109395"/>
                  </a:lnTo>
                  <a:lnTo>
                    <a:pt x="2048344" y="1110513"/>
                  </a:lnTo>
                  <a:lnTo>
                    <a:pt x="2050211" y="1112380"/>
                  </a:lnTo>
                  <a:lnTo>
                    <a:pt x="2051329" y="1112837"/>
                  </a:lnTo>
                  <a:lnTo>
                    <a:pt x="2053958" y="1112837"/>
                  </a:lnTo>
                  <a:lnTo>
                    <a:pt x="2055075" y="1112380"/>
                  </a:lnTo>
                  <a:lnTo>
                    <a:pt x="2056942" y="1110513"/>
                  </a:lnTo>
                  <a:lnTo>
                    <a:pt x="2057400" y="1109395"/>
                  </a:lnTo>
                  <a:lnTo>
                    <a:pt x="2057400" y="1106766"/>
                  </a:lnTo>
                  <a:close/>
                </a:path>
                <a:path w="5153025" h="2221229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5153025" h="2221229">
                  <a:moveTo>
                    <a:pt x="2105025" y="2210079"/>
                  </a:moveTo>
                  <a:lnTo>
                    <a:pt x="2104567" y="2208961"/>
                  </a:lnTo>
                  <a:lnTo>
                    <a:pt x="2102700" y="2207095"/>
                  </a:lnTo>
                  <a:lnTo>
                    <a:pt x="2101583" y="2206637"/>
                  </a:lnTo>
                  <a:lnTo>
                    <a:pt x="2098954" y="2206637"/>
                  </a:lnTo>
                  <a:lnTo>
                    <a:pt x="2097836" y="2207095"/>
                  </a:lnTo>
                  <a:lnTo>
                    <a:pt x="2095969" y="2208961"/>
                  </a:lnTo>
                  <a:lnTo>
                    <a:pt x="2095500" y="2210079"/>
                  </a:lnTo>
                  <a:lnTo>
                    <a:pt x="2095500" y="2212708"/>
                  </a:lnTo>
                  <a:lnTo>
                    <a:pt x="2095969" y="2213826"/>
                  </a:lnTo>
                  <a:lnTo>
                    <a:pt x="2097836" y="2215692"/>
                  </a:lnTo>
                  <a:lnTo>
                    <a:pt x="2098954" y="2216162"/>
                  </a:lnTo>
                  <a:lnTo>
                    <a:pt x="2101583" y="2216162"/>
                  </a:lnTo>
                  <a:lnTo>
                    <a:pt x="2102700" y="2215692"/>
                  </a:lnTo>
                  <a:lnTo>
                    <a:pt x="2104567" y="2213826"/>
                  </a:lnTo>
                  <a:lnTo>
                    <a:pt x="2105025" y="2212708"/>
                  </a:lnTo>
                  <a:lnTo>
                    <a:pt x="2105025" y="2210079"/>
                  </a:lnTo>
                  <a:close/>
                </a:path>
                <a:path w="5153025" h="2221229">
                  <a:moveTo>
                    <a:pt x="2105025" y="1106766"/>
                  </a:moveTo>
                  <a:lnTo>
                    <a:pt x="2104567" y="1105649"/>
                  </a:lnTo>
                  <a:lnTo>
                    <a:pt x="2102700" y="1103782"/>
                  </a:lnTo>
                  <a:lnTo>
                    <a:pt x="2101583" y="1103312"/>
                  </a:lnTo>
                  <a:lnTo>
                    <a:pt x="2098954" y="1103312"/>
                  </a:lnTo>
                  <a:lnTo>
                    <a:pt x="2097836" y="1103782"/>
                  </a:lnTo>
                  <a:lnTo>
                    <a:pt x="2095969" y="1105649"/>
                  </a:lnTo>
                  <a:lnTo>
                    <a:pt x="2095500" y="1106766"/>
                  </a:lnTo>
                  <a:lnTo>
                    <a:pt x="2095500" y="1109395"/>
                  </a:lnTo>
                  <a:lnTo>
                    <a:pt x="2095969" y="1110513"/>
                  </a:lnTo>
                  <a:lnTo>
                    <a:pt x="2097836" y="1112380"/>
                  </a:lnTo>
                  <a:lnTo>
                    <a:pt x="2098954" y="1112837"/>
                  </a:lnTo>
                  <a:lnTo>
                    <a:pt x="2101583" y="1112837"/>
                  </a:lnTo>
                  <a:lnTo>
                    <a:pt x="2102700" y="1112380"/>
                  </a:lnTo>
                  <a:lnTo>
                    <a:pt x="2104567" y="1110513"/>
                  </a:lnTo>
                  <a:lnTo>
                    <a:pt x="2105025" y="1109395"/>
                  </a:lnTo>
                  <a:lnTo>
                    <a:pt x="2105025" y="1106766"/>
                  </a:lnTo>
                  <a:close/>
                </a:path>
                <a:path w="5153025" h="2221229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5153025" h="2221229">
                  <a:moveTo>
                    <a:pt x="2152650" y="2210079"/>
                  </a:moveTo>
                  <a:lnTo>
                    <a:pt x="2152192" y="2208961"/>
                  </a:lnTo>
                  <a:lnTo>
                    <a:pt x="2150326" y="2207095"/>
                  </a:lnTo>
                  <a:lnTo>
                    <a:pt x="2149208" y="2206637"/>
                  </a:lnTo>
                  <a:lnTo>
                    <a:pt x="2146579" y="2206637"/>
                  </a:lnTo>
                  <a:lnTo>
                    <a:pt x="2145461" y="2207095"/>
                  </a:lnTo>
                  <a:lnTo>
                    <a:pt x="2143595" y="2208961"/>
                  </a:lnTo>
                  <a:lnTo>
                    <a:pt x="2143125" y="2210079"/>
                  </a:lnTo>
                  <a:lnTo>
                    <a:pt x="2143125" y="2212708"/>
                  </a:lnTo>
                  <a:lnTo>
                    <a:pt x="2143595" y="2213826"/>
                  </a:lnTo>
                  <a:lnTo>
                    <a:pt x="2145461" y="2215692"/>
                  </a:lnTo>
                  <a:lnTo>
                    <a:pt x="2146579" y="2216162"/>
                  </a:lnTo>
                  <a:lnTo>
                    <a:pt x="2149208" y="2216162"/>
                  </a:lnTo>
                  <a:lnTo>
                    <a:pt x="2150326" y="2215692"/>
                  </a:lnTo>
                  <a:lnTo>
                    <a:pt x="2152192" y="2213826"/>
                  </a:lnTo>
                  <a:lnTo>
                    <a:pt x="2152650" y="2212708"/>
                  </a:lnTo>
                  <a:lnTo>
                    <a:pt x="2152650" y="2210079"/>
                  </a:lnTo>
                  <a:close/>
                </a:path>
                <a:path w="5153025" h="2221229">
                  <a:moveTo>
                    <a:pt x="2152650" y="1106766"/>
                  </a:moveTo>
                  <a:lnTo>
                    <a:pt x="2152192" y="1105649"/>
                  </a:lnTo>
                  <a:lnTo>
                    <a:pt x="2150326" y="1103782"/>
                  </a:lnTo>
                  <a:lnTo>
                    <a:pt x="2149208" y="1103312"/>
                  </a:lnTo>
                  <a:lnTo>
                    <a:pt x="2146579" y="1103312"/>
                  </a:lnTo>
                  <a:lnTo>
                    <a:pt x="2145461" y="1103782"/>
                  </a:lnTo>
                  <a:lnTo>
                    <a:pt x="2143595" y="1105649"/>
                  </a:lnTo>
                  <a:lnTo>
                    <a:pt x="2143125" y="1106766"/>
                  </a:lnTo>
                  <a:lnTo>
                    <a:pt x="2143125" y="1109395"/>
                  </a:lnTo>
                  <a:lnTo>
                    <a:pt x="2143595" y="1110513"/>
                  </a:lnTo>
                  <a:lnTo>
                    <a:pt x="2145461" y="1112380"/>
                  </a:lnTo>
                  <a:lnTo>
                    <a:pt x="2146579" y="1112837"/>
                  </a:lnTo>
                  <a:lnTo>
                    <a:pt x="2149208" y="1112837"/>
                  </a:lnTo>
                  <a:lnTo>
                    <a:pt x="2150326" y="1112380"/>
                  </a:lnTo>
                  <a:lnTo>
                    <a:pt x="2152192" y="1110513"/>
                  </a:lnTo>
                  <a:lnTo>
                    <a:pt x="2152650" y="1109395"/>
                  </a:lnTo>
                  <a:lnTo>
                    <a:pt x="2152650" y="1106766"/>
                  </a:lnTo>
                  <a:close/>
                </a:path>
                <a:path w="5153025" h="2221229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5153025" h="2221229">
                  <a:moveTo>
                    <a:pt x="2200275" y="2210079"/>
                  </a:moveTo>
                  <a:lnTo>
                    <a:pt x="2199817" y="2208961"/>
                  </a:lnTo>
                  <a:lnTo>
                    <a:pt x="2197951" y="2207095"/>
                  </a:lnTo>
                  <a:lnTo>
                    <a:pt x="2196833" y="2206637"/>
                  </a:lnTo>
                  <a:lnTo>
                    <a:pt x="2194204" y="2206637"/>
                  </a:lnTo>
                  <a:lnTo>
                    <a:pt x="2193086" y="2207095"/>
                  </a:lnTo>
                  <a:lnTo>
                    <a:pt x="2191220" y="2208961"/>
                  </a:lnTo>
                  <a:lnTo>
                    <a:pt x="2190750" y="2210079"/>
                  </a:lnTo>
                  <a:lnTo>
                    <a:pt x="2190750" y="2212708"/>
                  </a:lnTo>
                  <a:lnTo>
                    <a:pt x="2191220" y="2213826"/>
                  </a:lnTo>
                  <a:lnTo>
                    <a:pt x="2193086" y="2215692"/>
                  </a:lnTo>
                  <a:lnTo>
                    <a:pt x="2194204" y="2216162"/>
                  </a:lnTo>
                  <a:lnTo>
                    <a:pt x="2196833" y="2216162"/>
                  </a:lnTo>
                  <a:lnTo>
                    <a:pt x="2197951" y="2215692"/>
                  </a:lnTo>
                  <a:lnTo>
                    <a:pt x="2199817" y="2213826"/>
                  </a:lnTo>
                  <a:lnTo>
                    <a:pt x="2200275" y="2212708"/>
                  </a:lnTo>
                  <a:lnTo>
                    <a:pt x="2200275" y="2210079"/>
                  </a:lnTo>
                  <a:close/>
                </a:path>
                <a:path w="5153025" h="2221229">
                  <a:moveTo>
                    <a:pt x="2200275" y="1106766"/>
                  </a:moveTo>
                  <a:lnTo>
                    <a:pt x="2199817" y="1105649"/>
                  </a:lnTo>
                  <a:lnTo>
                    <a:pt x="2197951" y="1103782"/>
                  </a:lnTo>
                  <a:lnTo>
                    <a:pt x="2196833" y="1103312"/>
                  </a:lnTo>
                  <a:lnTo>
                    <a:pt x="2194204" y="1103312"/>
                  </a:lnTo>
                  <a:lnTo>
                    <a:pt x="2193086" y="1103782"/>
                  </a:lnTo>
                  <a:lnTo>
                    <a:pt x="2191220" y="1105649"/>
                  </a:lnTo>
                  <a:lnTo>
                    <a:pt x="2190750" y="1106766"/>
                  </a:lnTo>
                  <a:lnTo>
                    <a:pt x="2190750" y="1109395"/>
                  </a:lnTo>
                  <a:lnTo>
                    <a:pt x="2191220" y="1110513"/>
                  </a:lnTo>
                  <a:lnTo>
                    <a:pt x="2193086" y="1112380"/>
                  </a:lnTo>
                  <a:lnTo>
                    <a:pt x="2194204" y="1112837"/>
                  </a:lnTo>
                  <a:lnTo>
                    <a:pt x="2196833" y="1112837"/>
                  </a:lnTo>
                  <a:lnTo>
                    <a:pt x="2197951" y="1112380"/>
                  </a:lnTo>
                  <a:lnTo>
                    <a:pt x="2199817" y="1110513"/>
                  </a:lnTo>
                  <a:lnTo>
                    <a:pt x="2200275" y="1109395"/>
                  </a:lnTo>
                  <a:lnTo>
                    <a:pt x="2200275" y="1106766"/>
                  </a:lnTo>
                  <a:close/>
                </a:path>
                <a:path w="5153025" h="2221229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5153025" h="2221229">
                  <a:moveTo>
                    <a:pt x="2247900" y="2210079"/>
                  </a:moveTo>
                  <a:lnTo>
                    <a:pt x="2247442" y="2208961"/>
                  </a:lnTo>
                  <a:lnTo>
                    <a:pt x="2245576" y="2207095"/>
                  </a:lnTo>
                  <a:lnTo>
                    <a:pt x="2244458" y="2206637"/>
                  </a:lnTo>
                  <a:lnTo>
                    <a:pt x="2241829" y="2206637"/>
                  </a:lnTo>
                  <a:lnTo>
                    <a:pt x="2240711" y="2207095"/>
                  </a:lnTo>
                  <a:lnTo>
                    <a:pt x="2238845" y="2208961"/>
                  </a:lnTo>
                  <a:lnTo>
                    <a:pt x="2238375" y="2210079"/>
                  </a:lnTo>
                  <a:lnTo>
                    <a:pt x="2238375" y="2212708"/>
                  </a:lnTo>
                  <a:lnTo>
                    <a:pt x="2238845" y="2213826"/>
                  </a:lnTo>
                  <a:lnTo>
                    <a:pt x="2240711" y="2215692"/>
                  </a:lnTo>
                  <a:lnTo>
                    <a:pt x="2241829" y="2216162"/>
                  </a:lnTo>
                  <a:lnTo>
                    <a:pt x="2244458" y="2216162"/>
                  </a:lnTo>
                  <a:lnTo>
                    <a:pt x="2245576" y="2215692"/>
                  </a:lnTo>
                  <a:lnTo>
                    <a:pt x="2247442" y="2213826"/>
                  </a:lnTo>
                  <a:lnTo>
                    <a:pt x="2247900" y="2212708"/>
                  </a:lnTo>
                  <a:lnTo>
                    <a:pt x="2247900" y="2210079"/>
                  </a:lnTo>
                  <a:close/>
                </a:path>
                <a:path w="5153025" h="2221229">
                  <a:moveTo>
                    <a:pt x="2247900" y="1106766"/>
                  </a:moveTo>
                  <a:lnTo>
                    <a:pt x="2247442" y="1105649"/>
                  </a:lnTo>
                  <a:lnTo>
                    <a:pt x="2245576" y="1103782"/>
                  </a:lnTo>
                  <a:lnTo>
                    <a:pt x="2244458" y="1103312"/>
                  </a:lnTo>
                  <a:lnTo>
                    <a:pt x="2241829" y="1103312"/>
                  </a:lnTo>
                  <a:lnTo>
                    <a:pt x="2240711" y="1103782"/>
                  </a:lnTo>
                  <a:lnTo>
                    <a:pt x="2238845" y="1105649"/>
                  </a:lnTo>
                  <a:lnTo>
                    <a:pt x="2238375" y="1106766"/>
                  </a:lnTo>
                  <a:lnTo>
                    <a:pt x="2238375" y="1109395"/>
                  </a:lnTo>
                  <a:lnTo>
                    <a:pt x="2238845" y="1110513"/>
                  </a:lnTo>
                  <a:lnTo>
                    <a:pt x="2240711" y="1112380"/>
                  </a:lnTo>
                  <a:lnTo>
                    <a:pt x="2241829" y="1112837"/>
                  </a:lnTo>
                  <a:lnTo>
                    <a:pt x="2244458" y="1112837"/>
                  </a:lnTo>
                  <a:lnTo>
                    <a:pt x="2245576" y="1112380"/>
                  </a:lnTo>
                  <a:lnTo>
                    <a:pt x="2247442" y="1110513"/>
                  </a:lnTo>
                  <a:lnTo>
                    <a:pt x="2247900" y="1109395"/>
                  </a:lnTo>
                  <a:lnTo>
                    <a:pt x="2247900" y="1106766"/>
                  </a:lnTo>
                  <a:close/>
                </a:path>
                <a:path w="5153025" h="2221229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5153025" h="2221229">
                  <a:moveTo>
                    <a:pt x="2295525" y="2210079"/>
                  </a:moveTo>
                  <a:lnTo>
                    <a:pt x="2295067" y="2208961"/>
                  </a:lnTo>
                  <a:lnTo>
                    <a:pt x="2293201" y="2207095"/>
                  </a:lnTo>
                  <a:lnTo>
                    <a:pt x="2292083" y="2206637"/>
                  </a:lnTo>
                  <a:lnTo>
                    <a:pt x="2289454" y="2206637"/>
                  </a:lnTo>
                  <a:lnTo>
                    <a:pt x="2288336" y="2207095"/>
                  </a:lnTo>
                  <a:lnTo>
                    <a:pt x="2286470" y="2208961"/>
                  </a:lnTo>
                  <a:lnTo>
                    <a:pt x="2286000" y="2210079"/>
                  </a:lnTo>
                  <a:lnTo>
                    <a:pt x="2286000" y="2212708"/>
                  </a:lnTo>
                  <a:lnTo>
                    <a:pt x="2286470" y="2213826"/>
                  </a:lnTo>
                  <a:lnTo>
                    <a:pt x="2288336" y="2215692"/>
                  </a:lnTo>
                  <a:lnTo>
                    <a:pt x="2289454" y="2216162"/>
                  </a:lnTo>
                  <a:lnTo>
                    <a:pt x="2292083" y="2216162"/>
                  </a:lnTo>
                  <a:lnTo>
                    <a:pt x="2293201" y="2215692"/>
                  </a:lnTo>
                  <a:lnTo>
                    <a:pt x="2295067" y="2213826"/>
                  </a:lnTo>
                  <a:lnTo>
                    <a:pt x="2295525" y="2212708"/>
                  </a:lnTo>
                  <a:lnTo>
                    <a:pt x="2295525" y="2210079"/>
                  </a:lnTo>
                  <a:close/>
                </a:path>
                <a:path w="5153025" h="2221229">
                  <a:moveTo>
                    <a:pt x="2295525" y="1106766"/>
                  </a:moveTo>
                  <a:lnTo>
                    <a:pt x="2295067" y="1105649"/>
                  </a:lnTo>
                  <a:lnTo>
                    <a:pt x="2293201" y="1103782"/>
                  </a:lnTo>
                  <a:lnTo>
                    <a:pt x="2292083" y="1103312"/>
                  </a:lnTo>
                  <a:lnTo>
                    <a:pt x="2289454" y="1103312"/>
                  </a:lnTo>
                  <a:lnTo>
                    <a:pt x="2288336" y="1103782"/>
                  </a:lnTo>
                  <a:lnTo>
                    <a:pt x="2286470" y="1105649"/>
                  </a:lnTo>
                  <a:lnTo>
                    <a:pt x="2286000" y="1106766"/>
                  </a:lnTo>
                  <a:lnTo>
                    <a:pt x="2286000" y="1109395"/>
                  </a:lnTo>
                  <a:lnTo>
                    <a:pt x="2286470" y="1110513"/>
                  </a:lnTo>
                  <a:lnTo>
                    <a:pt x="2288336" y="1112380"/>
                  </a:lnTo>
                  <a:lnTo>
                    <a:pt x="2289454" y="1112837"/>
                  </a:lnTo>
                  <a:lnTo>
                    <a:pt x="2292083" y="1112837"/>
                  </a:lnTo>
                  <a:lnTo>
                    <a:pt x="2293201" y="1112380"/>
                  </a:lnTo>
                  <a:lnTo>
                    <a:pt x="2295067" y="1110513"/>
                  </a:lnTo>
                  <a:lnTo>
                    <a:pt x="2295525" y="1109395"/>
                  </a:lnTo>
                  <a:lnTo>
                    <a:pt x="2295525" y="1106766"/>
                  </a:lnTo>
                  <a:close/>
                </a:path>
                <a:path w="5153025" h="2221229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5153025" h="2221229">
                  <a:moveTo>
                    <a:pt x="2343150" y="2210079"/>
                  </a:moveTo>
                  <a:lnTo>
                    <a:pt x="2342692" y="2208961"/>
                  </a:lnTo>
                  <a:lnTo>
                    <a:pt x="2340826" y="2207095"/>
                  </a:lnTo>
                  <a:lnTo>
                    <a:pt x="2339708" y="2206637"/>
                  </a:lnTo>
                  <a:lnTo>
                    <a:pt x="2337079" y="2206637"/>
                  </a:lnTo>
                  <a:lnTo>
                    <a:pt x="2335961" y="2207095"/>
                  </a:lnTo>
                  <a:lnTo>
                    <a:pt x="2334095" y="2208961"/>
                  </a:lnTo>
                  <a:lnTo>
                    <a:pt x="2333625" y="2210079"/>
                  </a:lnTo>
                  <a:lnTo>
                    <a:pt x="2333625" y="2212708"/>
                  </a:lnTo>
                  <a:lnTo>
                    <a:pt x="2334095" y="2213826"/>
                  </a:lnTo>
                  <a:lnTo>
                    <a:pt x="2335961" y="2215692"/>
                  </a:lnTo>
                  <a:lnTo>
                    <a:pt x="2337079" y="2216162"/>
                  </a:lnTo>
                  <a:lnTo>
                    <a:pt x="2339708" y="2216162"/>
                  </a:lnTo>
                  <a:lnTo>
                    <a:pt x="2340826" y="2215692"/>
                  </a:lnTo>
                  <a:lnTo>
                    <a:pt x="2342692" y="2213826"/>
                  </a:lnTo>
                  <a:lnTo>
                    <a:pt x="2343150" y="2212708"/>
                  </a:lnTo>
                  <a:lnTo>
                    <a:pt x="2343150" y="2210079"/>
                  </a:lnTo>
                  <a:close/>
                </a:path>
                <a:path w="5153025" h="2221229">
                  <a:moveTo>
                    <a:pt x="2343150" y="1106766"/>
                  </a:moveTo>
                  <a:lnTo>
                    <a:pt x="2342692" y="1105649"/>
                  </a:lnTo>
                  <a:lnTo>
                    <a:pt x="2340826" y="1103782"/>
                  </a:lnTo>
                  <a:lnTo>
                    <a:pt x="2339708" y="1103312"/>
                  </a:lnTo>
                  <a:lnTo>
                    <a:pt x="2337079" y="1103312"/>
                  </a:lnTo>
                  <a:lnTo>
                    <a:pt x="2335961" y="1103782"/>
                  </a:lnTo>
                  <a:lnTo>
                    <a:pt x="2334095" y="1105649"/>
                  </a:lnTo>
                  <a:lnTo>
                    <a:pt x="2333625" y="1106766"/>
                  </a:lnTo>
                  <a:lnTo>
                    <a:pt x="2333625" y="1109395"/>
                  </a:lnTo>
                  <a:lnTo>
                    <a:pt x="2334095" y="1110513"/>
                  </a:lnTo>
                  <a:lnTo>
                    <a:pt x="2335961" y="1112380"/>
                  </a:lnTo>
                  <a:lnTo>
                    <a:pt x="2337079" y="1112837"/>
                  </a:lnTo>
                  <a:lnTo>
                    <a:pt x="2339708" y="1112837"/>
                  </a:lnTo>
                  <a:lnTo>
                    <a:pt x="2340826" y="1112380"/>
                  </a:lnTo>
                  <a:lnTo>
                    <a:pt x="2342692" y="1110513"/>
                  </a:lnTo>
                  <a:lnTo>
                    <a:pt x="2343150" y="1109395"/>
                  </a:lnTo>
                  <a:lnTo>
                    <a:pt x="2343150" y="1106766"/>
                  </a:lnTo>
                  <a:close/>
                </a:path>
                <a:path w="5153025" h="2221229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5153025" h="2221229">
                  <a:moveTo>
                    <a:pt x="2390775" y="2210079"/>
                  </a:moveTo>
                  <a:lnTo>
                    <a:pt x="2390317" y="2208961"/>
                  </a:lnTo>
                  <a:lnTo>
                    <a:pt x="2388451" y="2207095"/>
                  </a:lnTo>
                  <a:lnTo>
                    <a:pt x="2387333" y="2206637"/>
                  </a:lnTo>
                  <a:lnTo>
                    <a:pt x="2384704" y="2206637"/>
                  </a:lnTo>
                  <a:lnTo>
                    <a:pt x="2383586" y="2207095"/>
                  </a:lnTo>
                  <a:lnTo>
                    <a:pt x="2381720" y="2208961"/>
                  </a:lnTo>
                  <a:lnTo>
                    <a:pt x="2381250" y="2210079"/>
                  </a:lnTo>
                  <a:lnTo>
                    <a:pt x="2381250" y="2212708"/>
                  </a:lnTo>
                  <a:lnTo>
                    <a:pt x="2381720" y="2213826"/>
                  </a:lnTo>
                  <a:lnTo>
                    <a:pt x="2383586" y="2215692"/>
                  </a:lnTo>
                  <a:lnTo>
                    <a:pt x="2384704" y="2216162"/>
                  </a:lnTo>
                  <a:lnTo>
                    <a:pt x="2387333" y="2216162"/>
                  </a:lnTo>
                  <a:lnTo>
                    <a:pt x="2388451" y="2215692"/>
                  </a:lnTo>
                  <a:lnTo>
                    <a:pt x="2390317" y="2213826"/>
                  </a:lnTo>
                  <a:lnTo>
                    <a:pt x="2390775" y="2212708"/>
                  </a:lnTo>
                  <a:lnTo>
                    <a:pt x="2390775" y="2210079"/>
                  </a:lnTo>
                  <a:close/>
                </a:path>
                <a:path w="5153025" h="2221229">
                  <a:moveTo>
                    <a:pt x="2390775" y="1106766"/>
                  </a:moveTo>
                  <a:lnTo>
                    <a:pt x="2390317" y="1105649"/>
                  </a:lnTo>
                  <a:lnTo>
                    <a:pt x="2388451" y="1103782"/>
                  </a:lnTo>
                  <a:lnTo>
                    <a:pt x="2387333" y="1103312"/>
                  </a:lnTo>
                  <a:lnTo>
                    <a:pt x="2384704" y="1103312"/>
                  </a:lnTo>
                  <a:lnTo>
                    <a:pt x="2383586" y="1103782"/>
                  </a:lnTo>
                  <a:lnTo>
                    <a:pt x="2381720" y="1105649"/>
                  </a:lnTo>
                  <a:lnTo>
                    <a:pt x="2381250" y="1106766"/>
                  </a:lnTo>
                  <a:lnTo>
                    <a:pt x="2381250" y="1109395"/>
                  </a:lnTo>
                  <a:lnTo>
                    <a:pt x="2381720" y="1110513"/>
                  </a:lnTo>
                  <a:lnTo>
                    <a:pt x="2383586" y="1112380"/>
                  </a:lnTo>
                  <a:lnTo>
                    <a:pt x="2384704" y="1112837"/>
                  </a:lnTo>
                  <a:lnTo>
                    <a:pt x="2387333" y="1112837"/>
                  </a:lnTo>
                  <a:lnTo>
                    <a:pt x="2388451" y="1112380"/>
                  </a:lnTo>
                  <a:lnTo>
                    <a:pt x="2390317" y="1110513"/>
                  </a:lnTo>
                  <a:lnTo>
                    <a:pt x="2390775" y="1109395"/>
                  </a:lnTo>
                  <a:lnTo>
                    <a:pt x="2390775" y="1106766"/>
                  </a:lnTo>
                  <a:close/>
                </a:path>
                <a:path w="5153025" h="2221229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5153025" h="2221229">
                  <a:moveTo>
                    <a:pt x="2438400" y="2210079"/>
                  </a:moveTo>
                  <a:lnTo>
                    <a:pt x="2437942" y="2208961"/>
                  </a:lnTo>
                  <a:lnTo>
                    <a:pt x="2436076" y="2207095"/>
                  </a:lnTo>
                  <a:lnTo>
                    <a:pt x="2434958" y="2206637"/>
                  </a:lnTo>
                  <a:lnTo>
                    <a:pt x="2432329" y="2206637"/>
                  </a:lnTo>
                  <a:lnTo>
                    <a:pt x="2431211" y="2207095"/>
                  </a:lnTo>
                  <a:lnTo>
                    <a:pt x="2429345" y="2208961"/>
                  </a:lnTo>
                  <a:lnTo>
                    <a:pt x="2428875" y="2210079"/>
                  </a:lnTo>
                  <a:lnTo>
                    <a:pt x="2428875" y="2212708"/>
                  </a:lnTo>
                  <a:lnTo>
                    <a:pt x="2429345" y="2213826"/>
                  </a:lnTo>
                  <a:lnTo>
                    <a:pt x="2431211" y="2215692"/>
                  </a:lnTo>
                  <a:lnTo>
                    <a:pt x="2432329" y="2216162"/>
                  </a:lnTo>
                  <a:lnTo>
                    <a:pt x="2434958" y="2216162"/>
                  </a:lnTo>
                  <a:lnTo>
                    <a:pt x="2436076" y="2215692"/>
                  </a:lnTo>
                  <a:lnTo>
                    <a:pt x="2437942" y="2213826"/>
                  </a:lnTo>
                  <a:lnTo>
                    <a:pt x="2438400" y="2212708"/>
                  </a:lnTo>
                  <a:lnTo>
                    <a:pt x="2438400" y="2210079"/>
                  </a:lnTo>
                  <a:close/>
                </a:path>
                <a:path w="5153025" h="2221229">
                  <a:moveTo>
                    <a:pt x="2438400" y="1106766"/>
                  </a:moveTo>
                  <a:lnTo>
                    <a:pt x="2437942" y="1105649"/>
                  </a:lnTo>
                  <a:lnTo>
                    <a:pt x="2436076" y="1103782"/>
                  </a:lnTo>
                  <a:lnTo>
                    <a:pt x="2434958" y="1103312"/>
                  </a:lnTo>
                  <a:lnTo>
                    <a:pt x="2432329" y="1103312"/>
                  </a:lnTo>
                  <a:lnTo>
                    <a:pt x="2431211" y="1103782"/>
                  </a:lnTo>
                  <a:lnTo>
                    <a:pt x="2429345" y="1105649"/>
                  </a:lnTo>
                  <a:lnTo>
                    <a:pt x="2428875" y="1106766"/>
                  </a:lnTo>
                  <a:lnTo>
                    <a:pt x="2428875" y="1109395"/>
                  </a:lnTo>
                  <a:lnTo>
                    <a:pt x="2429345" y="1110513"/>
                  </a:lnTo>
                  <a:lnTo>
                    <a:pt x="2431211" y="1112380"/>
                  </a:lnTo>
                  <a:lnTo>
                    <a:pt x="2432329" y="1112837"/>
                  </a:lnTo>
                  <a:lnTo>
                    <a:pt x="2434958" y="1112837"/>
                  </a:lnTo>
                  <a:lnTo>
                    <a:pt x="2436076" y="1112380"/>
                  </a:lnTo>
                  <a:lnTo>
                    <a:pt x="2437942" y="1110513"/>
                  </a:lnTo>
                  <a:lnTo>
                    <a:pt x="2438400" y="1109395"/>
                  </a:lnTo>
                  <a:lnTo>
                    <a:pt x="2438400" y="1106766"/>
                  </a:lnTo>
                  <a:close/>
                </a:path>
                <a:path w="5153025" h="2221229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5153025" h="2221229">
                  <a:moveTo>
                    <a:pt x="2486025" y="2210079"/>
                  </a:moveTo>
                  <a:lnTo>
                    <a:pt x="2485567" y="2208961"/>
                  </a:lnTo>
                  <a:lnTo>
                    <a:pt x="2483701" y="2207095"/>
                  </a:lnTo>
                  <a:lnTo>
                    <a:pt x="2482583" y="2206637"/>
                  </a:lnTo>
                  <a:lnTo>
                    <a:pt x="2479954" y="2206637"/>
                  </a:lnTo>
                  <a:lnTo>
                    <a:pt x="2478836" y="2207095"/>
                  </a:lnTo>
                  <a:lnTo>
                    <a:pt x="2476970" y="2208961"/>
                  </a:lnTo>
                  <a:lnTo>
                    <a:pt x="2476500" y="2210079"/>
                  </a:lnTo>
                  <a:lnTo>
                    <a:pt x="2476500" y="2212708"/>
                  </a:lnTo>
                  <a:lnTo>
                    <a:pt x="2476970" y="2213826"/>
                  </a:lnTo>
                  <a:lnTo>
                    <a:pt x="2478836" y="2215692"/>
                  </a:lnTo>
                  <a:lnTo>
                    <a:pt x="2479954" y="2216162"/>
                  </a:lnTo>
                  <a:lnTo>
                    <a:pt x="2482583" y="2216162"/>
                  </a:lnTo>
                  <a:lnTo>
                    <a:pt x="2483701" y="2215692"/>
                  </a:lnTo>
                  <a:lnTo>
                    <a:pt x="2485567" y="2213826"/>
                  </a:lnTo>
                  <a:lnTo>
                    <a:pt x="2486025" y="2212708"/>
                  </a:lnTo>
                  <a:lnTo>
                    <a:pt x="2486025" y="2210079"/>
                  </a:lnTo>
                  <a:close/>
                </a:path>
                <a:path w="5153025" h="2221229">
                  <a:moveTo>
                    <a:pt x="2486025" y="1106766"/>
                  </a:moveTo>
                  <a:lnTo>
                    <a:pt x="2485567" y="1105649"/>
                  </a:lnTo>
                  <a:lnTo>
                    <a:pt x="2483701" y="1103782"/>
                  </a:lnTo>
                  <a:lnTo>
                    <a:pt x="2482583" y="1103312"/>
                  </a:lnTo>
                  <a:lnTo>
                    <a:pt x="2479954" y="1103312"/>
                  </a:lnTo>
                  <a:lnTo>
                    <a:pt x="2478836" y="1103782"/>
                  </a:lnTo>
                  <a:lnTo>
                    <a:pt x="2476970" y="1105649"/>
                  </a:lnTo>
                  <a:lnTo>
                    <a:pt x="2476500" y="1106766"/>
                  </a:lnTo>
                  <a:lnTo>
                    <a:pt x="2476500" y="1109395"/>
                  </a:lnTo>
                  <a:lnTo>
                    <a:pt x="2476970" y="1110513"/>
                  </a:lnTo>
                  <a:lnTo>
                    <a:pt x="2478836" y="1112380"/>
                  </a:lnTo>
                  <a:lnTo>
                    <a:pt x="2479954" y="1112837"/>
                  </a:lnTo>
                  <a:lnTo>
                    <a:pt x="2482583" y="1112837"/>
                  </a:lnTo>
                  <a:lnTo>
                    <a:pt x="2483701" y="1112380"/>
                  </a:lnTo>
                  <a:lnTo>
                    <a:pt x="2485567" y="1110513"/>
                  </a:lnTo>
                  <a:lnTo>
                    <a:pt x="2486025" y="1109395"/>
                  </a:lnTo>
                  <a:lnTo>
                    <a:pt x="2486025" y="1106766"/>
                  </a:lnTo>
                  <a:close/>
                </a:path>
                <a:path w="5153025" h="2221229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5153025" h="2221229">
                  <a:moveTo>
                    <a:pt x="2533650" y="2210079"/>
                  </a:moveTo>
                  <a:lnTo>
                    <a:pt x="2533192" y="2208961"/>
                  </a:lnTo>
                  <a:lnTo>
                    <a:pt x="2531326" y="2207095"/>
                  </a:lnTo>
                  <a:lnTo>
                    <a:pt x="2530208" y="2206637"/>
                  </a:lnTo>
                  <a:lnTo>
                    <a:pt x="2527579" y="2206637"/>
                  </a:lnTo>
                  <a:lnTo>
                    <a:pt x="2526461" y="2207095"/>
                  </a:lnTo>
                  <a:lnTo>
                    <a:pt x="2524595" y="2208961"/>
                  </a:lnTo>
                  <a:lnTo>
                    <a:pt x="2524125" y="2210079"/>
                  </a:lnTo>
                  <a:lnTo>
                    <a:pt x="2524125" y="2212708"/>
                  </a:lnTo>
                  <a:lnTo>
                    <a:pt x="2524595" y="2213826"/>
                  </a:lnTo>
                  <a:lnTo>
                    <a:pt x="2526461" y="2215692"/>
                  </a:lnTo>
                  <a:lnTo>
                    <a:pt x="2527579" y="2216162"/>
                  </a:lnTo>
                  <a:lnTo>
                    <a:pt x="2530208" y="2216162"/>
                  </a:lnTo>
                  <a:lnTo>
                    <a:pt x="2531326" y="2215692"/>
                  </a:lnTo>
                  <a:lnTo>
                    <a:pt x="2533192" y="2213826"/>
                  </a:lnTo>
                  <a:lnTo>
                    <a:pt x="2533650" y="2212708"/>
                  </a:lnTo>
                  <a:lnTo>
                    <a:pt x="2533650" y="2210079"/>
                  </a:lnTo>
                  <a:close/>
                </a:path>
                <a:path w="5153025" h="2221229">
                  <a:moveTo>
                    <a:pt x="2533650" y="1106766"/>
                  </a:moveTo>
                  <a:lnTo>
                    <a:pt x="2533192" y="1105649"/>
                  </a:lnTo>
                  <a:lnTo>
                    <a:pt x="2531326" y="1103782"/>
                  </a:lnTo>
                  <a:lnTo>
                    <a:pt x="2530208" y="1103312"/>
                  </a:lnTo>
                  <a:lnTo>
                    <a:pt x="2527579" y="1103312"/>
                  </a:lnTo>
                  <a:lnTo>
                    <a:pt x="2526461" y="1103782"/>
                  </a:lnTo>
                  <a:lnTo>
                    <a:pt x="2524595" y="1105649"/>
                  </a:lnTo>
                  <a:lnTo>
                    <a:pt x="2524125" y="1106766"/>
                  </a:lnTo>
                  <a:lnTo>
                    <a:pt x="2524125" y="1109395"/>
                  </a:lnTo>
                  <a:lnTo>
                    <a:pt x="2524595" y="1110513"/>
                  </a:lnTo>
                  <a:lnTo>
                    <a:pt x="2526461" y="1112380"/>
                  </a:lnTo>
                  <a:lnTo>
                    <a:pt x="2527579" y="1112837"/>
                  </a:lnTo>
                  <a:lnTo>
                    <a:pt x="2530208" y="1112837"/>
                  </a:lnTo>
                  <a:lnTo>
                    <a:pt x="2531326" y="1112380"/>
                  </a:lnTo>
                  <a:lnTo>
                    <a:pt x="2533192" y="1110513"/>
                  </a:lnTo>
                  <a:lnTo>
                    <a:pt x="2533650" y="1109395"/>
                  </a:lnTo>
                  <a:lnTo>
                    <a:pt x="2533650" y="1106766"/>
                  </a:lnTo>
                  <a:close/>
                </a:path>
                <a:path w="5153025" h="2221229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5153025" h="2221229">
                  <a:moveTo>
                    <a:pt x="2581275" y="2210079"/>
                  </a:moveTo>
                  <a:lnTo>
                    <a:pt x="2580817" y="2208961"/>
                  </a:lnTo>
                  <a:lnTo>
                    <a:pt x="2578951" y="2207095"/>
                  </a:lnTo>
                  <a:lnTo>
                    <a:pt x="2577833" y="2206637"/>
                  </a:lnTo>
                  <a:lnTo>
                    <a:pt x="2575204" y="2206637"/>
                  </a:lnTo>
                  <a:lnTo>
                    <a:pt x="2574086" y="2207095"/>
                  </a:lnTo>
                  <a:lnTo>
                    <a:pt x="2572220" y="2208961"/>
                  </a:lnTo>
                  <a:lnTo>
                    <a:pt x="2571750" y="2210079"/>
                  </a:lnTo>
                  <a:lnTo>
                    <a:pt x="2571750" y="2212708"/>
                  </a:lnTo>
                  <a:lnTo>
                    <a:pt x="2572220" y="2213826"/>
                  </a:lnTo>
                  <a:lnTo>
                    <a:pt x="2574086" y="2215692"/>
                  </a:lnTo>
                  <a:lnTo>
                    <a:pt x="2575204" y="2216162"/>
                  </a:lnTo>
                  <a:lnTo>
                    <a:pt x="2577833" y="2216162"/>
                  </a:lnTo>
                  <a:lnTo>
                    <a:pt x="2578951" y="2215692"/>
                  </a:lnTo>
                  <a:lnTo>
                    <a:pt x="2580817" y="2213826"/>
                  </a:lnTo>
                  <a:lnTo>
                    <a:pt x="2581275" y="2212708"/>
                  </a:lnTo>
                  <a:lnTo>
                    <a:pt x="2581275" y="2210079"/>
                  </a:lnTo>
                  <a:close/>
                </a:path>
                <a:path w="5153025" h="2221229">
                  <a:moveTo>
                    <a:pt x="2581275" y="1106766"/>
                  </a:moveTo>
                  <a:lnTo>
                    <a:pt x="2580817" y="1105649"/>
                  </a:lnTo>
                  <a:lnTo>
                    <a:pt x="2578951" y="1103782"/>
                  </a:lnTo>
                  <a:lnTo>
                    <a:pt x="2577833" y="1103312"/>
                  </a:lnTo>
                  <a:lnTo>
                    <a:pt x="2575204" y="1103312"/>
                  </a:lnTo>
                  <a:lnTo>
                    <a:pt x="2574086" y="1103782"/>
                  </a:lnTo>
                  <a:lnTo>
                    <a:pt x="2572220" y="1105649"/>
                  </a:lnTo>
                  <a:lnTo>
                    <a:pt x="2571750" y="1106766"/>
                  </a:lnTo>
                  <a:lnTo>
                    <a:pt x="2571750" y="1109395"/>
                  </a:lnTo>
                  <a:lnTo>
                    <a:pt x="2572220" y="1110513"/>
                  </a:lnTo>
                  <a:lnTo>
                    <a:pt x="2574086" y="1112380"/>
                  </a:lnTo>
                  <a:lnTo>
                    <a:pt x="2575204" y="1112837"/>
                  </a:lnTo>
                  <a:lnTo>
                    <a:pt x="2577833" y="1112837"/>
                  </a:lnTo>
                  <a:lnTo>
                    <a:pt x="2578951" y="1112380"/>
                  </a:lnTo>
                  <a:lnTo>
                    <a:pt x="2580817" y="1110513"/>
                  </a:lnTo>
                  <a:lnTo>
                    <a:pt x="2581275" y="1109395"/>
                  </a:lnTo>
                  <a:lnTo>
                    <a:pt x="2581275" y="1106766"/>
                  </a:lnTo>
                  <a:close/>
                </a:path>
                <a:path w="5153025" h="2221229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5153025" h="2221229">
                  <a:moveTo>
                    <a:pt x="2628900" y="2210079"/>
                  </a:moveTo>
                  <a:lnTo>
                    <a:pt x="2628442" y="2208961"/>
                  </a:lnTo>
                  <a:lnTo>
                    <a:pt x="2626576" y="2207095"/>
                  </a:lnTo>
                  <a:lnTo>
                    <a:pt x="2625458" y="2206637"/>
                  </a:lnTo>
                  <a:lnTo>
                    <a:pt x="2622829" y="2206637"/>
                  </a:lnTo>
                  <a:lnTo>
                    <a:pt x="2621711" y="2207095"/>
                  </a:lnTo>
                  <a:lnTo>
                    <a:pt x="2619845" y="2208961"/>
                  </a:lnTo>
                  <a:lnTo>
                    <a:pt x="2619375" y="2210079"/>
                  </a:lnTo>
                  <a:lnTo>
                    <a:pt x="2619375" y="2212708"/>
                  </a:lnTo>
                  <a:lnTo>
                    <a:pt x="2619845" y="2213826"/>
                  </a:lnTo>
                  <a:lnTo>
                    <a:pt x="2621711" y="2215692"/>
                  </a:lnTo>
                  <a:lnTo>
                    <a:pt x="2622829" y="2216162"/>
                  </a:lnTo>
                  <a:lnTo>
                    <a:pt x="2625458" y="2216162"/>
                  </a:lnTo>
                  <a:lnTo>
                    <a:pt x="2626576" y="2215692"/>
                  </a:lnTo>
                  <a:lnTo>
                    <a:pt x="2628442" y="2213826"/>
                  </a:lnTo>
                  <a:lnTo>
                    <a:pt x="2628900" y="2212708"/>
                  </a:lnTo>
                  <a:lnTo>
                    <a:pt x="2628900" y="2210079"/>
                  </a:lnTo>
                  <a:close/>
                </a:path>
                <a:path w="5153025" h="2221229">
                  <a:moveTo>
                    <a:pt x="2628900" y="1106766"/>
                  </a:moveTo>
                  <a:lnTo>
                    <a:pt x="2628442" y="1105649"/>
                  </a:lnTo>
                  <a:lnTo>
                    <a:pt x="2626576" y="1103782"/>
                  </a:lnTo>
                  <a:lnTo>
                    <a:pt x="2625458" y="1103312"/>
                  </a:lnTo>
                  <a:lnTo>
                    <a:pt x="2622829" y="1103312"/>
                  </a:lnTo>
                  <a:lnTo>
                    <a:pt x="2621711" y="1103782"/>
                  </a:lnTo>
                  <a:lnTo>
                    <a:pt x="2619845" y="1105649"/>
                  </a:lnTo>
                  <a:lnTo>
                    <a:pt x="2619375" y="1106766"/>
                  </a:lnTo>
                  <a:lnTo>
                    <a:pt x="2619375" y="1109395"/>
                  </a:lnTo>
                  <a:lnTo>
                    <a:pt x="2619845" y="1110513"/>
                  </a:lnTo>
                  <a:lnTo>
                    <a:pt x="2621711" y="1112380"/>
                  </a:lnTo>
                  <a:lnTo>
                    <a:pt x="2622829" y="1112837"/>
                  </a:lnTo>
                  <a:lnTo>
                    <a:pt x="2625458" y="1112837"/>
                  </a:lnTo>
                  <a:lnTo>
                    <a:pt x="2626576" y="1112380"/>
                  </a:lnTo>
                  <a:lnTo>
                    <a:pt x="2628442" y="1110513"/>
                  </a:lnTo>
                  <a:lnTo>
                    <a:pt x="2628900" y="1109395"/>
                  </a:lnTo>
                  <a:lnTo>
                    <a:pt x="2628900" y="1106766"/>
                  </a:lnTo>
                  <a:close/>
                </a:path>
                <a:path w="5153025" h="2221229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5153025" h="2221229">
                  <a:moveTo>
                    <a:pt x="2676525" y="2210079"/>
                  </a:moveTo>
                  <a:lnTo>
                    <a:pt x="2676067" y="2208961"/>
                  </a:lnTo>
                  <a:lnTo>
                    <a:pt x="2674201" y="2207095"/>
                  </a:lnTo>
                  <a:lnTo>
                    <a:pt x="2673083" y="2206637"/>
                  </a:lnTo>
                  <a:lnTo>
                    <a:pt x="2670454" y="2206637"/>
                  </a:lnTo>
                  <a:lnTo>
                    <a:pt x="2669336" y="2207095"/>
                  </a:lnTo>
                  <a:lnTo>
                    <a:pt x="2667470" y="2208961"/>
                  </a:lnTo>
                  <a:lnTo>
                    <a:pt x="2667000" y="2210079"/>
                  </a:lnTo>
                  <a:lnTo>
                    <a:pt x="2667000" y="2212708"/>
                  </a:lnTo>
                  <a:lnTo>
                    <a:pt x="2667470" y="2213826"/>
                  </a:lnTo>
                  <a:lnTo>
                    <a:pt x="2669336" y="2215692"/>
                  </a:lnTo>
                  <a:lnTo>
                    <a:pt x="2670454" y="2216162"/>
                  </a:lnTo>
                  <a:lnTo>
                    <a:pt x="2673083" y="2216162"/>
                  </a:lnTo>
                  <a:lnTo>
                    <a:pt x="2674201" y="2215692"/>
                  </a:lnTo>
                  <a:lnTo>
                    <a:pt x="2676067" y="2213826"/>
                  </a:lnTo>
                  <a:lnTo>
                    <a:pt x="2676525" y="2212708"/>
                  </a:lnTo>
                  <a:lnTo>
                    <a:pt x="2676525" y="2210079"/>
                  </a:lnTo>
                  <a:close/>
                </a:path>
                <a:path w="5153025" h="2221229">
                  <a:moveTo>
                    <a:pt x="2676525" y="1106766"/>
                  </a:moveTo>
                  <a:lnTo>
                    <a:pt x="2676067" y="1105649"/>
                  </a:lnTo>
                  <a:lnTo>
                    <a:pt x="2674201" y="1103782"/>
                  </a:lnTo>
                  <a:lnTo>
                    <a:pt x="2673083" y="1103312"/>
                  </a:lnTo>
                  <a:lnTo>
                    <a:pt x="2670454" y="1103312"/>
                  </a:lnTo>
                  <a:lnTo>
                    <a:pt x="2669336" y="1103782"/>
                  </a:lnTo>
                  <a:lnTo>
                    <a:pt x="2667470" y="1105649"/>
                  </a:lnTo>
                  <a:lnTo>
                    <a:pt x="2667000" y="1106766"/>
                  </a:lnTo>
                  <a:lnTo>
                    <a:pt x="2667000" y="1109395"/>
                  </a:lnTo>
                  <a:lnTo>
                    <a:pt x="2667470" y="1110513"/>
                  </a:lnTo>
                  <a:lnTo>
                    <a:pt x="2669336" y="1112380"/>
                  </a:lnTo>
                  <a:lnTo>
                    <a:pt x="2670454" y="1112837"/>
                  </a:lnTo>
                  <a:lnTo>
                    <a:pt x="2673083" y="1112837"/>
                  </a:lnTo>
                  <a:lnTo>
                    <a:pt x="2674201" y="1112380"/>
                  </a:lnTo>
                  <a:lnTo>
                    <a:pt x="2676067" y="1110513"/>
                  </a:lnTo>
                  <a:lnTo>
                    <a:pt x="2676525" y="1109395"/>
                  </a:lnTo>
                  <a:lnTo>
                    <a:pt x="2676525" y="1106766"/>
                  </a:lnTo>
                  <a:close/>
                </a:path>
                <a:path w="5153025" h="2221229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5153025" h="2221229">
                  <a:moveTo>
                    <a:pt x="2724150" y="2210079"/>
                  </a:moveTo>
                  <a:lnTo>
                    <a:pt x="2723692" y="2208961"/>
                  </a:lnTo>
                  <a:lnTo>
                    <a:pt x="2721826" y="2207095"/>
                  </a:lnTo>
                  <a:lnTo>
                    <a:pt x="2720708" y="2206637"/>
                  </a:lnTo>
                  <a:lnTo>
                    <a:pt x="2718079" y="2206637"/>
                  </a:lnTo>
                  <a:lnTo>
                    <a:pt x="2716961" y="2207095"/>
                  </a:lnTo>
                  <a:lnTo>
                    <a:pt x="2715095" y="2208961"/>
                  </a:lnTo>
                  <a:lnTo>
                    <a:pt x="2714625" y="2210079"/>
                  </a:lnTo>
                  <a:lnTo>
                    <a:pt x="2714625" y="2212708"/>
                  </a:lnTo>
                  <a:lnTo>
                    <a:pt x="2715095" y="2213826"/>
                  </a:lnTo>
                  <a:lnTo>
                    <a:pt x="2716961" y="2215692"/>
                  </a:lnTo>
                  <a:lnTo>
                    <a:pt x="2718079" y="2216162"/>
                  </a:lnTo>
                  <a:lnTo>
                    <a:pt x="2720708" y="2216162"/>
                  </a:lnTo>
                  <a:lnTo>
                    <a:pt x="2721826" y="2215692"/>
                  </a:lnTo>
                  <a:lnTo>
                    <a:pt x="2723692" y="2213826"/>
                  </a:lnTo>
                  <a:lnTo>
                    <a:pt x="2724150" y="2212708"/>
                  </a:lnTo>
                  <a:lnTo>
                    <a:pt x="2724150" y="2210079"/>
                  </a:lnTo>
                  <a:close/>
                </a:path>
                <a:path w="5153025" h="2221229">
                  <a:moveTo>
                    <a:pt x="2724150" y="1106766"/>
                  </a:moveTo>
                  <a:lnTo>
                    <a:pt x="2723692" y="1105649"/>
                  </a:lnTo>
                  <a:lnTo>
                    <a:pt x="2721826" y="1103782"/>
                  </a:lnTo>
                  <a:lnTo>
                    <a:pt x="2720708" y="1103312"/>
                  </a:lnTo>
                  <a:lnTo>
                    <a:pt x="2718079" y="1103312"/>
                  </a:lnTo>
                  <a:lnTo>
                    <a:pt x="2716961" y="1103782"/>
                  </a:lnTo>
                  <a:lnTo>
                    <a:pt x="2715095" y="1105649"/>
                  </a:lnTo>
                  <a:lnTo>
                    <a:pt x="2714625" y="1106766"/>
                  </a:lnTo>
                  <a:lnTo>
                    <a:pt x="2714625" y="1109395"/>
                  </a:lnTo>
                  <a:lnTo>
                    <a:pt x="2715095" y="1110513"/>
                  </a:lnTo>
                  <a:lnTo>
                    <a:pt x="2716961" y="1112380"/>
                  </a:lnTo>
                  <a:lnTo>
                    <a:pt x="2718079" y="1112837"/>
                  </a:lnTo>
                  <a:lnTo>
                    <a:pt x="2720708" y="1112837"/>
                  </a:lnTo>
                  <a:lnTo>
                    <a:pt x="2721826" y="1112380"/>
                  </a:lnTo>
                  <a:lnTo>
                    <a:pt x="2723692" y="1110513"/>
                  </a:lnTo>
                  <a:lnTo>
                    <a:pt x="2724150" y="1109395"/>
                  </a:lnTo>
                  <a:lnTo>
                    <a:pt x="2724150" y="1106766"/>
                  </a:lnTo>
                  <a:close/>
                </a:path>
                <a:path w="5153025" h="2221229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5153025" h="2221229">
                  <a:moveTo>
                    <a:pt x="2771775" y="2210079"/>
                  </a:moveTo>
                  <a:lnTo>
                    <a:pt x="2771317" y="2208961"/>
                  </a:lnTo>
                  <a:lnTo>
                    <a:pt x="2769451" y="2207095"/>
                  </a:lnTo>
                  <a:lnTo>
                    <a:pt x="2768333" y="2206637"/>
                  </a:lnTo>
                  <a:lnTo>
                    <a:pt x="2765704" y="2206637"/>
                  </a:lnTo>
                  <a:lnTo>
                    <a:pt x="2764586" y="2207095"/>
                  </a:lnTo>
                  <a:lnTo>
                    <a:pt x="2762720" y="2208961"/>
                  </a:lnTo>
                  <a:lnTo>
                    <a:pt x="2762250" y="2210079"/>
                  </a:lnTo>
                  <a:lnTo>
                    <a:pt x="2762250" y="2212708"/>
                  </a:lnTo>
                  <a:lnTo>
                    <a:pt x="2762720" y="2213826"/>
                  </a:lnTo>
                  <a:lnTo>
                    <a:pt x="2764586" y="2215692"/>
                  </a:lnTo>
                  <a:lnTo>
                    <a:pt x="2765704" y="2216162"/>
                  </a:lnTo>
                  <a:lnTo>
                    <a:pt x="2768333" y="2216162"/>
                  </a:lnTo>
                  <a:lnTo>
                    <a:pt x="2769451" y="2215692"/>
                  </a:lnTo>
                  <a:lnTo>
                    <a:pt x="2771317" y="2213826"/>
                  </a:lnTo>
                  <a:lnTo>
                    <a:pt x="2771775" y="2212708"/>
                  </a:lnTo>
                  <a:lnTo>
                    <a:pt x="2771775" y="2210079"/>
                  </a:lnTo>
                  <a:close/>
                </a:path>
                <a:path w="5153025" h="2221229">
                  <a:moveTo>
                    <a:pt x="2771775" y="1106766"/>
                  </a:moveTo>
                  <a:lnTo>
                    <a:pt x="2771317" y="1105649"/>
                  </a:lnTo>
                  <a:lnTo>
                    <a:pt x="2769451" y="1103782"/>
                  </a:lnTo>
                  <a:lnTo>
                    <a:pt x="2768333" y="1103312"/>
                  </a:lnTo>
                  <a:lnTo>
                    <a:pt x="2765704" y="1103312"/>
                  </a:lnTo>
                  <a:lnTo>
                    <a:pt x="2764586" y="1103782"/>
                  </a:lnTo>
                  <a:lnTo>
                    <a:pt x="2762720" y="1105649"/>
                  </a:lnTo>
                  <a:lnTo>
                    <a:pt x="2762250" y="1106766"/>
                  </a:lnTo>
                  <a:lnTo>
                    <a:pt x="2762250" y="1109395"/>
                  </a:lnTo>
                  <a:lnTo>
                    <a:pt x="2762720" y="1110513"/>
                  </a:lnTo>
                  <a:lnTo>
                    <a:pt x="2764586" y="1112380"/>
                  </a:lnTo>
                  <a:lnTo>
                    <a:pt x="2765704" y="1112837"/>
                  </a:lnTo>
                  <a:lnTo>
                    <a:pt x="2768333" y="1112837"/>
                  </a:lnTo>
                  <a:lnTo>
                    <a:pt x="2769451" y="1112380"/>
                  </a:lnTo>
                  <a:lnTo>
                    <a:pt x="2771317" y="1110513"/>
                  </a:lnTo>
                  <a:lnTo>
                    <a:pt x="2771775" y="1109395"/>
                  </a:lnTo>
                  <a:lnTo>
                    <a:pt x="2771775" y="1106766"/>
                  </a:lnTo>
                  <a:close/>
                </a:path>
                <a:path w="5153025" h="2221229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5153025" h="2221229">
                  <a:moveTo>
                    <a:pt x="2819400" y="2210079"/>
                  </a:moveTo>
                  <a:lnTo>
                    <a:pt x="2818942" y="2208961"/>
                  </a:lnTo>
                  <a:lnTo>
                    <a:pt x="2817076" y="2207095"/>
                  </a:lnTo>
                  <a:lnTo>
                    <a:pt x="2815958" y="2206637"/>
                  </a:lnTo>
                  <a:lnTo>
                    <a:pt x="2813329" y="2206637"/>
                  </a:lnTo>
                  <a:lnTo>
                    <a:pt x="2812211" y="2207095"/>
                  </a:lnTo>
                  <a:lnTo>
                    <a:pt x="2810345" y="2208961"/>
                  </a:lnTo>
                  <a:lnTo>
                    <a:pt x="2809875" y="2210079"/>
                  </a:lnTo>
                  <a:lnTo>
                    <a:pt x="2809875" y="2212708"/>
                  </a:lnTo>
                  <a:lnTo>
                    <a:pt x="2810345" y="2213826"/>
                  </a:lnTo>
                  <a:lnTo>
                    <a:pt x="2812211" y="2215692"/>
                  </a:lnTo>
                  <a:lnTo>
                    <a:pt x="2813329" y="2216162"/>
                  </a:lnTo>
                  <a:lnTo>
                    <a:pt x="2815958" y="2216162"/>
                  </a:lnTo>
                  <a:lnTo>
                    <a:pt x="2817076" y="2215692"/>
                  </a:lnTo>
                  <a:lnTo>
                    <a:pt x="2818942" y="2213826"/>
                  </a:lnTo>
                  <a:lnTo>
                    <a:pt x="2819400" y="2212708"/>
                  </a:lnTo>
                  <a:lnTo>
                    <a:pt x="2819400" y="2210079"/>
                  </a:lnTo>
                  <a:close/>
                </a:path>
                <a:path w="5153025" h="2221229">
                  <a:moveTo>
                    <a:pt x="2819400" y="1106766"/>
                  </a:moveTo>
                  <a:lnTo>
                    <a:pt x="2818942" y="1105649"/>
                  </a:lnTo>
                  <a:lnTo>
                    <a:pt x="2817076" y="1103782"/>
                  </a:lnTo>
                  <a:lnTo>
                    <a:pt x="2815958" y="1103312"/>
                  </a:lnTo>
                  <a:lnTo>
                    <a:pt x="2813329" y="1103312"/>
                  </a:lnTo>
                  <a:lnTo>
                    <a:pt x="2812211" y="1103782"/>
                  </a:lnTo>
                  <a:lnTo>
                    <a:pt x="2810345" y="1105649"/>
                  </a:lnTo>
                  <a:lnTo>
                    <a:pt x="2809875" y="1106766"/>
                  </a:lnTo>
                  <a:lnTo>
                    <a:pt x="2809875" y="1109395"/>
                  </a:lnTo>
                  <a:lnTo>
                    <a:pt x="2810345" y="1110513"/>
                  </a:lnTo>
                  <a:lnTo>
                    <a:pt x="2812211" y="1112380"/>
                  </a:lnTo>
                  <a:lnTo>
                    <a:pt x="2813329" y="1112837"/>
                  </a:lnTo>
                  <a:lnTo>
                    <a:pt x="2815958" y="1112837"/>
                  </a:lnTo>
                  <a:lnTo>
                    <a:pt x="2817076" y="1112380"/>
                  </a:lnTo>
                  <a:lnTo>
                    <a:pt x="2818942" y="1110513"/>
                  </a:lnTo>
                  <a:lnTo>
                    <a:pt x="2819400" y="1109395"/>
                  </a:lnTo>
                  <a:lnTo>
                    <a:pt x="2819400" y="1106766"/>
                  </a:lnTo>
                  <a:close/>
                </a:path>
                <a:path w="5153025" h="2221229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5153025" h="2221229">
                  <a:moveTo>
                    <a:pt x="2867025" y="2210079"/>
                  </a:moveTo>
                  <a:lnTo>
                    <a:pt x="2866567" y="2208961"/>
                  </a:lnTo>
                  <a:lnTo>
                    <a:pt x="2864701" y="2207095"/>
                  </a:lnTo>
                  <a:lnTo>
                    <a:pt x="2863583" y="2206637"/>
                  </a:lnTo>
                  <a:lnTo>
                    <a:pt x="2860954" y="2206637"/>
                  </a:lnTo>
                  <a:lnTo>
                    <a:pt x="2859836" y="2207095"/>
                  </a:lnTo>
                  <a:lnTo>
                    <a:pt x="2857970" y="2208961"/>
                  </a:lnTo>
                  <a:lnTo>
                    <a:pt x="2857500" y="2210079"/>
                  </a:lnTo>
                  <a:lnTo>
                    <a:pt x="2857500" y="2212708"/>
                  </a:lnTo>
                  <a:lnTo>
                    <a:pt x="2857970" y="2213826"/>
                  </a:lnTo>
                  <a:lnTo>
                    <a:pt x="2859836" y="2215692"/>
                  </a:lnTo>
                  <a:lnTo>
                    <a:pt x="2860954" y="2216162"/>
                  </a:lnTo>
                  <a:lnTo>
                    <a:pt x="2863583" y="2216162"/>
                  </a:lnTo>
                  <a:lnTo>
                    <a:pt x="2864701" y="2215692"/>
                  </a:lnTo>
                  <a:lnTo>
                    <a:pt x="2866567" y="2213826"/>
                  </a:lnTo>
                  <a:lnTo>
                    <a:pt x="2867025" y="2212708"/>
                  </a:lnTo>
                  <a:lnTo>
                    <a:pt x="2867025" y="2210079"/>
                  </a:lnTo>
                  <a:close/>
                </a:path>
                <a:path w="5153025" h="2221229">
                  <a:moveTo>
                    <a:pt x="2867025" y="1106766"/>
                  </a:moveTo>
                  <a:lnTo>
                    <a:pt x="2866567" y="1105649"/>
                  </a:lnTo>
                  <a:lnTo>
                    <a:pt x="2864701" y="1103782"/>
                  </a:lnTo>
                  <a:lnTo>
                    <a:pt x="2863583" y="1103312"/>
                  </a:lnTo>
                  <a:lnTo>
                    <a:pt x="2860954" y="1103312"/>
                  </a:lnTo>
                  <a:lnTo>
                    <a:pt x="2859836" y="1103782"/>
                  </a:lnTo>
                  <a:lnTo>
                    <a:pt x="2857970" y="1105649"/>
                  </a:lnTo>
                  <a:lnTo>
                    <a:pt x="2857500" y="1106766"/>
                  </a:lnTo>
                  <a:lnTo>
                    <a:pt x="2857500" y="1109395"/>
                  </a:lnTo>
                  <a:lnTo>
                    <a:pt x="2857970" y="1110513"/>
                  </a:lnTo>
                  <a:lnTo>
                    <a:pt x="2859836" y="1112380"/>
                  </a:lnTo>
                  <a:lnTo>
                    <a:pt x="2860954" y="1112837"/>
                  </a:lnTo>
                  <a:lnTo>
                    <a:pt x="2863583" y="1112837"/>
                  </a:lnTo>
                  <a:lnTo>
                    <a:pt x="2864701" y="1112380"/>
                  </a:lnTo>
                  <a:lnTo>
                    <a:pt x="2866567" y="1110513"/>
                  </a:lnTo>
                  <a:lnTo>
                    <a:pt x="2867025" y="1109395"/>
                  </a:lnTo>
                  <a:lnTo>
                    <a:pt x="2867025" y="1106766"/>
                  </a:lnTo>
                  <a:close/>
                </a:path>
                <a:path w="5153025" h="2221229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5153025" h="2221229">
                  <a:moveTo>
                    <a:pt x="2914650" y="2210079"/>
                  </a:moveTo>
                  <a:lnTo>
                    <a:pt x="2914192" y="2208961"/>
                  </a:lnTo>
                  <a:lnTo>
                    <a:pt x="2912326" y="2207095"/>
                  </a:lnTo>
                  <a:lnTo>
                    <a:pt x="2911208" y="2206637"/>
                  </a:lnTo>
                  <a:lnTo>
                    <a:pt x="2908579" y="2206637"/>
                  </a:lnTo>
                  <a:lnTo>
                    <a:pt x="2907461" y="2207095"/>
                  </a:lnTo>
                  <a:lnTo>
                    <a:pt x="2905595" y="2208961"/>
                  </a:lnTo>
                  <a:lnTo>
                    <a:pt x="2905125" y="2210079"/>
                  </a:lnTo>
                  <a:lnTo>
                    <a:pt x="2905125" y="2212708"/>
                  </a:lnTo>
                  <a:lnTo>
                    <a:pt x="2905595" y="2213826"/>
                  </a:lnTo>
                  <a:lnTo>
                    <a:pt x="2907461" y="2215692"/>
                  </a:lnTo>
                  <a:lnTo>
                    <a:pt x="2908579" y="2216162"/>
                  </a:lnTo>
                  <a:lnTo>
                    <a:pt x="2911208" y="2216162"/>
                  </a:lnTo>
                  <a:lnTo>
                    <a:pt x="2912326" y="2215692"/>
                  </a:lnTo>
                  <a:lnTo>
                    <a:pt x="2914192" y="2213826"/>
                  </a:lnTo>
                  <a:lnTo>
                    <a:pt x="2914650" y="2212708"/>
                  </a:lnTo>
                  <a:lnTo>
                    <a:pt x="2914650" y="2210079"/>
                  </a:lnTo>
                  <a:close/>
                </a:path>
                <a:path w="5153025" h="2221229">
                  <a:moveTo>
                    <a:pt x="2914650" y="1106766"/>
                  </a:moveTo>
                  <a:lnTo>
                    <a:pt x="2914192" y="1105649"/>
                  </a:lnTo>
                  <a:lnTo>
                    <a:pt x="2912326" y="1103782"/>
                  </a:lnTo>
                  <a:lnTo>
                    <a:pt x="2911208" y="1103312"/>
                  </a:lnTo>
                  <a:lnTo>
                    <a:pt x="2908579" y="1103312"/>
                  </a:lnTo>
                  <a:lnTo>
                    <a:pt x="2907461" y="1103782"/>
                  </a:lnTo>
                  <a:lnTo>
                    <a:pt x="2905595" y="1105649"/>
                  </a:lnTo>
                  <a:lnTo>
                    <a:pt x="2905125" y="1106766"/>
                  </a:lnTo>
                  <a:lnTo>
                    <a:pt x="2905125" y="1109395"/>
                  </a:lnTo>
                  <a:lnTo>
                    <a:pt x="2905595" y="1110513"/>
                  </a:lnTo>
                  <a:lnTo>
                    <a:pt x="2907461" y="1112380"/>
                  </a:lnTo>
                  <a:lnTo>
                    <a:pt x="2908579" y="1112837"/>
                  </a:lnTo>
                  <a:lnTo>
                    <a:pt x="2911208" y="1112837"/>
                  </a:lnTo>
                  <a:lnTo>
                    <a:pt x="2912326" y="1112380"/>
                  </a:lnTo>
                  <a:lnTo>
                    <a:pt x="2914192" y="1110513"/>
                  </a:lnTo>
                  <a:lnTo>
                    <a:pt x="2914650" y="1109395"/>
                  </a:lnTo>
                  <a:lnTo>
                    <a:pt x="2914650" y="1106766"/>
                  </a:lnTo>
                  <a:close/>
                </a:path>
                <a:path w="5153025" h="2221229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5153025" h="2221229">
                  <a:moveTo>
                    <a:pt x="2962275" y="2210079"/>
                  </a:moveTo>
                  <a:lnTo>
                    <a:pt x="2961817" y="2208961"/>
                  </a:lnTo>
                  <a:lnTo>
                    <a:pt x="2959951" y="2207095"/>
                  </a:lnTo>
                  <a:lnTo>
                    <a:pt x="2958833" y="2206637"/>
                  </a:lnTo>
                  <a:lnTo>
                    <a:pt x="2956204" y="2206637"/>
                  </a:lnTo>
                  <a:lnTo>
                    <a:pt x="2955086" y="2207095"/>
                  </a:lnTo>
                  <a:lnTo>
                    <a:pt x="2953220" y="2208961"/>
                  </a:lnTo>
                  <a:lnTo>
                    <a:pt x="2952750" y="2210079"/>
                  </a:lnTo>
                  <a:lnTo>
                    <a:pt x="2952750" y="2212708"/>
                  </a:lnTo>
                  <a:lnTo>
                    <a:pt x="2953220" y="2213826"/>
                  </a:lnTo>
                  <a:lnTo>
                    <a:pt x="2955086" y="2215692"/>
                  </a:lnTo>
                  <a:lnTo>
                    <a:pt x="2956204" y="2216162"/>
                  </a:lnTo>
                  <a:lnTo>
                    <a:pt x="2958833" y="2216162"/>
                  </a:lnTo>
                  <a:lnTo>
                    <a:pt x="2959951" y="2215692"/>
                  </a:lnTo>
                  <a:lnTo>
                    <a:pt x="2961817" y="2213826"/>
                  </a:lnTo>
                  <a:lnTo>
                    <a:pt x="2962275" y="2212708"/>
                  </a:lnTo>
                  <a:lnTo>
                    <a:pt x="2962275" y="2210079"/>
                  </a:lnTo>
                  <a:close/>
                </a:path>
                <a:path w="5153025" h="2221229">
                  <a:moveTo>
                    <a:pt x="2962275" y="1106766"/>
                  </a:moveTo>
                  <a:lnTo>
                    <a:pt x="2961817" y="1105649"/>
                  </a:lnTo>
                  <a:lnTo>
                    <a:pt x="2959951" y="1103782"/>
                  </a:lnTo>
                  <a:lnTo>
                    <a:pt x="2958833" y="1103312"/>
                  </a:lnTo>
                  <a:lnTo>
                    <a:pt x="2956204" y="1103312"/>
                  </a:lnTo>
                  <a:lnTo>
                    <a:pt x="2955086" y="1103782"/>
                  </a:lnTo>
                  <a:lnTo>
                    <a:pt x="2953220" y="1105649"/>
                  </a:lnTo>
                  <a:lnTo>
                    <a:pt x="2952750" y="1106766"/>
                  </a:lnTo>
                  <a:lnTo>
                    <a:pt x="2952750" y="1109395"/>
                  </a:lnTo>
                  <a:lnTo>
                    <a:pt x="2953220" y="1110513"/>
                  </a:lnTo>
                  <a:lnTo>
                    <a:pt x="2955086" y="1112380"/>
                  </a:lnTo>
                  <a:lnTo>
                    <a:pt x="2956204" y="1112837"/>
                  </a:lnTo>
                  <a:lnTo>
                    <a:pt x="2958833" y="1112837"/>
                  </a:lnTo>
                  <a:lnTo>
                    <a:pt x="2959951" y="1112380"/>
                  </a:lnTo>
                  <a:lnTo>
                    <a:pt x="2961817" y="1110513"/>
                  </a:lnTo>
                  <a:lnTo>
                    <a:pt x="2962275" y="1109395"/>
                  </a:lnTo>
                  <a:lnTo>
                    <a:pt x="2962275" y="1106766"/>
                  </a:lnTo>
                  <a:close/>
                </a:path>
                <a:path w="5153025" h="2221229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5153025" h="2221229">
                  <a:moveTo>
                    <a:pt x="3009900" y="2210079"/>
                  </a:moveTo>
                  <a:lnTo>
                    <a:pt x="3009442" y="2208961"/>
                  </a:lnTo>
                  <a:lnTo>
                    <a:pt x="3007576" y="2207095"/>
                  </a:lnTo>
                  <a:lnTo>
                    <a:pt x="3006458" y="2206637"/>
                  </a:lnTo>
                  <a:lnTo>
                    <a:pt x="3003829" y="2206637"/>
                  </a:lnTo>
                  <a:lnTo>
                    <a:pt x="3002711" y="2207095"/>
                  </a:lnTo>
                  <a:lnTo>
                    <a:pt x="3000845" y="2208961"/>
                  </a:lnTo>
                  <a:lnTo>
                    <a:pt x="3000375" y="2210079"/>
                  </a:lnTo>
                  <a:lnTo>
                    <a:pt x="3000375" y="2212708"/>
                  </a:lnTo>
                  <a:lnTo>
                    <a:pt x="3000845" y="2213826"/>
                  </a:lnTo>
                  <a:lnTo>
                    <a:pt x="3002711" y="2215692"/>
                  </a:lnTo>
                  <a:lnTo>
                    <a:pt x="3003829" y="2216162"/>
                  </a:lnTo>
                  <a:lnTo>
                    <a:pt x="3006458" y="2216162"/>
                  </a:lnTo>
                  <a:lnTo>
                    <a:pt x="3007576" y="2215692"/>
                  </a:lnTo>
                  <a:lnTo>
                    <a:pt x="3009442" y="2213826"/>
                  </a:lnTo>
                  <a:lnTo>
                    <a:pt x="3009900" y="2212708"/>
                  </a:lnTo>
                  <a:lnTo>
                    <a:pt x="3009900" y="2210079"/>
                  </a:lnTo>
                  <a:close/>
                </a:path>
                <a:path w="5153025" h="2221229">
                  <a:moveTo>
                    <a:pt x="3009900" y="1106766"/>
                  </a:moveTo>
                  <a:lnTo>
                    <a:pt x="3009442" y="1105649"/>
                  </a:lnTo>
                  <a:lnTo>
                    <a:pt x="3007576" y="1103782"/>
                  </a:lnTo>
                  <a:lnTo>
                    <a:pt x="3006458" y="1103312"/>
                  </a:lnTo>
                  <a:lnTo>
                    <a:pt x="3003829" y="1103312"/>
                  </a:lnTo>
                  <a:lnTo>
                    <a:pt x="3002711" y="1103782"/>
                  </a:lnTo>
                  <a:lnTo>
                    <a:pt x="3000845" y="1105649"/>
                  </a:lnTo>
                  <a:lnTo>
                    <a:pt x="3000375" y="1106766"/>
                  </a:lnTo>
                  <a:lnTo>
                    <a:pt x="3000375" y="1109395"/>
                  </a:lnTo>
                  <a:lnTo>
                    <a:pt x="3000845" y="1110513"/>
                  </a:lnTo>
                  <a:lnTo>
                    <a:pt x="3002711" y="1112380"/>
                  </a:lnTo>
                  <a:lnTo>
                    <a:pt x="3003829" y="1112837"/>
                  </a:lnTo>
                  <a:lnTo>
                    <a:pt x="3006458" y="1112837"/>
                  </a:lnTo>
                  <a:lnTo>
                    <a:pt x="3007576" y="1112380"/>
                  </a:lnTo>
                  <a:lnTo>
                    <a:pt x="3009442" y="1110513"/>
                  </a:lnTo>
                  <a:lnTo>
                    <a:pt x="3009900" y="1109395"/>
                  </a:lnTo>
                  <a:lnTo>
                    <a:pt x="3009900" y="1106766"/>
                  </a:lnTo>
                  <a:close/>
                </a:path>
                <a:path w="5153025" h="2221229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5153025" h="2221229">
                  <a:moveTo>
                    <a:pt x="3057525" y="2210079"/>
                  </a:moveTo>
                  <a:lnTo>
                    <a:pt x="3057067" y="2208961"/>
                  </a:lnTo>
                  <a:lnTo>
                    <a:pt x="3055201" y="2207095"/>
                  </a:lnTo>
                  <a:lnTo>
                    <a:pt x="3054083" y="2206637"/>
                  </a:lnTo>
                  <a:lnTo>
                    <a:pt x="3051454" y="2206637"/>
                  </a:lnTo>
                  <a:lnTo>
                    <a:pt x="3050336" y="2207095"/>
                  </a:lnTo>
                  <a:lnTo>
                    <a:pt x="3048470" y="2208961"/>
                  </a:lnTo>
                  <a:lnTo>
                    <a:pt x="3048000" y="2210079"/>
                  </a:lnTo>
                  <a:lnTo>
                    <a:pt x="3048000" y="2212708"/>
                  </a:lnTo>
                  <a:lnTo>
                    <a:pt x="3048470" y="2213826"/>
                  </a:lnTo>
                  <a:lnTo>
                    <a:pt x="3050336" y="2215692"/>
                  </a:lnTo>
                  <a:lnTo>
                    <a:pt x="3051454" y="2216162"/>
                  </a:lnTo>
                  <a:lnTo>
                    <a:pt x="3054083" y="2216162"/>
                  </a:lnTo>
                  <a:lnTo>
                    <a:pt x="3055201" y="2215692"/>
                  </a:lnTo>
                  <a:lnTo>
                    <a:pt x="3057067" y="2213826"/>
                  </a:lnTo>
                  <a:lnTo>
                    <a:pt x="3057525" y="2212708"/>
                  </a:lnTo>
                  <a:lnTo>
                    <a:pt x="3057525" y="2210079"/>
                  </a:lnTo>
                  <a:close/>
                </a:path>
                <a:path w="5153025" h="2221229">
                  <a:moveTo>
                    <a:pt x="3057525" y="1106766"/>
                  </a:moveTo>
                  <a:lnTo>
                    <a:pt x="3057067" y="1105649"/>
                  </a:lnTo>
                  <a:lnTo>
                    <a:pt x="3055201" y="1103782"/>
                  </a:lnTo>
                  <a:lnTo>
                    <a:pt x="3054083" y="1103312"/>
                  </a:lnTo>
                  <a:lnTo>
                    <a:pt x="3051454" y="1103312"/>
                  </a:lnTo>
                  <a:lnTo>
                    <a:pt x="3050336" y="1103782"/>
                  </a:lnTo>
                  <a:lnTo>
                    <a:pt x="3048470" y="1105649"/>
                  </a:lnTo>
                  <a:lnTo>
                    <a:pt x="3048000" y="1106766"/>
                  </a:lnTo>
                  <a:lnTo>
                    <a:pt x="3048000" y="1109395"/>
                  </a:lnTo>
                  <a:lnTo>
                    <a:pt x="3048470" y="1110513"/>
                  </a:lnTo>
                  <a:lnTo>
                    <a:pt x="3050336" y="1112380"/>
                  </a:lnTo>
                  <a:lnTo>
                    <a:pt x="3051454" y="1112837"/>
                  </a:lnTo>
                  <a:lnTo>
                    <a:pt x="3054083" y="1112837"/>
                  </a:lnTo>
                  <a:lnTo>
                    <a:pt x="3055201" y="1112380"/>
                  </a:lnTo>
                  <a:lnTo>
                    <a:pt x="3057067" y="1110513"/>
                  </a:lnTo>
                  <a:lnTo>
                    <a:pt x="3057525" y="1109395"/>
                  </a:lnTo>
                  <a:lnTo>
                    <a:pt x="3057525" y="1106766"/>
                  </a:lnTo>
                  <a:close/>
                </a:path>
                <a:path w="5153025" h="2221229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5153025" h="2221229">
                  <a:moveTo>
                    <a:pt x="3105150" y="2210079"/>
                  </a:moveTo>
                  <a:lnTo>
                    <a:pt x="3104692" y="2208961"/>
                  </a:lnTo>
                  <a:lnTo>
                    <a:pt x="3102826" y="2207095"/>
                  </a:lnTo>
                  <a:lnTo>
                    <a:pt x="3101708" y="2206637"/>
                  </a:lnTo>
                  <a:lnTo>
                    <a:pt x="3099079" y="2206637"/>
                  </a:lnTo>
                  <a:lnTo>
                    <a:pt x="3097961" y="2207095"/>
                  </a:lnTo>
                  <a:lnTo>
                    <a:pt x="3096095" y="2208961"/>
                  </a:lnTo>
                  <a:lnTo>
                    <a:pt x="3095625" y="2210079"/>
                  </a:lnTo>
                  <a:lnTo>
                    <a:pt x="3095625" y="2212708"/>
                  </a:lnTo>
                  <a:lnTo>
                    <a:pt x="3096095" y="2213826"/>
                  </a:lnTo>
                  <a:lnTo>
                    <a:pt x="3097961" y="2215692"/>
                  </a:lnTo>
                  <a:lnTo>
                    <a:pt x="3099079" y="2216162"/>
                  </a:lnTo>
                  <a:lnTo>
                    <a:pt x="3101708" y="2216162"/>
                  </a:lnTo>
                  <a:lnTo>
                    <a:pt x="3102826" y="2215692"/>
                  </a:lnTo>
                  <a:lnTo>
                    <a:pt x="3104692" y="2213826"/>
                  </a:lnTo>
                  <a:lnTo>
                    <a:pt x="3105150" y="2212708"/>
                  </a:lnTo>
                  <a:lnTo>
                    <a:pt x="3105150" y="2210079"/>
                  </a:lnTo>
                  <a:close/>
                </a:path>
                <a:path w="5153025" h="2221229">
                  <a:moveTo>
                    <a:pt x="3105150" y="1106766"/>
                  </a:moveTo>
                  <a:lnTo>
                    <a:pt x="3104692" y="1105649"/>
                  </a:lnTo>
                  <a:lnTo>
                    <a:pt x="3102826" y="1103782"/>
                  </a:lnTo>
                  <a:lnTo>
                    <a:pt x="3101708" y="1103312"/>
                  </a:lnTo>
                  <a:lnTo>
                    <a:pt x="3099079" y="1103312"/>
                  </a:lnTo>
                  <a:lnTo>
                    <a:pt x="3097961" y="1103782"/>
                  </a:lnTo>
                  <a:lnTo>
                    <a:pt x="3096095" y="1105649"/>
                  </a:lnTo>
                  <a:lnTo>
                    <a:pt x="3095625" y="1106766"/>
                  </a:lnTo>
                  <a:lnTo>
                    <a:pt x="3095625" y="1109395"/>
                  </a:lnTo>
                  <a:lnTo>
                    <a:pt x="3096095" y="1110513"/>
                  </a:lnTo>
                  <a:lnTo>
                    <a:pt x="3097961" y="1112380"/>
                  </a:lnTo>
                  <a:lnTo>
                    <a:pt x="3099079" y="1112837"/>
                  </a:lnTo>
                  <a:lnTo>
                    <a:pt x="3101708" y="1112837"/>
                  </a:lnTo>
                  <a:lnTo>
                    <a:pt x="3102826" y="1112380"/>
                  </a:lnTo>
                  <a:lnTo>
                    <a:pt x="3104692" y="1110513"/>
                  </a:lnTo>
                  <a:lnTo>
                    <a:pt x="3105150" y="1109395"/>
                  </a:lnTo>
                  <a:lnTo>
                    <a:pt x="3105150" y="1106766"/>
                  </a:lnTo>
                  <a:close/>
                </a:path>
                <a:path w="5153025" h="2221229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5153025" h="2221229">
                  <a:moveTo>
                    <a:pt x="3152775" y="2210079"/>
                  </a:moveTo>
                  <a:lnTo>
                    <a:pt x="3152317" y="2208961"/>
                  </a:lnTo>
                  <a:lnTo>
                    <a:pt x="3150451" y="2207095"/>
                  </a:lnTo>
                  <a:lnTo>
                    <a:pt x="3149333" y="2206637"/>
                  </a:lnTo>
                  <a:lnTo>
                    <a:pt x="3146704" y="2206637"/>
                  </a:lnTo>
                  <a:lnTo>
                    <a:pt x="3145586" y="2207095"/>
                  </a:lnTo>
                  <a:lnTo>
                    <a:pt x="3143720" y="2208961"/>
                  </a:lnTo>
                  <a:lnTo>
                    <a:pt x="3143250" y="2210079"/>
                  </a:lnTo>
                  <a:lnTo>
                    <a:pt x="3143250" y="2212708"/>
                  </a:lnTo>
                  <a:lnTo>
                    <a:pt x="3143720" y="2213826"/>
                  </a:lnTo>
                  <a:lnTo>
                    <a:pt x="3145586" y="2215692"/>
                  </a:lnTo>
                  <a:lnTo>
                    <a:pt x="3146704" y="2216162"/>
                  </a:lnTo>
                  <a:lnTo>
                    <a:pt x="3149333" y="2216162"/>
                  </a:lnTo>
                  <a:lnTo>
                    <a:pt x="3150451" y="2215692"/>
                  </a:lnTo>
                  <a:lnTo>
                    <a:pt x="3152317" y="2213826"/>
                  </a:lnTo>
                  <a:lnTo>
                    <a:pt x="3152775" y="2212708"/>
                  </a:lnTo>
                  <a:lnTo>
                    <a:pt x="3152775" y="2210079"/>
                  </a:lnTo>
                  <a:close/>
                </a:path>
                <a:path w="5153025" h="2221229">
                  <a:moveTo>
                    <a:pt x="3152775" y="1106766"/>
                  </a:moveTo>
                  <a:lnTo>
                    <a:pt x="3152317" y="1105649"/>
                  </a:lnTo>
                  <a:lnTo>
                    <a:pt x="3150451" y="1103782"/>
                  </a:lnTo>
                  <a:lnTo>
                    <a:pt x="3149333" y="1103312"/>
                  </a:lnTo>
                  <a:lnTo>
                    <a:pt x="3146704" y="1103312"/>
                  </a:lnTo>
                  <a:lnTo>
                    <a:pt x="3145586" y="1103782"/>
                  </a:lnTo>
                  <a:lnTo>
                    <a:pt x="3143720" y="1105649"/>
                  </a:lnTo>
                  <a:lnTo>
                    <a:pt x="3143250" y="1106766"/>
                  </a:lnTo>
                  <a:lnTo>
                    <a:pt x="3143250" y="1109395"/>
                  </a:lnTo>
                  <a:lnTo>
                    <a:pt x="3143720" y="1110513"/>
                  </a:lnTo>
                  <a:lnTo>
                    <a:pt x="3145586" y="1112380"/>
                  </a:lnTo>
                  <a:lnTo>
                    <a:pt x="3146704" y="1112837"/>
                  </a:lnTo>
                  <a:lnTo>
                    <a:pt x="3149333" y="1112837"/>
                  </a:lnTo>
                  <a:lnTo>
                    <a:pt x="3150451" y="1112380"/>
                  </a:lnTo>
                  <a:lnTo>
                    <a:pt x="3152317" y="1110513"/>
                  </a:lnTo>
                  <a:lnTo>
                    <a:pt x="3152775" y="1109395"/>
                  </a:lnTo>
                  <a:lnTo>
                    <a:pt x="3152775" y="1106766"/>
                  </a:lnTo>
                  <a:close/>
                </a:path>
                <a:path w="5153025" h="2221229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5153025" h="2221229">
                  <a:moveTo>
                    <a:pt x="3200400" y="2210079"/>
                  </a:moveTo>
                  <a:lnTo>
                    <a:pt x="3199942" y="2208961"/>
                  </a:lnTo>
                  <a:lnTo>
                    <a:pt x="3198076" y="2207095"/>
                  </a:lnTo>
                  <a:lnTo>
                    <a:pt x="3196958" y="2206637"/>
                  </a:lnTo>
                  <a:lnTo>
                    <a:pt x="3194329" y="2206637"/>
                  </a:lnTo>
                  <a:lnTo>
                    <a:pt x="3193211" y="2207095"/>
                  </a:lnTo>
                  <a:lnTo>
                    <a:pt x="3191345" y="2208961"/>
                  </a:lnTo>
                  <a:lnTo>
                    <a:pt x="3190875" y="2210079"/>
                  </a:lnTo>
                  <a:lnTo>
                    <a:pt x="3190875" y="2212708"/>
                  </a:lnTo>
                  <a:lnTo>
                    <a:pt x="3191345" y="2213826"/>
                  </a:lnTo>
                  <a:lnTo>
                    <a:pt x="3193211" y="2215692"/>
                  </a:lnTo>
                  <a:lnTo>
                    <a:pt x="3194329" y="2216162"/>
                  </a:lnTo>
                  <a:lnTo>
                    <a:pt x="3196958" y="2216162"/>
                  </a:lnTo>
                  <a:lnTo>
                    <a:pt x="3198076" y="2215692"/>
                  </a:lnTo>
                  <a:lnTo>
                    <a:pt x="3199942" y="2213826"/>
                  </a:lnTo>
                  <a:lnTo>
                    <a:pt x="3200400" y="2212708"/>
                  </a:lnTo>
                  <a:lnTo>
                    <a:pt x="3200400" y="2210079"/>
                  </a:lnTo>
                  <a:close/>
                </a:path>
                <a:path w="5153025" h="2221229">
                  <a:moveTo>
                    <a:pt x="3200400" y="1106766"/>
                  </a:moveTo>
                  <a:lnTo>
                    <a:pt x="3199942" y="1105649"/>
                  </a:lnTo>
                  <a:lnTo>
                    <a:pt x="3198076" y="1103782"/>
                  </a:lnTo>
                  <a:lnTo>
                    <a:pt x="3196958" y="1103312"/>
                  </a:lnTo>
                  <a:lnTo>
                    <a:pt x="3194329" y="1103312"/>
                  </a:lnTo>
                  <a:lnTo>
                    <a:pt x="3193211" y="1103782"/>
                  </a:lnTo>
                  <a:lnTo>
                    <a:pt x="3191345" y="1105649"/>
                  </a:lnTo>
                  <a:lnTo>
                    <a:pt x="3190875" y="1106766"/>
                  </a:lnTo>
                  <a:lnTo>
                    <a:pt x="3190875" y="1109395"/>
                  </a:lnTo>
                  <a:lnTo>
                    <a:pt x="3191345" y="1110513"/>
                  </a:lnTo>
                  <a:lnTo>
                    <a:pt x="3193211" y="1112380"/>
                  </a:lnTo>
                  <a:lnTo>
                    <a:pt x="3194329" y="1112837"/>
                  </a:lnTo>
                  <a:lnTo>
                    <a:pt x="3196958" y="1112837"/>
                  </a:lnTo>
                  <a:lnTo>
                    <a:pt x="3198076" y="1112380"/>
                  </a:lnTo>
                  <a:lnTo>
                    <a:pt x="3199942" y="1110513"/>
                  </a:lnTo>
                  <a:lnTo>
                    <a:pt x="3200400" y="1109395"/>
                  </a:lnTo>
                  <a:lnTo>
                    <a:pt x="3200400" y="1106766"/>
                  </a:lnTo>
                  <a:close/>
                </a:path>
                <a:path w="5153025" h="2221229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5153025" h="2221229">
                  <a:moveTo>
                    <a:pt x="3248025" y="2210079"/>
                  </a:moveTo>
                  <a:lnTo>
                    <a:pt x="3247567" y="2208961"/>
                  </a:lnTo>
                  <a:lnTo>
                    <a:pt x="3245701" y="2207095"/>
                  </a:lnTo>
                  <a:lnTo>
                    <a:pt x="3244583" y="2206637"/>
                  </a:lnTo>
                  <a:lnTo>
                    <a:pt x="3241954" y="2206637"/>
                  </a:lnTo>
                  <a:lnTo>
                    <a:pt x="3240836" y="2207095"/>
                  </a:lnTo>
                  <a:lnTo>
                    <a:pt x="3238970" y="2208961"/>
                  </a:lnTo>
                  <a:lnTo>
                    <a:pt x="3238500" y="2210079"/>
                  </a:lnTo>
                  <a:lnTo>
                    <a:pt x="3238500" y="2212708"/>
                  </a:lnTo>
                  <a:lnTo>
                    <a:pt x="3238970" y="2213826"/>
                  </a:lnTo>
                  <a:lnTo>
                    <a:pt x="3240836" y="2215692"/>
                  </a:lnTo>
                  <a:lnTo>
                    <a:pt x="3241954" y="2216162"/>
                  </a:lnTo>
                  <a:lnTo>
                    <a:pt x="3244583" y="2216162"/>
                  </a:lnTo>
                  <a:lnTo>
                    <a:pt x="3245701" y="2215692"/>
                  </a:lnTo>
                  <a:lnTo>
                    <a:pt x="3247567" y="2213826"/>
                  </a:lnTo>
                  <a:lnTo>
                    <a:pt x="3248025" y="2212708"/>
                  </a:lnTo>
                  <a:lnTo>
                    <a:pt x="3248025" y="2210079"/>
                  </a:lnTo>
                  <a:close/>
                </a:path>
                <a:path w="5153025" h="2221229">
                  <a:moveTo>
                    <a:pt x="3248025" y="1106766"/>
                  </a:moveTo>
                  <a:lnTo>
                    <a:pt x="3247567" y="1105649"/>
                  </a:lnTo>
                  <a:lnTo>
                    <a:pt x="3245701" y="1103782"/>
                  </a:lnTo>
                  <a:lnTo>
                    <a:pt x="3244583" y="1103312"/>
                  </a:lnTo>
                  <a:lnTo>
                    <a:pt x="3241954" y="1103312"/>
                  </a:lnTo>
                  <a:lnTo>
                    <a:pt x="3240836" y="1103782"/>
                  </a:lnTo>
                  <a:lnTo>
                    <a:pt x="3238970" y="1105649"/>
                  </a:lnTo>
                  <a:lnTo>
                    <a:pt x="3238500" y="1106766"/>
                  </a:lnTo>
                  <a:lnTo>
                    <a:pt x="3238500" y="1109395"/>
                  </a:lnTo>
                  <a:lnTo>
                    <a:pt x="3238970" y="1110513"/>
                  </a:lnTo>
                  <a:lnTo>
                    <a:pt x="3240836" y="1112380"/>
                  </a:lnTo>
                  <a:lnTo>
                    <a:pt x="3241954" y="1112837"/>
                  </a:lnTo>
                  <a:lnTo>
                    <a:pt x="3244583" y="1112837"/>
                  </a:lnTo>
                  <a:lnTo>
                    <a:pt x="3245701" y="1112380"/>
                  </a:lnTo>
                  <a:lnTo>
                    <a:pt x="3247567" y="1110513"/>
                  </a:lnTo>
                  <a:lnTo>
                    <a:pt x="3248025" y="1109395"/>
                  </a:lnTo>
                  <a:lnTo>
                    <a:pt x="3248025" y="1106766"/>
                  </a:lnTo>
                  <a:close/>
                </a:path>
                <a:path w="5153025" h="2221229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5153025" h="2221229">
                  <a:moveTo>
                    <a:pt x="3295650" y="2210079"/>
                  </a:moveTo>
                  <a:lnTo>
                    <a:pt x="3295192" y="2208961"/>
                  </a:lnTo>
                  <a:lnTo>
                    <a:pt x="3293326" y="2207095"/>
                  </a:lnTo>
                  <a:lnTo>
                    <a:pt x="3292208" y="2206637"/>
                  </a:lnTo>
                  <a:lnTo>
                    <a:pt x="3289579" y="2206637"/>
                  </a:lnTo>
                  <a:lnTo>
                    <a:pt x="3288461" y="2207095"/>
                  </a:lnTo>
                  <a:lnTo>
                    <a:pt x="3286595" y="2208961"/>
                  </a:lnTo>
                  <a:lnTo>
                    <a:pt x="3286125" y="2210079"/>
                  </a:lnTo>
                  <a:lnTo>
                    <a:pt x="3286125" y="2212708"/>
                  </a:lnTo>
                  <a:lnTo>
                    <a:pt x="3286595" y="2213826"/>
                  </a:lnTo>
                  <a:lnTo>
                    <a:pt x="3288461" y="2215692"/>
                  </a:lnTo>
                  <a:lnTo>
                    <a:pt x="3289579" y="2216162"/>
                  </a:lnTo>
                  <a:lnTo>
                    <a:pt x="3292208" y="2216162"/>
                  </a:lnTo>
                  <a:lnTo>
                    <a:pt x="3293326" y="2215692"/>
                  </a:lnTo>
                  <a:lnTo>
                    <a:pt x="3295192" y="2213826"/>
                  </a:lnTo>
                  <a:lnTo>
                    <a:pt x="3295650" y="2212708"/>
                  </a:lnTo>
                  <a:lnTo>
                    <a:pt x="3295650" y="2210079"/>
                  </a:lnTo>
                  <a:close/>
                </a:path>
                <a:path w="5153025" h="2221229">
                  <a:moveTo>
                    <a:pt x="3295650" y="1106766"/>
                  </a:moveTo>
                  <a:lnTo>
                    <a:pt x="3295192" y="1105649"/>
                  </a:lnTo>
                  <a:lnTo>
                    <a:pt x="3293326" y="1103782"/>
                  </a:lnTo>
                  <a:lnTo>
                    <a:pt x="3292208" y="1103312"/>
                  </a:lnTo>
                  <a:lnTo>
                    <a:pt x="3289579" y="1103312"/>
                  </a:lnTo>
                  <a:lnTo>
                    <a:pt x="3288461" y="1103782"/>
                  </a:lnTo>
                  <a:lnTo>
                    <a:pt x="3286595" y="1105649"/>
                  </a:lnTo>
                  <a:lnTo>
                    <a:pt x="3286125" y="1106766"/>
                  </a:lnTo>
                  <a:lnTo>
                    <a:pt x="3286125" y="1109395"/>
                  </a:lnTo>
                  <a:lnTo>
                    <a:pt x="3286595" y="1110513"/>
                  </a:lnTo>
                  <a:lnTo>
                    <a:pt x="3288461" y="1112380"/>
                  </a:lnTo>
                  <a:lnTo>
                    <a:pt x="3289579" y="1112837"/>
                  </a:lnTo>
                  <a:lnTo>
                    <a:pt x="3292208" y="1112837"/>
                  </a:lnTo>
                  <a:lnTo>
                    <a:pt x="3293326" y="1112380"/>
                  </a:lnTo>
                  <a:lnTo>
                    <a:pt x="3295192" y="1110513"/>
                  </a:lnTo>
                  <a:lnTo>
                    <a:pt x="3295650" y="1109395"/>
                  </a:lnTo>
                  <a:lnTo>
                    <a:pt x="3295650" y="1106766"/>
                  </a:lnTo>
                  <a:close/>
                </a:path>
                <a:path w="5153025" h="2221229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5153025" h="2221229">
                  <a:moveTo>
                    <a:pt x="3343275" y="2210079"/>
                  </a:moveTo>
                  <a:lnTo>
                    <a:pt x="3342817" y="2208961"/>
                  </a:lnTo>
                  <a:lnTo>
                    <a:pt x="3340951" y="2207095"/>
                  </a:lnTo>
                  <a:lnTo>
                    <a:pt x="3339833" y="2206637"/>
                  </a:lnTo>
                  <a:lnTo>
                    <a:pt x="3337204" y="2206637"/>
                  </a:lnTo>
                  <a:lnTo>
                    <a:pt x="3336074" y="2207095"/>
                  </a:lnTo>
                  <a:lnTo>
                    <a:pt x="3334220" y="2208961"/>
                  </a:lnTo>
                  <a:lnTo>
                    <a:pt x="3333750" y="2210079"/>
                  </a:lnTo>
                  <a:lnTo>
                    <a:pt x="3333750" y="2212708"/>
                  </a:lnTo>
                  <a:lnTo>
                    <a:pt x="3334220" y="2213826"/>
                  </a:lnTo>
                  <a:lnTo>
                    <a:pt x="3336074" y="2215692"/>
                  </a:lnTo>
                  <a:lnTo>
                    <a:pt x="3337204" y="2216162"/>
                  </a:lnTo>
                  <a:lnTo>
                    <a:pt x="3339833" y="2216162"/>
                  </a:lnTo>
                  <a:lnTo>
                    <a:pt x="3340951" y="2215692"/>
                  </a:lnTo>
                  <a:lnTo>
                    <a:pt x="3342817" y="2213826"/>
                  </a:lnTo>
                  <a:lnTo>
                    <a:pt x="3343275" y="2212708"/>
                  </a:lnTo>
                  <a:lnTo>
                    <a:pt x="3343275" y="2210079"/>
                  </a:lnTo>
                  <a:close/>
                </a:path>
                <a:path w="5153025" h="2221229">
                  <a:moveTo>
                    <a:pt x="3343275" y="1106766"/>
                  </a:moveTo>
                  <a:lnTo>
                    <a:pt x="3342817" y="1105649"/>
                  </a:lnTo>
                  <a:lnTo>
                    <a:pt x="3340951" y="1103782"/>
                  </a:lnTo>
                  <a:lnTo>
                    <a:pt x="3339833" y="1103312"/>
                  </a:lnTo>
                  <a:lnTo>
                    <a:pt x="3337204" y="1103312"/>
                  </a:lnTo>
                  <a:lnTo>
                    <a:pt x="3336074" y="1103782"/>
                  </a:lnTo>
                  <a:lnTo>
                    <a:pt x="3334220" y="1105649"/>
                  </a:lnTo>
                  <a:lnTo>
                    <a:pt x="3333750" y="1106766"/>
                  </a:lnTo>
                  <a:lnTo>
                    <a:pt x="3333750" y="1109395"/>
                  </a:lnTo>
                  <a:lnTo>
                    <a:pt x="3334220" y="1110513"/>
                  </a:lnTo>
                  <a:lnTo>
                    <a:pt x="3336074" y="1112380"/>
                  </a:lnTo>
                  <a:lnTo>
                    <a:pt x="3337204" y="1112837"/>
                  </a:lnTo>
                  <a:lnTo>
                    <a:pt x="3339833" y="1112837"/>
                  </a:lnTo>
                  <a:lnTo>
                    <a:pt x="3340951" y="1112380"/>
                  </a:lnTo>
                  <a:lnTo>
                    <a:pt x="3342817" y="1110513"/>
                  </a:lnTo>
                  <a:lnTo>
                    <a:pt x="3343275" y="1109395"/>
                  </a:lnTo>
                  <a:lnTo>
                    <a:pt x="3343275" y="1106766"/>
                  </a:lnTo>
                  <a:close/>
                </a:path>
                <a:path w="5153025" h="2221229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5153025" h="2221229">
                  <a:moveTo>
                    <a:pt x="3390900" y="2210079"/>
                  </a:moveTo>
                  <a:lnTo>
                    <a:pt x="3390442" y="2208961"/>
                  </a:lnTo>
                  <a:lnTo>
                    <a:pt x="3388576" y="2207095"/>
                  </a:lnTo>
                  <a:lnTo>
                    <a:pt x="3387458" y="2206637"/>
                  </a:lnTo>
                  <a:lnTo>
                    <a:pt x="3384829" y="2206637"/>
                  </a:lnTo>
                  <a:lnTo>
                    <a:pt x="3383699" y="2207095"/>
                  </a:lnTo>
                  <a:lnTo>
                    <a:pt x="3381845" y="2208961"/>
                  </a:lnTo>
                  <a:lnTo>
                    <a:pt x="3381375" y="2210079"/>
                  </a:lnTo>
                  <a:lnTo>
                    <a:pt x="3381375" y="2212708"/>
                  </a:lnTo>
                  <a:lnTo>
                    <a:pt x="3381845" y="2213826"/>
                  </a:lnTo>
                  <a:lnTo>
                    <a:pt x="3383699" y="2215692"/>
                  </a:lnTo>
                  <a:lnTo>
                    <a:pt x="3384829" y="2216162"/>
                  </a:lnTo>
                  <a:lnTo>
                    <a:pt x="3387458" y="2216162"/>
                  </a:lnTo>
                  <a:lnTo>
                    <a:pt x="3388576" y="2215692"/>
                  </a:lnTo>
                  <a:lnTo>
                    <a:pt x="3390442" y="2213826"/>
                  </a:lnTo>
                  <a:lnTo>
                    <a:pt x="3390900" y="2212708"/>
                  </a:lnTo>
                  <a:lnTo>
                    <a:pt x="3390900" y="2210079"/>
                  </a:lnTo>
                  <a:close/>
                </a:path>
                <a:path w="5153025" h="2221229">
                  <a:moveTo>
                    <a:pt x="3390900" y="1106766"/>
                  </a:moveTo>
                  <a:lnTo>
                    <a:pt x="3390442" y="1105649"/>
                  </a:lnTo>
                  <a:lnTo>
                    <a:pt x="3388576" y="1103782"/>
                  </a:lnTo>
                  <a:lnTo>
                    <a:pt x="3387458" y="1103312"/>
                  </a:lnTo>
                  <a:lnTo>
                    <a:pt x="3384829" y="1103312"/>
                  </a:lnTo>
                  <a:lnTo>
                    <a:pt x="3383699" y="1103782"/>
                  </a:lnTo>
                  <a:lnTo>
                    <a:pt x="3381845" y="1105649"/>
                  </a:lnTo>
                  <a:lnTo>
                    <a:pt x="3381375" y="1106766"/>
                  </a:lnTo>
                  <a:lnTo>
                    <a:pt x="3381375" y="1109395"/>
                  </a:lnTo>
                  <a:lnTo>
                    <a:pt x="3381845" y="1110513"/>
                  </a:lnTo>
                  <a:lnTo>
                    <a:pt x="3383699" y="1112380"/>
                  </a:lnTo>
                  <a:lnTo>
                    <a:pt x="3384829" y="1112837"/>
                  </a:lnTo>
                  <a:lnTo>
                    <a:pt x="3387458" y="1112837"/>
                  </a:lnTo>
                  <a:lnTo>
                    <a:pt x="3388576" y="1112380"/>
                  </a:lnTo>
                  <a:lnTo>
                    <a:pt x="3390442" y="1110513"/>
                  </a:lnTo>
                  <a:lnTo>
                    <a:pt x="3390900" y="1109395"/>
                  </a:lnTo>
                  <a:lnTo>
                    <a:pt x="3390900" y="1106766"/>
                  </a:lnTo>
                  <a:close/>
                </a:path>
                <a:path w="5153025" h="2221229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5153025" h="2221229">
                  <a:moveTo>
                    <a:pt x="3438525" y="2210079"/>
                  </a:moveTo>
                  <a:lnTo>
                    <a:pt x="3438067" y="2208961"/>
                  </a:lnTo>
                  <a:lnTo>
                    <a:pt x="3436201" y="2207095"/>
                  </a:lnTo>
                  <a:lnTo>
                    <a:pt x="3435083" y="2206637"/>
                  </a:lnTo>
                  <a:lnTo>
                    <a:pt x="3432454" y="2206637"/>
                  </a:lnTo>
                  <a:lnTo>
                    <a:pt x="3431336" y="2207095"/>
                  </a:lnTo>
                  <a:lnTo>
                    <a:pt x="3429470" y="2208961"/>
                  </a:lnTo>
                  <a:lnTo>
                    <a:pt x="3429000" y="2210079"/>
                  </a:lnTo>
                  <a:lnTo>
                    <a:pt x="3429000" y="2212708"/>
                  </a:lnTo>
                  <a:lnTo>
                    <a:pt x="3429470" y="2213826"/>
                  </a:lnTo>
                  <a:lnTo>
                    <a:pt x="3431336" y="2215692"/>
                  </a:lnTo>
                  <a:lnTo>
                    <a:pt x="3432454" y="2216162"/>
                  </a:lnTo>
                  <a:lnTo>
                    <a:pt x="3435083" y="2216162"/>
                  </a:lnTo>
                  <a:lnTo>
                    <a:pt x="3436201" y="2215692"/>
                  </a:lnTo>
                  <a:lnTo>
                    <a:pt x="3438067" y="2213826"/>
                  </a:lnTo>
                  <a:lnTo>
                    <a:pt x="3438525" y="2212708"/>
                  </a:lnTo>
                  <a:lnTo>
                    <a:pt x="3438525" y="2210079"/>
                  </a:lnTo>
                  <a:close/>
                </a:path>
                <a:path w="5153025" h="2221229">
                  <a:moveTo>
                    <a:pt x="3438525" y="1106766"/>
                  </a:moveTo>
                  <a:lnTo>
                    <a:pt x="3438067" y="1105649"/>
                  </a:lnTo>
                  <a:lnTo>
                    <a:pt x="3436201" y="1103782"/>
                  </a:lnTo>
                  <a:lnTo>
                    <a:pt x="3435083" y="1103312"/>
                  </a:lnTo>
                  <a:lnTo>
                    <a:pt x="3432454" y="1103312"/>
                  </a:lnTo>
                  <a:lnTo>
                    <a:pt x="3431336" y="1103782"/>
                  </a:lnTo>
                  <a:lnTo>
                    <a:pt x="3429470" y="1105649"/>
                  </a:lnTo>
                  <a:lnTo>
                    <a:pt x="3429000" y="1106766"/>
                  </a:lnTo>
                  <a:lnTo>
                    <a:pt x="3429000" y="1109395"/>
                  </a:lnTo>
                  <a:lnTo>
                    <a:pt x="3429470" y="1110513"/>
                  </a:lnTo>
                  <a:lnTo>
                    <a:pt x="3431336" y="1112380"/>
                  </a:lnTo>
                  <a:lnTo>
                    <a:pt x="3432454" y="1112837"/>
                  </a:lnTo>
                  <a:lnTo>
                    <a:pt x="3435083" y="1112837"/>
                  </a:lnTo>
                  <a:lnTo>
                    <a:pt x="3436201" y="1112380"/>
                  </a:lnTo>
                  <a:lnTo>
                    <a:pt x="3438067" y="1110513"/>
                  </a:lnTo>
                  <a:lnTo>
                    <a:pt x="3438525" y="1109395"/>
                  </a:lnTo>
                  <a:lnTo>
                    <a:pt x="3438525" y="1106766"/>
                  </a:lnTo>
                  <a:close/>
                </a:path>
                <a:path w="5153025" h="2221229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5153025" h="2221229">
                  <a:moveTo>
                    <a:pt x="3486150" y="2210079"/>
                  </a:moveTo>
                  <a:lnTo>
                    <a:pt x="3485692" y="2208961"/>
                  </a:lnTo>
                  <a:lnTo>
                    <a:pt x="3483826" y="2207095"/>
                  </a:lnTo>
                  <a:lnTo>
                    <a:pt x="3482708" y="2206637"/>
                  </a:lnTo>
                  <a:lnTo>
                    <a:pt x="3480079" y="2206637"/>
                  </a:lnTo>
                  <a:lnTo>
                    <a:pt x="3478961" y="2207095"/>
                  </a:lnTo>
                  <a:lnTo>
                    <a:pt x="3477095" y="2208961"/>
                  </a:lnTo>
                  <a:lnTo>
                    <a:pt x="3476625" y="2210079"/>
                  </a:lnTo>
                  <a:lnTo>
                    <a:pt x="3476625" y="2212708"/>
                  </a:lnTo>
                  <a:lnTo>
                    <a:pt x="3477095" y="2213826"/>
                  </a:lnTo>
                  <a:lnTo>
                    <a:pt x="3478961" y="2215692"/>
                  </a:lnTo>
                  <a:lnTo>
                    <a:pt x="3480079" y="2216162"/>
                  </a:lnTo>
                  <a:lnTo>
                    <a:pt x="3482708" y="2216162"/>
                  </a:lnTo>
                  <a:lnTo>
                    <a:pt x="3483826" y="2215692"/>
                  </a:lnTo>
                  <a:lnTo>
                    <a:pt x="3485692" y="2213826"/>
                  </a:lnTo>
                  <a:lnTo>
                    <a:pt x="3486150" y="2212708"/>
                  </a:lnTo>
                  <a:lnTo>
                    <a:pt x="3486150" y="2210079"/>
                  </a:lnTo>
                  <a:close/>
                </a:path>
                <a:path w="5153025" h="2221229">
                  <a:moveTo>
                    <a:pt x="3486150" y="1106766"/>
                  </a:moveTo>
                  <a:lnTo>
                    <a:pt x="3485692" y="1105649"/>
                  </a:lnTo>
                  <a:lnTo>
                    <a:pt x="3483826" y="1103782"/>
                  </a:lnTo>
                  <a:lnTo>
                    <a:pt x="3482708" y="1103312"/>
                  </a:lnTo>
                  <a:lnTo>
                    <a:pt x="3480079" y="1103312"/>
                  </a:lnTo>
                  <a:lnTo>
                    <a:pt x="3478961" y="1103782"/>
                  </a:lnTo>
                  <a:lnTo>
                    <a:pt x="3477095" y="1105649"/>
                  </a:lnTo>
                  <a:lnTo>
                    <a:pt x="3476625" y="1106766"/>
                  </a:lnTo>
                  <a:lnTo>
                    <a:pt x="3476625" y="1109395"/>
                  </a:lnTo>
                  <a:lnTo>
                    <a:pt x="3477095" y="1110513"/>
                  </a:lnTo>
                  <a:lnTo>
                    <a:pt x="3478961" y="1112380"/>
                  </a:lnTo>
                  <a:lnTo>
                    <a:pt x="3480079" y="1112837"/>
                  </a:lnTo>
                  <a:lnTo>
                    <a:pt x="3482708" y="1112837"/>
                  </a:lnTo>
                  <a:lnTo>
                    <a:pt x="3483826" y="1112380"/>
                  </a:lnTo>
                  <a:lnTo>
                    <a:pt x="3485692" y="1110513"/>
                  </a:lnTo>
                  <a:lnTo>
                    <a:pt x="3486150" y="1109395"/>
                  </a:lnTo>
                  <a:lnTo>
                    <a:pt x="3486150" y="1106766"/>
                  </a:lnTo>
                  <a:close/>
                </a:path>
                <a:path w="5153025" h="2221229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5153025" h="2221229">
                  <a:moveTo>
                    <a:pt x="3533775" y="2210079"/>
                  </a:moveTo>
                  <a:lnTo>
                    <a:pt x="3533317" y="2208961"/>
                  </a:lnTo>
                  <a:lnTo>
                    <a:pt x="3531451" y="2207095"/>
                  </a:lnTo>
                  <a:lnTo>
                    <a:pt x="3530333" y="2206637"/>
                  </a:lnTo>
                  <a:lnTo>
                    <a:pt x="3527704" y="2206637"/>
                  </a:lnTo>
                  <a:lnTo>
                    <a:pt x="3526586" y="2207095"/>
                  </a:lnTo>
                  <a:lnTo>
                    <a:pt x="3524720" y="2208961"/>
                  </a:lnTo>
                  <a:lnTo>
                    <a:pt x="3524250" y="2210079"/>
                  </a:lnTo>
                  <a:lnTo>
                    <a:pt x="3524250" y="2212708"/>
                  </a:lnTo>
                  <a:lnTo>
                    <a:pt x="3524720" y="2213826"/>
                  </a:lnTo>
                  <a:lnTo>
                    <a:pt x="3526586" y="2215692"/>
                  </a:lnTo>
                  <a:lnTo>
                    <a:pt x="3527704" y="2216162"/>
                  </a:lnTo>
                  <a:lnTo>
                    <a:pt x="3530333" y="2216162"/>
                  </a:lnTo>
                  <a:lnTo>
                    <a:pt x="3531451" y="2215692"/>
                  </a:lnTo>
                  <a:lnTo>
                    <a:pt x="3533317" y="2213826"/>
                  </a:lnTo>
                  <a:lnTo>
                    <a:pt x="3533775" y="2212708"/>
                  </a:lnTo>
                  <a:lnTo>
                    <a:pt x="3533775" y="2210079"/>
                  </a:lnTo>
                  <a:close/>
                </a:path>
                <a:path w="5153025" h="2221229">
                  <a:moveTo>
                    <a:pt x="3533775" y="1106766"/>
                  </a:moveTo>
                  <a:lnTo>
                    <a:pt x="3533317" y="1105649"/>
                  </a:lnTo>
                  <a:lnTo>
                    <a:pt x="3531451" y="1103782"/>
                  </a:lnTo>
                  <a:lnTo>
                    <a:pt x="3530333" y="1103312"/>
                  </a:lnTo>
                  <a:lnTo>
                    <a:pt x="3527704" y="1103312"/>
                  </a:lnTo>
                  <a:lnTo>
                    <a:pt x="3526586" y="1103782"/>
                  </a:lnTo>
                  <a:lnTo>
                    <a:pt x="3524720" y="1105649"/>
                  </a:lnTo>
                  <a:lnTo>
                    <a:pt x="3524250" y="1106766"/>
                  </a:lnTo>
                  <a:lnTo>
                    <a:pt x="3524250" y="1109395"/>
                  </a:lnTo>
                  <a:lnTo>
                    <a:pt x="3524720" y="1110513"/>
                  </a:lnTo>
                  <a:lnTo>
                    <a:pt x="3526586" y="1112380"/>
                  </a:lnTo>
                  <a:lnTo>
                    <a:pt x="3527704" y="1112837"/>
                  </a:lnTo>
                  <a:lnTo>
                    <a:pt x="3530333" y="1112837"/>
                  </a:lnTo>
                  <a:lnTo>
                    <a:pt x="3531451" y="1112380"/>
                  </a:lnTo>
                  <a:lnTo>
                    <a:pt x="3533317" y="1110513"/>
                  </a:lnTo>
                  <a:lnTo>
                    <a:pt x="3533775" y="1109395"/>
                  </a:lnTo>
                  <a:lnTo>
                    <a:pt x="3533775" y="1106766"/>
                  </a:lnTo>
                  <a:close/>
                </a:path>
                <a:path w="5153025" h="2221229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5153025" h="2221229">
                  <a:moveTo>
                    <a:pt x="3581400" y="2210079"/>
                  </a:moveTo>
                  <a:lnTo>
                    <a:pt x="3580942" y="2208961"/>
                  </a:lnTo>
                  <a:lnTo>
                    <a:pt x="3579076" y="2207095"/>
                  </a:lnTo>
                  <a:lnTo>
                    <a:pt x="3577958" y="2206637"/>
                  </a:lnTo>
                  <a:lnTo>
                    <a:pt x="3575329" y="2206637"/>
                  </a:lnTo>
                  <a:lnTo>
                    <a:pt x="3574211" y="2207095"/>
                  </a:lnTo>
                  <a:lnTo>
                    <a:pt x="3572345" y="2208961"/>
                  </a:lnTo>
                  <a:lnTo>
                    <a:pt x="3571875" y="2210079"/>
                  </a:lnTo>
                  <a:lnTo>
                    <a:pt x="3571875" y="2212708"/>
                  </a:lnTo>
                  <a:lnTo>
                    <a:pt x="3572345" y="2213826"/>
                  </a:lnTo>
                  <a:lnTo>
                    <a:pt x="3574211" y="2215692"/>
                  </a:lnTo>
                  <a:lnTo>
                    <a:pt x="3575329" y="2216162"/>
                  </a:lnTo>
                  <a:lnTo>
                    <a:pt x="3577958" y="2216162"/>
                  </a:lnTo>
                  <a:lnTo>
                    <a:pt x="3579076" y="2215692"/>
                  </a:lnTo>
                  <a:lnTo>
                    <a:pt x="3580942" y="2213826"/>
                  </a:lnTo>
                  <a:lnTo>
                    <a:pt x="3581400" y="2212708"/>
                  </a:lnTo>
                  <a:lnTo>
                    <a:pt x="3581400" y="2210079"/>
                  </a:lnTo>
                  <a:close/>
                </a:path>
                <a:path w="5153025" h="2221229">
                  <a:moveTo>
                    <a:pt x="3581400" y="1106766"/>
                  </a:moveTo>
                  <a:lnTo>
                    <a:pt x="3580942" y="1105649"/>
                  </a:lnTo>
                  <a:lnTo>
                    <a:pt x="3579076" y="1103782"/>
                  </a:lnTo>
                  <a:lnTo>
                    <a:pt x="3577958" y="1103312"/>
                  </a:lnTo>
                  <a:lnTo>
                    <a:pt x="3575329" y="1103312"/>
                  </a:lnTo>
                  <a:lnTo>
                    <a:pt x="3574211" y="1103782"/>
                  </a:lnTo>
                  <a:lnTo>
                    <a:pt x="3572345" y="1105649"/>
                  </a:lnTo>
                  <a:lnTo>
                    <a:pt x="3571875" y="1106766"/>
                  </a:lnTo>
                  <a:lnTo>
                    <a:pt x="3571875" y="1109395"/>
                  </a:lnTo>
                  <a:lnTo>
                    <a:pt x="3572345" y="1110513"/>
                  </a:lnTo>
                  <a:lnTo>
                    <a:pt x="3574211" y="1112380"/>
                  </a:lnTo>
                  <a:lnTo>
                    <a:pt x="3575329" y="1112837"/>
                  </a:lnTo>
                  <a:lnTo>
                    <a:pt x="3577958" y="1112837"/>
                  </a:lnTo>
                  <a:lnTo>
                    <a:pt x="3579076" y="1112380"/>
                  </a:lnTo>
                  <a:lnTo>
                    <a:pt x="3580942" y="1110513"/>
                  </a:lnTo>
                  <a:lnTo>
                    <a:pt x="3581400" y="1109395"/>
                  </a:lnTo>
                  <a:lnTo>
                    <a:pt x="3581400" y="1106766"/>
                  </a:lnTo>
                  <a:close/>
                </a:path>
                <a:path w="5153025" h="2221229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5153025" h="2221229">
                  <a:moveTo>
                    <a:pt x="3629025" y="2210079"/>
                  </a:moveTo>
                  <a:lnTo>
                    <a:pt x="3628567" y="2208961"/>
                  </a:lnTo>
                  <a:lnTo>
                    <a:pt x="3626701" y="2207095"/>
                  </a:lnTo>
                  <a:lnTo>
                    <a:pt x="3625583" y="2206637"/>
                  </a:lnTo>
                  <a:lnTo>
                    <a:pt x="3622954" y="2206637"/>
                  </a:lnTo>
                  <a:lnTo>
                    <a:pt x="3621824" y="2207095"/>
                  </a:lnTo>
                  <a:lnTo>
                    <a:pt x="3619970" y="2208961"/>
                  </a:lnTo>
                  <a:lnTo>
                    <a:pt x="3619500" y="2210079"/>
                  </a:lnTo>
                  <a:lnTo>
                    <a:pt x="3619500" y="2212708"/>
                  </a:lnTo>
                  <a:lnTo>
                    <a:pt x="3619970" y="2213826"/>
                  </a:lnTo>
                  <a:lnTo>
                    <a:pt x="3621824" y="2215692"/>
                  </a:lnTo>
                  <a:lnTo>
                    <a:pt x="3622954" y="2216162"/>
                  </a:lnTo>
                  <a:lnTo>
                    <a:pt x="3625583" y="2216162"/>
                  </a:lnTo>
                  <a:lnTo>
                    <a:pt x="3626701" y="2215692"/>
                  </a:lnTo>
                  <a:lnTo>
                    <a:pt x="3628567" y="2213826"/>
                  </a:lnTo>
                  <a:lnTo>
                    <a:pt x="3629025" y="2212708"/>
                  </a:lnTo>
                  <a:lnTo>
                    <a:pt x="3629025" y="2210079"/>
                  </a:lnTo>
                  <a:close/>
                </a:path>
                <a:path w="5153025" h="2221229">
                  <a:moveTo>
                    <a:pt x="3629025" y="1106766"/>
                  </a:moveTo>
                  <a:lnTo>
                    <a:pt x="3628567" y="1105649"/>
                  </a:lnTo>
                  <a:lnTo>
                    <a:pt x="3626701" y="1103782"/>
                  </a:lnTo>
                  <a:lnTo>
                    <a:pt x="3625583" y="1103312"/>
                  </a:lnTo>
                  <a:lnTo>
                    <a:pt x="3622954" y="1103312"/>
                  </a:lnTo>
                  <a:lnTo>
                    <a:pt x="3621824" y="1103782"/>
                  </a:lnTo>
                  <a:lnTo>
                    <a:pt x="3619970" y="1105649"/>
                  </a:lnTo>
                  <a:lnTo>
                    <a:pt x="3619500" y="1106766"/>
                  </a:lnTo>
                  <a:lnTo>
                    <a:pt x="3619500" y="1109395"/>
                  </a:lnTo>
                  <a:lnTo>
                    <a:pt x="3619970" y="1110513"/>
                  </a:lnTo>
                  <a:lnTo>
                    <a:pt x="3621824" y="1112380"/>
                  </a:lnTo>
                  <a:lnTo>
                    <a:pt x="3622954" y="1112837"/>
                  </a:lnTo>
                  <a:lnTo>
                    <a:pt x="3625583" y="1112837"/>
                  </a:lnTo>
                  <a:lnTo>
                    <a:pt x="3626701" y="1112380"/>
                  </a:lnTo>
                  <a:lnTo>
                    <a:pt x="3628567" y="1110513"/>
                  </a:lnTo>
                  <a:lnTo>
                    <a:pt x="3629025" y="1109395"/>
                  </a:lnTo>
                  <a:lnTo>
                    <a:pt x="3629025" y="1106766"/>
                  </a:lnTo>
                  <a:close/>
                </a:path>
                <a:path w="5153025" h="2221229">
                  <a:moveTo>
                    <a:pt x="3629025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24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24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  <a:path w="5153025" h="2221229">
                  <a:moveTo>
                    <a:pt x="3676650" y="2210079"/>
                  </a:moveTo>
                  <a:lnTo>
                    <a:pt x="3676192" y="2208961"/>
                  </a:lnTo>
                  <a:lnTo>
                    <a:pt x="3674326" y="2207095"/>
                  </a:lnTo>
                  <a:lnTo>
                    <a:pt x="3673208" y="2206637"/>
                  </a:lnTo>
                  <a:lnTo>
                    <a:pt x="3670579" y="2206637"/>
                  </a:lnTo>
                  <a:lnTo>
                    <a:pt x="3669461" y="2207095"/>
                  </a:lnTo>
                  <a:lnTo>
                    <a:pt x="3667595" y="2208961"/>
                  </a:lnTo>
                  <a:lnTo>
                    <a:pt x="3667125" y="2210079"/>
                  </a:lnTo>
                  <a:lnTo>
                    <a:pt x="3667125" y="2212708"/>
                  </a:lnTo>
                  <a:lnTo>
                    <a:pt x="3667595" y="2213826"/>
                  </a:lnTo>
                  <a:lnTo>
                    <a:pt x="3669461" y="2215692"/>
                  </a:lnTo>
                  <a:lnTo>
                    <a:pt x="3670579" y="2216162"/>
                  </a:lnTo>
                  <a:lnTo>
                    <a:pt x="3673208" y="2216162"/>
                  </a:lnTo>
                  <a:lnTo>
                    <a:pt x="3674326" y="2215692"/>
                  </a:lnTo>
                  <a:lnTo>
                    <a:pt x="3676192" y="2213826"/>
                  </a:lnTo>
                  <a:lnTo>
                    <a:pt x="3676650" y="2212708"/>
                  </a:lnTo>
                  <a:lnTo>
                    <a:pt x="3676650" y="2210079"/>
                  </a:lnTo>
                  <a:close/>
                </a:path>
                <a:path w="5153025" h="2221229">
                  <a:moveTo>
                    <a:pt x="3676650" y="1106766"/>
                  </a:moveTo>
                  <a:lnTo>
                    <a:pt x="3676192" y="1105649"/>
                  </a:lnTo>
                  <a:lnTo>
                    <a:pt x="3674326" y="1103782"/>
                  </a:lnTo>
                  <a:lnTo>
                    <a:pt x="3673208" y="1103312"/>
                  </a:lnTo>
                  <a:lnTo>
                    <a:pt x="3670579" y="1103312"/>
                  </a:lnTo>
                  <a:lnTo>
                    <a:pt x="3669461" y="1103782"/>
                  </a:lnTo>
                  <a:lnTo>
                    <a:pt x="3667595" y="1105649"/>
                  </a:lnTo>
                  <a:lnTo>
                    <a:pt x="3667125" y="1106766"/>
                  </a:lnTo>
                  <a:lnTo>
                    <a:pt x="3667125" y="1109395"/>
                  </a:lnTo>
                  <a:lnTo>
                    <a:pt x="3667595" y="1110513"/>
                  </a:lnTo>
                  <a:lnTo>
                    <a:pt x="3669461" y="1112380"/>
                  </a:lnTo>
                  <a:lnTo>
                    <a:pt x="3670579" y="1112837"/>
                  </a:lnTo>
                  <a:lnTo>
                    <a:pt x="3673208" y="1112837"/>
                  </a:lnTo>
                  <a:lnTo>
                    <a:pt x="3674326" y="1112380"/>
                  </a:lnTo>
                  <a:lnTo>
                    <a:pt x="3676192" y="1110513"/>
                  </a:lnTo>
                  <a:lnTo>
                    <a:pt x="3676650" y="1109395"/>
                  </a:lnTo>
                  <a:lnTo>
                    <a:pt x="3676650" y="1106766"/>
                  </a:lnTo>
                  <a:close/>
                </a:path>
                <a:path w="5153025" h="2221229">
                  <a:moveTo>
                    <a:pt x="3676650" y="3454"/>
                  </a:moveTo>
                  <a:lnTo>
                    <a:pt x="3676192" y="2336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69"/>
                  </a:lnTo>
                  <a:lnTo>
                    <a:pt x="3667595" y="2336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61" y="9067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67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  <a:path w="5153025" h="2221229">
                  <a:moveTo>
                    <a:pt x="3724275" y="2210079"/>
                  </a:moveTo>
                  <a:lnTo>
                    <a:pt x="3723817" y="2208961"/>
                  </a:lnTo>
                  <a:lnTo>
                    <a:pt x="3721951" y="2207095"/>
                  </a:lnTo>
                  <a:lnTo>
                    <a:pt x="3720833" y="2206637"/>
                  </a:lnTo>
                  <a:lnTo>
                    <a:pt x="3718204" y="2206637"/>
                  </a:lnTo>
                  <a:lnTo>
                    <a:pt x="3717086" y="2207095"/>
                  </a:lnTo>
                  <a:lnTo>
                    <a:pt x="3715220" y="2208961"/>
                  </a:lnTo>
                  <a:lnTo>
                    <a:pt x="3714750" y="2210079"/>
                  </a:lnTo>
                  <a:lnTo>
                    <a:pt x="3714750" y="2212708"/>
                  </a:lnTo>
                  <a:lnTo>
                    <a:pt x="3715220" y="2213826"/>
                  </a:lnTo>
                  <a:lnTo>
                    <a:pt x="3717086" y="2215692"/>
                  </a:lnTo>
                  <a:lnTo>
                    <a:pt x="3718204" y="2216162"/>
                  </a:lnTo>
                  <a:lnTo>
                    <a:pt x="3720833" y="2216162"/>
                  </a:lnTo>
                  <a:lnTo>
                    <a:pt x="3721951" y="2215692"/>
                  </a:lnTo>
                  <a:lnTo>
                    <a:pt x="3723817" y="2213826"/>
                  </a:lnTo>
                  <a:lnTo>
                    <a:pt x="3724275" y="2212708"/>
                  </a:lnTo>
                  <a:lnTo>
                    <a:pt x="3724275" y="2210079"/>
                  </a:lnTo>
                  <a:close/>
                </a:path>
                <a:path w="5153025" h="2221229">
                  <a:moveTo>
                    <a:pt x="3724275" y="1106766"/>
                  </a:moveTo>
                  <a:lnTo>
                    <a:pt x="3723817" y="1105649"/>
                  </a:lnTo>
                  <a:lnTo>
                    <a:pt x="3721951" y="1103782"/>
                  </a:lnTo>
                  <a:lnTo>
                    <a:pt x="3720833" y="1103312"/>
                  </a:lnTo>
                  <a:lnTo>
                    <a:pt x="3718204" y="1103312"/>
                  </a:lnTo>
                  <a:lnTo>
                    <a:pt x="3717086" y="1103782"/>
                  </a:lnTo>
                  <a:lnTo>
                    <a:pt x="3715220" y="1105649"/>
                  </a:lnTo>
                  <a:lnTo>
                    <a:pt x="3714750" y="1106766"/>
                  </a:lnTo>
                  <a:lnTo>
                    <a:pt x="3714750" y="1109395"/>
                  </a:lnTo>
                  <a:lnTo>
                    <a:pt x="3715220" y="1110513"/>
                  </a:lnTo>
                  <a:lnTo>
                    <a:pt x="3717086" y="1112380"/>
                  </a:lnTo>
                  <a:lnTo>
                    <a:pt x="3718204" y="1112837"/>
                  </a:lnTo>
                  <a:lnTo>
                    <a:pt x="3720833" y="1112837"/>
                  </a:lnTo>
                  <a:lnTo>
                    <a:pt x="3721951" y="1112380"/>
                  </a:lnTo>
                  <a:lnTo>
                    <a:pt x="3723817" y="1110513"/>
                  </a:lnTo>
                  <a:lnTo>
                    <a:pt x="3724275" y="1109395"/>
                  </a:lnTo>
                  <a:lnTo>
                    <a:pt x="3724275" y="1106766"/>
                  </a:lnTo>
                  <a:close/>
                </a:path>
                <a:path w="5153025" h="2221229">
                  <a:moveTo>
                    <a:pt x="3724275" y="3454"/>
                  </a:moveTo>
                  <a:lnTo>
                    <a:pt x="3723817" y="2336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69"/>
                  </a:lnTo>
                  <a:lnTo>
                    <a:pt x="3715220" y="2336"/>
                  </a:lnTo>
                  <a:lnTo>
                    <a:pt x="3714750" y="3454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86" y="9067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67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54"/>
                  </a:lnTo>
                  <a:close/>
                </a:path>
                <a:path w="5153025" h="2221229">
                  <a:moveTo>
                    <a:pt x="3771900" y="2210079"/>
                  </a:moveTo>
                  <a:lnTo>
                    <a:pt x="3771442" y="2208961"/>
                  </a:lnTo>
                  <a:lnTo>
                    <a:pt x="3769576" y="2207095"/>
                  </a:lnTo>
                  <a:lnTo>
                    <a:pt x="3768458" y="2206637"/>
                  </a:lnTo>
                  <a:lnTo>
                    <a:pt x="3765829" y="2206637"/>
                  </a:lnTo>
                  <a:lnTo>
                    <a:pt x="3764711" y="2207095"/>
                  </a:lnTo>
                  <a:lnTo>
                    <a:pt x="3762845" y="2208961"/>
                  </a:lnTo>
                  <a:lnTo>
                    <a:pt x="3762375" y="2210079"/>
                  </a:lnTo>
                  <a:lnTo>
                    <a:pt x="3762375" y="2212708"/>
                  </a:lnTo>
                  <a:lnTo>
                    <a:pt x="3762845" y="2213826"/>
                  </a:lnTo>
                  <a:lnTo>
                    <a:pt x="3764711" y="2215692"/>
                  </a:lnTo>
                  <a:lnTo>
                    <a:pt x="3765829" y="2216162"/>
                  </a:lnTo>
                  <a:lnTo>
                    <a:pt x="3768458" y="2216162"/>
                  </a:lnTo>
                  <a:lnTo>
                    <a:pt x="3769576" y="2215692"/>
                  </a:lnTo>
                  <a:lnTo>
                    <a:pt x="3771442" y="2213826"/>
                  </a:lnTo>
                  <a:lnTo>
                    <a:pt x="3771900" y="2212708"/>
                  </a:lnTo>
                  <a:lnTo>
                    <a:pt x="3771900" y="2210079"/>
                  </a:lnTo>
                  <a:close/>
                </a:path>
                <a:path w="5153025" h="2221229">
                  <a:moveTo>
                    <a:pt x="3771900" y="1106766"/>
                  </a:moveTo>
                  <a:lnTo>
                    <a:pt x="3771442" y="1105649"/>
                  </a:lnTo>
                  <a:lnTo>
                    <a:pt x="3769576" y="1103782"/>
                  </a:lnTo>
                  <a:lnTo>
                    <a:pt x="3768458" y="1103312"/>
                  </a:lnTo>
                  <a:lnTo>
                    <a:pt x="3765829" y="1103312"/>
                  </a:lnTo>
                  <a:lnTo>
                    <a:pt x="3764711" y="1103782"/>
                  </a:lnTo>
                  <a:lnTo>
                    <a:pt x="3762845" y="1105649"/>
                  </a:lnTo>
                  <a:lnTo>
                    <a:pt x="3762375" y="1106766"/>
                  </a:lnTo>
                  <a:lnTo>
                    <a:pt x="3762375" y="1109395"/>
                  </a:lnTo>
                  <a:lnTo>
                    <a:pt x="3762845" y="1110513"/>
                  </a:lnTo>
                  <a:lnTo>
                    <a:pt x="3764711" y="1112380"/>
                  </a:lnTo>
                  <a:lnTo>
                    <a:pt x="3765829" y="1112837"/>
                  </a:lnTo>
                  <a:lnTo>
                    <a:pt x="3768458" y="1112837"/>
                  </a:lnTo>
                  <a:lnTo>
                    <a:pt x="3769576" y="1112380"/>
                  </a:lnTo>
                  <a:lnTo>
                    <a:pt x="3771442" y="1110513"/>
                  </a:lnTo>
                  <a:lnTo>
                    <a:pt x="3771900" y="1109395"/>
                  </a:lnTo>
                  <a:lnTo>
                    <a:pt x="3771900" y="1106766"/>
                  </a:lnTo>
                  <a:close/>
                </a:path>
                <a:path w="5153025" h="2221229">
                  <a:moveTo>
                    <a:pt x="3771900" y="3454"/>
                  </a:moveTo>
                  <a:lnTo>
                    <a:pt x="3771442" y="2336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69"/>
                  </a:lnTo>
                  <a:lnTo>
                    <a:pt x="3762845" y="2336"/>
                  </a:lnTo>
                  <a:lnTo>
                    <a:pt x="3762375" y="3454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711" y="9067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67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54"/>
                  </a:lnTo>
                  <a:close/>
                </a:path>
                <a:path w="5153025" h="2221229">
                  <a:moveTo>
                    <a:pt x="3819525" y="2210079"/>
                  </a:moveTo>
                  <a:lnTo>
                    <a:pt x="3819067" y="2208961"/>
                  </a:lnTo>
                  <a:lnTo>
                    <a:pt x="3817201" y="2207095"/>
                  </a:lnTo>
                  <a:lnTo>
                    <a:pt x="3816083" y="2206637"/>
                  </a:lnTo>
                  <a:lnTo>
                    <a:pt x="3813454" y="2206637"/>
                  </a:lnTo>
                  <a:lnTo>
                    <a:pt x="3812336" y="2207095"/>
                  </a:lnTo>
                  <a:lnTo>
                    <a:pt x="3810470" y="2208961"/>
                  </a:lnTo>
                  <a:lnTo>
                    <a:pt x="3810000" y="2210079"/>
                  </a:lnTo>
                  <a:lnTo>
                    <a:pt x="3810000" y="2212708"/>
                  </a:lnTo>
                  <a:lnTo>
                    <a:pt x="3810470" y="2213826"/>
                  </a:lnTo>
                  <a:lnTo>
                    <a:pt x="3812336" y="2215692"/>
                  </a:lnTo>
                  <a:lnTo>
                    <a:pt x="3813454" y="2216162"/>
                  </a:lnTo>
                  <a:lnTo>
                    <a:pt x="3816083" y="2216162"/>
                  </a:lnTo>
                  <a:lnTo>
                    <a:pt x="3817201" y="2215692"/>
                  </a:lnTo>
                  <a:lnTo>
                    <a:pt x="3819067" y="2213826"/>
                  </a:lnTo>
                  <a:lnTo>
                    <a:pt x="3819525" y="2212708"/>
                  </a:lnTo>
                  <a:lnTo>
                    <a:pt x="3819525" y="2210079"/>
                  </a:lnTo>
                  <a:close/>
                </a:path>
                <a:path w="5153025" h="2221229">
                  <a:moveTo>
                    <a:pt x="3819525" y="1106766"/>
                  </a:moveTo>
                  <a:lnTo>
                    <a:pt x="3819067" y="1105649"/>
                  </a:lnTo>
                  <a:lnTo>
                    <a:pt x="3817201" y="1103782"/>
                  </a:lnTo>
                  <a:lnTo>
                    <a:pt x="3816083" y="1103312"/>
                  </a:lnTo>
                  <a:lnTo>
                    <a:pt x="3813454" y="1103312"/>
                  </a:lnTo>
                  <a:lnTo>
                    <a:pt x="3812336" y="1103782"/>
                  </a:lnTo>
                  <a:lnTo>
                    <a:pt x="3810470" y="1105649"/>
                  </a:lnTo>
                  <a:lnTo>
                    <a:pt x="3810000" y="1106766"/>
                  </a:lnTo>
                  <a:lnTo>
                    <a:pt x="3810000" y="1109395"/>
                  </a:lnTo>
                  <a:lnTo>
                    <a:pt x="3810470" y="1110513"/>
                  </a:lnTo>
                  <a:lnTo>
                    <a:pt x="3812336" y="1112380"/>
                  </a:lnTo>
                  <a:lnTo>
                    <a:pt x="3813454" y="1112837"/>
                  </a:lnTo>
                  <a:lnTo>
                    <a:pt x="3816083" y="1112837"/>
                  </a:lnTo>
                  <a:lnTo>
                    <a:pt x="3817201" y="1112380"/>
                  </a:lnTo>
                  <a:lnTo>
                    <a:pt x="3819067" y="1110513"/>
                  </a:lnTo>
                  <a:lnTo>
                    <a:pt x="3819525" y="1109395"/>
                  </a:lnTo>
                  <a:lnTo>
                    <a:pt x="3819525" y="1106766"/>
                  </a:lnTo>
                  <a:close/>
                </a:path>
                <a:path w="5153025" h="2221229">
                  <a:moveTo>
                    <a:pt x="3819525" y="3454"/>
                  </a:moveTo>
                  <a:lnTo>
                    <a:pt x="3819067" y="2336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69"/>
                  </a:lnTo>
                  <a:lnTo>
                    <a:pt x="3810470" y="2336"/>
                  </a:lnTo>
                  <a:lnTo>
                    <a:pt x="3810000" y="3454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36" y="9067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67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54"/>
                  </a:lnTo>
                  <a:close/>
                </a:path>
                <a:path w="5153025" h="2221229">
                  <a:moveTo>
                    <a:pt x="3867150" y="2210079"/>
                  </a:moveTo>
                  <a:lnTo>
                    <a:pt x="3866692" y="2208961"/>
                  </a:lnTo>
                  <a:lnTo>
                    <a:pt x="3864826" y="2207095"/>
                  </a:lnTo>
                  <a:lnTo>
                    <a:pt x="3863708" y="2206637"/>
                  </a:lnTo>
                  <a:lnTo>
                    <a:pt x="3861079" y="2206637"/>
                  </a:lnTo>
                  <a:lnTo>
                    <a:pt x="3859949" y="2207095"/>
                  </a:lnTo>
                  <a:lnTo>
                    <a:pt x="3858095" y="2208961"/>
                  </a:lnTo>
                  <a:lnTo>
                    <a:pt x="3857625" y="2210079"/>
                  </a:lnTo>
                  <a:lnTo>
                    <a:pt x="3857625" y="2212708"/>
                  </a:lnTo>
                  <a:lnTo>
                    <a:pt x="3858095" y="2213826"/>
                  </a:lnTo>
                  <a:lnTo>
                    <a:pt x="3859949" y="2215692"/>
                  </a:lnTo>
                  <a:lnTo>
                    <a:pt x="3861079" y="2216162"/>
                  </a:lnTo>
                  <a:lnTo>
                    <a:pt x="3863708" y="2216162"/>
                  </a:lnTo>
                  <a:lnTo>
                    <a:pt x="3864826" y="2215692"/>
                  </a:lnTo>
                  <a:lnTo>
                    <a:pt x="3866692" y="2213826"/>
                  </a:lnTo>
                  <a:lnTo>
                    <a:pt x="3867150" y="2212708"/>
                  </a:lnTo>
                  <a:lnTo>
                    <a:pt x="3867150" y="2210079"/>
                  </a:lnTo>
                  <a:close/>
                </a:path>
                <a:path w="5153025" h="2221229">
                  <a:moveTo>
                    <a:pt x="3867150" y="1106766"/>
                  </a:moveTo>
                  <a:lnTo>
                    <a:pt x="3866692" y="1105649"/>
                  </a:lnTo>
                  <a:lnTo>
                    <a:pt x="3864826" y="1103782"/>
                  </a:lnTo>
                  <a:lnTo>
                    <a:pt x="3863708" y="1103312"/>
                  </a:lnTo>
                  <a:lnTo>
                    <a:pt x="3861079" y="1103312"/>
                  </a:lnTo>
                  <a:lnTo>
                    <a:pt x="3859949" y="1103782"/>
                  </a:lnTo>
                  <a:lnTo>
                    <a:pt x="3858095" y="1105649"/>
                  </a:lnTo>
                  <a:lnTo>
                    <a:pt x="3857625" y="1106766"/>
                  </a:lnTo>
                  <a:lnTo>
                    <a:pt x="3857625" y="1109395"/>
                  </a:lnTo>
                  <a:lnTo>
                    <a:pt x="3858095" y="1110513"/>
                  </a:lnTo>
                  <a:lnTo>
                    <a:pt x="3859949" y="1112380"/>
                  </a:lnTo>
                  <a:lnTo>
                    <a:pt x="3861079" y="1112837"/>
                  </a:lnTo>
                  <a:lnTo>
                    <a:pt x="3863708" y="1112837"/>
                  </a:lnTo>
                  <a:lnTo>
                    <a:pt x="3864826" y="1112380"/>
                  </a:lnTo>
                  <a:lnTo>
                    <a:pt x="3866692" y="1110513"/>
                  </a:lnTo>
                  <a:lnTo>
                    <a:pt x="3867150" y="1109395"/>
                  </a:lnTo>
                  <a:lnTo>
                    <a:pt x="3867150" y="1106766"/>
                  </a:lnTo>
                  <a:close/>
                </a:path>
                <a:path w="5153025" h="2221229">
                  <a:moveTo>
                    <a:pt x="3867150" y="3454"/>
                  </a:moveTo>
                  <a:lnTo>
                    <a:pt x="3866692" y="2336"/>
                  </a:lnTo>
                  <a:lnTo>
                    <a:pt x="3864826" y="469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69"/>
                  </a:lnTo>
                  <a:lnTo>
                    <a:pt x="3858095" y="2336"/>
                  </a:lnTo>
                  <a:lnTo>
                    <a:pt x="3857625" y="3454"/>
                  </a:lnTo>
                  <a:lnTo>
                    <a:pt x="3857625" y="6083"/>
                  </a:lnTo>
                  <a:lnTo>
                    <a:pt x="3858095" y="7200"/>
                  </a:lnTo>
                  <a:lnTo>
                    <a:pt x="3859949" y="9067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67"/>
                  </a:lnTo>
                  <a:lnTo>
                    <a:pt x="3866692" y="7200"/>
                  </a:lnTo>
                  <a:lnTo>
                    <a:pt x="3867150" y="6083"/>
                  </a:lnTo>
                  <a:lnTo>
                    <a:pt x="3867150" y="3454"/>
                  </a:lnTo>
                  <a:close/>
                </a:path>
                <a:path w="5153025" h="2221229">
                  <a:moveTo>
                    <a:pt x="3914775" y="2210079"/>
                  </a:moveTo>
                  <a:lnTo>
                    <a:pt x="3914317" y="2208961"/>
                  </a:lnTo>
                  <a:lnTo>
                    <a:pt x="3912451" y="2207095"/>
                  </a:lnTo>
                  <a:lnTo>
                    <a:pt x="3911333" y="2206637"/>
                  </a:lnTo>
                  <a:lnTo>
                    <a:pt x="3908704" y="2206637"/>
                  </a:lnTo>
                  <a:lnTo>
                    <a:pt x="3907574" y="2207095"/>
                  </a:lnTo>
                  <a:lnTo>
                    <a:pt x="3905720" y="2208961"/>
                  </a:lnTo>
                  <a:lnTo>
                    <a:pt x="3905250" y="2210079"/>
                  </a:lnTo>
                  <a:lnTo>
                    <a:pt x="3905250" y="2212708"/>
                  </a:lnTo>
                  <a:lnTo>
                    <a:pt x="3905720" y="2213826"/>
                  </a:lnTo>
                  <a:lnTo>
                    <a:pt x="3907574" y="2215692"/>
                  </a:lnTo>
                  <a:lnTo>
                    <a:pt x="3908704" y="2216162"/>
                  </a:lnTo>
                  <a:lnTo>
                    <a:pt x="3911333" y="2216162"/>
                  </a:lnTo>
                  <a:lnTo>
                    <a:pt x="3912451" y="2215692"/>
                  </a:lnTo>
                  <a:lnTo>
                    <a:pt x="3914317" y="2213826"/>
                  </a:lnTo>
                  <a:lnTo>
                    <a:pt x="3914775" y="2212708"/>
                  </a:lnTo>
                  <a:lnTo>
                    <a:pt x="3914775" y="2210079"/>
                  </a:lnTo>
                  <a:close/>
                </a:path>
                <a:path w="5153025" h="2221229">
                  <a:moveTo>
                    <a:pt x="3914775" y="1106766"/>
                  </a:moveTo>
                  <a:lnTo>
                    <a:pt x="3914317" y="1105649"/>
                  </a:lnTo>
                  <a:lnTo>
                    <a:pt x="3912451" y="1103782"/>
                  </a:lnTo>
                  <a:lnTo>
                    <a:pt x="3911333" y="1103312"/>
                  </a:lnTo>
                  <a:lnTo>
                    <a:pt x="3908704" y="1103312"/>
                  </a:lnTo>
                  <a:lnTo>
                    <a:pt x="3907574" y="1103782"/>
                  </a:lnTo>
                  <a:lnTo>
                    <a:pt x="3905720" y="1105649"/>
                  </a:lnTo>
                  <a:lnTo>
                    <a:pt x="3905250" y="1106766"/>
                  </a:lnTo>
                  <a:lnTo>
                    <a:pt x="3905250" y="1109395"/>
                  </a:lnTo>
                  <a:lnTo>
                    <a:pt x="3905720" y="1110513"/>
                  </a:lnTo>
                  <a:lnTo>
                    <a:pt x="3907574" y="1112380"/>
                  </a:lnTo>
                  <a:lnTo>
                    <a:pt x="3908704" y="1112837"/>
                  </a:lnTo>
                  <a:lnTo>
                    <a:pt x="3911333" y="1112837"/>
                  </a:lnTo>
                  <a:lnTo>
                    <a:pt x="3912451" y="1112380"/>
                  </a:lnTo>
                  <a:lnTo>
                    <a:pt x="3914317" y="1110513"/>
                  </a:lnTo>
                  <a:lnTo>
                    <a:pt x="3914775" y="1109395"/>
                  </a:lnTo>
                  <a:lnTo>
                    <a:pt x="3914775" y="1106766"/>
                  </a:lnTo>
                  <a:close/>
                </a:path>
                <a:path w="5153025" h="2221229">
                  <a:moveTo>
                    <a:pt x="3914775" y="3454"/>
                  </a:moveTo>
                  <a:lnTo>
                    <a:pt x="3914317" y="2336"/>
                  </a:lnTo>
                  <a:lnTo>
                    <a:pt x="3912451" y="469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69"/>
                  </a:lnTo>
                  <a:lnTo>
                    <a:pt x="3905720" y="2336"/>
                  </a:lnTo>
                  <a:lnTo>
                    <a:pt x="3905250" y="3454"/>
                  </a:lnTo>
                  <a:lnTo>
                    <a:pt x="3905250" y="6083"/>
                  </a:lnTo>
                  <a:lnTo>
                    <a:pt x="3905720" y="7200"/>
                  </a:lnTo>
                  <a:lnTo>
                    <a:pt x="3907574" y="9067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67"/>
                  </a:lnTo>
                  <a:lnTo>
                    <a:pt x="3914317" y="7200"/>
                  </a:lnTo>
                  <a:lnTo>
                    <a:pt x="3914775" y="6083"/>
                  </a:lnTo>
                  <a:lnTo>
                    <a:pt x="3914775" y="3454"/>
                  </a:lnTo>
                  <a:close/>
                </a:path>
                <a:path w="5153025" h="2221229">
                  <a:moveTo>
                    <a:pt x="3962400" y="2210079"/>
                  </a:moveTo>
                  <a:lnTo>
                    <a:pt x="3961942" y="2208961"/>
                  </a:lnTo>
                  <a:lnTo>
                    <a:pt x="3960076" y="2207095"/>
                  </a:lnTo>
                  <a:lnTo>
                    <a:pt x="3958958" y="2206637"/>
                  </a:lnTo>
                  <a:lnTo>
                    <a:pt x="3956329" y="2206637"/>
                  </a:lnTo>
                  <a:lnTo>
                    <a:pt x="3955211" y="2207095"/>
                  </a:lnTo>
                  <a:lnTo>
                    <a:pt x="3953345" y="2208961"/>
                  </a:lnTo>
                  <a:lnTo>
                    <a:pt x="3952875" y="2210079"/>
                  </a:lnTo>
                  <a:lnTo>
                    <a:pt x="3952875" y="2212708"/>
                  </a:lnTo>
                  <a:lnTo>
                    <a:pt x="3953345" y="2213826"/>
                  </a:lnTo>
                  <a:lnTo>
                    <a:pt x="3955211" y="2215692"/>
                  </a:lnTo>
                  <a:lnTo>
                    <a:pt x="3956329" y="2216162"/>
                  </a:lnTo>
                  <a:lnTo>
                    <a:pt x="3958958" y="2216162"/>
                  </a:lnTo>
                  <a:lnTo>
                    <a:pt x="3960076" y="2215692"/>
                  </a:lnTo>
                  <a:lnTo>
                    <a:pt x="3961942" y="2213826"/>
                  </a:lnTo>
                  <a:lnTo>
                    <a:pt x="3962400" y="2212708"/>
                  </a:lnTo>
                  <a:lnTo>
                    <a:pt x="3962400" y="2210079"/>
                  </a:lnTo>
                  <a:close/>
                </a:path>
                <a:path w="5153025" h="2221229">
                  <a:moveTo>
                    <a:pt x="3962400" y="1106766"/>
                  </a:moveTo>
                  <a:lnTo>
                    <a:pt x="3961942" y="1105649"/>
                  </a:lnTo>
                  <a:lnTo>
                    <a:pt x="3960076" y="1103782"/>
                  </a:lnTo>
                  <a:lnTo>
                    <a:pt x="3958958" y="1103312"/>
                  </a:lnTo>
                  <a:lnTo>
                    <a:pt x="3956329" y="1103312"/>
                  </a:lnTo>
                  <a:lnTo>
                    <a:pt x="3955211" y="1103782"/>
                  </a:lnTo>
                  <a:lnTo>
                    <a:pt x="3953345" y="1105649"/>
                  </a:lnTo>
                  <a:lnTo>
                    <a:pt x="3952875" y="1106766"/>
                  </a:lnTo>
                  <a:lnTo>
                    <a:pt x="3952875" y="1109395"/>
                  </a:lnTo>
                  <a:lnTo>
                    <a:pt x="3953345" y="1110513"/>
                  </a:lnTo>
                  <a:lnTo>
                    <a:pt x="3955211" y="1112380"/>
                  </a:lnTo>
                  <a:lnTo>
                    <a:pt x="3956329" y="1112837"/>
                  </a:lnTo>
                  <a:lnTo>
                    <a:pt x="3958958" y="1112837"/>
                  </a:lnTo>
                  <a:lnTo>
                    <a:pt x="3960076" y="1112380"/>
                  </a:lnTo>
                  <a:lnTo>
                    <a:pt x="3961942" y="1110513"/>
                  </a:lnTo>
                  <a:lnTo>
                    <a:pt x="3962400" y="1109395"/>
                  </a:lnTo>
                  <a:lnTo>
                    <a:pt x="3962400" y="1106766"/>
                  </a:lnTo>
                  <a:close/>
                </a:path>
                <a:path w="5153025" h="2221229">
                  <a:moveTo>
                    <a:pt x="3962400" y="3454"/>
                  </a:moveTo>
                  <a:lnTo>
                    <a:pt x="3961942" y="2336"/>
                  </a:lnTo>
                  <a:lnTo>
                    <a:pt x="3960076" y="469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69"/>
                  </a:lnTo>
                  <a:lnTo>
                    <a:pt x="3953345" y="2336"/>
                  </a:lnTo>
                  <a:lnTo>
                    <a:pt x="3952875" y="3454"/>
                  </a:lnTo>
                  <a:lnTo>
                    <a:pt x="3952875" y="6083"/>
                  </a:lnTo>
                  <a:lnTo>
                    <a:pt x="3953345" y="7200"/>
                  </a:lnTo>
                  <a:lnTo>
                    <a:pt x="3955211" y="9067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67"/>
                  </a:lnTo>
                  <a:lnTo>
                    <a:pt x="3961942" y="7200"/>
                  </a:lnTo>
                  <a:lnTo>
                    <a:pt x="3962400" y="6083"/>
                  </a:lnTo>
                  <a:lnTo>
                    <a:pt x="3962400" y="3454"/>
                  </a:lnTo>
                  <a:close/>
                </a:path>
                <a:path w="5153025" h="2221229">
                  <a:moveTo>
                    <a:pt x="4010025" y="2210079"/>
                  </a:moveTo>
                  <a:lnTo>
                    <a:pt x="4009567" y="2208961"/>
                  </a:lnTo>
                  <a:lnTo>
                    <a:pt x="4007701" y="2207095"/>
                  </a:lnTo>
                  <a:lnTo>
                    <a:pt x="4006583" y="2206637"/>
                  </a:lnTo>
                  <a:lnTo>
                    <a:pt x="4003954" y="2206637"/>
                  </a:lnTo>
                  <a:lnTo>
                    <a:pt x="4002836" y="2207095"/>
                  </a:lnTo>
                  <a:lnTo>
                    <a:pt x="4000970" y="2208961"/>
                  </a:lnTo>
                  <a:lnTo>
                    <a:pt x="4000500" y="2210079"/>
                  </a:lnTo>
                  <a:lnTo>
                    <a:pt x="4000500" y="2212708"/>
                  </a:lnTo>
                  <a:lnTo>
                    <a:pt x="4000970" y="2213826"/>
                  </a:lnTo>
                  <a:lnTo>
                    <a:pt x="4002836" y="2215692"/>
                  </a:lnTo>
                  <a:lnTo>
                    <a:pt x="4003954" y="2216162"/>
                  </a:lnTo>
                  <a:lnTo>
                    <a:pt x="4006583" y="2216162"/>
                  </a:lnTo>
                  <a:lnTo>
                    <a:pt x="4007701" y="2215692"/>
                  </a:lnTo>
                  <a:lnTo>
                    <a:pt x="4009567" y="2213826"/>
                  </a:lnTo>
                  <a:lnTo>
                    <a:pt x="4010025" y="2212708"/>
                  </a:lnTo>
                  <a:lnTo>
                    <a:pt x="4010025" y="2210079"/>
                  </a:lnTo>
                  <a:close/>
                </a:path>
                <a:path w="5153025" h="2221229">
                  <a:moveTo>
                    <a:pt x="4010025" y="1106766"/>
                  </a:moveTo>
                  <a:lnTo>
                    <a:pt x="4009567" y="1105649"/>
                  </a:lnTo>
                  <a:lnTo>
                    <a:pt x="4007701" y="1103782"/>
                  </a:lnTo>
                  <a:lnTo>
                    <a:pt x="4006583" y="1103312"/>
                  </a:lnTo>
                  <a:lnTo>
                    <a:pt x="4003954" y="1103312"/>
                  </a:lnTo>
                  <a:lnTo>
                    <a:pt x="4002836" y="1103782"/>
                  </a:lnTo>
                  <a:lnTo>
                    <a:pt x="4000970" y="1105649"/>
                  </a:lnTo>
                  <a:lnTo>
                    <a:pt x="4000500" y="1106766"/>
                  </a:lnTo>
                  <a:lnTo>
                    <a:pt x="4000500" y="1109395"/>
                  </a:lnTo>
                  <a:lnTo>
                    <a:pt x="4000970" y="1110513"/>
                  </a:lnTo>
                  <a:lnTo>
                    <a:pt x="4002836" y="1112380"/>
                  </a:lnTo>
                  <a:lnTo>
                    <a:pt x="4003954" y="1112837"/>
                  </a:lnTo>
                  <a:lnTo>
                    <a:pt x="4006583" y="1112837"/>
                  </a:lnTo>
                  <a:lnTo>
                    <a:pt x="4007701" y="1112380"/>
                  </a:lnTo>
                  <a:lnTo>
                    <a:pt x="4009567" y="1110513"/>
                  </a:lnTo>
                  <a:lnTo>
                    <a:pt x="4010025" y="1109395"/>
                  </a:lnTo>
                  <a:lnTo>
                    <a:pt x="4010025" y="1106766"/>
                  </a:lnTo>
                  <a:close/>
                </a:path>
                <a:path w="5153025" h="2221229">
                  <a:moveTo>
                    <a:pt x="4010025" y="3454"/>
                  </a:moveTo>
                  <a:lnTo>
                    <a:pt x="4009567" y="2336"/>
                  </a:lnTo>
                  <a:lnTo>
                    <a:pt x="4007701" y="469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69"/>
                  </a:lnTo>
                  <a:lnTo>
                    <a:pt x="4000970" y="2336"/>
                  </a:lnTo>
                  <a:lnTo>
                    <a:pt x="4000500" y="3454"/>
                  </a:lnTo>
                  <a:lnTo>
                    <a:pt x="4000500" y="6083"/>
                  </a:lnTo>
                  <a:lnTo>
                    <a:pt x="4000970" y="7200"/>
                  </a:lnTo>
                  <a:lnTo>
                    <a:pt x="4002836" y="9067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67"/>
                  </a:lnTo>
                  <a:lnTo>
                    <a:pt x="4009567" y="7200"/>
                  </a:lnTo>
                  <a:lnTo>
                    <a:pt x="4010025" y="6083"/>
                  </a:lnTo>
                  <a:lnTo>
                    <a:pt x="4010025" y="3454"/>
                  </a:lnTo>
                  <a:close/>
                </a:path>
                <a:path w="5153025" h="2221229">
                  <a:moveTo>
                    <a:pt x="4057650" y="2210079"/>
                  </a:moveTo>
                  <a:lnTo>
                    <a:pt x="4057192" y="2208961"/>
                  </a:lnTo>
                  <a:lnTo>
                    <a:pt x="4055326" y="2207095"/>
                  </a:lnTo>
                  <a:lnTo>
                    <a:pt x="4054208" y="2206637"/>
                  </a:lnTo>
                  <a:lnTo>
                    <a:pt x="4051579" y="2206637"/>
                  </a:lnTo>
                  <a:lnTo>
                    <a:pt x="4050449" y="2207095"/>
                  </a:lnTo>
                  <a:lnTo>
                    <a:pt x="4048595" y="2208961"/>
                  </a:lnTo>
                  <a:lnTo>
                    <a:pt x="4048125" y="2210079"/>
                  </a:lnTo>
                  <a:lnTo>
                    <a:pt x="4048125" y="2212708"/>
                  </a:lnTo>
                  <a:lnTo>
                    <a:pt x="4048595" y="2213826"/>
                  </a:lnTo>
                  <a:lnTo>
                    <a:pt x="4050449" y="2215692"/>
                  </a:lnTo>
                  <a:lnTo>
                    <a:pt x="4051579" y="2216162"/>
                  </a:lnTo>
                  <a:lnTo>
                    <a:pt x="4054208" y="2216162"/>
                  </a:lnTo>
                  <a:lnTo>
                    <a:pt x="4055326" y="2215692"/>
                  </a:lnTo>
                  <a:lnTo>
                    <a:pt x="4057192" y="2213826"/>
                  </a:lnTo>
                  <a:lnTo>
                    <a:pt x="4057650" y="2212708"/>
                  </a:lnTo>
                  <a:lnTo>
                    <a:pt x="4057650" y="2210079"/>
                  </a:lnTo>
                  <a:close/>
                </a:path>
                <a:path w="5153025" h="2221229">
                  <a:moveTo>
                    <a:pt x="4057650" y="1106766"/>
                  </a:moveTo>
                  <a:lnTo>
                    <a:pt x="4057192" y="1105649"/>
                  </a:lnTo>
                  <a:lnTo>
                    <a:pt x="4055326" y="1103782"/>
                  </a:lnTo>
                  <a:lnTo>
                    <a:pt x="4054208" y="1103312"/>
                  </a:lnTo>
                  <a:lnTo>
                    <a:pt x="4051579" y="1103312"/>
                  </a:lnTo>
                  <a:lnTo>
                    <a:pt x="4050449" y="1103782"/>
                  </a:lnTo>
                  <a:lnTo>
                    <a:pt x="4048595" y="1105649"/>
                  </a:lnTo>
                  <a:lnTo>
                    <a:pt x="4048125" y="1106766"/>
                  </a:lnTo>
                  <a:lnTo>
                    <a:pt x="4048125" y="1109395"/>
                  </a:lnTo>
                  <a:lnTo>
                    <a:pt x="4048595" y="1110513"/>
                  </a:lnTo>
                  <a:lnTo>
                    <a:pt x="4050449" y="1112380"/>
                  </a:lnTo>
                  <a:lnTo>
                    <a:pt x="4051579" y="1112837"/>
                  </a:lnTo>
                  <a:lnTo>
                    <a:pt x="4054208" y="1112837"/>
                  </a:lnTo>
                  <a:lnTo>
                    <a:pt x="4055326" y="1112380"/>
                  </a:lnTo>
                  <a:lnTo>
                    <a:pt x="4057192" y="1110513"/>
                  </a:lnTo>
                  <a:lnTo>
                    <a:pt x="4057650" y="1109395"/>
                  </a:lnTo>
                  <a:lnTo>
                    <a:pt x="4057650" y="1106766"/>
                  </a:lnTo>
                  <a:close/>
                </a:path>
                <a:path w="5153025" h="2221229">
                  <a:moveTo>
                    <a:pt x="4057650" y="3454"/>
                  </a:moveTo>
                  <a:lnTo>
                    <a:pt x="4057192" y="2336"/>
                  </a:lnTo>
                  <a:lnTo>
                    <a:pt x="4055326" y="469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49" y="469"/>
                  </a:lnTo>
                  <a:lnTo>
                    <a:pt x="4048595" y="2336"/>
                  </a:lnTo>
                  <a:lnTo>
                    <a:pt x="4048125" y="3454"/>
                  </a:lnTo>
                  <a:lnTo>
                    <a:pt x="4048125" y="6083"/>
                  </a:lnTo>
                  <a:lnTo>
                    <a:pt x="4048595" y="7200"/>
                  </a:lnTo>
                  <a:lnTo>
                    <a:pt x="4050449" y="9067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67"/>
                  </a:lnTo>
                  <a:lnTo>
                    <a:pt x="4057192" y="7200"/>
                  </a:lnTo>
                  <a:lnTo>
                    <a:pt x="4057650" y="6083"/>
                  </a:lnTo>
                  <a:lnTo>
                    <a:pt x="4057650" y="3454"/>
                  </a:lnTo>
                  <a:close/>
                </a:path>
                <a:path w="5153025" h="2221229">
                  <a:moveTo>
                    <a:pt x="4105275" y="2210079"/>
                  </a:moveTo>
                  <a:lnTo>
                    <a:pt x="4104817" y="2208961"/>
                  </a:lnTo>
                  <a:lnTo>
                    <a:pt x="4102951" y="2207095"/>
                  </a:lnTo>
                  <a:lnTo>
                    <a:pt x="4101833" y="2206637"/>
                  </a:lnTo>
                  <a:lnTo>
                    <a:pt x="4099204" y="2206637"/>
                  </a:lnTo>
                  <a:lnTo>
                    <a:pt x="4098086" y="2207095"/>
                  </a:lnTo>
                  <a:lnTo>
                    <a:pt x="4096220" y="2208961"/>
                  </a:lnTo>
                  <a:lnTo>
                    <a:pt x="4095750" y="2210079"/>
                  </a:lnTo>
                  <a:lnTo>
                    <a:pt x="4095750" y="2212708"/>
                  </a:lnTo>
                  <a:lnTo>
                    <a:pt x="4096220" y="2213826"/>
                  </a:lnTo>
                  <a:lnTo>
                    <a:pt x="4098086" y="2215692"/>
                  </a:lnTo>
                  <a:lnTo>
                    <a:pt x="4099204" y="2216162"/>
                  </a:lnTo>
                  <a:lnTo>
                    <a:pt x="4101833" y="2216162"/>
                  </a:lnTo>
                  <a:lnTo>
                    <a:pt x="4102951" y="2215692"/>
                  </a:lnTo>
                  <a:lnTo>
                    <a:pt x="4104817" y="2213826"/>
                  </a:lnTo>
                  <a:lnTo>
                    <a:pt x="4105275" y="2212708"/>
                  </a:lnTo>
                  <a:lnTo>
                    <a:pt x="4105275" y="2210079"/>
                  </a:lnTo>
                  <a:close/>
                </a:path>
                <a:path w="5153025" h="2221229">
                  <a:moveTo>
                    <a:pt x="4105275" y="1106766"/>
                  </a:moveTo>
                  <a:lnTo>
                    <a:pt x="4104817" y="1105649"/>
                  </a:lnTo>
                  <a:lnTo>
                    <a:pt x="4102951" y="1103782"/>
                  </a:lnTo>
                  <a:lnTo>
                    <a:pt x="4101833" y="1103312"/>
                  </a:lnTo>
                  <a:lnTo>
                    <a:pt x="4099204" y="1103312"/>
                  </a:lnTo>
                  <a:lnTo>
                    <a:pt x="4098086" y="1103782"/>
                  </a:lnTo>
                  <a:lnTo>
                    <a:pt x="4096220" y="1105649"/>
                  </a:lnTo>
                  <a:lnTo>
                    <a:pt x="4095750" y="1106766"/>
                  </a:lnTo>
                  <a:lnTo>
                    <a:pt x="4095750" y="1109395"/>
                  </a:lnTo>
                  <a:lnTo>
                    <a:pt x="4096220" y="1110513"/>
                  </a:lnTo>
                  <a:lnTo>
                    <a:pt x="4098086" y="1112380"/>
                  </a:lnTo>
                  <a:lnTo>
                    <a:pt x="4099204" y="1112837"/>
                  </a:lnTo>
                  <a:lnTo>
                    <a:pt x="4101833" y="1112837"/>
                  </a:lnTo>
                  <a:lnTo>
                    <a:pt x="4102951" y="1112380"/>
                  </a:lnTo>
                  <a:lnTo>
                    <a:pt x="4104817" y="1110513"/>
                  </a:lnTo>
                  <a:lnTo>
                    <a:pt x="4105275" y="1109395"/>
                  </a:lnTo>
                  <a:lnTo>
                    <a:pt x="4105275" y="1106766"/>
                  </a:lnTo>
                  <a:close/>
                </a:path>
                <a:path w="5153025" h="2221229">
                  <a:moveTo>
                    <a:pt x="4105275" y="3454"/>
                  </a:moveTo>
                  <a:lnTo>
                    <a:pt x="4104817" y="2336"/>
                  </a:lnTo>
                  <a:lnTo>
                    <a:pt x="4102951" y="469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86" y="469"/>
                  </a:lnTo>
                  <a:lnTo>
                    <a:pt x="4096220" y="2336"/>
                  </a:lnTo>
                  <a:lnTo>
                    <a:pt x="4095750" y="3454"/>
                  </a:lnTo>
                  <a:lnTo>
                    <a:pt x="4095750" y="6083"/>
                  </a:lnTo>
                  <a:lnTo>
                    <a:pt x="4096220" y="7200"/>
                  </a:lnTo>
                  <a:lnTo>
                    <a:pt x="4098086" y="9067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67"/>
                  </a:lnTo>
                  <a:lnTo>
                    <a:pt x="4104817" y="7200"/>
                  </a:lnTo>
                  <a:lnTo>
                    <a:pt x="4105275" y="6083"/>
                  </a:lnTo>
                  <a:lnTo>
                    <a:pt x="4105275" y="3454"/>
                  </a:lnTo>
                  <a:close/>
                </a:path>
                <a:path w="5153025" h="2221229">
                  <a:moveTo>
                    <a:pt x="4152900" y="2210079"/>
                  </a:moveTo>
                  <a:lnTo>
                    <a:pt x="4152442" y="2208961"/>
                  </a:lnTo>
                  <a:lnTo>
                    <a:pt x="4150576" y="2207095"/>
                  </a:lnTo>
                  <a:lnTo>
                    <a:pt x="4149458" y="2206637"/>
                  </a:lnTo>
                  <a:lnTo>
                    <a:pt x="4146829" y="2206637"/>
                  </a:lnTo>
                  <a:lnTo>
                    <a:pt x="4145711" y="2207095"/>
                  </a:lnTo>
                  <a:lnTo>
                    <a:pt x="4143845" y="2208961"/>
                  </a:lnTo>
                  <a:lnTo>
                    <a:pt x="4143375" y="2210079"/>
                  </a:lnTo>
                  <a:lnTo>
                    <a:pt x="4143375" y="2212708"/>
                  </a:lnTo>
                  <a:lnTo>
                    <a:pt x="4143845" y="2213826"/>
                  </a:lnTo>
                  <a:lnTo>
                    <a:pt x="4145711" y="2215692"/>
                  </a:lnTo>
                  <a:lnTo>
                    <a:pt x="4146829" y="2216162"/>
                  </a:lnTo>
                  <a:lnTo>
                    <a:pt x="4149458" y="2216162"/>
                  </a:lnTo>
                  <a:lnTo>
                    <a:pt x="4150576" y="2215692"/>
                  </a:lnTo>
                  <a:lnTo>
                    <a:pt x="4152442" y="2213826"/>
                  </a:lnTo>
                  <a:lnTo>
                    <a:pt x="4152900" y="2212708"/>
                  </a:lnTo>
                  <a:lnTo>
                    <a:pt x="4152900" y="2210079"/>
                  </a:lnTo>
                  <a:close/>
                </a:path>
                <a:path w="5153025" h="2221229">
                  <a:moveTo>
                    <a:pt x="4152900" y="1106766"/>
                  </a:moveTo>
                  <a:lnTo>
                    <a:pt x="4152442" y="1105649"/>
                  </a:lnTo>
                  <a:lnTo>
                    <a:pt x="4150576" y="1103782"/>
                  </a:lnTo>
                  <a:lnTo>
                    <a:pt x="4149458" y="1103312"/>
                  </a:lnTo>
                  <a:lnTo>
                    <a:pt x="4146829" y="1103312"/>
                  </a:lnTo>
                  <a:lnTo>
                    <a:pt x="4145711" y="1103782"/>
                  </a:lnTo>
                  <a:lnTo>
                    <a:pt x="4143845" y="1105649"/>
                  </a:lnTo>
                  <a:lnTo>
                    <a:pt x="4143375" y="1106766"/>
                  </a:lnTo>
                  <a:lnTo>
                    <a:pt x="4143375" y="1109395"/>
                  </a:lnTo>
                  <a:lnTo>
                    <a:pt x="4143845" y="1110513"/>
                  </a:lnTo>
                  <a:lnTo>
                    <a:pt x="4145711" y="1112380"/>
                  </a:lnTo>
                  <a:lnTo>
                    <a:pt x="4146829" y="1112837"/>
                  </a:lnTo>
                  <a:lnTo>
                    <a:pt x="4149458" y="1112837"/>
                  </a:lnTo>
                  <a:lnTo>
                    <a:pt x="4150576" y="1112380"/>
                  </a:lnTo>
                  <a:lnTo>
                    <a:pt x="4152442" y="1110513"/>
                  </a:lnTo>
                  <a:lnTo>
                    <a:pt x="4152900" y="1109395"/>
                  </a:lnTo>
                  <a:lnTo>
                    <a:pt x="4152900" y="1106766"/>
                  </a:lnTo>
                  <a:close/>
                </a:path>
                <a:path w="5153025" h="2221229">
                  <a:moveTo>
                    <a:pt x="4152900" y="3454"/>
                  </a:moveTo>
                  <a:lnTo>
                    <a:pt x="4152442" y="2336"/>
                  </a:lnTo>
                  <a:lnTo>
                    <a:pt x="4150576" y="469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711" y="469"/>
                  </a:lnTo>
                  <a:lnTo>
                    <a:pt x="4143845" y="2336"/>
                  </a:lnTo>
                  <a:lnTo>
                    <a:pt x="4143375" y="3454"/>
                  </a:lnTo>
                  <a:lnTo>
                    <a:pt x="4143375" y="6083"/>
                  </a:lnTo>
                  <a:lnTo>
                    <a:pt x="4143845" y="7200"/>
                  </a:lnTo>
                  <a:lnTo>
                    <a:pt x="4145711" y="9067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67"/>
                  </a:lnTo>
                  <a:lnTo>
                    <a:pt x="4152442" y="7200"/>
                  </a:lnTo>
                  <a:lnTo>
                    <a:pt x="4152900" y="6083"/>
                  </a:lnTo>
                  <a:lnTo>
                    <a:pt x="4152900" y="3454"/>
                  </a:lnTo>
                  <a:close/>
                </a:path>
                <a:path w="5153025" h="2221229">
                  <a:moveTo>
                    <a:pt x="4200525" y="2210079"/>
                  </a:moveTo>
                  <a:lnTo>
                    <a:pt x="4200067" y="2208961"/>
                  </a:lnTo>
                  <a:lnTo>
                    <a:pt x="4198201" y="2207095"/>
                  </a:lnTo>
                  <a:lnTo>
                    <a:pt x="4197083" y="2206637"/>
                  </a:lnTo>
                  <a:lnTo>
                    <a:pt x="4194454" y="2206637"/>
                  </a:lnTo>
                  <a:lnTo>
                    <a:pt x="4193324" y="2207095"/>
                  </a:lnTo>
                  <a:lnTo>
                    <a:pt x="4191470" y="2208961"/>
                  </a:lnTo>
                  <a:lnTo>
                    <a:pt x="4191000" y="2210079"/>
                  </a:lnTo>
                  <a:lnTo>
                    <a:pt x="4191000" y="2212708"/>
                  </a:lnTo>
                  <a:lnTo>
                    <a:pt x="4191470" y="2213826"/>
                  </a:lnTo>
                  <a:lnTo>
                    <a:pt x="4193324" y="2215692"/>
                  </a:lnTo>
                  <a:lnTo>
                    <a:pt x="4194454" y="2216162"/>
                  </a:lnTo>
                  <a:lnTo>
                    <a:pt x="4197083" y="2216162"/>
                  </a:lnTo>
                  <a:lnTo>
                    <a:pt x="4198201" y="2215692"/>
                  </a:lnTo>
                  <a:lnTo>
                    <a:pt x="4200067" y="2213826"/>
                  </a:lnTo>
                  <a:lnTo>
                    <a:pt x="4200525" y="2212708"/>
                  </a:lnTo>
                  <a:lnTo>
                    <a:pt x="4200525" y="2210079"/>
                  </a:lnTo>
                  <a:close/>
                </a:path>
                <a:path w="5153025" h="2221229">
                  <a:moveTo>
                    <a:pt x="4200525" y="1106766"/>
                  </a:moveTo>
                  <a:lnTo>
                    <a:pt x="4200067" y="1105649"/>
                  </a:lnTo>
                  <a:lnTo>
                    <a:pt x="4198201" y="1103782"/>
                  </a:lnTo>
                  <a:lnTo>
                    <a:pt x="4197083" y="1103312"/>
                  </a:lnTo>
                  <a:lnTo>
                    <a:pt x="4194454" y="1103312"/>
                  </a:lnTo>
                  <a:lnTo>
                    <a:pt x="4193324" y="1103782"/>
                  </a:lnTo>
                  <a:lnTo>
                    <a:pt x="4191470" y="1105649"/>
                  </a:lnTo>
                  <a:lnTo>
                    <a:pt x="4191000" y="1106766"/>
                  </a:lnTo>
                  <a:lnTo>
                    <a:pt x="4191000" y="1109395"/>
                  </a:lnTo>
                  <a:lnTo>
                    <a:pt x="4191470" y="1110513"/>
                  </a:lnTo>
                  <a:lnTo>
                    <a:pt x="4193324" y="1112380"/>
                  </a:lnTo>
                  <a:lnTo>
                    <a:pt x="4194454" y="1112837"/>
                  </a:lnTo>
                  <a:lnTo>
                    <a:pt x="4197083" y="1112837"/>
                  </a:lnTo>
                  <a:lnTo>
                    <a:pt x="4198201" y="1112380"/>
                  </a:lnTo>
                  <a:lnTo>
                    <a:pt x="4200067" y="1110513"/>
                  </a:lnTo>
                  <a:lnTo>
                    <a:pt x="4200525" y="1109395"/>
                  </a:lnTo>
                  <a:lnTo>
                    <a:pt x="4200525" y="1106766"/>
                  </a:lnTo>
                  <a:close/>
                </a:path>
                <a:path w="5153025" h="2221229">
                  <a:moveTo>
                    <a:pt x="4200525" y="3454"/>
                  </a:moveTo>
                  <a:lnTo>
                    <a:pt x="4200067" y="2336"/>
                  </a:lnTo>
                  <a:lnTo>
                    <a:pt x="4198201" y="469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24" y="469"/>
                  </a:lnTo>
                  <a:lnTo>
                    <a:pt x="4191470" y="2336"/>
                  </a:lnTo>
                  <a:lnTo>
                    <a:pt x="4191000" y="3454"/>
                  </a:lnTo>
                  <a:lnTo>
                    <a:pt x="4191000" y="6083"/>
                  </a:lnTo>
                  <a:lnTo>
                    <a:pt x="4191470" y="7200"/>
                  </a:lnTo>
                  <a:lnTo>
                    <a:pt x="4193324" y="9067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67"/>
                  </a:lnTo>
                  <a:lnTo>
                    <a:pt x="4200067" y="7200"/>
                  </a:lnTo>
                  <a:lnTo>
                    <a:pt x="4200525" y="6083"/>
                  </a:lnTo>
                  <a:lnTo>
                    <a:pt x="4200525" y="3454"/>
                  </a:lnTo>
                  <a:close/>
                </a:path>
                <a:path w="5153025" h="2221229">
                  <a:moveTo>
                    <a:pt x="4248150" y="2210079"/>
                  </a:moveTo>
                  <a:lnTo>
                    <a:pt x="4247693" y="2208961"/>
                  </a:lnTo>
                  <a:lnTo>
                    <a:pt x="4245826" y="2207095"/>
                  </a:lnTo>
                  <a:lnTo>
                    <a:pt x="4244708" y="2206637"/>
                  </a:lnTo>
                  <a:lnTo>
                    <a:pt x="4242079" y="2206637"/>
                  </a:lnTo>
                  <a:lnTo>
                    <a:pt x="4240962" y="2207095"/>
                  </a:lnTo>
                  <a:lnTo>
                    <a:pt x="4239095" y="2208961"/>
                  </a:lnTo>
                  <a:lnTo>
                    <a:pt x="4238625" y="2210079"/>
                  </a:lnTo>
                  <a:lnTo>
                    <a:pt x="4238625" y="2212708"/>
                  </a:lnTo>
                  <a:lnTo>
                    <a:pt x="4239095" y="2213826"/>
                  </a:lnTo>
                  <a:lnTo>
                    <a:pt x="4240962" y="2215692"/>
                  </a:lnTo>
                  <a:lnTo>
                    <a:pt x="4242079" y="2216162"/>
                  </a:lnTo>
                  <a:lnTo>
                    <a:pt x="4244708" y="2216162"/>
                  </a:lnTo>
                  <a:lnTo>
                    <a:pt x="4245826" y="2215692"/>
                  </a:lnTo>
                  <a:lnTo>
                    <a:pt x="4247693" y="2213826"/>
                  </a:lnTo>
                  <a:lnTo>
                    <a:pt x="4248150" y="2212708"/>
                  </a:lnTo>
                  <a:lnTo>
                    <a:pt x="4248150" y="2210079"/>
                  </a:lnTo>
                  <a:close/>
                </a:path>
                <a:path w="5153025" h="2221229">
                  <a:moveTo>
                    <a:pt x="4248150" y="1106766"/>
                  </a:moveTo>
                  <a:lnTo>
                    <a:pt x="4247693" y="1105649"/>
                  </a:lnTo>
                  <a:lnTo>
                    <a:pt x="4245826" y="1103782"/>
                  </a:lnTo>
                  <a:lnTo>
                    <a:pt x="4244708" y="1103312"/>
                  </a:lnTo>
                  <a:lnTo>
                    <a:pt x="4242079" y="1103312"/>
                  </a:lnTo>
                  <a:lnTo>
                    <a:pt x="4240962" y="1103782"/>
                  </a:lnTo>
                  <a:lnTo>
                    <a:pt x="4239095" y="1105649"/>
                  </a:lnTo>
                  <a:lnTo>
                    <a:pt x="4238625" y="1106766"/>
                  </a:lnTo>
                  <a:lnTo>
                    <a:pt x="4238625" y="1109395"/>
                  </a:lnTo>
                  <a:lnTo>
                    <a:pt x="4239095" y="1110513"/>
                  </a:lnTo>
                  <a:lnTo>
                    <a:pt x="4240962" y="1112380"/>
                  </a:lnTo>
                  <a:lnTo>
                    <a:pt x="4242079" y="1112837"/>
                  </a:lnTo>
                  <a:lnTo>
                    <a:pt x="4244708" y="1112837"/>
                  </a:lnTo>
                  <a:lnTo>
                    <a:pt x="4245826" y="1112380"/>
                  </a:lnTo>
                  <a:lnTo>
                    <a:pt x="4247693" y="1110513"/>
                  </a:lnTo>
                  <a:lnTo>
                    <a:pt x="4248150" y="1109395"/>
                  </a:lnTo>
                  <a:lnTo>
                    <a:pt x="4248150" y="1106766"/>
                  </a:lnTo>
                  <a:close/>
                </a:path>
                <a:path w="5153025" h="2221229">
                  <a:moveTo>
                    <a:pt x="4248150" y="3454"/>
                  </a:moveTo>
                  <a:lnTo>
                    <a:pt x="4247693" y="2336"/>
                  </a:lnTo>
                  <a:lnTo>
                    <a:pt x="4245826" y="469"/>
                  </a:lnTo>
                  <a:lnTo>
                    <a:pt x="4244708" y="0"/>
                  </a:lnTo>
                  <a:lnTo>
                    <a:pt x="4242079" y="0"/>
                  </a:lnTo>
                  <a:lnTo>
                    <a:pt x="4240962" y="469"/>
                  </a:lnTo>
                  <a:lnTo>
                    <a:pt x="4239095" y="2336"/>
                  </a:lnTo>
                  <a:lnTo>
                    <a:pt x="4238625" y="3454"/>
                  </a:lnTo>
                  <a:lnTo>
                    <a:pt x="4238625" y="6083"/>
                  </a:lnTo>
                  <a:lnTo>
                    <a:pt x="4239095" y="7200"/>
                  </a:lnTo>
                  <a:lnTo>
                    <a:pt x="4240962" y="9067"/>
                  </a:lnTo>
                  <a:lnTo>
                    <a:pt x="4242079" y="9525"/>
                  </a:lnTo>
                  <a:lnTo>
                    <a:pt x="4244708" y="9525"/>
                  </a:lnTo>
                  <a:lnTo>
                    <a:pt x="4245826" y="9067"/>
                  </a:lnTo>
                  <a:lnTo>
                    <a:pt x="4247693" y="7200"/>
                  </a:lnTo>
                  <a:lnTo>
                    <a:pt x="4248150" y="6083"/>
                  </a:lnTo>
                  <a:lnTo>
                    <a:pt x="4248150" y="3454"/>
                  </a:lnTo>
                  <a:close/>
                </a:path>
                <a:path w="5153025" h="2221229">
                  <a:moveTo>
                    <a:pt x="4295775" y="2210079"/>
                  </a:moveTo>
                  <a:lnTo>
                    <a:pt x="4295318" y="2208961"/>
                  </a:lnTo>
                  <a:lnTo>
                    <a:pt x="4293451" y="2207095"/>
                  </a:lnTo>
                  <a:lnTo>
                    <a:pt x="4292333" y="2206637"/>
                  </a:lnTo>
                  <a:lnTo>
                    <a:pt x="4289704" y="2206637"/>
                  </a:lnTo>
                  <a:lnTo>
                    <a:pt x="4288587" y="2207095"/>
                  </a:lnTo>
                  <a:lnTo>
                    <a:pt x="4286720" y="2208961"/>
                  </a:lnTo>
                  <a:lnTo>
                    <a:pt x="4286250" y="2210079"/>
                  </a:lnTo>
                  <a:lnTo>
                    <a:pt x="4286250" y="2212708"/>
                  </a:lnTo>
                  <a:lnTo>
                    <a:pt x="4286720" y="2213826"/>
                  </a:lnTo>
                  <a:lnTo>
                    <a:pt x="4288587" y="2215692"/>
                  </a:lnTo>
                  <a:lnTo>
                    <a:pt x="4289704" y="2216162"/>
                  </a:lnTo>
                  <a:lnTo>
                    <a:pt x="4292333" y="2216162"/>
                  </a:lnTo>
                  <a:lnTo>
                    <a:pt x="4293451" y="2215692"/>
                  </a:lnTo>
                  <a:lnTo>
                    <a:pt x="4295318" y="2213826"/>
                  </a:lnTo>
                  <a:lnTo>
                    <a:pt x="4295775" y="2212708"/>
                  </a:lnTo>
                  <a:lnTo>
                    <a:pt x="4295775" y="2210079"/>
                  </a:lnTo>
                  <a:close/>
                </a:path>
                <a:path w="5153025" h="2221229">
                  <a:moveTo>
                    <a:pt x="4295775" y="1106766"/>
                  </a:moveTo>
                  <a:lnTo>
                    <a:pt x="4295318" y="1105649"/>
                  </a:lnTo>
                  <a:lnTo>
                    <a:pt x="4293451" y="1103782"/>
                  </a:lnTo>
                  <a:lnTo>
                    <a:pt x="4292333" y="1103312"/>
                  </a:lnTo>
                  <a:lnTo>
                    <a:pt x="4289704" y="1103312"/>
                  </a:lnTo>
                  <a:lnTo>
                    <a:pt x="4288587" y="1103782"/>
                  </a:lnTo>
                  <a:lnTo>
                    <a:pt x="4286720" y="1105649"/>
                  </a:lnTo>
                  <a:lnTo>
                    <a:pt x="4286250" y="1106766"/>
                  </a:lnTo>
                  <a:lnTo>
                    <a:pt x="4286250" y="1109395"/>
                  </a:lnTo>
                  <a:lnTo>
                    <a:pt x="4286720" y="1110513"/>
                  </a:lnTo>
                  <a:lnTo>
                    <a:pt x="4288587" y="1112380"/>
                  </a:lnTo>
                  <a:lnTo>
                    <a:pt x="4289704" y="1112837"/>
                  </a:lnTo>
                  <a:lnTo>
                    <a:pt x="4292333" y="1112837"/>
                  </a:lnTo>
                  <a:lnTo>
                    <a:pt x="4293451" y="1112380"/>
                  </a:lnTo>
                  <a:lnTo>
                    <a:pt x="4295318" y="1110513"/>
                  </a:lnTo>
                  <a:lnTo>
                    <a:pt x="4295775" y="1109395"/>
                  </a:lnTo>
                  <a:lnTo>
                    <a:pt x="4295775" y="1106766"/>
                  </a:lnTo>
                  <a:close/>
                </a:path>
                <a:path w="5153025" h="2221229">
                  <a:moveTo>
                    <a:pt x="4295775" y="3454"/>
                  </a:moveTo>
                  <a:lnTo>
                    <a:pt x="4295318" y="2336"/>
                  </a:lnTo>
                  <a:lnTo>
                    <a:pt x="4293451" y="469"/>
                  </a:lnTo>
                  <a:lnTo>
                    <a:pt x="4292333" y="0"/>
                  </a:lnTo>
                  <a:lnTo>
                    <a:pt x="4289704" y="0"/>
                  </a:lnTo>
                  <a:lnTo>
                    <a:pt x="4288587" y="469"/>
                  </a:lnTo>
                  <a:lnTo>
                    <a:pt x="4286720" y="2336"/>
                  </a:lnTo>
                  <a:lnTo>
                    <a:pt x="4286250" y="3454"/>
                  </a:lnTo>
                  <a:lnTo>
                    <a:pt x="4286250" y="6083"/>
                  </a:lnTo>
                  <a:lnTo>
                    <a:pt x="4286720" y="7200"/>
                  </a:lnTo>
                  <a:lnTo>
                    <a:pt x="4288587" y="9067"/>
                  </a:lnTo>
                  <a:lnTo>
                    <a:pt x="4289704" y="9525"/>
                  </a:lnTo>
                  <a:lnTo>
                    <a:pt x="4292333" y="9525"/>
                  </a:lnTo>
                  <a:lnTo>
                    <a:pt x="4293451" y="9067"/>
                  </a:lnTo>
                  <a:lnTo>
                    <a:pt x="4295318" y="7200"/>
                  </a:lnTo>
                  <a:lnTo>
                    <a:pt x="4295775" y="6083"/>
                  </a:lnTo>
                  <a:lnTo>
                    <a:pt x="4295775" y="3454"/>
                  </a:lnTo>
                  <a:close/>
                </a:path>
                <a:path w="5153025" h="2221229">
                  <a:moveTo>
                    <a:pt x="4343400" y="2210079"/>
                  </a:moveTo>
                  <a:lnTo>
                    <a:pt x="4342943" y="2208961"/>
                  </a:lnTo>
                  <a:lnTo>
                    <a:pt x="4341076" y="2207095"/>
                  </a:lnTo>
                  <a:lnTo>
                    <a:pt x="4339958" y="2206637"/>
                  </a:lnTo>
                  <a:lnTo>
                    <a:pt x="4337329" y="2206637"/>
                  </a:lnTo>
                  <a:lnTo>
                    <a:pt x="4336212" y="2207095"/>
                  </a:lnTo>
                  <a:lnTo>
                    <a:pt x="4334345" y="2208961"/>
                  </a:lnTo>
                  <a:lnTo>
                    <a:pt x="4333875" y="2210079"/>
                  </a:lnTo>
                  <a:lnTo>
                    <a:pt x="4333875" y="2212708"/>
                  </a:lnTo>
                  <a:lnTo>
                    <a:pt x="4334345" y="2213826"/>
                  </a:lnTo>
                  <a:lnTo>
                    <a:pt x="4336212" y="2215692"/>
                  </a:lnTo>
                  <a:lnTo>
                    <a:pt x="4337329" y="2216162"/>
                  </a:lnTo>
                  <a:lnTo>
                    <a:pt x="4339958" y="2216162"/>
                  </a:lnTo>
                  <a:lnTo>
                    <a:pt x="4341076" y="2215692"/>
                  </a:lnTo>
                  <a:lnTo>
                    <a:pt x="4342943" y="2213826"/>
                  </a:lnTo>
                  <a:lnTo>
                    <a:pt x="4343400" y="2212708"/>
                  </a:lnTo>
                  <a:lnTo>
                    <a:pt x="4343400" y="2210079"/>
                  </a:lnTo>
                  <a:close/>
                </a:path>
                <a:path w="5153025" h="2221229">
                  <a:moveTo>
                    <a:pt x="4343400" y="1106766"/>
                  </a:moveTo>
                  <a:lnTo>
                    <a:pt x="4342943" y="1105649"/>
                  </a:lnTo>
                  <a:lnTo>
                    <a:pt x="4341076" y="1103782"/>
                  </a:lnTo>
                  <a:lnTo>
                    <a:pt x="4339958" y="1103312"/>
                  </a:lnTo>
                  <a:lnTo>
                    <a:pt x="4337329" y="1103312"/>
                  </a:lnTo>
                  <a:lnTo>
                    <a:pt x="4336212" y="1103782"/>
                  </a:lnTo>
                  <a:lnTo>
                    <a:pt x="4334345" y="1105649"/>
                  </a:lnTo>
                  <a:lnTo>
                    <a:pt x="4333875" y="1106766"/>
                  </a:lnTo>
                  <a:lnTo>
                    <a:pt x="4333875" y="1109395"/>
                  </a:lnTo>
                  <a:lnTo>
                    <a:pt x="4334345" y="1110513"/>
                  </a:lnTo>
                  <a:lnTo>
                    <a:pt x="4336212" y="1112380"/>
                  </a:lnTo>
                  <a:lnTo>
                    <a:pt x="4337329" y="1112837"/>
                  </a:lnTo>
                  <a:lnTo>
                    <a:pt x="4339958" y="1112837"/>
                  </a:lnTo>
                  <a:lnTo>
                    <a:pt x="4341076" y="1112380"/>
                  </a:lnTo>
                  <a:lnTo>
                    <a:pt x="4342943" y="1110513"/>
                  </a:lnTo>
                  <a:lnTo>
                    <a:pt x="4343400" y="1109395"/>
                  </a:lnTo>
                  <a:lnTo>
                    <a:pt x="4343400" y="1106766"/>
                  </a:lnTo>
                  <a:close/>
                </a:path>
                <a:path w="5153025" h="2221229">
                  <a:moveTo>
                    <a:pt x="4343400" y="3454"/>
                  </a:moveTo>
                  <a:lnTo>
                    <a:pt x="4342943" y="2336"/>
                  </a:lnTo>
                  <a:lnTo>
                    <a:pt x="4341076" y="469"/>
                  </a:lnTo>
                  <a:lnTo>
                    <a:pt x="4339958" y="0"/>
                  </a:lnTo>
                  <a:lnTo>
                    <a:pt x="4337329" y="0"/>
                  </a:lnTo>
                  <a:lnTo>
                    <a:pt x="4336212" y="469"/>
                  </a:lnTo>
                  <a:lnTo>
                    <a:pt x="4334345" y="2336"/>
                  </a:lnTo>
                  <a:lnTo>
                    <a:pt x="4333875" y="3454"/>
                  </a:lnTo>
                  <a:lnTo>
                    <a:pt x="4333875" y="6083"/>
                  </a:lnTo>
                  <a:lnTo>
                    <a:pt x="4334345" y="7200"/>
                  </a:lnTo>
                  <a:lnTo>
                    <a:pt x="4336212" y="9067"/>
                  </a:lnTo>
                  <a:lnTo>
                    <a:pt x="4337329" y="9525"/>
                  </a:lnTo>
                  <a:lnTo>
                    <a:pt x="4339958" y="9525"/>
                  </a:lnTo>
                  <a:lnTo>
                    <a:pt x="4341076" y="9067"/>
                  </a:lnTo>
                  <a:lnTo>
                    <a:pt x="4342943" y="7200"/>
                  </a:lnTo>
                  <a:lnTo>
                    <a:pt x="4343400" y="6083"/>
                  </a:lnTo>
                  <a:lnTo>
                    <a:pt x="4343400" y="3454"/>
                  </a:lnTo>
                  <a:close/>
                </a:path>
                <a:path w="5153025" h="2221229">
                  <a:moveTo>
                    <a:pt x="4391025" y="2210079"/>
                  </a:moveTo>
                  <a:lnTo>
                    <a:pt x="4390568" y="2208961"/>
                  </a:lnTo>
                  <a:lnTo>
                    <a:pt x="4388701" y="2207095"/>
                  </a:lnTo>
                  <a:lnTo>
                    <a:pt x="4387583" y="2206637"/>
                  </a:lnTo>
                  <a:lnTo>
                    <a:pt x="4384954" y="2206637"/>
                  </a:lnTo>
                  <a:lnTo>
                    <a:pt x="4383824" y="2207095"/>
                  </a:lnTo>
                  <a:lnTo>
                    <a:pt x="4381970" y="2208961"/>
                  </a:lnTo>
                  <a:lnTo>
                    <a:pt x="4381500" y="2210079"/>
                  </a:lnTo>
                  <a:lnTo>
                    <a:pt x="4381500" y="2212708"/>
                  </a:lnTo>
                  <a:lnTo>
                    <a:pt x="4381970" y="2213826"/>
                  </a:lnTo>
                  <a:lnTo>
                    <a:pt x="4383824" y="2215692"/>
                  </a:lnTo>
                  <a:lnTo>
                    <a:pt x="4384954" y="2216162"/>
                  </a:lnTo>
                  <a:lnTo>
                    <a:pt x="4387583" y="2216162"/>
                  </a:lnTo>
                  <a:lnTo>
                    <a:pt x="4388701" y="2215692"/>
                  </a:lnTo>
                  <a:lnTo>
                    <a:pt x="4390568" y="2213826"/>
                  </a:lnTo>
                  <a:lnTo>
                    <a:pt x="4391025" y="2212708"/>
                  </a:lnTo>
                  <a:lnTo>
                    <a:pt x="4391025" y="2210079"/>
                  </a:lnTo>
                  <a:close/>
                </a:path>
                <a:path w="5153025" h="2221229">
                  <a:moveTo>
                    <a:pt x="4391025" y="1106766"/>
                  </a:moveTo>
                  <a:lnTo>
                    <a:pt x="4390568" y="1105649"/>
                  </a:lnTo>
                  <a:lnTo>
                    <a:pt x="4388701" y="1103782"/>
                  </a:lnTo>
                  <a:lnTo>
                    <a:pt x="4387583" y="1103312"/>
                  </a:lnTo>
                  <a:lnTo>
                    <a:pt x="4384954" y="1103312"/>
                  </a:lnTo>
                  <a:lnTo>
                    <a:pt x="4383824" y="1103782"/>
                  </a:lnTo>
                  <a:lnTo>
                    <a:pt x="4381970" y="1105649"/>
                  </a:lnTo>
                  <a:lnTo>
                    <a:pt x="4381500" y="1106766"/>
                  </a:lnTo>
                  <a:lnTo>
                    <a:pt x="4381500" y="1109395"/>
                  </a:lnTo>
                  <a:lnTo>
                    <a:pt x="4381970" y="1110513"/>
                  </a:lnTo>
                  <a:lnTo>
                    <a:pt x="4383824" y="1112380"/>
                  </a:lnTo>
                  <a:lnTo>
                    <a:pt x="4384954" y="1112837"/>
                  </a:lnTo>
                  <a:lnTo>
                    <a:pt x="4387583" y="1112837"/>
                  </a:lnTo>
                  <a:lnTo>
                    <a:pt x="4388701" y="1112380"/>
                  </a:lnTo>
                  <a:lnTo>
                    <a:pt x="4390568" y="1110513"/>
                  </a:lnTo>
                  <a:lnTo>
                    <a:pt x="4391025" y="1109395"/>
                  </a:lnTo>
                  <a:lnTo>
                    <a:pt x="4391025" y="1106766"/>
                  </a:lnTo>
                  <a:close/>
                </a:path>
                <a:path w="5153025" h="2221229">
                  <a:moveTo>
                    <a:pt x="4391025" y="3454"/>
                  </a:moveTo>
                  <a:lnTo>
                    <a:pt x="4390568" y="2336"/>
                  </a:lnTo>
                  <a:lnTo>
                    <a:pt x="4388701" y="469"/>
                  </a:lnTo>
                  <a:lnTo>
                    <a:pt x="4387583" y="0"/>
                  </a:lnTo>
                  <a:lnTo>
                    <a:pt x="4384954" y="0"/>
                  </a:lnTo>
                  <a:lnTo>
                    <a:pt x="4383824" y="469"/>
                  </a:lnTo>
                  <a:lnTo>
                    <a:pt x="4381970" y="2336"/>
                  </a:lnTo>
                  <a:lnTo>
                    <a:pt x="4381500" y="3454"/>
                  </a:lnTo>
                  <a:lnTo>
                    <a:pt x="4381500" y="6083"/>
                  </a:lnTo>
                  <a:lnTo>
                    <a:pt x="4381970" y="7200"/>
                  </a:lnTo>
                  <a:lnTo>
                    <a:pt x="4383824" y="9067"/>
                  </a:lnTo>
                  <a:lnTo>
                    <a:pt x="4384954" y="9525"/>
                  </a:lnTo>
                  <a:lnTo>
                    <a:pt x="4387583" y="9525"/>
                  </a:lnTo>
                  <a:lnTo>
                    <a:pt x="4388701" y="9067"/>
                  </a:lnTo>
                  <a:lnTo>
                    <a:pt x="4390568" y="7200"/>
                  </a:lnTo>
                  <a:lnTo>
                    <a:pt x="4391025" y="6083"/>
                  </a:lnTo>
                  <a:lnTo>
                    <a:pt x="4391025" y="3454"/>
                  </a:lnTo>
                  <a:close/>
                </a:path>
                <a:path w="5153025" h="2221229">
                  <a:moveTo>
                    <a:pt x="4438650" y="2210079"/>
                  </a:moveTo>
                  <a:lnTo>
                    <a:pt x="4438193" y="2208961"/>
                  </a:lnTo>
                  <a:lnTo>
                    <a:pt x="4436326" y="2207095"/>
                  </a:lnTo>
                  <a:lnTo>
                    <a:pt x="4435208" y="2206637"/>
                  </a:lnTo>
                  <a:lnTo>
                    <a:pt x="4432579" y="2206637"/>
                  </a:lnTo>
                  <a:lnTo>
                    <a:pt x="4431449" y="2207095"/>
                  </a:lnTo>
                  <a:lnTo>
                    <a:pt x="4429595" y="2208961"/>
                  </a:lnTo>
                  <a:lnTo>
                    <a:pt x="4429125" y="2210079"/>
                  </a:lnTo>
                  <a:lnTo>
                    <a:pt x="4429125" y="2212708"/>
                  </a:lnTo>
                  <a:lnTo>
                    <a:pt x="4429595" y="2213826"/>
                  </a:lnTo>
                  <a:lnTo>
                    <a:pt x="4431449" y="2215692"/>
                  </a:lnTo>
                  <a:lnTo>
                    <a:pt x="4432579" y="2216162"/>
                  </a:lnTo>
                  <a:lnTo>
                    <a:pt x="4435208" y="2216162"/>
                  </a:lnTo>
                  <a:lnTo>
                    <a:pt x="4436326" y="2215692"/>
                  </a:lnTo>
                  <a:lnTo>
                    <a:pt x="4438193" y="2213826"/>
                  </a:lnTo>
                  <a:lnTo>
                    <a:pt x="4438650" y="2212708"/>
                  </a:lnTo>
                  <a:lnTo>
                    <a:pt x="4438650" y="2210079"/>
                  </a:lnTo>
                  <a:close/>
                </a:path>
                <a:path w="5153025" h="2221229">
                  <a:moveTo>
                    <a:pt x="4438650" y="1106766"/>
                  </a:moveTo>
                  <a:lnTo>
                    <a:pt x="4438193" y="1105649"/>
                  </a:lnTo>
                  <a:lnTo>
                    <a:pt x="4436326" y="1103782"/>
                  </a:lnTo>
                  <a:lnTo>
                    <a:pt x="4435208" y="1103312"/>
                  </a:lnTo>
                  <a:lnTo>
                    <a:pt x="4432579" y="1103312"/>
                  </a:lnTo>
                  <a:lnTo>
                    <a:pt x="4431449" y="1103782"/>
                  </a:lnTo>
                  <a:lnTo>
                    <a:pt x="4429595" y="1105649"/>
                  </a:lnTo>
                  <a:lnTo>
                    <a:pt x="4429125" y="1106766"/>
                  </a:lnTo>
                  <a:lnTo>
                    <a:pt x="4429125" y="1109395"/>
                  </a:lnTo>
                  <a:lnTo>
                    <a:pt x="4429595" y="1110513"/>
                  </a:lnTo>
                  <a:lnTo>
                    <a:pt x="4431449" y="1112380"/>
                  </a:lnTo>
                  <a:lnTo>
                    <a:pt x="4432579" y="1112837"/>
                  </a:lnTo>
                  <a:lnTo>
                    <a:pt x="4435208" y="1112837"/>
                  </a:lnTo>
                  <a:lnTo>
                    <a:pt x="4436326" y="1112380"/>
                  </a:lnTo>
                  <a:lnTo>
                    <a:pt x="4438193" y="1110513"/>
                  </a:lnTo>
                  <a:lnTo>
                    <a:pt x="4438650" y="1109395"/>
                  </a:lnTo>
                  <a:lnTo>
                    <a:pt x="4438650" y="1106766"/>
                  </a:lnTo>
                  <a:close/>
                </a:path>
                <a:path w="5153025" h="2221229">
                  <a:moveTo>
                    <a:pt x="4438650" y="3454"/>
                  </a:moveTo>
                  <a:lnTo>
                    <a:pt x="4438193" y="2336"/>
                  </a:lnTo>
                  <a:lnTo>
                    <a:pt x="4436326" y="469"/>
                  </a:lnTo>
                  <a:lnTo>
                    <a:pt x="4435208" y="0"/>
                  </a:lnTo>
                  <a:lnTo>
                    <a:pt x="4432579" y="0"/>
                  </a:lnTo>
                  <a:lnTo>
                    <a:pt x="4431449" y="469"/>
                  </a:lnTo>
                  <a:lnTo>
                    <a:pt x="4429595" y="2336"/>
                  </a:lnTo>
                  <a:lnTo>
                    <a:pt x="4429125" y="3454"/>
                  </a:lnTo>
                  <a:lnTo>
                    <a:pt x="4429125" y="6083"/>
                  </a:lnTo>
                  <a:lnTo>
                    <a:pt x="4429595" y="7200"/>
                  </a:lnTo>
                  <a:lnTo>
                    <a:pt x="4431449" y="9067"/>
                  </a:lnTo>
                  <a:lnTo>
                    <a:pt x="4432579" y="9525"/>
                  </a:lnTo>
                  <a:lnTo>
                    <a:pt x="4435208" y="9525"/>
                  </a:lnTo>
                  <a:lnTo>
                    <a:pt x="4436326" y="9067"/>
                  </a:lnTo>
                  <a:lnTo>
                    <a:pt x="4438193" y="7200"/>
                  </a:lnTo>
                  <a:lnTo>
                    <a:pt x="4438650" y="6083"/>
                  </a:lnTo>
                  <a:lnTo>
                    <a:pt x="4438650" y="3454"/>
                  </a:lnTo>
                  <a:close/>
                </a:path>
                <a:path w="5153025" h="2221229">
                  <a:moveTo>
                    <a:pt x="4486275" y="2210079"/>
                  </a:moveTo>
                  <a:lnTo>
                    <a:pt x="4485818" y="2208961"/>
                  </a:lnTo>
                  <a:lnTo>
                    <a:pt x="4483951" y="2207095"/>
                  </a:lnTo>
                  <a:lnTo>
                    <a:pt x="4482833" y="2206637"/>
                  </a:lnTo>
                  <a:lnTo>
                    <a:pt x="4480204" y="2206637"/>
                  </a:lnTo>
                  <a:lnTo>
                    <a:pt x="4479087" y="2207095"/>
                  </a:lnTo>
                  <a:lnTo>
                    <a:pt x="4477220" y="2208961"/>
                  </a:lnTo>
                  <a:lnTo>
                    <a:pt x="4476750" y="2210079"/>
                  </a:lnTo>
                  <a:lnTo>
                    <a:pt x="4476750" y="2212708"/>
                  </a:lnTo>
                  <a:lnTo>
                    <a:pt x="4477220" y="2213826"/>
                  </a:lnTo>
                  <a:lnTo>
                    <a:pt x="4479087" y="2215692"/>
                  </a:lnTo>
                  <a:lnTo>
                    <a:pt x="4480204" y="2216162"/>
                  </a:lnTo>
                  <a:lnTo>
                    <a:pt x="4482833" y="2216162"/>
                  </a:lnTo>
                  <a:lnTo>
                    <a:pt x="4483951" y="2215692"/>
                  </a:lnTo>
                  <a:lnTo>
                    <a:pt x="4485818" y="2213826"/>
                  </a:lnTo>
                  <a:lnTo>
                    <a:pt x="4486275" y="2212708"/>
                  </a:lnTo>
                  <a:lnTo>
                    <a:pt x="4486275" y="2210079"/>
                  </a:lnTo>
                  <a:close/>
                </a:path>
                <a:path w="5153025" h="2221229">
                  <a:moveTo>
                    <a:pt x="4486275" y="1106766"/>
                  </a:moveTo>
                  <a:lnTo>
                    <a:pt x="4485818" y="1105649"/>
                  </a:lnTo>
                  <a:lnTo>
                    <a:pt x="4483951" y="1103782"/>
                  </a:lnTo>
                  <a:lnTo>
                    <a:pt x="4482833" y="1103312"/>
                  </a:lnTo>
                  <a:lnTo>
                    <a:pt x="4480204" y="1103312"/>
                  </a:lnTo>
                  <a:lnTo>
                    <a:pt x="4479087" y="1103782"/>
                  </a:lnTo>
                  <a:lnTo>
                    <a:pt x="4477220" y="1105649"/>
                  </a:lnTo>
                  <a:lnTo>
                    <a:pt x="4476750" y="1106766"/>
                  </a:lnTo>
                  <a:lnTo>
                    <a:pt x="4476750" y="1109395"/>
                  </a:lnTo>
                  <a:lnTo>
                    <a:pt x="4477220" y="1110513"/>
                  </a:lnTo>
                  <a:lnTo>
                    <a:pt x="4479087" y="1112380"/>
                  </a:lnTo>
                  <a:lnTo>
                    <a:pt x="4480204" y="1112837"/>
                  </a:lnTo>
                  <a:lnTo>
                    <a:pt x="4482833" y="1112837"/>
                  </a:lnTo>
                  <a:lnTo>
                    <a:pt x="4483951" y="1112380"/>
                  </a:lnTo>
                  <a:lnTo>
                    <a:pt x="4485818" y="1110513"/>
                  </a:lnTo>
                  <a:lnTo>
                    <a:pt x="4486275" y="1109395"/>
                  </a:lnTo>
                  <a:lnTo>
                    <a:pt x="4486275" y="1106766"/>
                  </a:lnTo>
                  <a:close/>
                </a:path>
                <a:path w="5153025" h="2221229">
                  <a:moveTo>
                    <a:pt x="4486275" y="3454"/>
                  </a:moveTo>
                  <a:lnTo>
                    <a:pt x="4485818" y="2336"/>
                  </a:lnTo>
                  <a:lnTo>
                    <a:pt x="4483951" y="469"/>
                  </a:lnTo>
                  <a:lnTo>
                    <a:pt x="4482833" y="0"/>
                  </a:lnTo>
                  <a:lnTo>
                    <a:pt x="4480204" y="0"/>
                  </a:lnTo>
                  <a:lnTo>
                    <a:pt x="4479087" y="469"/>
                  </a:lnTo>
                  <a:lnTo>
                    <a:pt x="4477220" y="2336"/>
                  </a:lnTo>
                  <a:lnTo>
                    <a:pt x="4476750" y="3454"/>
                  </a:lnTo>
                  <a:lnTo>
                    <a:pt x="4476750" y="6083"/>
                  </a:lnTo>
                  <a:lnTo>
                    <a:pt x="4477220" y="7200"/>
                  </a:lnTo>
                  <a:lnTo>
                    <a:pt x="4479087" y="9067"/>
                  </a:lnTo>
                  <a:lnTo>
                    <a:pt x="4480204" y="9525"/>
                  </a:lnTo>
                  <a:lnTo>
                    <a:pt x="4482833" y="9525"/>
                  </a:lnTo>
                  <a:lnTo>
                    <a:pt x="4483951" y="9067"/>
                  </a:lnTo>
                  <a:lnTo>
                    <a:pt x="4485818" y="7200"/>
                  </a:lnTo>
                  <a:lnTo>
                    <a:pt x="4486275" y="6083"/>
                  </a:lnTo>
                  <a:lnTo>
                    <a:pt x="4486275" y="3454"/>
                  </a:lnTo>
                  <a:close/>
                </a:path>
                <a:path w="5153025" h="2221229">
                  <a:moveTo>
                    <a:pt x="4533900" y="2210079"/>
                  </a:moveTo>
                  <a:lnTo>
                    <a:pt x="4533443" y="2208961"/>
                  </a:lnTo>
                  <a:lnTo>
                    <a:pt x="4531576" y="2207095"/>
                  </a:lnTo>
                  <a:lnTo>
                    <a:pt x="4530458" y="2206637"/>
                  </a:lnTo>
                  <a:lnTo>
                    <a:pt x="4527829" y="2206637"/>
                  </a:lnTo>
                  <a:lnTo>
                    <a:pt x="4526699" y="2207095"/>
                  </a:lnTo>
                  <a:lnTo>
                    <a:pt x="4524845" y="2208961"/>
                  </a:lnTo>
                  <a:lnTo>
                    <a:pt x="4524375" y="2210079"/>
                  </a:lnTo>
                  <a:lnTo>
                    <a:pt x="4524375" y="2212708"/>
                  </a:lnTo>
                  <a:lnTo>
                    <a:pt x="4524845" y="2213826"/>
                  </a:lnTo>
                  <a:lnTo>
                    <a:pt x="4526699" y="2215692"/>
                  </a:lnTo>
                  <a:lnTo>
                    <a:pt x="4527829" y="2216162"/>
                  </a:lnTo>
                  <a:lnTo>
                    <a:pt x="4530458" y="2216162"/>
                  </a:lnTo>
                  <a:lnTo>
                    <a:pt x="4531576" y="2215692"/>
                  </a:lnTo>
                  <a:lnTo>
                    <a:pt x="4533443" y="2213826"/>
                  </a:lnTo>
                  <a:lnTo>
                    <a:pt x="4533900" y="2212708"/>
                  </a:lnTo>
                  <a:lnTo>
                    <a:pt x="4533900" y="2210079"/>
                  </a:lnTo>
                  <a:close/>
                </a:path>
                <a:path w="5153025" h="2221229">
                  <a:moveTo>
                    <a:pt x="4533900" y="1106766"/>
                  </a:moveTo>
                  <a:lnTo>
                    <a:pt x="4533443" y="1105649"/>
                  </a:lnTo>
                  <a:lnTo>
                    <a:pt x="4531576" y="1103782"/>
                  </a:lnTo>
                  <a:lnTo>
                    <a:pt x="4530458" y="1103312"/>
                  </a:lnTo>
                  <a:lnTo>
                    <a:pt x="4527829" y="1103312"/>
                  </a:lnTo>
                  <a:lnTo>
                    <a:pt x="4526699" y="1103782"/>
                  </a:lnTo>
                  <a:lnTo>
                    <a:pt x="4524845" y="1105649"/>
                  </a:lnTo>
                  <a:lnTo>
                    <a:pt x="4524375" y="1106766"/>
                  </a:lnTo>
                  <a:lnTo>
                    <a:pt x="4524375" y="1109395"/>
                  </a:lnTo>
                  <a:lnTo>
                    <a:pt x="4524845" y="1110513"/>
                  </a:lnTo>
                  <a:lnTo>
                    <a:pt x="4526699" y="1112380"/>
                  </a:lnTo>
                  <a:lnTo>
                    <a:pt x="4527829" y="1112837"/>
                  </a:lnTo>
                  <a:lnTo>
                    <a:pt x="4530458" y="1112837"/>
                  </a:lnTo>
                  <a:lnTo>
                    <a:pt x="4531576" y="1112380"/>
                  </a:lnTo>
                  <a:lnTo>
                    <a:pt x="4533443" y="1110513"/>
                  </a:lnTo>
                  <a:lnTo>
                    <a:pt x="4533900" y="1109395"/>
                  </a:lnTo>
                  <a:lnTo>
                    <a:pt x="4533900" y="1106766"/>
                  </a:lnTo>
                  <a:close/>
                </a:path>
                <a:path w="5153025" h="2221229">
                  <a:moveTo>
                    <a:pt x="4533900" y="3454"/>
                  </a:moveTo>
                  <a:lnTo>
                    <a:pt x="4533443" y="2336"/>
                  </a:lnTo>
                  <a:lnTo>
                    <a:pt x="4531576" y="469"/>
                  </a:lnTo>
                  <a:lnTo>
                    <a:pt x="4530458" y="0"/>
                  </a:lnTo>
                  <a:lnTo>
                    <a:pt x="4527829" y="0"/>
                  </a:lnTo>
                  <a:lnTo>
                    <a:pt x="4526699" y="469"/>
                  </a:lnTo>
                  <a:lnTo>
                    <a:pt x="4524845" y="2336"/>
                  </a:lnTo>
                  <a:lnTo>
                    <a:pt x="4524375" y="3454"/>
                  </a:lnTo>
                  <a:lnTo>
                    <a:pt x="4524375" y="6083"/>
                  </a:lnTo>
                  <a:lnTo>
                    <a:pt x="4524845" y="7200"/>
                  </a:lnTo>
                  <a:lnTo>
                    <a:pt x="4526699" y="9067"/>
                  </a:lnTo>
                  <a:lnTo>
                    <a:pt x="4527829" y="9525"/>
                  </a:lnTo>
                  <a:lnTo>
                    <a:pt x="4530458" y="9525"/>
                  </a:lnTo>
                  <a:lnTo>
                    <a:pt x="4531576" y="9067"/>
                  </a:lnTo>
                  <a:lnTo>
                    <a:pt x="4533443" y="7200"/>
                  </a:lnTo>
                  <a:lnTo>
                    <a:pt x="4533900" y="6083"/>
                  </a:lnTo>
                  <a:lnTo>
                    <a:pt x="4533900" y="3454"/>
                  </a:lnTo>
                  <a:close/>
                </a:path>
                <a:path w="5153025" h="2221229">
                  <a:moveTo>
                    <a:pt x="4581525" y="2210079"/>
                  </a:moveTo>
                  <a:lnTo>
                    <a:pt x="4581068" y="2208961"/>
                  </a:lnTo>
                  <a:lnTo>
                    <a:pt x="4579201" y="2207095"/>
                  </a:lnTo>
                  <a:lnTo>
                    <a:pt x="4578083" y="2206637"/>
                  </a:lnTo>
                  <a:lnTo>
                    <a:pt x="4575454" y="2206637"/>
                  </a:lnTo>
                  <a:lnTo>
                    <a:pt x="4574337" y="2207095"/>
                  </a:lnTo>
                  <a:lnTo>
                    <a:pt x="4572470" y="2208961"/>
                  </a:lnTo>
                  <a:lnTo>
                    <a:pt x="4572000" y="2210079"/>
                  </a:lnTo>
                  <a:lnTo>
                    <a:pt x="4572000" y="2212708"/>
                  </a:lnTo>
                  <a:lnTo>
                    <a:pt x="4572470" y="2213826"/>
                  </a:lnTo>
                  <a:lnTo>
                    <a:pt x="4574337" y="2215692"/>
                  </a:lnTo>
                  <a:lnTo>
                    <a:pt x="4575454" y="2216162"/>
                  </a:lnTo>
                  <a:lnTo>
                    <a:pt x="4578083" y="2216162"/>
                  </a:lnTo>
                  <a:lnTo>
                    <a:pt x="4579201" y="2215692"/>
                  </a:lnTo>
                  <a:lnTo>
                    <a:pt x="4581068" y="2213826"/>
                  </a:lnTo>
                  <a:lnTo>
                    <a:pt x="4581525" y="2212708"/>
                  </a:lnTo>
                  <a:lnTo>
                    <a:pt x="4581525" y="2210079"/>
                  </a:lnTo>
                  <a:close/>
                </a:path>
                <a:path w="5153025" h="2221229">
                  <a:moveTo>
                    <a:pt x="4581525" y="1106766"/>
                  </a:moveTo>
                  <a:lnTo>
                    <a:pt x="4581068" y="1105649"/>
                  </a:lnTo>
                  <a:lnTo>
                    <a:pt x="4579201" y="1103782"/>
                  </a:lnTo>
                  <a:lnTo>
                    <a:pt x="4578083" y="1103312"/>
                  </a:lnTo>
                  <a:lnTo>
                    <a:pt x="4575454" y="1103312"/>
                  </a:lnTo>
                  <a:lnTo>
                    <a:pt x="4574337" y="1103782"/>
                  </a:lnTo>
                  <a:lnTo>
                    <a:pt x="4572470" y="1105649"/>
                  </a:lnTo>
                  <a:lnTo>
                    <a:pt x="4572000" y="1106766"/>
                  </a:lnTo>
                  <a:lnTo>
                    <a:pt x="4572000" y="1109395"/>
                  </a:lnTo>
                  <a:lnTo>
                    <a:pt x="4572470" y="1110513"/>
                  </a:lnTo>
                  <a:lnTo>
                    <a:pt x="4574337" y="1112380"/>
                  </a:lnTo>
                  <a:lnTo>
                    <a:pt x="4575454" y="1112837"/>
                  </a:lnTo>
                  <a:lnTo>
                    <a:pt x="4578083" y="1112837"/>
                  </a:lnTo>
                  <a:lnTo>
                    <a:pt x="4579201" y="1112380"/>
                  </a:lnTo>
                  <a:lnTo>
                    <a:pt x="4581068" y="1110513"/>
                  </a:lnTo>
                  <a:lnTo>
                    <a:pt x="4581525" y="1109395"/>
                  </a:lnTo>
                  <a:lnTo>
                    <a:pt x="4581525" y="1106766"/>
                  </a:lnTo>
                  <a:close/>
                </a:path>
                <a:path w="5153025" h="2221229">
                  <a:moveTo>
                    <a:pt x="4581525" y="3454"/>
                  </a:moveTo>
                  <a:lnTo>
                    <a:pt x="4581068" y="2336"/>
                  </a:lnTo>
                  <a:lnTo>
                    <a:pt x="4579201" y="469"/>
                  </a:lnTo>
                  <a:lnTo>
                    <a:pt x="4578083" y="0"/>
                  </a:lnTo>
                  <a:lnTo>
                    <a:pt x="4575454" y="0"/>
                  </a:lnTo>
                  <a:lnTo>
                    <a:pt x="4574337" y="469"/>
                  </a:lnTo>
                  <a:lnTo>
                    <a:pt x="4572470" y="2336"/>
                  </a:lnTo>
                  <a:lnTo>
                    <a:pt x="4572000" y="3454"/>
                  </a:lnTo>
                  <a:lnTo>
                    <a:pt x="4572000" y="6083"/>
                  </a:lnTo>
                  <a:lnTo>
                    <a:pt x="4572470" y="7200"/>
                  </a:lnTo>
                  <a:lnTo>
                    <a:pt x="4574337" y="9067"/>
                  </a:lnTo>
                  <a:lnTo>
                    <a:pt x="4575454" y="9525"/>
                  </a:lnTo>
                  <a:lnTo>
                    <a:pt x="4578083" y="9525"/>
                  </a:lnTo>
                  <a:lnTo>
                    <a:pt x="4579201" y="9067"/>
                  </a:lnTo>
                  <a:lnTo>
                    <a:pt x="4581068" y="7200"/>
                  </a:lnTo>
                  <a:lnTo>
                    <a:pt x="4581525" y="6083"/>
                  </a:lnTo>
                  <a:lnTo>
                    <a:pt x="4581525" y="3454"/>
                  </a:lnTo>
                  <a:close/>
                </a:path>
                <a:path w="5153025" h="2221229">
                  <a:moveTo>
                    <a:pt x="4629150" y="2210079"/>
                  </a:moveTo>
                  <a:lnTo>
                    <a:pt x="4628693" y="2208961"/>
                  </a:lnTo>
                  <a:lnTo>
                    <a:pt x="4626826" y="2207095"/>
                  </a:lnTo>
                  <a:lnTo>
                    <a:pt x="4625708" y="2206637"/>
                  </a:lnTo>
                  <a:lnTo>
                    <a:pt x="4623079" y="2206637"/>
                  </a:lnTo>
                  <a:lnTo>
                    <a:pt x="4621949" y="2207095"/>
                  </a:lnTo>
                  <a:lnTo>
                    <a:pt x="4620095" y="2208961"/>
                  </a:lnTo>
                  <a:lnTo>
                    <a:pt x="4619625" y="2210079"/>
                  </a:lnTo>
                  <a:lnTo>
                    <a:pt x="4619625" y="2212708"/>
                  </a:lnTo>
                  <a:lnTo>
                    <a:pt x="4620095" y="2213826"/>
                  </a:lnTo>
                  <a:lnTo>
                    <a:pt x="4621949" y="2215692"/>
                  </a:lnTo>
                  <a:lnTo>
                    <a:pt x="4623079" y="2216162"/>
                  </a:lnTo>
                  <a:lnTo>
                    <a:pt x="4625708" y="2216162"/>
                  </a:lnTo>
                  <a:lnTo>
                    <a:pt x="4626826" y="2215692"/>
                  </a:lnTo>
                  <a:lnTo>
                    <a:pt x="4628693" y="2213826"/>
                  </a:lnTo>
                  <a:lnTo>
                    <a:pt x="4629150" y="2212708"/>
                  </a:lnTo>
                  <a:lnTo>
                    <a:pt x="4629150" y="2210079"/>
                  </a:lnTo>
                  <a:close/>
                </a:path>
                <a:path w="5153025" h="2221229">
                  <a:moveTo>
                    <a:pt x="4629150" y="1106766"/>
                  </a:moveTo>
                  <a:lnTo>
                    <a:pt x="4628693" y="1105649"/>
                  </a:lnTo>
                  <a:lnTo>
                    <a:pt x="4626826" y="1103782"/>
                  </a:lnTo>
                  <a:lnTo>
                    <a:pt x="4625708" y="1103312"/>
                  </a:lnTo>
                  <a:lnTo>
                    <a:pt x="4623079" y="1103312"/>
                  </a:lnTo>
                  <a:lnTo>
                    <a:pt x="4621949" y="1103782"/>
                  </a:lnTo>
                  <a:lnTo>
                    <a:pt x="4620095" y="1105649"/>
                  </a:lnTo>
                  <a:lnTo>
                    <a:pt x="4619625" y="1106766"/>
                  </a:lnTo>
                  <a:lnTo>
                    <a:pt x="4619625" y="1109395"/>
                  </a:lnTo>
                  <a:lnTo>
                    <a:pt x="4620095" y="1110513"/>
                  </a:lnTo>
                  <a:lnTo>
                    <a:pt x="4621949" y="1112380"/>
                  </a:lnTo>
                  <a:lnTo>
                    <a:pt x="4623079" y="1112837"/>
                  </a:lnTo>
                  <a:lnTo>
                    <a:pt x="4625708" y="1112837"/>
                  </a:lnTo>
                  <a:lnTo>
                    <a:pt x="4626826" y="1112380"/>
                  </a:lnTo>
                  <a:lnTo>
                    <a:pt x="4628693" y="1110513"/>
                  </a:lnTo>
                  <a:lnTo>
                    <a:pt x="4629150" y="1109395"/>
                  </a:lnTo>
                  <a:lnTo>
                    <a:pt x="4629150" y="1106766"/>
                  </a:lnTo>
                  <a:close/>
                </a:path>
                <a:path w="5153025" h="2221229">
                  <a:moveTo>
                    <a:pt x="4629150" y="3454"/>
                  </a:moveTo>
                  <a:lnTo>
                    <a:pt x="4628693" y="2336"/>
                  </a:lnTo>
                  <a:lnTo>
                    <a:pt x="4626826" y="469"/>
                  </a:lnTo>
                  <a:lnTo>
                    <a:pt x="4625708" y="0"/>
                  </a:lnTo>
                  <a:lnTo>
                    <a:pt x="4623079" y="0"/>
                  </a:lnTo>
                  <a:lnTo>
                    <a:pt x="4621949" y="469"/>
                  </a:lnTo>
                  <a:lnTo>
                    <a:pt x="4620095" y="2336"/>
                  </a:lnTo>
                  <a:lnTo>
                    <a:pt x="4619625" y="3454"/>
                  </a:lnTo>
                  <a:lnTo>
                    <a:pt x="4619625" y="6083"/>
                  </a:lnTo>
                  <a:lnTo>
                    <a:pt x="4620095" y="7200"/>
                  </a:lnTo>
                  <a:lnTo>
                    <a:pt x="4621949" y="9067"/>
                  </a:lnTo>
                  <a:lnTo>
                    <a:pt x="4623079" y="9525"/>
                  </a:lnTo>
                  <a:lnTo>
                    <a:pt x="4625708" y="9525"/>
                  </a:lnTo>
                  <a:lnTo>
                    <a:pt x="4626826" y="9067"/>
                  </a:lnTo>
                  <a:lnTo>
                    <a:pt x="4628693" y="7200"/>
                  </a:lnTo>
                  <a:lnTo>
                    <a:pt x="4629150" y="6083"/>
                  </a:lnTo>
                  <a:lnTo>
                    <a:pt x="4629150" y="3454"/>
                  </a:lnTo>
                  <a:close/>
                </a:path>
                <a:path w="5153025" h="2221229">
                  <a:moveTo>
                    <a:pt x="4676775" y="2210079"/>
                  </a:moveTo>
                  <a:lnTo>
                    <a:pt x="4676318" y="2208961"/>
                  </a:lnTo>
                  <a:lnTo>
                    <a:pt x="4674451" y="2207095"/>
                  </a:lnTo>
                  <a:lnTo>
                    <a:pt x="4673333" y="2206637"/>
                  </a:lnTo>
                  <a:lnTo>
                    <a:pt x="4670704" y="2206637"/>
                  </a:lnTo>
                  <a:lnTo>
                    <a:pt x="4669574" y="2207095"/>
                  </a:lnTo>
                  <a:lnTo>
                    <a:pt x="4667720" y="2208961"/>
                  </a:lnTo>
                  <a:lnTo>
                    <a:pt x="4667250" y="2210079"/>
                  </a:lnTo>
                  <a:lnTo>
                    <a:pt x="4667250" y="2212708"/>
                  </a:lnTo>
                  <a:lnTo>
                    <a:pt x="4667720" y="2213826"/>
                  </a:lnTo>
                  <a:lnTo>
                    <a:pt x="4669574" y="2215692"/>
                  </a:lnTo>
                  <a:lnTo>
                    <a:pt x="4670704" y="2216162"/>
                  </a:lnTo>
                  <a:lnTo>
                    <a:pt x="4673333" y="2216162"/>
                  </a:lnTo>
                  <a:lnTo>
                    <a:pt x="4674451" y="2215692"/>
                  </a:lnTo>
                  <a:lnTo>
                    <a:pt x="4676318" y="2213826"/>
                  </a:lnTo>
                  <a:lnTo>
                    <a:pt x="4676775" y="2212708"/>
                  </a:lnTo>
                  <a:lnTo>
                    <a:pt x="4676775" y="2210079"/>
                  </a:lnTo>
                  <a:close/>
                </a:path>
                <a:path w="5153025" h="2221229">
                  <a:moveTo>
                    <a:pt x="4676775" y="1106766"/>
                  </a:moveTo>
                  <a:lnTo>
                    <a:pt x="4676318" y="1105649"/>
                  </a:lnTo>
                  <a:lnTo>
                    <a:pt x="4674451" y="1103782"/>
                  </a:lnTo>
                  <a:lnTo>
                    <a:pt x="4673333" y="1103312"/>
                  </a:lnTo>
                  <a:lnTo>
                    <a:pt x="4670704" y="1103312"/>
                  </a:lnTo>
                  <a:lnTo>
                    <a:pt x="4669574" y="1103782"/>
                  </a:lnTo>
                  <a:lnTo>
                    <a:pt x="4667720" y="1105649"/>
                  </a:lnTo>
                  <a:lnTo>
                    <a:pt x="4667250" y="1106766"/>
                  </a:lnTo>
                  <a:lnTo>
                    <a:pt x="4667250" y="1109395"/>
                  </a:lnTo>
                  <a:lnTo>
                    <a:pt x="4667720" y="1110513"/>
                  </a:lnTo>
                  <a:lnTo>
                    <a:pt x="4669574" y="1112380"/>
                  </a:lnTo>
                  <a:lnTo>
                    <a:pt x="4670704" y="1112837"/>
                  </a:lnTo>
                  <a:lnTo>
                    <a:pt x="4673333" y="1112837"/>
                  </a:lnTo>
                  <a:lnTo>
                    <a:pt x="4674451" y="1112380"/>
                  </a:lnTo>
                  <a:lnTo>
                    <a:pt x="4676318" y="1110513"/>
                  </a:lnTo>
                  <a:lnTo>
                    <a:pt x="4676775" y="1109395"/>
                  </a:lnTo>
                  <a:lnTo>
                    <a:pt x="4676775" y="1106766"/>
                  </a:lnTo>
                  <a:close/>
                </a:path>
                <a:path w="5153025" h="2221229">
                  <a:moveTo>
                    <a:pt x="4676775" y="3454"/>
                  </a:moveTo>
                  <a:lnTo>
                    <a:pt x="4676318" y="2336"/>
                  </a:lnTo>
                  <a:lnTo>
                    <a:pt x="4674451" y="469"/>
                  </a:lnTo>
                  <a:lnTo>
                    <a:pt x="4673333" y="0"/>
                  </a:lnTo>
                  <a:lnTo>
                    <a:pt x="4670704" y="0"/>
                  </a:lnTo>
                  <a:lnTo>
                    <a:pt x="4669574" y="469"/>
                  </a:lnTo>
                  <a:lnTo>
                    <a:pt x="4667720" y="2336"/>
                  </a:lnTo>
                  <a:lnTo>
                    <a:pt x="4667250" y="3454"/>
                  </a:lnTo>
                  <a:lnTo>
                    <a:pt x="4667250" y="6083"/>
                  </a:lnTo>
                  <a:lnTo>
                    <a:pt x="4667720" y="7200"/>
                  </a:lnTo>
                  <a:lnTo>
                    <a:pt x="4669574" y="9067"/>
                  </a:lnTo>
                  <a:lnTo>
                    <a:pt x="4670704" y="9525"/>
                  </a:lnTo>
                  <a:lnTo>
                    <a:pt x="4673333" y="9525"/>
                  </a:lnTo>
                  <a:lnTo>
                    <a:pt x="4674451" y="9067"/>
                  </a:lnTo>
                  <a:lnTo>
                    <a:pt x="4676318" y="7200"/>
                  </a:lnTo>
                  <a:lnTo>
                    <a:pt x="4676775" y="6083"/>
                  </a:lnTo>
                  <a:lnTo>
                    <a:pt x="4676775" y="3454"/>
                  </a:lnTo>
                  <a:close/>
                </a:path>
                <a:path w="5153025" h="2221229">
                  <a:moveTo>
                    <a:pt x="4724400" y="2210079"/>
                  </a:moveTo>
                  <a:lnTo>
                    <a:pt x="4723943" y="2208961"/>
                  </a:lnTo>
                  <a:lnTo>
                    <a:pt x="4722076" y="2207095"/>
                  </a:lnTo>
                  <a:lnTo>
                    <a:pt x="4720958" y="2206637"/>
                  </a:lnTo>
                  <a:lnTo>
                    <a:pt x="4718329" y="2206637"/>
                  </a:lnTo>
                  <a:lnTo>
                    <a:pt x="4717199" y="2207095"/>
                  </a:lnTo>
                  <a:lnTo>
                    <a:pt x="4715345" y="2208961"/>
                  </a:lnTo>
                  <a:lnTo>
                    <a:pt x="4714875" y="2210079"/>
                  </a:lnTo>
                  <a:lnTo>
                    <a:pt x="4714875" y="2212708"/>
                  </a:lnTo>
                  <a:lnTo>
                    <a:pt x="4715345" y="2213826"/>
                  </a:lnTo>
                  <a:lnTo>
                    <a:pt x="4717199" y="2215692"/>
                  </a:lnTo>
                  <a:lnTo>
                    <a:pt x="4718329" y="2216162"/>
                  </a:lnTo>
                  <a:lnTo>
                    <a:pt x="4720958" y="2216162"/>
                  </a:lnTo>
                  <a:lnTo>
                    <a:pt x="4722076" y="2215692"/>
                  </a:lnTo>
                  <a:lnTo>
                    <a:pt x="4723943" y="2213826"/>
                  </a:lnTo>
                  <a:lnTo>
                    <a:pt x="4724400" y="2212708"/>
                  </a:lnTo>
                  <a:lnTo>
                    <a:pt x="4724400" y="2210079"/>
                  </a:lnTo>
                  <a:close/>
                </a:path>
                <a:path w="5153025" h="2221229">
                  <a:moveTo>
                    <a:pt x="4724400" y="1106766"/>
                  </a:moveTo>
                  <a:lnTo>
                    <a:pt x="4723943" y="1105649"/>
                  </a:lnTo>
                  <a:lnTo>
                    <a:pt x="4722076" y="1103782"/>
                  </a:lnTo>
                  <a:lnTo>
                    <a:pt x="4720958" y="1103312"/>
                  </a:lnTo>
                  <a:lnTo>
                    <a:pt x="4718329" y="1103312"/>
                  </a:lnTo>
                  <a:lnTo>
                    <a:pt x="4717199" y="1103782"/>
                  </a:lnTo>
                  <a:lnTo>
                    <a:pt x="4715345" y="1105649"/>
                  </a:lnTo>
                  <a:lnTo>
                    <a:pt x="4714875" y="1106766"/>
                  </a:lnTo>
                  <a:lnTo>
                    <a:pt x="4714875" y="1109395"/>
                  </a:lnTo>
                  <a:lnTo>
                    <a:pt x="4715345" y="1110513"/>
                  </a:lnTo>
                  <a:lnTo>
                    <a:pt x="4717199" y="1112380"/>
                  </a:lnTo>
                  <a:lnTo>
                    <a:pt x="4718329" y="1112837"/>
                  </a:lnTo>
                  <a:lnTo>
                    <a:pt x="4720958" y="1112837"/>
                  </a:lnTo>
                  <a:lnTo>
                    <a:pt x="4722076" y="1112380"/>
                  </a:lnTo>
                  <a:lnTo>
                    <a:pt x="4723943" y="1110513"/>
                  </a:lnTo>
                  <a:lnTo>
                    <a:pt x="4724400" y="1109395"/>
                  </a:lnTo>
                  <a:lnTo>
                    <a:pt x="4724400" y="1106766"/>
                  </a:lnTo>
                  <a:close/>
                </a:path>
                <a:path w="5153025" h="2221229">
                  <a:moveTo>
                    <a:pt x="4724400" y="3454"/>
                  </a:moveTo>
                  <a:lnTo>
                    <a:pt x="4723943" y="2336"/>
                  </a:lnTo>
                  <a:lnTo>
                    <a:pt x="4722076" y="469"/>
                  </a:lnTo>
                  <a:lnTo>
                    <a:pt x="4720958" y="0"/>
                  </a:lnTo>
                  <a:lnTo>
                    <a:pt x="4718329" y="0"/>
                  </a:lnTo>
                  <a:lnTo>
                    <a:pt x="4717199" y="469"/>
                  </a:lnTo>
                  <a:lnTo>
                    <a:pt x="4715345" y="2336"/>
                  </a:lnTo>
                  <a:lnTo>
                    <a:pt x="4714875" y="3454"/>
                  </a:lnTo>
                  <a:lnTo>
                    <a:pt x="4714875" y="6083"/>
                  </a:lnTo>
                  <a:lnTo>
                    <a:pt x="4715345" y="7200"/>
                  </a:lnTo>
                  <a:lnTo>
                    <a:pt x="4717199" y="9067"/>
                  </a:lnTo>
                  <a:lnTo>
                    <a:pt x="4718329" y="9525"/>
                  </a:lnTo>
                  <a:lnTo>
                    <a:pt x="4720958" y="9525"/>
                  </a:lnTo>
                  <a:lnTo>
                    <a:pt x="4722076" y="9067"/>
                  </a:lnTo>
                  <a:lnTo>
                    <a:pt x="4723943" y="7200"/>
                  </a:lnTo>
                  <a:lnTo>
                    <a:pt x="4724400" y="6083"/>
                  </a:lnTo>
                  <a:lnTo>
                    <a:pt x="4724400" y="3454"/>
                  </a:lnTo>
                  <a:close/>
                </a:path>
                <a:path w="5153025" h="2221229">
                  <a:moveTo>
                    <a:pt x="4772025" y="2210079"/>
                  </a:moveTo>
                  <a:lnTo>
                    <a:pt x="4771568" y="2208961"/>
                  </a:lnTo>
                  <a:lnTo>
                    <a:pt x="4769701" y="2207095"/>
                  </a:lnTo>
                  <a:lnTo>
                    <a:pt x="4768583" y="2206637"/>
                  </a:lnTo>
                  <a:lnTo>
                    <a:pt x="4765954" y="2206637"/>
                  </a:lnTo>
                  <a:lnTo>
                    <a:pt x="4764837" y="2207095"/>
                  </a:lnTo>
                  <a:lnTo>
                    <a:pt x="4762970" y="2208961"/>
                  </a:lnTo>
                  <a:lnTo>
                    <a:pt x="4762500" y="2210079"/>
                  </a:lnTo>
                  <a:lnTo>
                    <a:pt x="4762500" y="2212708"/>
                  </a:lnTo>
                  <a:lnTo>
                    <a:pt x="4762970" y="2213826"/>
                  </a:lnTo>
                  <a:lnTo>
                    <a:pt x="4764837" y="2215692"/>
                  </a:lnTo>
                  <a:lnTo>
                    <a:pt x="4765954" y="2216162"/>
                  </a:lnTo>
                  <a:lnTo>
                    <a:pt x="4768583" y="2216162"/>
                  </a:lnTo>
                  <a:lnTo>
                    <a:pt x="4769701" y="2215692"/>
                  </a:lnTo>
                  <a:lnTo>
                    <a:pt x="4771568" y="2213826"/>
                  </a:lnTo>
                  <a:lnTo>
                    <a:pt x="4772025" y="2212708"/>
                  </a:lnTo>
                  <a:lnTo>
                    <a:pt x="4772025" y="2210079"/>
                  </a:lnTo>
                  <a:close/>
                </a:path>
                <a:path w="5153025" h="2221229">
                  <a:moveTo>
                    <a:pt x="4772025" y="1106766"/>
                  </a:moveTo>
                  <a:lnTo>
                    <a:pt x="4771568" y="1105649"/>
                  </a:lnTo>
                  <a:lnTo>
                    <a:pt x="4769701" y="1103782"/>
                  </a:lnTo>
                  <a:lnTo>
                    <a:pt x="4768583" y="1103312"/>
                  </a:lnTo>
                  <a:lnTo>
                    <a:pt x="4765954" y="1103312"/>
                  </a:lnTo>
                  <a:lnTo>
                    <a:pt x="4764837" y="1103782"/>
                  </a:lnTo>
                  <a:lnTo>
                    <a:pt x="4762970" y="1105649"/>
                  </a:lnTo>
                  <a:lnTo>
                    <a:pt x="4762500" y="1106766"/>
                  </a:lnTo>
                  <a:lnTo>
                    <a:pt x="4762500" y="1109395"/>
                  </a:lnTo>
                  <a:lnTo>
                    <a:pt x="4762970" y="1110513"/>
                  </a:lnTo>
                  <a:lnTo>
                    <a:pt x="4764837" y="1112380"/>
                  </a:lnTo>
                  <a:lnTo>
                    <a:pt x="4765954" y="1112837"/>
                  </a:lnTo>
                  <a:lnTo>
                    <a:pt x="4768583" y="1112837"/>
                  </a:lnTo>
                  <a:lnTo>
                    <a:pt x="4769701" y="1112380"/>
                  </a:lnTo>
                  <a:lnTo>
                    <a:pt x="4771568" y="1110513"/>
                  </a:lnTo>
                  <a:lnTo>
                    <a:pt x="4772025" y="1109395"/>
                  </a:lnTo>
                  <a:lnTo>
                    <a:pt x="4772025" y="1106766"/>
                  </a:lnTo>
                  <a:close/>
                </a:path>
                <a:path w="5153025" h="2221229">
                  <a:moveTo>
                    <a:pt x="4772025" y="3454"/>
                  </a:moveTo>
                  <a:lnTo>
                    <a:pt x="4771568" y="2336"/>
                  </a:lnTo>
                  <a:lnTo>
                    <a:pt x="4769701" y="469"/>
                  </a:lnTo>
                  <a:lnTo>
                    <a:pt x="4768583" y="0"/>
                  </a:lnTo>
                  <a:lnTo>
                    <a:pt x="4765954" y="0"/>
                  </a:lnTo>
                  <a:lnTo>
                    <a:pt x="4764837" y="469"/>
                  </a:lnTo>
                  <a:lnTo>
                    <a:pt x="4762970" y="2336"/>
                  </a:lnTo>
                  <a:lnTo>
                    <a:pt x="4762500" y="3454"/>
                  </a:lnTo>
                  <a:lnTo>
                    <a:pt x="4762500" y="6083"/>
                  </a:lnTo>
                  <a:lnTo>
                    <a:pt x="4762970" y="7200"/>
                  </a:lnTo>
                  <a:lnTo>
                    <a:pt x="4764837" y="9067"/>
                  </a:lnTo>
                  <a:lnTo>
                    <a:pt x="4765954" y="9525"/>
                  </a:lnTo>
                  <a:lnTo>
                    <a:pt x="4768583" y="9525"/>
                  </a:lnTo>
                  <a:lnTo>
                    <a:pt x="4769701" y="9067"/>
                  </a:lnTo>
                  <a:lnTo>
                    <a:pt x="4771568" y="7200"/>
                  </a:lnTo>
                  <a:lnTo>
                    <a:pt x="4772025" y="6083"/>
                  </a:lnTo>
                  <a:lnTo>
                    <a:pt x="4772025" y="3454"/>
                  </a:lnTo>
                  <a:close/>
                </a:path>
                <a:path w="5153025" h="2221229">
                  <a:moveTo>
                    <a:pt x="4819650" y="2210079"/>
                  </a:moveTo>
                  <a:lnTo>
                    <a:pt x="4819193" y="2208961"/>
                  </a:lnTo>
                  <a:lnTo>
                    <a:pt x="4817326" y="2207095"/>
                  </a:lnTo>
                  <a:lnTo>
                    <a:pt x="4816208" y="2206637"/>
                  </a:lnTo>
                  <a:lnTo>
                    <a:pt x="4813579" y="2206637"/>
                  </a:lnTo>
                  <a:lnTo>
                    <a:pt x="4812449" y="2207095"/>
                  </a:lnTo>
                  <a:lnTo>
                    <a:pt x="4810595" y="2208961"/>
                  </a:lnTo>
                  <a:lnTo>
                    <a:pt x="4810125" y="2210079"/>
                  </a:lnTo>
                  <a:lnTo>
                    <a:pt x="4810125" y="2212708"/>
                  </a:lnTo>
                  <a:lnTo>
                    <a:pt x="4810595" y="2213826"/>
                  </a:lnTo>
                  <a:lnTo>
                    <a:pt x="4812449" y="2215692"/>
                  </a:lnTo>
                  <a:lnTo>
                    <a:pt x="4813579" y="2216162"/>
                  </a:lnTo>
                  <a:lnTo>
                    <a:pt x="4816208" y="2216162"/>
                  </a:lnTo>
                  <a:lnTo>
                    <a:pt x="4817326" y="2215692"/>
                  </a:lnTo>
                  <a:lnTo>
                    <a:pt x="4819193" y="2213826"/>
                  </a:lnTo>
                  <a:lnTo>
                    <a:pt x="4819650" y="2212708"/>
                  </a:lnTo>
                  <a:lnTo>
                    <a:pt x="4819650" y="2210079"/>
                  </a:lnTo>
                  <a:close/>
                </a:path>
                <a:path w="5153025" h="2221229">
                  <a:moveTo>
                    <a:pt x="4819650" y="1106766"/>
                  </a:moveTo>
                  <a:lnTo>
                    <a:pt x="4819193" y="1105649"/>
                  </a:lnTo>
                  <a:lnTo>
                    <a:pt x="4817326" y="1103782"/>
                  </a:lnTo>
                  <a:lnTo>
                    <a:pt x="4816208" y="1103312"/>
                  </a:lnTo>
                  <a:lnTo>
                    <a:pt x="4813579" y="1103312"/>
                  </a:lnTo>
                  <a:lnTo>
                    <a:pt x="4812449" y="1103782"/>
                  </a:lnTo>
                  <a:lnTo>
                    <a:pt x="4810595" y="1105649"/>
                  </a:lnTo>
                  <a:lnTo>
                    <a:pt x="4810125" y="1106766"/>
                  </a:lnTo>
                  <a:lnTo>
                    <a:pt x="4810125" y="1109395"/>
                  </a:lnTo>
                  <a:lnTo>
                    <a:pt x="4810595" y="1110513"/>
                  </a:lnTo>
                  <a:lnTo>
                    <a:pt x="4812449" y="1112380"/>
                  </a:lnTo>
                  <a:lnTo>
                    <a:pt x="4813579" y="1112837"/>
                  </a:lnTo>
                  <a:lnTo>
                    <a:pt x="4816208" y="1112837"/>
                  </a:lnTo>
                  <a:lnTo>
                    <a:pt x="4817326" y="1112380"/>
                  </a:lnTo>
                  <a:lnTo>
                    <a:pt x="4819193" y="1110513"/>
                  </a:lnTo>
                  <a:lnTo>
                    <a:pt x="4819650" y="1109395"/>
                  </a:lnTo>
                  <a:lnTo>
                    <a:pt x="4819650" y="1106766"/>
                  </a:lnTo>
                  <a:close/>
                </a:path>
                <a:path w="5153025" h="2221229">
                  <a:moveTo>
                    <a:pt x="4819650" y="3454"/>
                  </a:moveTo>
                  <a:lnTo>
                    <a:pt x="4819193" y="2336"/>
                  </a:lnTo>
                  <a:lnTo>
                    <a:pt x="4817326" y="469"/>
                  </a:lnTo>
                  <a:lnTo>
                    <a:pt x="4816208" y="0"/>
                  </a:lnTo>
                  <a:lnTo>
                    <a:pt x="4813579" y="0"/>
                  </a:lnTo>
                  <a:lnTo>
                    <a:pt x="4812449" y="469"/>
                  </a:lnTo>
                  <a:lnTo>
                    <a:pt x="4810595" y="2336"/>
                  </a:lnTo>
                  <a:lnTo>
                    <a:pt x="4810125" y="3454"/>
                  </a:lnTo>
                  <a:lnTo>
                    <a:pt x="4810125" y="6083"/>
                  </a:lnTo>
                  <a:lnTo>
                    <a:pt x="4810595" y="7200"/>
                  </a:lnTo>
                  <a:lnTo>
                    <a:pt x="4812449" y="9067"/>
                  </a:lnTo>
                  <a:lnTo>
                    <a:pt x="4813579" y="9525"/>
                  </a:lnTo>
                  <a:lnTo>
                    <a:pt x="4816208" y="9525"/>
                  </a:lnTo>
                  <a:lnTo>
                    <a:pt x="4817326" y="9067"/>
                  </a:lnTo>
                  <a:lnTo>
                    <a:pt x="4819193" y="7200"/>
                  </a:lnTo>
                  <a:lnTo>
                    <a:pt x="4819650" y="6083"/>
                  </a:lnTo>
                  <a:lnTo>
                    <a:pt x="4819650" y="3454"/>
                  </a:lnTo>
                  <a:close/>
                </a:path>
                <a:path w="5153025" h="2221229">
                  <a:moveTo>
                    <a:pt x="4867275" y="2210079"/>
                  </a:moveTo>
                  <a:lnTo>
                    <a:pt x="4866818" y="2208961"/>
                  </a:lnTo>
                  <a:lnTo>
                    <a:pt x="4864951" y="2207095"/>
                  </a:lnTo>
                  <a:lnTo>
                    <a:pt x="4863833" y="2206637"/>
                  </a:lnTo>
                  <a:lnTo>
                    <a:pt x="4861204" y="2206637"/>
                  </a:lnTo>
                  <a:lnTo>
                    <a:pt x="4860074" y="2207095"/>
                  </a:lnTo>
                  <a:lnTo>
                    <a:pt x="4858220" y="2208961"/>
                  </a:lnTo>
                  <a:lnTo>
                    <a:pt x="4857750" y="2210079"/>
                  </a:lnTo>
                  <a:lnTo>
                    <a:pt x="4857750" y="2212708"/>
                  </a:lnTo>
                  <a:lnTo>
                    <a:pt x="4858220" y="2213826"/>
                  </a:lnTo>
                  <a:lnTo>
                    <a:pt x="4860074" y="2215692"/>
                  </a:lnTo>
                  <a:lnTo>
                    <a:pt x="4861204" y="2216162"/>
                  </a:lnTo>
                  <a:lnTo>
                    <a:pt x="4863833" y="2216162"/>
                  </a:lnTo>
                  <a:lnTo>
                    <a:pt x="4864951" y="2215692"/>
                  </a:lnTo>
                  <a:lnTo>
                    <a:pt x="4866818" y="2213826"/>
                  </a:lnTo>
                  <a:lnTo>
                    <a:pt x="4867275" y="2212708"/>
                  </a:lnTo>
                  <a:lnTo>
                    <a:pt x="4867275" y="2210079"/>
                  </a:lnTo>
                  <a:close/>
                </a:path>
                <a:path w="5153025" h="2221229">
                  <a:moveTo>
                    <a:pt x="4867275" y="1106766"/>
                  </a:moveTo>
                  <a:lnTo>
                    <a:pt x="4866818" y="1105649"/>
                  </a:lnTo>
                  <a:lnTo>
                    <a:pt x="4864951" y="1103782"/>
                  </a:lnTo>
                  <a:lnTo>
                    <a:pt x="4863833" y="1103312"/>
                  </a:lnTo>
                  <a:lnTo>
                    <a:pt x="4861204" y="1103312"/>
                  </a:lnTo>
                  <a:lnTo>
                    <a:pt x="4860074" y="1103782"/>
                  </a:lnTo>
                  <a:lnTo>
                    <a:pt x="4858220" y="1105649"/>
                  </a:lnTo>
                  <a:lnTo>
                    <a:pt x="4857750" y="1106766"/>
                  </a:lnTo>
                  <a:lnTo>
                    <a:pt x="4857750" y="1109395"/>
                  </a:lnTo>
                  <a:lnTo>
                    <a:pt x="4858220" y="1110513"/>
                  </a:lnTo>
                  <a:lnTo>
                    <a:pt x="4860074" y="1112380"/>
                  </a:lnTo>
                  <a:lnTo>
                    <a:pt x="4861204" y="1112837"/>
                  </a:lnTo>
                  <a:lnTo>
                    <a:pt x="4863833" y="1112837"/>
                  </a:lnTo>
                  <a:lnTo>
                    <a:pt x="4864951" y="1112380"/>
                  </a:lnTo>
                  <a:lnTo>
                    <a:pt x="4866818" y="1110513"/>
                  </a:lnTo>
                  <a:lnTo>
                    <a:pt x="4867275" y="1109395"/>
                  </a:lnTo>
                  <a:lnTo>
                    <a:pt x="4867275" y="1106766"/>
                  </a:lnTo>
                  <a:close/>
                </a:path>
                <a:path w="5153025" h="2221229">
                  <a:moveTo>
                    <a:pt x="4867275" y="3454"/>
                  </a:moveTo>
                  <a:lnTo>
                    <a:pt x="4866818" y="2336"/>
                  </a:lnTo>
                  <a:lnTo>
                    <a:pt x="4864951" y="469"/>
                  </a:lnTo>
                  <a:lnTo>
                    <a:pt x="4863833" y="0"/>
                  </a:lnTo>
                  <a:lnTo>
                    <a:pt x="4861204" y="0"/>
                  </a:lnTo>
                  <a:lnTo>
                    <a:pt x="4860074" y="469"/>
                  </a:lnTo>
                  <a:lnTo>
                    <a:pt x="4858220" y="2336"/>
                  </a:lnTo>
                  <a:lnTo>
                    <a:pt x="4857750" y="3454"/>
                  </a:lnTo>
                  <a:lnTo>
                    <a:pt x="4857750" y="6083"/>
                  </a:lnTo>
                  <a:lnTo>
                    <a:pt x="4858220" y="7200"/>
                  </a:lnTo>
                  <a:lnTo>
                    <a:pt x="4860074" y="9067"/>
                  </a:lnTo>
                  <a:lnTo>
                    <a:pt x="4861204" y="9525"/>
                  </a:lnTo>
                  <a:lnTo>
                    <a:pt x="4863833" y="9525"/>
                  </a:lnTo>
                  <a:lnTo>
                    <a:pt x="4864951" y="9067"/>
                  </a:lnTo>
                  <a:lnTo>
                    <a:pt x="4866818" y="7200"/>
                  </a:lnTo>
                  <a:lnTo>
                    <a:pt x="4867275" y="6083"/>
                  </a:lnTo>
                  <a:lnTo>
                    <a:pt x="4867275" y="3454"/>
                  </a:lnTo>
                  <a:close/>
                </a:path>
                <a:path w="5153025" h="2221229">
                  <a:moveTo>
                    <a:pt x="4914900" y="2210079"/>
                  </a:moveTo>
                  <a:lnTo>
                    <a:pt x="4914443" y="2208961"/>
                  </a:lnTo>
                  <a:lnTo>
                    <a:pt x="4912576" y="2207095"/>
                  </a:lnTo>
                  <a:lnTo>
                    <a:pt x="4911458" y="2206637"/>
                  </a:lnTo>
                  <a:lnTo>
                    <a:pt x="4908829" y="2206637"/>
                  </a:lnTo>
                  <a:lnTo>
                    <a:pt x="4907699" y="2207095"/>
                  </a:lnTo>
                  <a:lnTo>
                    <a:pt x="4905845" y="2208961"/>
                  </a:lnTo>
                  <a:lnTo>
                    <a:pt x="4905375" y="2210079"/>
                  </a:lnTo>
                  <a:lnTo>
                    <a:pt x="4905375" y="2212708"/>
                  </a:lnTo>
                  <a:lnTo>
                    <a:pt x="4905845" y="2213826"/>
                  </a:lnTo>
                  <a:lnTo>
                    <a:pt x="4907699" y="2215692"/>
                  </a:lnTo>
                  <a:lnTo>
                    <a:pt x="4908829" y="2216162"/>
                  </a:lnTo>
                  <a:lnTo>
                    <a:pt x="4911458" y="2216162"/>
                  </a:lnTo>
                  <a:lnTo>
                    <a:pt x="4912576" y="2215692"/>
                  </a:lnTo>
                  <a:lnTo>
                    <a:pt x="4914443" y="2213826"/>
                  </a:lnTo>
                  <a:lnTo>
                    <a:pt x="4914900" y="2212708"/>
                  </a:lnTo>
                  <a:lnTo>
                    <a:pt x="4914900" y="2210079"/>
                  </a:lnTo>
                  <a:close/>
                </a:path>
                <a:path w="5153025" h="2221229">
                  <a:moveTo>
                    <a:pt x="4914900" y="1106766"/>
                  </a:moveTo>
                  <a:lnTo>
                    <a:pt x="4914443" y="1105649"/>
                  </a:lnTo>
                  <a:lnTo>
                    <a:pt x="4912576" y="1103782"/>
                  </a:lnTo>
                  <a:lnTo>
                    <a:pt x="4911458" y="1103312"/>
                  </a:lnTo>
                  <a:lnTo>
                    <a:pt x="4908829" y="1103312"/>
                  </a:lnTo>
                  <a:lnTo>
                    <a:pt x="4907699" y="1103782"/>
                  </a:lnTo>
                  <a:lnTo>
                    <a:pt x="4905845" y="1105649"/>
                  </a:lnTo>
                  <a:lnTo>
                    <a:pt x="4905375" y="1106766"/>
                  </a:lnTo>
                  <a:lnTo>
                    <a:pt x="4905375" y="1109395"/>
                  </a:lnTo>
                  <a:lnTo>
                    <a:pt x="4905845" y="1110513"/>
                  </a:lnTo>
                  <a:lnTo>
                    <a:pt x="4907699" y="1112380"/>
                  </a:lnTo>
                  <a:lnTo>
                    <a:pt x="4908829" y="1112837"/>
                  </a:lnTo>
                  <a:lnTo>
                    <a:pt x="4911458" y="1112837"/>
                  </a:lnTo>
                  <a:lnTo>
                    <a:pt x="4912576" y="1112380"/>
                  </a:lnTo>
                  <a:lnTo>
                    <a:pt x="4914443" y="1110513"/>
                  </a:lnTo>
                  <a:lnTo>
                    <a:pt x="4914900" y="1109395"/>
                  </a:lnTo>
                  <a:lnTo>
                    <a:pt x="4914900" y="1106766"/>
                  </a:lnTo>
                  <a:close/>
                </a:path>
                <a:path w="5153025" h="2221229">
                  <a:moveTo>
                    <a:pt x="4914900" y="3454"/>
                  </a:moveTo>
                  <a:lnTo>
                    <a:pt x="4914443" y="2336"/>
                  </a:lnTo>
                  <a:lnTo>
                    <a:pt x="4912576" y="469"/>
                  </a:lnTo>
                  <a:lnTo>
                    <a:pt x="4911458" y="0"/>
                  </a:lnTo>
                  <a:lnTo>
                    <a:pt x="4908829" y="0"/>
                  </a:lnTo>
                  <a:lnTo>
                    <a:pt x="4907699" y="469"/>
                  </a:lnTo>
                  <a:lnTo>
                    <a:pt x="4905845" y="2336"/>
                  </a:lnTo>
                  <a:lnTo>
                    <a:pt x="4905375" y="3454"/>
                  </a:lnTo>
                  <a:lnTo>
                    <a:pt x="4905375" y="6083"/>
                  </a:lnTo>
                  <a:lnTo>
                    <a:pt x="4905845" y="7200"/>
                  </a:lnTo>
                  <a:lnTo>
                    <a:pt x="4907699" y="9067"/>
                  </a:lnTo>
                  <a:lnTo>
                    <a:pt x="4908829" y="9525"/>
                  </a:lnTo>
                  <a:lnTo>
                    <a:pt x="4911458" y="9525"/>
                  </a:lnTo>
                  <a:lnTo>
                    <a:pt x="4912576" y="9067"/>
                  </a:lnTo>
                  <a:lnTo>
                    <a:pt x="4914443" y="7200"/>
                  </a:lnTo>
                  <a:lnTo>
                    <a:pt x="4914900" y="6083"/>
                  </a:lnTo>
                  <a:lnTo>
                    <a:pt x="4914900" y="3454"/>
                  </a:lnTo>
                  <a:close/>
                </a:path>
                <a:path w="5153025" h="2221229">
                  <a:moveTo>
                    <a:pt x="4962525" y="2210079"/>
                  </a:moveTo>
                  <a:lnTo>
                    <a:pt x="4962068" y="2208961"/>
                  </a:lnTo>
                  <a:lnTo>
                    <a:pt x="4960201" y="2207095"/>
                  </a:lnTo>
                  <a:lnTo>
                    <a:pt x="4959083" y="2206637"/>
                  </a:lnTo>
                  <a:lnTo>
                    <a:pt x="4956454" y="2206637"/>
                  </a:lnTo>
                  <a:lnTo>
                    <a:pt x="4955324" y="2207095"/>
                  </a:lnTo>
                  <a:lnTo>
                    <a:pt x="4953470" y="2208961"/>
                  </a:lnTo>
                  <a:lnTo>
                    <a:pt x="4953000" y="2210079"/>
                  </a:lnTo>
                  <a:lnTo>
                    <a:pt x="4953000" y="2212708"/>
                  </a:lnTo>
                  <a:lnTo>
                    <a:pt x="4953470" y="2213826"/>
                  </a:lnTo>
                  <a:lnTo>
                    <a:pt x="4955324" y="2215692"/>
                  </a:lnTo>
                  <a:lnTo>
                    <a:pt x="4956454" y="2216162"/>
                  </a:lnTo>
                  <a:lnTo>
                    <a:pt x="4959083" y="2216162"/>
                  </a:lnTo>
                  <a:lnTo>
                    <a:pt x="4960201" y="2215692"/>
                  </a:lnTo>
                  <a:lnTo>
                    <a:pt x="4962068" y="2213826"/>
                  </a:lnTo>
                  <a:lnTo>
                    <a:pt x="4962525" y="2212708"/>
                  </a:lnTo>
                  <a:lnTo>
                    <a:pt x="4962525" y="2210079"/>
                  </a:lnTo>
                  <a:close/>
                </a:path>
                <a:path w="5153025" h="2221229">
                  <a:moveTo>
                    <a:pt x="4962525" y="1106766"/>
                  </a:moveTo>
                  <a:lnTo>
                    <a:pt x="4962068" y="1105649"/>
                  </a:lnTo>
                  <a:lnTo>
                    <a:pt x="4960201" y="1103782"/>
                  </a:lnTo>
                  <a:lnTo>
                    <a:pt x="4959083" y="1103312"/>
                  </a:lnTo>
                  <a:lnTo>
                    <a:pt x="4956454" y="1103312"/>
                  </a:lnTo>
                  <a:lnTo>
                    <a:pt x="4955324" y="1103782"/>
                  </a:lnTo>
                  <a:lnTo>
                    <a:pt x="4953470" y="1105649"/>
                  </a:lnTo>
                  <a:lnTo>
                    <a:pt x="4953000" y="1106766"/>
                  </a:lnTo>
                  <a:lnTo>
                    <a:pt x="4953000" y="1109395"/>
                  </a:lnTo>
                  <a:lnTo>
                    <a:pt x="4953470" y="1110513"/>
                  </a:lnTo>
                  <a:lnTo>
                    <a:pt x="4955324" y="1112380"/>
                  </a:lnTo>
                  <a:lnTo>
                    <a:pt x="4956454" y="1112837"/>
                  </a:lnTo>
                  <a:lnTo>
                    <a:pt x="4959083" y="1112837"/>
                  </a:lnTo>
                  <a:lnTo>
                    <a:pt x="4960201" y="1112380"/>
                  </a:lnTo>
                  <a:lnTo>
                    <a:pt x="4962068" y="1110513"/>
                  </a:lnTo>
                  <a:lnTo>
                    <a:pt x="4962525" y="1109395"/>
                  </a:lnTo>
                  <a:lnTo>
                    <a:pt x="4962525" y="1106766"/>
                  </a:lnTo>
                  <a:close/>
                </a:path>
                <a:path w="5153025" h="2221229">
                  <a:moveTo>
                    <a:pt x="4962525" y="3454"/>
                  </a:moveTo>
                  <a:lnTo>
                    <a:pt x="4962068" y="2336"/>
                  </a:lnTo>
                  <a:lnTo>
                    <a:pt x="4960201" y="469"/>
                  </a:lnTo>
                  <a:lnTo>
                    <a:pt x="4959083" y="0"/>
                  </a:lnTo>
                  <a:lnTo>
                    <a:pt x="4956454" y="0"/>
                  </a:lnTo>
                  <a:lnTo>
                    <a:pt x="4955324" y="469"/>
                  </a:lnTo>
                  <a:lnTo>
                    <a:pt x="4953470" y="2336"/>
                  </a:lnTo>
                  <a:lnTo>
                    <a:pt x="4953000" y="3454"/>
                  </a:lnTo>
                  <a:lnTo>
                    <a:pt x="4953000" y="6083"/>
                  </a:lnTo>
                  <a:lnTo>
                    <a:pt x="4953470" y="7200"/>
                  </a:lnTo>
                  <a:lnTo>
                    <a:pt x="4955324" y="9067"/>
                  </a:lnTo>
                  <a:lnTo>
                    <a:pt x="4956454" y="9525"/>
                  </a:lnTo>
                  <a:lnTo>
                    <a:pt x="4959083" y="9525"/>
                  </a:lnTo>
                  <a:lnTo>
                    <a:pt x="4960201" y="9067"/>
                  </a:lnTo>
                  <a:lnTo>
                    <a:pt x="4962068" y="7200"/>
                  </a:lnTo>
                  <a:lnTo>
                    <a:pt x="4962525" y="6083"/>
                  </a:lnTo>
                  <a:lnTo>
                    <a:pt x="4962525" y="3454"/>
                  </a:lnTo>
                  <a:close/>
                </a:path>
                <a:path w="5153025" h="2221229">
                  <a:moveTo>
                    <a:pt x="5010150" y="2210079"/>
                  </a:moveTo>
                  <a:lnTo>
                    <a:pt x="5009693" y="2208961"/>
                  </a:lnTo>
                  <a:lnTo>
                    <a:pt x="5007826" y="2207095"/>
                  </a:lnTo>
                  <a:lnTo>
                    <a:pt x="5006708" y="2206637"/>
                  </a:lnTo>
                  <a:lnTo>
                    <a:pt x="5004079" y="2206637"/>
                  </a:lnTo>
                  <a:lnTo>
                    <a:pt x="5002949" y="2207095"/>
                  </a:lnTo>
                  <a:lnTo>
                    <a:pt x="5001095" y="2208961"/>
                  </a:lnTo>
                  <a:lnTo>
                    <a:pt x="5000625" y="2210079"/>
                  </a:lnTo>
                  <a:lnTo>
                    <a:pt x="5000625" y="2212708"/>
                  </a:lnTo>
                  <a:lnTo>
                    <a:pt x="5001095" y="2213826"/>
                  </a:lnTo>
                  <a:lnTo>
                    <a:pt x="5002949" y="2215692"/>
                  </a:lnTo>
                  <a:lnTo>
                    <a:pt x="5004079" y="2216162"/>
                  </a:lnTo>
                  <a:lnTo>
                    <a:pt x="5006708" y="2216162"/>
                  </a:lnTo>
                  <a:lnTo>
                    <a:pt x="5007826" y="2215692"/>
                  </a:lnTo>
                  <a:lnTo>
                    <a:pt x="5009693" y="2213826"/>
                  </a:lnTo>
                  <a:lnTo>
                    <a:pt x="5010150" y="2212708"/>
                  </a:lnTo>
                  <a:lnTo>
                    <a:pt x="5010150" y="2210079"/>
                  </a:lnTo>
                  <a:close/>
                </a:path>
                <a:path w="5153025" h="2221229">
                  <a:moveTo>
                    <a:pt x="5010150" y="1106766"/>
                  </a:moveTo>
                  <a:lnTo>
                    <a:pt x="5009693" y="1105649"/>
                  </a:lnTo>
                  <a:lnTo>
                    <a:pt x="5007826" y="1103782"/>
                  </a:lnTo>
                  <a:lnTo>
                    <a:pt x="5006708" y="1103312"/>
                  </a:lnTo>
                  <a:lnTo>
                    <a:pt x="5004079" y="1103312"/>
                  </a:lnTo>
                  <a:lnTo>
                    <a:pt x="5002949" y="1103782"/>
                  </a:lnTo>
                  <a:lnTo>
                    <a:pt x="5001095" y="1105649"/>
                  </a:lnTo>
                  <a:lnTo>
                    <a:pt x="5000625" y="1106766"/>
                  </a:lnTo>
                  <a:lnTo>
                    <a:pt x="5000625" y="1109395"/>
                  </a:lnTo>
                  <a:lnTo>
                    <a:pt x="5001095" y="1110513"/>
                  </a:lnTo>
                  <a:lnTo>
                    <a:pt x="5002949" y="1112380"/>
                  </a:lnTo>
                  <a:lnTo>
                    <a:pt x="5004079" y="1112837"/>
                  </a:lnTo>
                  <a:lnTo>
                    <a:pt x="5006708" y="1112837"/>
                  </a:lnTo>
                  <a:lnTo>
                    <a:pt x="5007826" y="1112380"/>
                  </a:lnTo>
                  <a:lnTo>
                    <a:pt x="5009693" y="1110513"/>
                  </a:lnTo>
                  <a:lnTo>
                    <a:pt x="5010150" y="1109395"/>
                  </a:lnTo>
                  <a:lnTo>
                    <a:pt x="5010150" y="1106766"/>
                  </a:lnTo>
                  <a:close/>
                </a:path>
                <a:path w="5153025" h="2221229">
                  <a:moveTo>
                    <a:pt x="5010150" y="3454"/>
                  </a:moveTo>
                  <a:lnTo>
                    <a:pt x="5009693" y="2336"/>
                  </a:lnTo>
                  <a:lnTo>
                    <a:pt x="5007826" y="469"/>
                  </a:lnTo>
                  <a:lnTo>
                    <a:pt x="5006708" y="0"/>
                  </a:lnTo>
                  <a:lnTo>
                    <a:pt x="5004079" y="0"/>
                  </a:lnTo>
                  <a:lnTo>
                    <a:pt x="5002949" y="469"/>
                  </a:lnTo>
                  <a:lnTo>
                    <a:pt x="5001095" y="2336"/>
                  </a:lnTo>
                  <a:lnTo>
                    <a:pt x="5000625" y="3454"/>
                  </a:lnTo>
                  <a:lnTo>
                    <a:pt x="5000625" y="6083"/>
                  </a:lnTo>
                  <a:lnTo>
                    <a:pt x="5001095" y="7200"/>
                  </a:lnTo>
                  <a:lnTo>
                    <a:pt x="5002949" y="9067"/>
                  </a:lnTo>
                  <a:lnTo>
                    <a:pt x="5004079" y="9525"/>
                  </a:lnTo>
                  <a:lnTo>
                    <a:pt x="5006708" y="9525"/>
                  </a:lnTo>
                  <a:lnTo>
                    <a:pt x="5007826" y="9067"/>
                  </a:lnTo>
                  <a:lnTo>
                    <a:pt x="5009693" y="7200"/>
                  </a:lnTo>
                  <a:lnTo>
                    <a:pt x="5010150" y="6083"/>
                  </a:lnTo>
                  <a:lnTo>
                    <a:pt x="5010150" y="3454"/>
                  </a:lnTo>
                  <a:close/>
                </a:path>
                <a:path w="5153025" h="2221229">
                  <a:moveTo>
                    <a:pt x="5057775" y="2210079"/>
                  </a:moveTo>
                  <a:lnTo>
                    <a:pt x="5057318" y="2208961"/>
                  </a:lnTo>
                  <a:lnTo>
                    <a:pt x="5055451" y="2207095"/>
                  </a:lnTo>
                  <a:lnTo>
                    <a:pt x="5054333" y="2206637"/>
                  </a:lnTo>
                  <a:lnTo>
                    <a:pt x="5051704" y="2206637"/>
                  </a:lnTo>
                  <a:lnTo>
                    <a:pt x="5050574" y="2207095"/>
                  </a:lnTo>
                  <a:lnTo>
                    <a:pt x="5048720" y="2208961"/>
                  </a:lnTo>
                  <a:lnTo>
                    <a:pt x="5048250" y="2210079"/>
                  </a:lnTo>
                  <a:lnTo>
                    <a:pt x="5048250" y="2212708"/>
                  </a:lnTo>
                  <a:lnTo>
                    <a:pt x="5048720" y="2213826"/>
                  </a:lnTo>
                  <a:lnTo>
                    <a:pt x="5050574" y="2215692"/>
                  </a:lnTo>
                  <a:lnTo>
                    <a:pt x="5051704" y="2216162"/>
                  </a:lnTo>
                  <a:lnTo>
                    <a:pt x="5054333" y="2216162"/>
                  </a:lnTo>
                  <a:lnTo>
                    <a:pt x="5055451" y="2215692"/>
                  </a:lnTo>
                  <a:lnTo>
                    <a:pt x="5057318" y="2213826"/>
                  </a:lnTo>
                  <a:lnTo>
                    <a:pt x="5057775" y="2212708"/>
                  </a:lnTo>
                  <a:lnTo>
                    <a:pt x="5057775" y="2210079"/>
                  </a:lnTo>
                  <a:close/>
                </a:path>
                <a:path w="5153025" h="2221229">
                  <a:moveTo>
                    <a:pt x="5057775" y="1106766"/>
                  </a:moveTo>
                  <a:lnTo>
                    <a:pt x="5057318" y="1105649"/>
                  </a:lnTo>
                  <a:lnTo>
                    <a:pt x="5055451" y="1103782"/>
                  </a:lnTo>
                  <a:lnTo>
                    <a:pt x="5054333" y="1103312"/>
                  </a:lnTo>
                  <a:lnTo>
                    <a:pt x="5051704" y="1103312"/>
                  </a:lnTo>
                  <a:lnTo>
                    <a:pt x="5050574" y="1103782"/>
                  </a:lnTo>
                  <a:lnTo>
                    <a:pt x="5048720" y="1105649"/>
                  </a:lnTo>
                  <a:lnTo>
                    <a:pt x="5048250" y="1106766"/>
                  </a:lnTo>
                  <a:lnTo>
                    <a:pt x="5048250" y="1109395"/>
                  </a:lnTo>
                  <a:lnTo>
                    <a:pt x="5048720" y="1110513"/>
                  </a:lnTo>
                  <a:lnTo>
                    <a:pt x="5050574" y="1112380"/>
                  </a:lnTo>
                  <a:lnTo>
                    <a:pt x="5051704" y="1112837"/>
                  </a:lnTo>
                  <a:lnTo>
                    <a:pt x="5054333" y="1112837"/>
                  </a:lnTo>
                  <a:lnTo>
                    <a:pt x="5055451" y="1112380"/>
                  </a:lnTo>
                  <a:lnTo>
                    <a:pt x="5057318" y="1110513"/>
                  </a:lnTo>
                  <a:lnTo>
                    <a:pt x="5057775" y="1109395"/>
                  </a:lnTo>
                  <a:lnTo>
                    <a:pt x="5057775" y="1106766"/>
                  </a:lnTo>
                  <a:close/>
                </a:path>
                <a:path w="5153025" h="2221229">
                  <a:moveTo>
                    <a:pt x="5057775" y="3454"/>
                  </a:moveTo>
                  <a:lnTo>
                    <a:pt x="5057318" y="2336"/>
                  </a:lnTo>
                  <a:lnTo>
                    <a:pt x="5055451" y="469"/>
                  </a:lnTo>
                  <a:lnTo>
                    <a:pt x="5054333" y="0"/>
                  </a:lnTo>
                  <a:lnTo>
                    <a:pt x="5051704" y="0"/>
                  </a:lnTo>
                  <a:lnTo>
                    <a:pt x="5050574" y="469"/>
                  </a:lnTo>
                  <a:lnTo>
                    <a:pt x="5048720" y="2336"/>
                  </a:lnTo>
                  <a:lnTo>
                    <a:pt x="5048250" y="3454"/>
                  </a:lnTo>
                  <a:lnTo>
                    <a:pt x="5048250" y="6083"/>
                  </a:lnTo>
                  <a:lnTo>
                    <a:pt x="5048720" y="7200"/>
                  </a:lnTo>
                  <a:lnTo>
                    <a:pt x="5050574" y="9067"/>
                  </a:lnTo>
                  <a:lnTo>
                    <a:pt x="5051704" y="9525"/>
                  </a:lnTo>
                  <a:lnTo>
                    <a:pt x="5054333" y="9525"/>
                  </a:lnTo>
                  <a:lnTo>
                    <a:pt x="5055451" y="9067"/>
                  </a:lnTo>
                  <a:lnTo>
                    <a:pt x="5057318" y="7200"/>
                  </a:lnTo>
                  <a:lnTo>
                    <a:pt x="5057775" y="6083"/>
                  </a:lnTo>
                  <a:lnTo>
                    <a:pt x="5057775" y="3454"/>
                  </a:lnTo>
                  <a:close/>
                </a:path>
                <a:path w="5153025" h="2221229">
                  <a:moveTo>
                    <a:pt x="5105400" y="2210079"/>
                  </a:moveTo>
                  <a:lnTo>
                    <a:pt x="5104943" y="2208961"/>
                  </a:lnTo>
                  <a:lnTo>
                    <a:pt x="5103076" y="2207095"/>
                  </a:lnTo>
                  <a:lnTo>
                    <a:pt x="5101958" y="2206637"/>
                  </a:lnTo>
                  <a:lnTo>
                    <a:pt x="5099329" y="2206637"/>
                  </a:lnTo>
                  <a:lnTo>
                    <a:pt x="5098212" y="2207095"/>
                  </a:lnTo>
                  <a:lnTo>
                    <a:pt x="5096345" y="2208961"/>
                  </a:lnTo>
                  <a:lnTo>
                    <a:pt x="5095875" y="2210079"/>
                  </a:lnTo>
                  <a:lnTo>
                    <a:pt x="5095875" y="2212708"/>
                  </a:lnTo>
                  <a:lnTo>
                    <a:pt x="5096345" y="2213826"/>
                  </a:lnTo>
                  <a:lnTo>
                    <a:pt x="5098212" y="2215692"/>
                  </a:lnTo>
                  <a:lnTo>
                    <a:pt x="5099329" y="2216162"/>
                  </a:lnTo>
                  <a:lnTo>
                    <a:pt x="5101958" y="2216162"/>
                  </a:lnTo>
                  <a:lnTo>
                    <a:pt x="5103076" y="2215692"/>
                  </a:lnTo>
                  <a:lnTo>
                    <a:pt x="5104943" y="2213826"/>
                  </a:lnTo>
                  <a:lnTo>
                    <a:pt x="5105400" y="2212708"/>
                  </a:lnTo>
                  <a:lnTo>
                    <a:pt x="5105400" y="2210079"/>
                  </a:lnTo>
                  <a:close/>
                </a:path>
                <a:path w="5153025" h="2221229">
                  <a:moveTo>
                    <a:pt x="5105400" y="1106766"/>
                  </a:moveTo>
                  <a:lnTo>
                    <a:pt x="5104943" y="1105649"/>
                  </a:lnTo>
                  <a:lnTo>
                    <a:pt x="5103076" y="1103782"/>
                  </a:lnTo>
                  <a:lnTo>
                    <a:pt x="5101958" y="1103312"/>
                  </a:lnTo>
                  <a:lnTo>
                    <a:pt x="5099329" y="1103312"/>
                  </a:lnTo>
                  <a:lnTo>
                    <a:pt x="5098212" y="1103782"/>
                  </a:lnTo>
                  <a:lnTo>
                    <a:pt x="5096345" y="1105649"/>
                  </a:lnTo>
                  <a:lnTo>
                    <a:pt x="5095875" y="1106766"/>
                  </a:lnTo>
                  <a:lnTo>
                    <a:pt x="5095875" y="1109395"/>
                  </a:lnTo>
                  <a:lnTo>
                    <a:pt x="5096345" y="1110513"/>
                  </a:lnTo>
                  <a:lnTo>
                    <a:pt x="5098212" y="1112380"/>
                  </a:lnTo>
                  <a:lnTo>
                    <a:pt x="5099329" y="1112837"/>
                  </a:lnTo>
                  <a:lnTo>
                    <a:pt x="5101958" y="1112837"/>
                  </a:lnTo>
                  <a:lnTo>
                    <a:pt x="5103076" y="1112380"/>
                  </a:lnTo>
                  <a:lnTo>
                    <a:pt x="5104943" y="1110513"/>
                  </a:lnTo>
                  <a:lnTo>
                    <a:pt x="5105400" y="1109395"/>
                  </a:lnTo>
                  <a:lnTo>
                    <a:pt x="5105400" y="1106766"/>
                  </a:lnTo>
                  <a:close/>
                </a:path>
                <a:path w="5153025" h="2221229">
                  <a:moveTo>
                    <a:pt x="5105400" y="3454"/>
                  </a:moveTo>
                  <a:lnTo>
                    <a:pt x="5104943" y="2336"/>
                  </a:lnTo>
                  <a:lnTo>
                    <a:pt x="5103076" y="469"/>
                  </a:lnTo>
                  <a:lnTo>
                    <a:pt x="5101958" y="0"/>
                  </a:lnTo>
                  <a:lnTo>
                    <a:pt x="5099329" y="0"/>
                  </a:lnTo>
                  <a:lnTo>
                    <a:pt x="5098212" y="469"/>
                  </a:lnTo>
                  <a:lnTo>
                    <a:pt x="5096345" y="2336"/>
                  </a:lnTo>
                  <a:lnTo>
                    <a:pt x="5095875" y="3454"/>
                  </a:lnTo>
                  <a:lnTo>
                    <a:pt x="5095875" y="6083"/>
                  </a:lnTo>
                  <a:lnTo>
                    <a:pt x="5096345" y="7200"/>
                  </a:lnTo>
                  <a:lnTo>
                    <a:pt x="5098212" y="9067"/>
                  </a:lnTo>
                  <a:lnTo>
                    <a:pt x="5099329" y="9525"/>
                  </a:lnTo>
                  <a:lnTo>
                    <a:pt x="5101958" y="9525"/>
                  </a:lnTo>
                  <a:lnTo>
                    <a:pt x="5103076" y="9067"/>
                  </a:lnTo>
                  <a:lnTo>
                    <a:pt x="5104943" y="7200"/>
                  </a:lnTo>
                  <a:lnTo>
                    <a:pt x="5105400" y="6083"/>
                  </a:lnTo>
                  <a:lnTo>
                    <a:pt x="5105400" y="3454"/>
                  </a:lnTo>
                  <a:close/>
                </a:path>
                <a:path w="5153025" h="2221229">
                  <a:moveTo>
                    <a:pt x="5153025" y="2210079"/>
                  </a:moveTo>
                  <a:lnTo>
                    <a:pt x="5152568" y="2208961"/>
                  </a:lnTo>
                  <a:lnTo>
                    <a:pt x="5150701" y="2207095"/>
                  </a:lnTo>
                  <a:lnTo>
                    <a:pt x="5149583" y="2206637"/>
                  </a:lnTo>
                  <a:lnTo>
                    <a:pt x="5146954" y="2206637"/>
                  </a:lnTo>
                  <a:lnTo>
                    <a:pt x="5145824" y="2207095"/>
                  </a:lnTo>
                  <a:lnTo>
                    <a:pt x="5143970" y="2208961"/>
                  </a:lnTo>
                  <a:lnTo>
                    <a:pt x="5143500" y="2210079"/>
                  </a:lnTo>
                  <a:lnTo>
                    <a:pt x="5143500" y="2212708"/>
                  </a:lnTo>
                  <a:lnTo>
                    <a:pt x="5143970" y="2213826"/>
                  </a:lnTo>
                  <a:lnTo>
                    <a:pt x="5145824" y="2215692"/>
                  </a:lnTo>
                  <a:lnTo>
                    <a:pt x="5146954" y="2216162"/>
                  </a:lnTo>
                  <a:lnTo>
                    <a:pt x="5149583" y="2216162"/>
                  </a:lnTo>
                  <a:lnTo>
                    <a:pt x="5150701" y="2215692"/>
                  </a:lnTo>
                  <a:lnTo>
                    <a:pt x="5152568" y="2213826"/>
                  </a:lnTo>
                  <a:lnTo>
                    <a:pt x="5153025" y="2212708"/>
                  </a:lnTo>
                  <a:lnTo>
                    <a:pt x="5153025" y="2210079"/>
                  </a:lnTo>
                  <a:close/>
                </a:path>
                <a:path w="5153025" h="2221229">
                  <a:moveTo>
                    <a:pt x="5153025" y="1106766"/>
                  </a:moveTo>
                  <a:lnTo>
                    <a:pt x="5152568" y="1105649"/>
                  </a:lnTo>
                  <a:lnTo>
                    <a:pt x="5150701" y="1103782"/>
                  </a:lnTo>
                  <a:lnTo>
                    <a:pt x="5149583" y="1103312"/>
                  </a:lnTo>
                  <a:lnTo>
                    <a:pt x="5146954" y="1103312"/>
                  </a:lnTo>
                  <a:lnTo>
                    <a:pt x="5145824" y="1103782"/>
                  </a:lnTo>
                  <a:lnTo>
                    <a:pt x="5143970" y="1105649"/>
                  </a:lnTo>
                  <a:lnTo>
                    <a:pt x="5143500" y="1106766"/>
                  </a:lnTo>
                  <a:lnTo>
                    <a:pt x="5143500" y="1109395"/>
                  </a:lnTo>
                  <a:lnTo>
                    <a:pt x="5143970" y="1110513"/>
                  </a:lnTo>
                  <a:lnTo>
                    <a:pt x="5145824" y="1112380"/>
                  </a:lnTo>
                  <a:lnTo>
                    <a:pt x="5146954" y="1112837"/>
                  </a:lnTo>
                  <a:lnTo>
                    <a:pt x="5149583" y="1112837"/>
                  </a:lnTo>
                  <a:lnTo>
                    <a:pt x="5150701" y="1112380"/>
                  </a:lnTo>
                  <a:lnTo>
                    <a:pt x="5152568" y="1110513"/>
                  </a:lnTo>
                  <a:lnTo>
                    <a:pt x="5153025" y="1109395"/>
                  </a:lnTo>
                  <a:lnTo>
                    <a:pt x="5153025" y="1106766"/>
                  </a:lnTo>
                  <a:close/>
                </a:path>
                <a:path w="5153025" h="2221229">
                  <a:moveTo>
                    <a:pt x="5153025" y="3454"/>
                  </a:moveTo>
                  <a:lnTo>
                    <a:pt x="5152568" y="2336"/>
                  </a:lnTo>
                  <a:lnTo>
                    <a:pt x="5150701" y="469"/>
                  </a:lnTo>
                  <a:lnTo>
                    <a:pt x="5149583" y="0"/>
                  </a:lnTo>
                  <a:lnTo>
                    <a:pt x="5146954" y="0"/>
                  </a:lnTo>
                  <a:lnTo>
                    <a:pt x="5145824" y="469"/>
                  </a:lnTo>
                  <a:lnTo>
                    <a:pt x="5143970" y="2336"/>
                  </a:lnTo>
                  <a:lnTo>
                    <a:pt x="5143500" y="3454"/>
                  </a:lnTo>
                  <a:lnTo>
                    <a:pt x="5143500" y="6083"/>
                  </a:lnTo>
                  <a:lnTo>
                    <a:pt x="5143970" y="7200"/>
                  </a:lnTo>
                  <a:lnTo>
                    <a:pt x="5145824" y="9067"/>
                  </a:lnTo>
                  <a:lnTo>
                    <a:pt x="5146954" y="9525"/>
                  </a:lnTo>
                  <a:lnTo>
                    <a:pt x="5149583" y="9525"/>
                  </a:lnTo>
                  <a:lnTo>
                    <a:pt x="5150701" y="9067"/>
                  </a:lnTo>
                  <a:lnTo>
                    <a:pt x="5152568" y="7200"/>
                  </a:lnTo>
                  <a:lnTo>
                    <a:pt x="5153025" y="6083"/>
                  </a:lnTo>
                  <a:lnTo>
                    <a:pt x="5153025" y="345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60" name="object 51"/>
          <p:cNvSpPr/>
          <p:nvPr/>
        </p:nvSpPr>
        <p:spPr>
          <a:xfrm>
            <a:off x="6762600" y="6350040"/>
            <a:ext cx="89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object 52"/>
          <p:cNvSpPr/>
          <p:nvPr/>
        </p:nvSpPr>
        <p:spPr>
          <a:xfrm>
            <a:off x="6635520" y="5246640"/>
            <a:ext cx="216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object 53"/>
          <p:cNvSpPr/>
          <p:nvPr/>
        </p:nvSpPr>
        <p:spPr>
          <a:xfrm>
            <a:off x="9353520" y="6594480"/>
            <a:ext cx="333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object 54"/>
          <p:cNvSpPr/>
          <p:nvPr/>
        </p:nvSpPr>
        <p:spPr>
          <a:xfrm>
            <a:off x="6345360" y="4434480"/>
            <a:ext cx="195840" cy="179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>
            <a:noAutofit/>
          </a:bodyPr>
          <a:p>
            <a:pPr marL="12600">
              <a:lnSpc>
                <a:spcPts val="1426"/>
              </a:lnSpc>
            </a:pP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No. of Cinema tickets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sold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object 55"/>
          <p:cNvSpPr/>
          <p:nvPr/>
        </p:nvSpPr>
        <p:spPr>
          <a:xfrm>
            <a:off x="7155720" y="64612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2019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object 56"/>
          <p:cNvSpPr/>
          <p:nvPr/>
        </p:nvSpPr>
        <p:spPr>
          <a:xfrm>
            <a:off x="8182800" y="4249800"/>
            <a:ext cx="9000" cy="2199960"/>
          </a:xfrm>
          <a:custGeom>
            <a:avLst/>
            <a:gdLst>
              <a:gd name="textAreaLeft" fmla="*/ 0 w 9000"/>
              <a:gd name="textAreaRight" fmla="*/ 9360 w 9000"/>
              <a:gd name="textAreaTop" fmla="*/ 0 h 2199960"/>
              <a:gd name="textAreaBottom" fmla="*/ 2200320 h 2199960"/>
            </a:gdLst>
            <a:ahLst/>
            <a:rect l="textAreaLeft" t="textAreaTop" r="textAreaRight" b="textAreaBottom"/>
            <a:pathLst>
              <a:path w="9525" h="2200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200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200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200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200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200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200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200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200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200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200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200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200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200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200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200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200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200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200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200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200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200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200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200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200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200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200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200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200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200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200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200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200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200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200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200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200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200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200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200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200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200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200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200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200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200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200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object 57"/>
          <p:cNvSpPr/>
          <p:nvPr/>
        </p:nvSpPr>
        <p:spPr>
          <a:xfrm>
            <a:off x="8047440" y="64612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object 58"/>
          <p:cNvSpPr/>
          <p:nvPr/>
        </p:nvSpPr>
        <p:spPr>
          <a:xfrm>
            <a:off x="9074520" y="4249800"/>
            <a:ext cx="9000" cy="2199960"/>
          </a:xfrm>
          <a:custGeom>
            <a:avLst/>
            <a:gdLst>
              <a:gd name="textAreaLeft" fmla="*/ 0 w 9000"/>
              <a:gd name="textAreaRight" fmla="*/ 9360 w 9000"/>
              <a:gd name="textAreaTop" fmla="*/ 0 h 2199960"/>
              <a:gd name="textAreaBottom" fmla="*/ 2200320 h 2199960"/>
            </a:gdLst>
            <a:ahLst/>
            <a:rect l="textAreaLeft" t="textAreaTop" r="textAreaRight" b="textAreaBottom"/>
            <a:pathLst>
              <a:path w="9525" h="2200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200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200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200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200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200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200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200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200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200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200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200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200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200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200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200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200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200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200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200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200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200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200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200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200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200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200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200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200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200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200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200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200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200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200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200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200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200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200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200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200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200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200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200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200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200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200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object 59"/>
          <p:cNvSpPr/>
          <p:nvPr/>
        </p:nvSpPr>
        <p:spPr>
          <a:xfrm>
            <a:off x="8939160" y="64612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2021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object 60"/>
          <p:cNvSpPr/>
          <p:nvPr/>
        </p:nvSpPr>
        <p:spPr>
          <a:xfrm>
            <a:off x="9966240" y="4249800"/>
            <a:ext cx="9000" cy="2199960"/>
          </a:xfrm>
          <a:custGeom>
            <a:avLst/>
            <a:gdLst>
              <a:gd name="textAreaLeft" fmla="*/ 0 w 9000"/>
              <a:gd name="textAreaRight" fmla="*/ 9360 w 9000"/>
              <a:gd name="textAreaTop" fmla="*/ 0 h 2199960"/>
              <a:gd name="textAreaBottom" fmla="*/ 2200320 h 2199960"/>
            </a:gdLst>
            <a:ahLst/>
            <a:rect l="textAreaLeft" t="textAreaTop" r="textAreaRight" b="textAreaBottom"/>
            <a:pathLst>
              <a:path w="9525" h="2200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200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200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200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200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200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200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200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200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200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200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200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200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200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200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200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200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200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200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200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200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200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200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200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200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200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200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200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200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200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200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200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200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200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200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200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200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200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200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200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200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200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200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200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200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200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200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object 61"/>
          <p:cNvSpPr/>
          <p:nvPr/>
        </p:nvSpPr>
        <p:spPr>
          <a:xfrm>
            <a:off x="9831240" y="64612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2022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object 62"/>
          <p:cNvSpPr/>
          <p:nvPr/>
        </p:nvSpPr>
        <p:spPr>
          <a:xfrm>
            <a:off x="10857960" y="4249800"/>
            <a:ext cx="9000" cy="2199960"/>
          </a:xfrm>
          <a:custGeom>
            <a:avLst/>
            <a:gdLst>
              <a:gd name="textAreaLeft" fmla="*/ 0 w 9000"/>
              <a:gd name="textAreaRight" fmla="*/ 9360 w 9000"/>
              <a:gd name="textAreaTop" fmla="*/ 0 h 2199960"/>
              <a:gd name="textAreaBottom" fmla="*/ 2200320 h 2199960"/>
            </a:gdLst>
            <a:ahLst/>
            <a:rect l="textAreaLeft" t="textAreaTop" r="textAreaRight" b="textAreaBottom"/>
            <a:pathLst>
              <a:path w="9525" h="2200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200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200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200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200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200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200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200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200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200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200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200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200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200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200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200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200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200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200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200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200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200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200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200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200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200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200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200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200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200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200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200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200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200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200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200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200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200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200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200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200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200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200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200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200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200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200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object 63"/>
          <p:cNvSpPr/>
          <p:nvPr/>
        </p:nvSpPr>
        <p:spPr>
          <a:xfrm>
            <a:off x="10722960" y="64612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2023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object 64"/>
          <p:cNvSpPr/>
          <p:nvPr/>
        </p:nvSpPr>
        <p:spPr>
          <a:xfrm>
            <a:off x="11749680" y="4249800"/>
            <a:ext cx="9000" cy="2199960"/>
          </a:xfrm>
          <a:custGeom>
            <a:avLst/>
            <a:gdLst>
              <a:gd name="textAreaLeft" fmla="*/ 0 w 9000"/>
              <a:gd name="textAreaRight" fmla="*/ 9360 w 9000"/>
              <a:gd name="textAreaTop" fmla="*/ 0 h 2199960"/>
              <a:gd name="textAreaBottom" fmla="*/ 2200320 h 2199960"/>
            </a:gdLst>
            <a:ahLst/>
            <a:rect l="textAreaLeft" t="textAreaTop" r="textAreaRight" b="textAreaBottom"/>
            <a:pathLst>
              <a:path w="9525" h="2200275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2200275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2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2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2200275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2200275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2200275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2200275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2200275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7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7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2200275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2200275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2200275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2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2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2200275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2200275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2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2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2200275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2200275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2200275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2200275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2200275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7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7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2200275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2200275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2200275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2200275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7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7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2200275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4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4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2200275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2200275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5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5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2200275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49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49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2200275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4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89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89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4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2200275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699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699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2200275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4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4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2200275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2200275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2200275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2200275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2200275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49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49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2200275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2200275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699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699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2200275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2200275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2200275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2200275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2200275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4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4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2200275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49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49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2200275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2200275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2200275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2200275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2200275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4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4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2200275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4"/>
                </a:lnTo>
                <a:lnTo>
                  <a:pt x="3447" y="0"/>
                </a:lnTo>
                <a:lnTo>
                  <a:pt x="6077" y="0"/>
                </a:lnTo>
                <a:lnTo>
                  <a:pt x="7200" y="464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object 65"/>
          <p:cNvSpPr/>
          <p:nvPr/>
        </p:nvSpPr>
        <p:spPr>
          <a:xfrm>
            <a:off x="11614680" y="64612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2024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5" name="object 66"/>
          <p:cNvGrpSpPr/>
          <p:nvPr/>
        </p:nvGrpSpPr>
        <p:grpSpPr>
          <a:xfrm>
            <a:off x="6382440" y="3963600"/>
            <a:ext cx="5723640" cy="2471760"/>
            <a:chOff x="6382440" y="3963600"/>
            <a:chExt cx="5723640" cy="2471760"/>
          </a:xfrm>
        </p:grpSpPr>
        <p:sp>
          <p:nvSpPr>
            <p:cNvPr id="176" name="object 67"/>
            <p:cNvSpPr/>
            <p:nvPr/>
          </p:nvSpPr>
          <p:spPr>
            <a:xfrm>
              <a:off x="6934320" y="4354920"/>
              <a:ext cx="5171760" cy="2080440"/>
            </a:xfrm>
            <a:custGeom>
              <a:avLst/>
              <a:gdLst>
                <a:gd name="textAreaLeft" fmla="*/ 0 w 5171760"/>
                <a:gd name="textAreaRight" fmla="*/ 5172120 w 5171760"/>
                <a:gd name="textAreaTop" fmla="*/ 0 h 2080440"/>
                <a:gd name="textAreaBottom" fmla="*/ 2080800 h 2080440"/>
              </a:gdLst>
              <a:ahLst/>
              <a:rect l="textAreaLeft" t="textAreaTop" r="textAreaRight" b="textAreaBottom"/>
              <a:pathLst>
                <a:path w="5172075" h="2080895">
                  <a:moveTo>
                    <a:pt x="713397" y="273621"/>
                  </a:moveTo>
                  <a:lnTo>
                    <a:pt x="0" y="273621"/>
                  </a:lnTo>
                  <a:lnTo>
                    <a:pt x="0" y="2080844"/>
                  </a:lnTo>
                  <a:lnTo>
                    <a:pt x="713397" y="2080844"/>
                  </a:lnTo>
                  <a:lnTo>
                    <a:pt x="713397" y="273621"/>
                  </a:lnTo>
                  <a:close/>
                </a:path>
                <a:path w="5172075" h="2080895">
                  <a:moveTo>
                    <a:pt x="1605127" y="414845"/>
                  </a:moveTo>
                  <a:lnTo>
                    <a:pt x="891743" y="414845"/>
                  </a:lnTo>
                  <a:lnTo>
                    <a:pt x="891743" y="2080844"/>
                  </a:lnTo>
                  <a:lnTo>
                    <a:pt x="1605127" y="2080844"/>
                  </a:lnTo>
                  <a:lnTo>
                    <a:pt x="1605127" y="414845"/>
                  </a:lnTo>
                  <a:close/>
                </a:path>
                <a:path w="5172075" h="2080895">
                  <a:moveTo>
                    <a:pt x="2496870" y="209626"/>
                  </a:moveTo>
                  <a:lnTo>
                    <a:pt x="1783486" y="209626"/>
                  </a:lnTo>
                  <a:lnTo>
                    <a:pt x="1783486" y="2080844"/>
                  </a:lnTo>
                  <a:lnTo>
                    <a:pt x="2496870" y="2080844"/>
                  </a:lnTo>
                  <a:lnTo>
                    <a:pt x="2496870" y="209626"/>
                  </a:lnTo>
                  <a:close/>
                </a:path>
                <a:path w="5172075" h="2080895">
                  <a:moveTo>
                    <a:pt x="3388601" y="346443"/>
                  </a:moveTo>
                  <a:lnTo>
                    <a:pt x="2675217" y="346443"/>
                  </a:lnTo>
                  <a:lnTo>
                    <a:pt x="2675217" y="2080844"/>
                  </a:lnTo>
                  <a:lnTo>
                    <a:pt x="3388601" y="2080844"/>
                  </a:lnTo>
                  <a:lnTo>
                    <a:pt x="3388601" y="346443"/>
                  </a:lnTo>
                  <a:close/>
                </a:path>
                <a:path w="5172075" h="2080895">
                  <a:moveTo>
                    <a:pt x="4280344" y="0"/>
                  </a:moveTo>
                  <a:lnTo>
                    <a:pt x="3566960" y="0"/>
                  </a:lnTo>
                  <a:lnTo>
                    <a:pt x="3566960" y="2080844"/>
                  </a:lnTo>
                  <a:lnTo>
                    <a:pt x="4280344" y="2080844"/>
                  </a:lnTo>
                  <a:lnTo>
                    <a:pt x="4280344" y="0"/>
                  </a:lnTo>
                  <a:close/>
                </a:path>
                <a:path w="5172075" h="2080895">
                  <a:moveTo>
                    <a:pt x="5172075" y="33096"/>
                  </a:moveTo>
                  <a:lnTo>
                    <a:pt x="4458690" y="33096"/>
                  </a:lnTo>
                  <a:lnTo>
                    <a:pt x="4458690" y="2080844"/>
                  </a:lnTo>
                  <a:lnTo>
                    <a:pt x="5172075" y="2080844"/>
                  </a:lnTo>
                  <a:lnTo>
                    <a:pt x="5172075" y="33096"/>
                  </a:lnTo>
                  <a:close/>
                </a:path>
              </a:pathLst>
            </a:custGeom>
            <a:solidFill>
              <a:srgbClr val="6fb0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7" name="object 68"/>
            <p:cNvSpPr/>
            <p:nvPr/>
          </p:nvSpPr>
          <p:spPr>
            <a:xfrm>
              <a:off x="7290720" y="5248440"/>
              <a:ext cx="4458600" cy="342000"/>
            </a:xfrm>
            <a:custGeom>
              <a:avLst/>
              <a:gdLst>
                <a:gd name="textAreaLeft" fmla="*/ 0 w 4458600"/>
                <a:gd name="textAreaRight" fmla="*/ 4458960 w 4458600"/>
                <a:gd name="textAreaTop" fmla="*/ 0 h 342000"/>
                <a:gd name="textAreaBottom" fmla="*/ 342360 h 342000"/>
              </a:gdLst>
              <a:ahLst/>
              <a:rect l="textAreaLeft" t="textAreaTop" r="textAreaRight" b="textAreaBottom"/>
              <a:pathLst>
                <a:path w="4458970" h="342264">
                  <a:moveTo>
                    <a:pt x="0" y="150050"/>
                  </a:moveTo>
                  <a:lnTo>
                    <a:pt x="891737" y="342026"/>
                  </a:lnTo>
                  <a:lnTo>
                    <a:pt x="1783473" y="172116"/>
                  </a:lnTo>
                  <a:lnTo>
                    <a:pt x="2675210" y="172116"/>
                  </a:lnTo>
                  <a:lnTo>
                    <a:pt x="3566947" y="108124"/>
                  </a:lnTo>
                  <a:lnTo>
                    <a:pt x="4458685" y="0"/>
                  </a:lnTo>
                </a:path>
              </a:pathLst>
            </a:custGeom>
            <a:noFill/>
            <a:ln w="28574">
              <a:solidFill>
                <a:srgbClr val="fbb61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178" name="object 69" descr=""/>
            <p:cNvPicPr/>
            <p:nvPr/>
          </p:nvPicPr>
          <p:blipFill>
            <a:blip r:embed="rId10"/>
            <a:stretch/>
          </p:blipFill>
          <p:spPr>
            <a:xfrm>
              <a:off x="6382440" y="396360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79" name="object 70" descr=""/>
            <p:cNvPicPr/>
            <p:nvPr/>
          </p:nvPicPr>
          <p:blipFill>
            <a:blip r:embed="rId11"/>
            <a:stretch/>
          </p:blipFill>
          <p:spPr>
            <a:xfrm>
              <a:off x="8030160" y="3963600"/>
              <a:ext cx="93960" cy="93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180" name="object 71"/>
          <p:cNvSpPr/>
          <p:nvPr/>
        </p:nvSpPr>
        <p:spPr>
          <a:xfrm>
            <a:off x="6359400" y="3581640"/>
            <a:ext cx="2871000" cy="86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Cinema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tickets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sold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vs.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usage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137160">
              <a:lnSpc>
                <a:spcPct val="100000"/>
              </a:lnSpc>
              <a:spcBef>
                <a:spcPts val="896"/>
              </a:spcBef>
              <a:tabLst>
                <a:tab algn="l" pos="1785600"/>
              </a:tabLst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No.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of Cinema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tickets </a:t>
            </a:r>
            <a:r>
              <a:rPr b="0" lang="ro-RO" sz="1000" spc="-21" strike="noStrike">
                <a:solidFill>
                  <a:srgbClr val="d1d0cd"/>
                </a:solidFill>
                <a:latin typeface="Arial MT"/>
              </a:rPr>
              <a:t>sold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No.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of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Netflix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21" strike="noStrike">
                <a:solidFill>
                  <a:srgbClr val="d1d0cd"/>
                </a:solidFill>
                <a:latin typeface="Arial MT"/>
              </a:rPr>
              <a:t>users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  <a:p>
            <a:pPr marL="224640">
              <a:lnSpc>
                <a:spcPct val="100000"/>
              </a:lnSpc>
              <a:spcBef>
                <a:spcPts val="649"/>
              </a:spcBef>
              <a:tabLst>
                <a:tab algn="l" pos="1785600"/>
              </a:tabLst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1000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PlaceHolder 1"/>
          <p:cNvSpPr>
            <a:spLocks noGrp="1"/>
          </p:cNvSpPr>
          <p:nvPr>
            <p:ph type="title"/>
          </p:nvPr>
        </p:nvSpPr>
        <p:spPr>
          <a:xfrm>
            <a:off x="358920" y="406440"/>
            <a:ext cx="1162188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1595160"/>
                <a:tab algn="l" pos="3125520"/>
                <a:tab algn="l" pos="3666600"/>
                <a:tab algn="l" pos="6008400"/>
                <a:tab algn="l" pos="7002000"/>
                <a:tab algn="l" pos="8772480"/>
              </a:tabLst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Global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trends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26" strike="noStrike">
                <a:solidFill>
                  <a:schemeClr val="lt1"/>
                </a:solidFill>
                <a:latin typeface="Segoe UI Light"/>
              </a:rPr>
              <a:t>in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streaming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26" strike="noStrike">
                <a:solidFill>
                  <a:schemeClr val="lt1"/>
                </a:solidFill>
                <a:latin typeface="Segoe UI Light"/>
              </a:rPr>
              <a:t>and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cultural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engagement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object 73"/>
          <p:cNvSpPr/>
          <p:nvPr/>
        </p:nvSpPr>
        <p:spPr>
          <a:xfrm>
            <a:off x="10760040" y="1482840"/>
            <a:ext cx="1393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248" strike="noStrike">
                <a:solidFill>
                  <a:srgbClr val="d1d0cd"/>
                </a:solidFill>
                <a:latin typeface="Arial MT"/>
              </a:rPr>
              <a:t>V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object 74"/>
          <p:cNvSpPr/>
          <p:nvPr/>
        </p:nvSpPr>
        <p:spPr>
          <a:xfrm>
            <a:off x="7553160" y="1389240"/>
            <a:ext cx="1126080" cy="60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7400" bIns="0" anchor="t">
            <a:spAutoFit/>
          </a:bodyPr>
          <a:p>
            <a:pPr marL="38160">
              <a:lnSpc>
                <a:spcPct val="100000"/>
              </a:lnSpc>
              <a:spcBef>
                <a:spcPts val="609"/>
              </a:spcBef>
            </a:pP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Country,</a:t>
            </a:r>
            <a:r>
              <a:rPr b="0" lang="ro-RO" sz="1200" spc="-4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510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Australia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object 75"/>
          <p:cNvSpPr/>
          <p:nvPr/>
        </p:nvSpPr>
        <p:spPr>
          <a:xfrm>
            <a:off x="7553160" y="1884600"/>
            <a:ext cx="1159920" cy="18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6200" bIns="0" anchor="t">
            <a:spAutoFit/>
          </a:bodyPr>
          <a:p>
            <a:pPr marL="38160">
              <a:lnSpc>
                <a:spcPct val="100000"/>
              </a:lnSpc>
              <a:spcBef>
                <a:spcPts val="836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Brazil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Canada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France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Germany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India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object 76"/>
          <p:cNvSpPr/>
          <p:nvPr/>
        </p:nvSpPr>
        <p:spPr>
          <a:xfrm>
            <a:off x="10887120" y="1676520"/>
            <a:ext cx="75960" cy="942480"/>
          </a:xfrm>
          <a:custGeom>
            <a:avLst/>
            <a:gdLst>
              <a:gd name="textAreaLeft" fmla="*/ 0 w 75960"/>
              <a:gd name="textAreaRight" fmla="*/ 76320 w 75960"/>
              <a:gd name="textAreaTop" fmla="*/ 0 h 942480"/>
              <a:gd name="textAreaBottom" fmla="*/ 942840 h 942480"/>
            </a:gdLst>
            <a:ahLst/>
            <a:rect l="textAreaLeft" t="textAreaTop" r="textAreaRight" b="textAreaBottom"/>
            <a:pathLst>
              <a:path w="76200" h="942975">
                <a:moveTo>
                  <a:pt x="76199" y="942974"/>
                </a:moveTo>
                <a:lnTo>
                  <a:pt x="0" y="942974"/>
                </a:lnTo>
                <a:lnTo>
                  <a:pt x="0" y="0"/>
                </a:lnTo>
                <a:lnTo>
                  <a:pt x="76199" y="0"/>
                </a:lnTo>
                <a:lnTo>
                  <a:pt x="76199" y="942974"/>
                </a:lnTo>
                <a:close/>
              </a:path>
            </a:pathLst>
          </a:custGeom>
          <a:solidFill>
            <a:srgbClr val="8a87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87" name="object 3"/>
          <p:cNvGrpSpPr/>
          <p:nvPr/>
        </p:nvGrpSpPr>
        <p:grpSpPr>
          <a:xfrm>
            <a:off x="228600" y="228600"/>
            <a:ext cx="12191760" cy="6857640"/>
            <a:chOff x="228600" y="228600"/>
            <a:chExt cx="12191760" cy="6857640"/>
          </a:xfrm>
        </p:grpSpPr>
        <p:sp>
          <p:nvSpPr>
            <p:cNvPr id="188" name="object 4"/>
            <p:cNvSpPr/>
            <p:nvPr/>
          </p:nvSpPr>
          <p:spPr>
            <a:xfrm>
              <a:off x="228600" y="22860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3a3a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9" name="object 5"/>
            <p:cNvSpPr/>
            <p:nvPr/>
          </p:nvSpPr>
          <p:spPr>
            <a:xfrm>
              <a:off x="1509840" y="6502320"/>
              <a:ext cx="10296000" cy="9000"/>
            </a:xfrm>
            <a:custGeom>
              <a:avLst/>
              <a:gdLst>
                <a:gd name="textAreaLeft" fmla="*/ 0 w 10296000"/>
                <a:gd name="textAreaRight" fmla="*/ 10296360 w 1029600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10296525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10296525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10296525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10296525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10296525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10296525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10296525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10296525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10296525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10296525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10296525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10296525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10296525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10296525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10296525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10296525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10296525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10296525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4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4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10296525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10296525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4" y="464"/>
                  </a:lnTo>
                  <a:lnTo>
                    <a:pt x="913934" y="2324"/>
                  </a:lnTo>
                  <a:lnTo>
                    <a:pt x="914399" y="3447"/>
                  </a:lnTo>
                  <a:lnTo>
                    <a:pt x="914399" y="6077"/>
                  </a:lnTo>
                  <a:lnTo>
                    <a:pt x="913934" y="7200"/>
                  </a:lnTo>
                  <a:lnTo>
                    <a:pt x="912074" y="9060"/>
                  </a:lnTo>
                  <a:lnTo>
                    <a:pt x="910952" y="9524"/>
                  </a:lnTo>
                  <a:close/>
                </a:path>
                <a:path w="10296525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10296525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4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4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10296525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10296525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4" y="6077"/>
                  </a:lnTo>
                  <a:lnTo>
                    <a:pt x="1095374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10296525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10296525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4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4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10296525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10296525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10296525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10296525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10296525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4" y="7200"/>
                  </a:lnTo>
                  <a:lnTo>
                    <a:pt x="1428749" y="6077"/>
                  </a:lnTo>
                  <a:lnTo>
                    <a:pt x="1428749" y="3447"/>
                  </a:lnTo>
                  <a:lnTo>
                    <a:pt x="1429214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49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49" y="9060"/>
                  </a:lnTo>
                  <a:lnTo>
                    <a:pt x="1434827" y="9524"/>
                  </a:lnTo>
                  <a:close/>
                </a:path>
                <a:path w="10296525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10296525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10296525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5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5" y="9060"/>
                  </a:lnTo>
                  <a:lnTo>
                    <a:pt x="1577702" y="9524"/>
                  </a:lnTo>
                  <a:close/>
                </a:path>
                <a:path w="10296525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49" y="464"/>
                  </a:lnTo>
                  <a:lnTo>
                    <a:pt x="1628309" y="2324"/>
                  </a:lnTo>
                  <a:lnTo>
                    <a:pt x="1628774" y="3447"/>
                  </a:lnTo>
                  <a:lnTo>
                    <a:pt x="1628774" y="6077"/>
                  </a:lnTo>
                  <a:lnTo>
                    <a:pt x="1628309" y="7200"/>
                  </a:lnTo>
                  <a:lnTo>
                    <a:pt x="1626449" y="9060"/>
                  </a:lnTo>
                  <a:lnTo>
                    <a:pt x="1625327" y="9524"/>
                  </a:lnTo>
                  <a:close/>
                </a:path>
                <a:path w="10296525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10296525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10296525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10296525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10296525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10296525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10296525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10296525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4" y="7200"/>
                  </a:lnTo>
                  <a:lnTo>
                    <a:pt x="2000249" y="6077"/>
                  </a:lnTo>
                  <a:lnTo>
                    <a:pt x="2000249" y="3447"/>
                  </a:lnTo>
                  <a:lnTo>
                    <a:pt x="2000714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49" y="464"/>
                  </a:lnTo>
                  <a:lnTo>
                    <a:pt x="2009309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09" y="7200"/>
                  </a:lnTo>
                  <a:lnTo>
                    <a:pt x="2007449" y="9060"/>
                  </a:lnTo>
                  <a:lnTo>
                    <a:pt x="2006327" y="9524"/>
                  </a:lnTo>
                  <a:close/>
                </a:path>
                <a:path w="10296525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5" y="464"/>
                  </a:lnTo>
                  <a:lnTo>
                    <a:pt x="2056935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5" y="7200"/>
                  </a:lnTo>
                  <a:lnTo>
                    <a:pt x="2055075" y="9060"/>
                  </a:lnTo>
                  <a:lnTo>
                    <a:pt x="2053952" y="9524"/>
                  </a:lnTo>
                  <a:close/>
                </a:path>
                <a:path w="10296525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10296525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10296525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49" y="464"/>
                  </a:lnTo>
                  <a:lnTo>
                    <a:pt x="2199809" y="2324"/>
                  </a:lnTo>
                  <a:lnTo>
                    <a:pt x="2200274" y="3447"/>
                  </a:lnTo>
                  <a:lnTo>
                    <a:pt x="2200274" y="6077"/>
                  </a:lnTo>
                  <a:lnTo>
                    <a:pt x="2199809" y="7200"/>
                  </a:lnTo>
                  <a:lnTo>
                    <a:pt x="2197949" y="9060"/>
                  </a:lnTo>
                  <a:lnTo>
                    <a:pt x="2196827" y="9524"/>
                  </a:lnTo>
                  <a:close/>
                </a:path>
                <a:path w="10296525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10296525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10296525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10296525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10296525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10296525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10296525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89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89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10296525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10296525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10296525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10296525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10296525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10296525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5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5" y="9060"/>
                  </a:lnTo>
                  <a:lnTo>
                    <a:pt x="2815952" y="9524"/>
                  </a:lnTo>
                  <a:close/>
                </a:path>
                <a:path w="10296525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59" y="2324"/>
                  </a:lnTo>
                  <a:lnTo>
                    <a:pt x="2867024" y="3447"/>
                  </a:lnTo>
                  <a:lnTo>
                    <a:pt x="2867024" y="6077"/>
                  </a:lnTo>
                  <a:lnTo>
                    <a:pt x="2866559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10296525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10296525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  <a:path w="10296525" h="9525">
                  <a:moveTo>
                    <a:pt x="3006452" y="9524"/>
                  </a:moveTo>
                  <a:lnTo>
                    <a:pt x="3003822" y="9524"/>
                  </a:lnTo>
                  <a:lnTo>
                    <a:pt x="3002699" y="9060"/>
                  </a:lnTo>
                  <a:lnTo>
                    <a:pt x="3000839" y="7200"/>
                  </a:lnTo>
                  <a:lnTo>
                    <a:pt x="3000374" y="6077"/>
                  </a:lnTo>
                  <a:lnTo>
                    <a:pt x="3000374" y="3447"/>
                  </a:lnTo>
                  <a:lnTo>
                    <a:pt x="3000839" y="2324"/>
                  </a:lnTo>
                  <a:lnTo>
                    <a:pt x="3002699" y="464"/>
                  </a:lnTo>
                  <a:lnTo>
                    <a:pt x="3003822" y="0"/>
                  </a:lnTo>
                  <a:lnTo>
                    <a:pt x="3006452" y="0"/>
                  </a:lnTo>
                  <a:lnTo>
                    <a:pt x="3007574" y="464"/>
                  </a:lnTo>
                  <a:lnTo>
                    <a:pt x="3009434" y="2324"/>
                  </a:lnTo>
                  <a:lnTo>
                    <a:pt x="3009899" y="3447"/>
                  </a:lnTo>
                  <a:lnTo>
                    <a:pt x="3009899" y="6077"/>
                  </a:lnTo>
                  <a:lnTo>
                    <a:pt x="3009434" y="7200"/>
                  </a:lnTo>
                  <a:lnTo>
                    <a:pt x="3007574" y="9060"/>
                  </a:lnTo>
                  <a:lnTo>
                    <a:pt x="3006452" y="9524"/>
                  </a:lnTo>
                  <a:close/>
                </a:path>
                <a:path w="10296525" h="9525">
                  <a:moveTo>
                    <a:pt x="3054077" y="9524"/>
                  </a:moveTo>
                  <a:lnTo>
                    <a:pt x="3051447" y="9524"/>
                  </a:lnTo>
                  <a:lnTo>
                    <a:pt x="3050324" y="9060"/>
                  </a:lnTo>
                  <a:lnTo>
                    <a:pt x="3048464" y="7200"/>
                  </a:lnTo>
                  <a:lnTo>
                    <a:pt x="3047999" y="6077"/>
                  </a:lnTo>
                  <a:lnTo>
                    <a:pt x="3047999" y="3447"/>
                  </a:lnTo>
                  <a:lnTo>
                    <a:pt x="3048464" y="2324"/>
                  </a:lnTo>
                  <a:lnTo>
                    <a:pt x="3050324" y="464"/>
                  </a:lnTo>
                  <a:lnTo>
                    <a:pt x="3051447" y="0"/>
                  </a:lnTo>
                  <a:lnTo>
                    <a:pt x="3054077" y="0"/>
                  </a:lnTo>
                  <a:lnTo>
                    <a:pt x="3055199" y="464"/>
                  </a:lnTo>
                  <a:lnTo>
                    <a:pt x="3057059" y="2324"/>
                  </a:lnTo>
                  <a:lnTo>
                    <a:pt x="3057524" y="3447"/>
                  </a:lnTo>
                  <a:lnTo>
                    <a:pt x="3057524" y="6077"/>
                  </a:lnTo>
                  <a:lnTo>
                    <a:pt x="3057059" y="7200"/>
                  </a:lnTo>
                  <a:lnTo>
                    <a:pt x="3055199" y="9060"/>
                  </a:lnTo>
                  <a:lnTo>
                    <a:pt x="3054077" y="9524"/>
                  </a:lnTo>
                  <a:close/>
                </a:path>
                <a:path w="10296525" h="9525">
                  <a:moveTo>
                    <a:pt x="3101702" y="9524"/>
                  </a:moveTo>
                  <a:lnTo>
                    <a:pt x="3099072" y="9524"/>
                  </a:lnTo>
                  <a:lnTo>
                    <a:pt x="3097949" y="9060"/>
                  </a:lnTo>
                  <a:lnTo>
                    <a:pt x="3096089" y="7200"/>
                  </a:lnTo>
                  <a:lnTo>
                    <a:pt x="3095624" y="6077"/>
                  </a:lnTo>
                  <a:lnTo>
                    <a:pt x="3095624" y="3447"/>
                  </a:lnTo>
                  <a:lnTo>
                    <a:pt x="3096089" y="2324"/>
                  </a:lnTo>
                  <a:lnTo>
                    <a:pt x="3097949" y="464"/>
                  </a:lnTo>
                  <a:lnTo>
                    <a:pt x="3099072" y="0"/>
                  </a:lnTo>
                  <a:lnTo>
                    <a:pt x="3101702" y="0"/>
                  </a:lnTo>
                  <a:lnTo>
                    <a:pt x="3102825" y="464"/>
                  </a:lnTo>
                  <a:lnTo>
                    <a:pt x="3104684" y="2324"/>
                  </a:lnTo>
                  <a:lnTo>
                    <a:pt x="3105149" y="3447"/>
                  </a:lnTo>
                  <a:lnTo>
                    <a:pt x="3105149" y="6077"/>
                  </a:lnTo>
                  <a:lnTo>
                    <a:pt x="3104684" y="7200"/>
                  </a:lnTo>
                  <a:lnTo>
                    <a:pt x="3102825" y="9060"/>
                  </a:lnTo>
                  <a:lnTo>
                    <a:pt x="3101702" y="9524"/>
                  </a:lnTo>
                  <a:close/>
                </a:path>
                <a:path w="10296525" h="9525">
                  <a:moveTo>
                    <a:pt x="3149327" y="9524"/>
                  </a:moveTo>
                  <a:lnTo>
                    <a:pt x="3146697" y="9524"/>
                  </a:lnTo>
                  <a:lnTo>
                    <a:pt x="3145574" y="9060"/>
                  </a:lnTo>
                  <a:lnTo>
                    <a:pt x="3143714" y="7200"/>
                  </a:lnTo>
                  <a:lnTo>
                    <a:pt x="3143249" y="6077"/>
                  </a:lnTo>
                  <a:lnTo>
                    <a:pt x="3143249" y="3447"/>
                  </a:lnTo>
                  <a:lnTo>
                    <a:pt x="3143714" y="2324"/>
                  </a:lnTo>
                  <a:lnTo>
                    <a:pt x="3145574" y="464"/>
                  </a:lnTo>
                  <a:lnTo>
                    <a:pt x="3146697" y="0"/>
                  </a:lnTo>
                  <a:lnTo>
                    <a:pt x="3149327" y="0"/>
                  </a:lnTo>
                  <a:lnTo>
                    <a:pt x="3150450" y="464"/>
                  </a:lnTo>
                  <a:lnTo>
                    <a:pt x="3152309" y="2324"/>
                  </a:lnTo>
                  <a:lnTo>
                    <a:pt x="3152774" y="3447"/>
                  </a:lnTo>
                  <a:lnTo>
                    <a:pt x="3152774" y="6077"/>
                  </a:lnTo>
                  <a:lnTo>
                    <a:pt x="3152309" y="7200"/>
                  </a:lnTo>
                  <a:lnTo>
                    <a:pt x="3150450" y="9060"/>
                  </a:lnTo>
                  <a:lnTo>
                    <a:pt x="3149327" y="9524"/>
                  </a:lnTo>
                  <a:close/>
                </a:path>
                <a:path w="10296525" h="9525">
                  <a:moveTo>
                    <a:pt x="3196952" y="9524"/>
                  </a:moveTo>
                  <a:lnTo>
                    <a:pt x="3194322" y="9524"/>
                  </a:lnTo>
                  <a:lnTo>
                    <a:pt x="3193199" y="9060"/>
                  </a:lnTo>
                  <a:lnTo>
                    <a:pt x="3191339" y="7200"/>
                  </a:lnTo>
                  <a:lnTo>
                    <a:pt x="3190874" y="6077"/>
                  </a:lnTo>
                  <a:lnTo>
                    <a:pt x="3190874" y="3447"/>
                  </a:lnTo>
                  <a:lnTo>
                    <a:pt x="3191339" y="2324"/>
                  </a:lnTo>
                  <a:lnTo>
                    <a:pt x="3193199" y="464"/>
                  </a:lnTo>
                  <a:lnTo>
                    <a:pt x="3194322" y="0"/>
                  </a:lnTo>
                  <a:lnTo>
                    <a:pt x="3196952" y="0"/>
                  </a:lnTo>
                  <a:lnTo>
                    <a:pt x="3198074" y="464"/>
                  </a:lnTo>
                  <a:lnTo>
                    <a:pt x="3199934" y="2324"/>
                  </a:lnTo>
                  <a:lnTo>
                    <a:pt x="3200399" y="3447"/>
                  </a:lnTo>
                  <a:lnTo>
                    <a:pt x="3200399" y="6077"/>
                  </a:lnTo>
                  <a:lnTo>
                    <a:pt x="3199934" y="7200"/>
                  </a:lnTo>
                  <a:lnTo>
                    <a:pt x="3198074" y="9060"/>
                  </a:lnTo>
                  <a:lnTo>
                    <a:pt x="3196952" y="9524"/>
                  </a:lnTo>
                  <a:close/>
                </a:path>
                <a:path w="10296525" h="9525">
                  <a:moveTo>
                    <a:pt x="3244577" y="9524"/>
                  </a:moveTo>
                  <a:lnTo>
                    <a:pt x="3241947" y="9524"/>
                  </a:lnTo>
                  <a:lnTo>
                    <a:pt x="3240824" y="9060"/>
                  </a:lnTo>
                  <a:lnTo>
                    <a:pt x="3238964" y="7200"/>
                  </a:lnTo>
                  <a:lnTo>
                    <a:pt x="3238499" y="6077"/>
                  </a:lnTo>
                  <a:lnTo>
                    <a:pt x="3238499" y="3447"/>
                  </a:lnTo>
                  <a:lnTo>
                    <a:pt x="3238964" y="2324"/>
                  </a:lnTo>
                  <a:lnTo>
                    <a:pt x="3240824" y="464"/>
                  </a:lnTo>
                  <a:lnTo>
                    <a:pt x="3241947" y="0"/>
                  </a:lnTo>
                  <a:lnTo>
                    <a:pt x="3244577" y="0"/>
                  </a:lnTo>
                  <a:lnTo>
                    <a:pt x="3245699" y="464"/>
                  </a:lnTo>
                  <a:lnTo>
                    <a:pt x="3247559" y="2324"/>
                  </a:lnTo>
                  <a:lnTo>
                    <a:pt x="3248024" y="3447"/>
                  </a:lnTo>
                  <a:lnTo>
                    <a:pt x="3248024" y="6077"/>
                  </a:lnTo>
                  <a:lnTo>
                    <a:pt x="3247559" y="7200"/>
                  </a:lnTo>
                  <a:lnTo>
                    <a:pt x="3245699" y="9060"/>
                  </a:lnTo>
                  <a:lnTo>
                    <a:pt x="3244577" y="9524"/>
                  </a:lnTo>
                  <a:close/>
                </a:path>
                <a:path w="10296525" h="9525">
                  <a:moveTo>
                    <a:pt x="3292202" y="9524"/>
                  </a:moveTo>
                  <a:lnTo>
                    <a:pt x="3289572" y="9524"/>
                  </a:lnTo>
                  <a:lnTo>
                    <a:pt x="3288449" y="9060"/>
                  </a:lnTo>
                  <a:lnTo>
                    <a:pt x="3286589" y="7200"/>
                  </a:lnTo>
                  <a:lnTo>
                    <a:pt x="3286124" y="6077"/>
                  </a:lnTo>
                  <a:lnTo>
                    <a:pt x="3286124" y="3447"/>
                  </a:lnTo>
                  <a:lnTo>
                    <a:pt x="3286589" y="2324"/>
                  </a:lnTo>
                  <a:lnTo>
                    <a:pt x="3288449" y="464"/>
                  </a:lnTo>
                  <a:lnTo>
                    <a:pt x="3289572" y="0"/>
                  </a:lnTo>
                  <a:lnTo>
                    <a:pt x="3292202" y="0"/>
                  </a:lnTo>
                  <a:lnTo>
                    <a:pt x="3293325" y="464"/>
                  </a:lnTo>
                  <a:lnTo>
                    <a:pt x="3295184" y="2324"/>
                  </a:lnTo>
                  <a:lnTo>
                    <a:pt x="3295649" y="3447"/>
                  </a:lnTo>
                  <a:lnTo>
                    <a:pt x="3295649" y="6077"/>
                  </a:lnTo>
                  <a:lnTo>
                    <a:pt x="3295184" y="7200"/>
                  </a:lnTo>
                  <a:lnTo>
                    <a:pt x="3293325" y="9060"/>
                  </a:lnTo>
                  <a:lnTo>
                    <a:pt x="3292202" y="9524"/>
                  </a:lnTo>
                  <a:close/>
                </a:path>
                <a:path w="10296525" h="9525">
                  <a:moveTo>
                    <a:pt x="3339827" y="9524"/>
                  </a:moveTo>
                  <a:lnTo>
                    <a:pt x="3337197" y="9524"/>
                  </a:lnTo>
                  <a:lnTo>
                    <a:pt x="3336074" y="9060"/>
                  </a:lnTo>
                  <a:lnTo>
                    <a:pt x="3334214" y="7200"/>
                  </a:lnTo>
                  <a:lnTo>
                    <a:pt x="3333749" y="6077"/>
                  </a:lnTo>
                  <a:lnTo>
                    <a:pt x="3333749" y="3447"/>
                  </a:lnTo>
                  <a:lnTo>
                    <a:pt x="3334214" y="2324"/>
                  </a:lnTo>
                  <a:lnTo>
                    <a:pt x="3336074" y="464"/>
                  </a:lnTo>
                  <a:lnTo>
                    <a:pt x="3337197" y="0"/>
                  </a:lnTo>
                  <a:lnTo>
                    <a:pt x="3339827" y="0"/>
                  </a:lnTo>
                  <a:lnTo>
                    <a:pt x="3340950" y="464"/>
                  </a:lnTo>
                  <a:lnTo>
                    <a:pt x="3342809" y="2324"/>
                  </a:lnTo>
                  <a:lnTo>
                    <a:pt x="3343274" y="3447"/>
                  </a:lnTo>
                  <a:lnTo>
                    <a:pt x="3343274" y="6077"/>
                  </a:lnTo>
                  <a:lnTo>
                    <a:pt x="3342809" y="7200"/>
                  </a:lnTo>
                  <a:lnTo>
                    <a:pt x="3340950" y="9060"/>
                  </a:lnTo>
                  <a:lnTo>
                    <a:pt x="3339827" y="9524"/>
                  </a:lnTo>
                  <a:close/>
                </a:path>
                <a:path w="10296525" h="9525">
                  <a:moveTo>
                    <a:pt x="3387452" y="9524"/>
                  </a:moveTo>
                  <a:lnTo>
                    <a:pt x="3384822" y="9524"/>
                  </a:lnTo>
                  <a:lnTo>
                    <a:pt x="3383699" y="9060"/>
                  </a:lnTo>
                  <a:lnTo>
                    <a:pt x="3381839" y="7200"/>
                  </a:lnTo>
                  <a:lnTo>
                    <a:pt x="3381374" y="6077"/>
                  </a:lnTo>
                  <a:lnTo>
                    <a:pt x="3381374" y="3447"/>
                  </a:lnTo>
                  <a:lnTo>
                    <a:pt x="3381839" y="2324"/>
                  </a:lnTo>
                  <a:lnTo>
                    <a:pt x="3383699" y="464"/>
                  </a:lnTo>
                  <a:lnTo>
                    <a:pt x="3384822" y="0"/>
                  </a:lnTo>
                  <a:lnTo>
                    <a:pt x="3387452" y="0"/>
                  </a:lnTo>
                  <a:lnTo>
                    <a:pt x="3388575" y="464"/>
                  </a:lnTo>
                  <a:lnTo>
                    <a:pt x="3390434" y="2324"/>
                  </a:lnTo>
                  <a:lnTo>
                    <a:pt x="3390899" y="3447"/>
                  </a:lnTo>
                  <a:lnTo>
                    <a:pt x="3390899" y="6077"/>
                  </a:lnTo>
                  <a:lnTo>
                    <a:pt x="3390434" y="7200"/>
                  </a:lnTo>
                  <a:lnTo>
                    <a:pt x="3388575" y="9060"/>
                  </a:lnTo>
                  <a:lnTo>
                    <a:pt x="3387452" y="9524"/>
                  </a:lnTo>
                  <a:close/>
                </a:path>
                <a:path w="10296525" h="9525">
                  <a:moveTo>
                    <a:pt x="3435077" y="9524"/>
                  </a:moveTo>
                  <a:lnTo>
                    <a:pt x="3432447" y="9524"/>
                  </a:lnTo>
                  <a:lnTo>
                    <a:pt x="3431324" y="9060"/>
                  </a:lnTo>
                  <a:lnTo>
                    <a:pt x="3429464" y="7200"/>
                  </a:lnTo>
                  <a:lnTo>
                    <a:pt x="3428999" y="6077"/>
                  </a:lnTo>
                  <a:lnTo>
                    <a:pt x="3428999" y="3447"/>
                  </a:lnTo>
                  <a:lnTo>
                    <a:pt x="3429464" y="2324"/>
                  </a:lnTo>
                  <a:lnTo>
                    <a:pt x="3431324" y="464"/>
                  </a:lnTo>
                  <a:lnTo>
                    <a:pt x="3432447" y="0"/>
                  </a:lnTo>
                  <a:lnTo>
                    <a:pt x="3435077" y="0"/>
                  </a:lnTo>
                  <a:lnTo>
                    <a:pt x="3436199" y="464"/>
                  </a:lnTo>
                  <a:lnTo>
                    <a:pt x="3438059" y="2324"/>
                  </a:lnTo>
                  <a:lnTo>
                    <a:pt x="3438524" y="3447"/>
                  </a:lnTo>
                  <a:lnTo>
                    <a:pt x="3438524" y="6077"/>
                  </a:lnTo>
                  <a:lnTo>
                    <a:pt x="3438059" y="7200"/>
                  </a:lnTo>
                  <a:lnTo>
                    <a:pt x="3436199" y="9060"/>
                  </a:lnTo>
                  <a:lnTo>
                    <a:pt x="3435077" y="9524"/>
                  </a:lnTo>
                  <a:close/>
                </a:path>
                <a:path w="10296525" h="9525">
                  <a:moveTo>
                    <a:pt x="3482702" y="9524"/>
                  </a:moveTo>
                  <a:lnTo>
                    <a:pt x="3480072" y="9524"/>
                  </a:lnTo>
                  <a:lnTo>
                    <a:pt x="3478949" y="9060"/>
                  </a:lnTo>
                  <a:lnTo>
                    <a:pt x="3477089" y="7200"/>
                  </a:lnTo>
                  <a:lnTo>
                    <a:pt x="3476624" y="6077"/>
                  </a:lnTo>
                  <a:lnTo>
                    <a:pt x="3476624" y="3447"/>
                  </a:lnTo>
                  <a:lnTo>
                    <a:pt x="3477089" y="2324"/>
                  </a:lnTo>
                  <a:lnTo>
                    <a:pt x="3478949" y="464"/>
                  </a:lnTo>
                  <a:lnTo>
                    <a:pt x="3480072" y="0"/>
                  </a:lnTo>
                  <a:lnTo>
                    <a:pt x="3482702" y="0"/>
                  </a:lnTo>
                  <a:lnTo>
                    <a:pt x="3483824" y="464"/>
                  </a:lnTo>
                  <a:lnTo>
                    <a:pt x="3485684" y="2324"/>
                  </a:lnTo>
                  <a:lnTo>
                    <a:pt x="3486149" y="3447"/>
                  </a:lnTo>
                  <a:lnTo>
                    <a:pt x="3486149" y="6077"/>
                  </a:lnTo>
                  <a:lnTo>
                    <a:pt x="3485684" y="7200"/>
                  </a:lnTo>
                  <a:lnTo>
                    <a:pt x="3483824" y="9060"/>
                  </a:lnTo>
                  <a:lnTo>
                    <a:pt x="3482702" y="9524"/>
                  </a:lnTo>
                  <a:close/>
                </a:path>
                <a:path w="10296525" h="9525">
                  <a:moveTo>
                    <a:pt x="3530327" y="9524"/>
                  </a:moveTo>
                  <a:lnTo>
                    <a:pt x="3527697" y="9524"/>
                  </a:lnTo>
                  <a:lnTo>
                    <a:pt x="3526574" y="9060"/>
                  </a:lnTo>
                  <a:lnTo>
                    <a:pt x="3524714" y="7200"/>
                  </a:lnTo>
                  <a:lnTo>
                    <a:pt x="3524249" y="6077"/>
                  </a:lnTo>
                  <a:lnTo>
                    <a:pt x="3524249" y="3447"/>
                  </a:lnTo>
                  <a:lnTo>
                    <a:pt x="3524714" y="2324"/>
                  </a:lnTo>
                  <a:lnTo>
                    <a:pt x="3526574" y="464"/>
                  </a:lnTo>
                  <a:lnTo>
                    <a:pt x="3527697" y="0"/>
                  </a:lnTo>
                  <a:lnTo>
                    <a:pt x="3530327" y="0"/>
                  </a:lnTo>
                  <a:lnTo>
                    <a:pt x="3531449" y="464"/>
                  </a:lnTo>
                  <a:lnTo>
                    <a:pt x="3533309" y="2324"/>
                  </a:lnTo>
                  <a:lnTo>
                    <a:pt x="3533774" y="3447"/>
                  </a:lnTo>
                  <a:lnTo>
                    <a:pt x="3533774" y="6077"/>
                  </a:lnTo>
                  <a:lnTo>
                    <a:pt x="3533309" y="7200"/>
                  </a:lnTo>
                  <a:lnTo>
                    <a:pt x="3531449" y="9060"/>
                  </a:lnTo>
                  <a:lnTo>
                    <a:pt x="3530327" y="9524"/>
                  </a:lnTo>
                  <a:close/>
                </a:path>
                <a:path w="10296525" h="9525">
                  <a:moveTo>
                    <a:pt x="3577952" y="9524"/>
                  </a:moveTo>
                  <a:lnTo>
                    <a:pt x="3575322" y="9524"/>
                  </a:lnTo>
                  <a:lnTo>
                    <a:pt x="3574199" y="9060"/>
                  </a:lnTo>
                  <a:lnTo>
                    <a:pt x="3572339" y="7200"/>
                  </a:lnTo>
                  <a:lnTo>
                    <a:pt x="3571874" y="6077"/>
                  </a:lnTo>
                  <a:lnTo>
                    <a:pt x="3571874" y="3447"/>
                  </a:lnTo>
                  <a:lnTo>
                    <a:pt x="3572339" y="2324"/>
                  </a:lnTo>
                  <a:lnTo>
                    <a:pt x="3574199" y="464"/>
                  </a:lnTo>
                  <a:lnTo>
                    <a:pt x="3575322" y="0"/>
                  </a:lnTo>
                  <a:lnTo>
                    <a:pt x="3577952" y="0"/>
                  </a:lnTo>
                  <a:lnTo>
                    <a:pt x="3579074" y="464"/>
                  </a:lnTo>
                  <a:lnTo>
                    <a:pt x="3580934" y="2324"/>
                  </a:lnTo>
                  <a:lnTo>
                    <a:pt x="3581399" y="3447"/>
                  </a:lnTo>
                  <a:lnTo>
                    <a:pt x="3581399" y="6077"/>
                  </a:lnTo>
                  <a:lnTo>
                    <a:pt x="3580934" y="7200"/>
                  </a:lnTo>
                  <a:lnTo>
                    <a:pt x="3579074" y="9060"/>
                  </a:lnTo>
                  <a:lnTo>
                    <a:pt x="3577952" y="9524"/>
                  </a:lnTo>
                  <a:close/>
                </a:path>
                <a:path w="10296525" h="9525">
                  <a:moveTo>
                    <a:pt x="3625577" y="9524"/>
                  </a:moveTo>
                  <a:lnTo>
                    <a:pt x="3622947" y="9524"/>
                  </a:lnTo>
                  <a:lnTo>
                    <a:pt x="3621824" y="9060"/>
                  </a:lnTo>
                  <a:lnTo>
                    <a:pt x="3619964" y="7200"/>
                  </a:lnTo>
                  <a:lnTo>
                    <a:pt x="3619499" y="6077"/>
                  </a:lnTo>
                  <a:lnTo>
                    <a:pt x="3619499" y="3447"/>
                  </a:lnTo>
                  <a:lnTo>
                    <a:pt x="3619964" y="2324"/>
                  </a:lnTo>
                  <a:lnTo>
                    <a:pt x="3621824" y="464"/>
                  </a:lnTo>
                  <a:lnTo>
                    <a:pt x="3622947" y="0"/>
                  </a:lnTo>
                  <a:lnTo>
                    <a:pt x="3625577" y="0"/>
                  </a:lnTo>
                  <a:lnTo>
                    <a:pt x="3626699" y="464"/>
                  </a:lnTo>
                  <a:lnTo>
                    <a:pt x="3628559" y="2324"/>
                  </a:lnTo>
                  <a:lnTo>
                    <a:pt x="3629024" y="3447"/>
                  </a:lnTo>
                  <a:lnTo>
                    <a:pt x="3629024" y="6077"/>
                  </a:lnTo>
                  <a:lnTo>
                    <a:pt x="3628559" y="7200"/>
                  </a:lnTo>
                  <a:lnTo>
                    <a:pt x="3626699" y="9060"/>
                  </a:lnTo>
                  <a:lnTo>
                    <a:pt x="3625577" y="9524"/>
                  </a:lnTo>
                  <a:close/>
                </a:path>
                <a:path w="10296525" h="9525">
                  <a:moveTo>
                    <a:pt x="3673202" y="9524"/>
                  </a:moveTo>
                  <a:lnTo>
                    <a:pt x="3670572" y="9524"/>
                  </a:lnTo>
                  <a:lnTo>
                    <a:pt x="3669449" y="9060"/>
                  </a:lnTo>
                  <a:lnTo>
                    <a:pt x="3667589" y="7200"/>
                  </a:lnTo>
                  <a:lnTo>
                    <a:pt x="3667124" y="6077"/>
                  </a:lnTo>
                  <a:lnTo>
                    <a:pt x="3667124" y="3447"/>
                  </a:lnTo>
                  <a:lnTo>
                    <a:pt x="3667589" y="2324"/>
                  </a:lnTo>
                  <a:lnTo>
                    <a:pt x="3669449" y="464"/>
                  </a:lnTo>
                  <a:lnTo>
                    <a:pt x="3670572" y="0"/>
                  </a:lnTo>
                  <a:lnTo>
                    <a:pt x="3673202" y="0"/>
                  </a:lnTo>
                  <a:lnTo>
                    <a:pt x="3674324" y="464"/>
                  </a:lnTo>
                  <a:lnTo>
                    <a:pt x="3676184" y="2324"/>
                  </a:lnTo>
                  <a:lnTo>
                    <a:pt x="3676649" y="3447"/>
                  </a:lnTo>
                  <a:lnTo>
                    <a:pt x="3676649" y="6077"/>
                  </a:lnTo>
                  <a:lnTo>
                    <a:pt x="3676184" y="7200"/>
                  </a:lnTo>
                  <a:lnTo>
                    <a:pt x="3674324" y="9060"/>
                  </a:lnTo>
                  <a:lnTo>
                    <a:pt x="3673202" y="9524"/>
                  </a:lnTo>
                  <a:close/>
                </a:path>
                <a:path w="10296525" h="9525">
                  <a:moveTo>
                    <a:pt x="3720827" y="9524"/>
                  </a:moveTo>
                  <a:lnTo>
                    <a:pt x="3718197" y="9524"/>
                  </a:lnTo>
                  <a:lnTo>
                    <a:pt x="3717074" y="9060"/>
                  </a:lnTo>
                  <a:lnTo>
                    <a:pt x="3715214" y="7200"/>
                  </a:lnTo>
                  <a:lnTo>
                    <a:pt x="3714749" y="6077"/>
                  </a:lnTo>
                  <a:lnTo>
                    <a:pt x="3714749" y="3447"/>
                  </a:lnTo>
                  <a:lnTo>
                    <a:pt x="3715214" y="2324"/>
                  </a:lnTo>
                  <a:lnTo>
                    <a:pt x="3717074" y="464"/>
                  </a:lnTo>
                  <a:lnTo>
                    <a:pt x="3718197" y="0"/>
                  </a:lnTo>
                  <a:lnTo>
                    <a:pt x="3720827" y="0"/>
                  </a:lnTo>
                  <a:lnTo>
                    <a:pt x="3721949" y="464"/>
                  </a:lnTo>
                  <a:lnTo>
                    <a:pt x="3723809" y="2324"/>
                  </a:lnTo>
                  <a:lnTo>
                    <a:pt x="3724274" y="3447"/>
                  </a:lnTo>
                  <a:lnTo>
                    <a:pt x="3724274" y="6077"/>
                  </a:lnTo>
                  <a:lnTo>
                    <a:pt x="3723809" y="7200"/>
                  </a:lnTo>
                  <a:lnTo>
                    <a:pt x="3721949" y="9060"/>
                  </a:lnTo>
                  <a:lnTo>
                    <a:pt x="3720827" y="9524"/>
                  </a:lnTo>
                  <a:close/>
                </a:path>
                <a:path w="10296525" h="9525">
                  <a:moveTo>
                    <a:pt x="3768451" y="9524"/>
                  </a:moveTo>
                  <a:lnTo>
                    <a:pt x="3765822" y="9524"/>
                  </a:lnTo>
                  <a:lnTo>
                    <a:pt x="3764699" y="9060"/>
                  </a:lnTo>
                  <a:lnTo>
                    <a:pt x="3762839" y="7200"/>
                  </a:lnTo>
                  <a:lnTo>
                    <a:pt x="3762374" y="6077"/>
                  </a:lnTo>
                  <a:lnTo>
                    <a:pt x="3762374" y="3447"/>
                  </a:lnTo>
                  <a:lnTo>
                    <a:pt x="3762839" y="2324"/>
                  </a:lnTo>
                  <a:lnTo>
                    <a:pt x="3764699" y="464"/>
                  </a:lnTo>
                  <a:lnTo>
                    <a:pt x="3765822" y="0"/>
                  </a:lnTo>
                  <a:lnTo>
                    <a:pt x="3768451" y="0"/>
                  </a:lnTo>
                  <a:lnTo>
                    <a:pt x="3769574" y="464"/>
                  </a:lnTo>
                  <a:lnTo>
                    <a:pt x="3771434" y="2324"/>
                  </a:lnTo>
                  <a:lnTo>
                    <a:pt x="3771899" y="3447"/>
                  </a:lnTo>
                  <a:lnTo>
                    <a:pt x="3771899" y="6077"/>
                  </a:lnTo>
                  <a:lnTo>
                    <a:pt x="3771434" y="7200"/>
                  </a:lnTo>
                  <a:lnTo>
                    <a:pt x="3769574" y="9060"/>
                  </a:lnTo>
                  <a:lnTo>
                    <a:pt x="3768451" y="9524"/>
                  </a:lnTo>
                  <a:close/>
                </a:path>
                <a:path w="10296525" h="9525">
                  <a:moveTo>
                    <a:pt x="3816077" y="9524"/>
                  </a:moveTo>
                  <a:lnTo>
                    <a:pt x="3813447" y="9524"/>
                  </a:lnTo>
                  <a:lnTo>
                    <a:pt x="3812324" y="9060"/>
                  </a:lnTo>
                  <a:lnTo>
                    <a:pt x="3810464" y="7200"/>
                  </a:lnTo>
                  <a:lnTo>
                    <a:pt x="3809999" y="6077"/>
                  </a:lnTo>
                  <a:lnTo>
                    <a:pt x="3809999" y="3447"/>
                  </a:lnTo>
                  <a:lnTo>
                    <a:pt x="3810464" y="2324"/>
                  </a:lnTo>
                  <a:lnTo>
                    <a:pt x="3812324" y="464"/>
                  </a:lnTo>
                  <a:lnTo>
                    <a:pt x="3813447" y="0"/>
                  </a:lnTo>
                  <a:lnTo>
                    <a:pt x="3816077" y="0"/>
                  </a:lnTo>
                  <a:lnTo>
                    <a:pt x="3817199" y="464"/>
                  </a:lnTo>
                  <a:lnTo>
                    <a:pt x="3819059" y="2324"/>
                  </a:lnTo>
                  <a:lnTo>
                    <a:pt x="3819524" y="3447"/>
                  </a:lnTo>
                  <a:lnTo>
                    <a:pt x="3819524" y="6077"/>
                  </a:lnTo>
                  <a:lnTo>
                    <a:pt x="3819059" y="7200"/>
                  </a:lnTo>
                  <a:lnTo>
                    <a:pt x="3817199" y="9060"/>
                  </a:lnTo>
                  <a:lnTo>
                    <a:pt x="3816077" y="9524"/>
                  </a:lnTo>
                  <a:close/>
                </a:path>
                <a:path w="10296525" h="9525">
                  <a:moveTo>
                    <a:pt x="3863702" y="9524"/>
                  </a:moveTo>
                  <a:lnTo>
                    <a:pt x="3861072" y="9524"/>
                  </a:lnTo>
                  <a:lnTo>
                    <a:pt x="3859949" y="9060"/>
                  </a:lnTo>
                  <a:lnTo>
                    <a:pt x="3858089" y="7200"/>
                  </a:lnTo>
                  <a:lnTo>
                    <a:pt x="3857624" y="6077"/>
                  </a:lnTo>
                  <a:lnTo>
                    <a:pt x="3857624" y="3447"/>
                  </a:lnTo>
                  <a:lnTo>
                    <a:pt x="3858089" y="2324"/>
                  </a:lnTo>
                  <a:lnTo>
                    <a:pt x="3859949" y="464"/>
                  </a:lnTo>
                  <a:lnTo>
                    <a:pt x="3861072" y="0"/>
                  </a:lnTo>
                  <a:lnTo>
                    <a:pt x="3863702" y="0"/>
                  </a:lnTo>
                  <a:lnTo>
                    <a:pt x="3864824" y="464"/>
                  </a:lnTo>
                  <a:lnTo>
                    <a:pt x="3866684" y="2324"/>
                  </a:lnTo>
                  <a:lnTo>
                    <a:pt x="3867149" y="3447"/>
                  </a:lnTo>
                  <a:lnTo>
                    <a:pt x="3867149" y="6077"/>
                  </a:lnTo>
                  <a:lnTo>
                    <a:pt x="3866684" y="7200"/>
                  </a:lnTo>
                  <a:lnTo>
                    <a:pt x="3864824" y="9060"/>
                  </a:lnTo>
                  <a:lnTo>
                    <a:pt x="3863702" y="9524"/>
                  </a:lnTo>
                  <a:close/>
                </a:path>
                <a:path w="10296525" h="9525">
                  <a:moveTo>
                    <a:pt x="3911327" y="9524"/>
                  </a:moveTo>
                  <a:lnTo>
                    <a:pt x="3908697" y="9524"/>
                  </a:lnTo>
                  <a:lnTo>
                    <a:pt x="3907574" y="9060"/>
                  </a:lnTo>
                  <a:lnTo>
                    <a:pt x="3905714" y="7200"/>
                  </a:lnTo>
                  <a:lnTo>
                    <a:pt x="3905249" y="6077"/>
                  </a:lnTo>
                  <a:lnTo>
                    <a:pt x="3905249" y="3447"/>
                  </a:lnTo>
                  <a:lnTo>
                    <a:pt x="3905714" y="2324"/>
                  </a:lnTo>
                  <a:lnTo>
                    <a:pt x="3907574" y="464"/>
                  </a:lnTo>
                  <a:lnTo>
                    <a:pt x="3908697" y="0"/>
                  </a:lnTo>
                  <a:lnTo>
                    <a:pt x="3911327" y="0"/>
                  </a:lnTo>
                  <a:lnTo>
                    <a:pt x="3912449" y="464"/>
                  </a:lnTo>
                  <a:lnTo>
                    <a:pt x="3914309" y="2324"/>
                  </a:lnTo>
                  <a:lnTo>
                    <a:pt x="3914774" y="3447"/>
                  </a:lnTo>
                  <a:lnTo>
                    <a:pt x="3914774" y="6077"/>
                  </a:lnTo>
                  <a:lnTo>
                    <a:pt x="3914309" y="7200"/>
                  </a:lnTo>
                  <a:lnTo>
                    <a:pt x="3912449" y="9060"/>
                  </a:lnTo>
                  <a:lnTo>
                    <a:pt x="3911327" y="9524"/>
                  </a:lnTo>
                  <a:close/>
                </a:path>
                <a:path w="10296525" h="9525">
                  <a:moveTo>
                    <a:pt x="3958952" y="9524"/>
                  </a:moveTo>
                  <a:lnTo>
                    <a:pt x="3956322" y="9524"/>
                  </a:lnTo>
                  <a:lnTo>
                    <a:pt x="3955199" y="9060"/>
                  </a:lnTo>
                  <a:lnTo>
                    <a:pt x="3953339" y="7200"/>
                  </a:lnTo>
                  <a:lnTo>
                    <a:pt x="3952874" y="6077"/>
                  </a:lnTo>
                  <a:lnTo>
                    <a:pt x="3952874" y="3447"/>
                  </a:lnTo>
                  <a:lnTo>
                    <a:pt x="3953339" y="2324"/>
                  </a:lnTo>
                  <a:lnTo>
                    <a:pt x="3955199" y="464"/>
                  </a:lnTo>
                  <a:lnTo>
                    <a:pt x="3956322" y="0"/>
                  </a:lnTo>
                  <a:lnTo>
                    <a:pt x="3958952" y="0"/>
                  </a:lnTo>
                  <a:lnTo>
                    <a:pt x="3960074" y="464"/>
                  </a:lnTo>
                  <a:lnTo>
                    <a:pt x="3961934" y="2324"/>
                  </a:lnTo>
                  <a:lnTo>
                    <a:pt x="3962399" y="3447"/>
                  </a:lnTo>
                  <a:lnTo>
                    <a:pt x="3962399" y="6077"/>
                  </a:lnTo>
                  <a:lnTo>
                    <a:pt x="3961934" y="7200"/>
                  </a:lnTo>
                  <a:lnTo>
                    <a:pt x="3960074" y="9060"/>
                  </a:lnTo>
                  <a:lnTo>
                    <a:pt x="3958952" y="9524"/>
                  </a:lnTo>
                  <a:close/>
                </a:path>
                <a:path w="10296525" h="9525">
                  <a:moveTo>
                    <a:pt x="4006577" y="9524"/>
                  </a:moveTo>
                  <a:lnTo>
                    <a:pt x="4003947" y="9524"/>
                  </a:lnTo>
                  <a:lnTo>
                    <a:pt x="4002824" y="9060"/>
                  </a:lnTo>
                  <a:lnTo>
                    <a:pt x="4000964" y="7200"/>
                  </a:lnTo>
                  <a:lnTo>
                    <a:pt x="4000499" y="6077"/>
                  </a:lnTo>
                  <a:lnTo>
                    <a:pt x="4000499" y="3447"/>
                  </a:lnTo>
                  <a:lnTo>
                    <a:pt x="4000964" y="2324"/>
                  </a:lnTo>
                  <a:lnTo>
                    <a:pt x="4002824" y="464"/>
                  </a:lnTo>
                  <a:lnTo>
                    <a:pt x="4003947" y="0"/>
                  </a:lnTo>
                  <a:lnTo>
                    <a:pt x="4006577" y="0"/>
                  </a:lnTo>
                  <a:lnTo>
                    <a:pt x="4007699" y="464"/>
                  </a:lnTo>
                  <a:lnTo>
                    <a:pt x="4009559" y="2324"/>
                  </a:lnTo>
                  <a:lnTo>
                    <a:pt x="4010024" y="3447"/>
                  </a:lnTo>
                  <a:lnTo>
                    <a:pt x="4010024" y="6077"/>
                  </a:lnTo>
                  <a:lnTo>
                    <a:pt x="4009559" y="7200"/>
                  </a:lnTo>
                  <a:lnTo>
                    <a:pt x="4007699" y="9060"/>
                  </a:lnTo>
                  <a:lnTo>
                    <a:pt x="4006577" y="9524"/>
                  </a:lnTo>
                  <a:close/>
                </a:path>
                <a:path w="10296525" h="9525">
                  <a:moveTo>
                    <a:pt x="4054202" y="9524"/>
                  </a:moveTo>
                  <a:lnTo>
                    <a:pt x="4051572" y="9524"/>
                  </a:lnTo>
                  <a:lnTo>
                    <a:pt x="4050449" y="9060"/>
                  </a:lnTo>
                  <a:lnTo>
                    <a:pt x="4048589" y="7200"/>
                  </a:lnTo>
                  <a:lnTo>
                    <a:pt x="4048124" y="6077"/>
                  </a:lnTo>
                  <a:lnTo>
                    <a:pt x="4048124" y="3447"/>
                  </a:lnTo>
                  <a:lnTo>
                    <a:pt x="4048589" y="2324"/>
                  </a:lnTo>
                  <a:lnTo>
                    <a:pt x="4050449" y="464"/>
                  </a:lnTo>
                  <a:lnTo>
                    <a:pt x="4051572" y="0"/>
                  </a:lnTo>
                  <a:lnTo>
                    <a:pt x="4054202" y="0"/>
                  </a:lnTo>
                  <a:lnTo>
                    <a:pt x="4055324" y="464"/>
                  </a:lnTo>
                  <a:lnTo>
                    <a:pt x="4057184" y="2324"/>
                  </a:lnTo>
                  <a:lnTo>
                    <a:pt x="4057649" y="3447"/>
                  </a:lnTo>
                  <a:lnTo>
                    <a:pt x="4057649" y="6077"/>
                  </a:lnTo>
                  <a:lnTo>
                    <a:pt x="4057184" y="7200"/>
                  </a:lnTo>
                  <a:lnTo>
                    <a:pt x="4055324" y="9060"/>
                  </a:lnTo>
                  <a:lnTo>
                    <a:pt x="4054202" y="9524"/>
                  </a:lnTo>
                  <a:close/>
                </a:path>
                <a:path w="10296525" h="9525">
                  <a:moveTo>
                    <a:pt x="4101827" y="9524"/>
                  </a:moveTo>
                  <a:lnTo>
                    <a:pt x="4099197" y="9524"/>
                  </a:lnTo>
                  <a:lnTo>
                    <a:pt x="4098074" y="9060"/>
                  </a:lnTo>
                  <a:lnTo>
                    <a:pt x="4096214" y="7200"/>
                  </a:lnTo>
                  <a:lnTo>
                    <a:pt x="4095749" y="6077"/>
                  </a:lnTo>
                  <a:lnTo>
                    <a:pt x="4095749" y="3447"/>
                  </a:lnTo>
                  <a:lnTo>
                    <a:pt x="4096214" y="2324"/>
                  </a:lnTo>
                  <a:lnTo>
                    <a:pt x="4098074" y="464"/>
                  </a:lnTo>
                  <a:lnTo>
                    <a:pt x="4099197" y="0"/>
                  </a:lnTo>
                  <a:lnTo>
                    <a:pt x="4101827" y="0"/>
                  </a:lnTo>
                  <a:lnTo>
                    <a:pt x="4102949" y="464"/>
                  </a:lnTo>
                  <a:lnTo>
                    <a:pt x="4104809" y="2324"/>
                  </a:lnTo>
                  <a:lnTo>
                    <a:pt x="4105274" y="3447"/>
                  </a:lnTo>
                  <a:lnTo>
                    <a:pt x="4105274" y="6077"/>
                  </a:lnTo>
                  <a:lnTo>
                    <a:pt x="4104809" y="7200"/>
                  </a:lnTo>
                  <a:lnTo>
                    <a:pt x="4102949" y="9060"/>
                  </a:lnTo>
                  <a:lnTo>
                    <a:pt x="4101827" y="9524"/>
                  </a:lnTo>
                  <a:close/>
                </a:path>
                <a:path w="10296525" h="9525">
                  <a:moveTo>
                    <a:pt x="4149452" y="9524"/>
                  </a:moveTo>
                  <a:lnTo>
                    <a:pt x="4146822" y="9524"/>
                  </a:lnTo>
                  <a:lnTo>
                    <a:pt x="4145699" y="9060"/>
                  </a:lnTo>
                  <a:lnTo>
                    <a:pt x="4143839" y="7200"/>
                  </a:lnTo>
                  <a:lnTo>
                    <a:pt x="4143374" y="6077"/>
                  </a:lnTo>
                  <a:lnTo>
                    <a:pt x="4143374" y="3447"/>
                  </a:lnTo>
                  <a:lnTo>
                    <a:pt x="4143839" y="2324"/>
                  </a:lnTo>
                  <a:lnTo>
                    <a:pt x="4145699" y="464"/>
                  </a:lnTo>
                  <a:lnTo>
                    <a:pt x="4146822" y="0"/>
                  </a:lnTo>
                  <a:lnTo>
                    <a:pt x="4149452" y="0"/>
                  </a:lnTo>
                  <a:lnTo>
                    <a:pt x="4150574" y="464"/>
                  </a:lnTo>
                  <a:lnTo>
                    <a:pt x="4152434" y="2324"/>
                  </a:lnTo>
                  <a:lnTo>
                    <a:pt x="4152899" y="3447"/>
                  </a:lnTo>
                  <a:lnTo>
                    <a:pt x="4152899" y="6077"/>
                  </a:lnTo>
                  <a:lnTo>
                    <a:pt x="4152434" y="7200"/>
                  </a:lnTo>
                  <a:lnTo>
                    <a:pt x="4150574" y="9060"/>
                  </a:lnTo>
                  <a:lnTo>
                    <a:pt x="4149452" y="9524"/>
                  </a:lnTo>
                  <a:close/>
                </a:path>
                <a:path w="10296525" h="9525">
                  <a:moveTo>
                    <a:pt x="4197077" y="9524"/>
                  </a:moveTo>
                  <a:lnTo>
                    <a:pt x="4194447" y="9524"/>
                  </a:lnTo>
                  <a:lnTo>
                    <a:pt x="4193324" y="9060"/>
                  </a:lnTo>
                  <a:lnTo>
                    <a:pt x="4191464" y="7200"/>
                  </a:lnTo>
                  <a:lnTo>
                    <a:pt x="4190999" y="6077"/>
                  </a:lnTo>
                  <a:lnTo>
                    <a:pt x="4190999" y="3447"/>
                  </a:lnTo>
                  <a:lnTo>
                    <a:pt x="4191464" y="2324"/>
                  </a:lnTo>
                  <a:lnTo>
                    <a:pt x="4193324" y="464"/>
                  </a:lnTo>
                  <a:lnTo>
                    <a:pt x="4194447" y="0"/>
                  </a:lnTo>
                  <a:lnTo>
                    <a:pt x="4197077" y="0"/>
                  </a:lnTo>
                  <a:lnTo>
                    <a:pt x="4198199" y="464"/>
                  </a:lnTo>
                  <a:lnTo>
                    <a:pt x="4200059" y="2324"/>
                  </a:lnTo>
                  <a:lnTo>
                    <a:pt x="4200524" y="3447"/>
                  </a:lnTo>
                  <a:lnTo>
                    <a:pt x="4200524" y="6077"/>
                  </a:lnTo>
                  <a:lnTo>
                    <a:pt x="4200059" y="7200"/>
                  </a:lnTo>
                  <a:lnTo>
                    <a:pt x="4198199" y="9060"/>
                  </a:lnTo>
                  <a:lnTo>
                    <a:pt x="4197077" y="9524"/>
                  </a:lnTo>
                  <a:close/>
                </a:path>
                <a:path w="10296525" h="9525">
                  <a:moveTo>
                    <a:pt x="4244702" y="9524"/>
                  </a:moveTo>
                  <a:lnTo>
                    <a:pt x="4242072" y="9524"/>
                  </a:lnTo>
                  <a:lnTo>
                    <a:pt x="4240949" y="9060"/>
                  </a:lnTo>
                  <a:lnTo>
                    <a:pt x="4239089" y="7200"/>
                  </a:lnTo>
                  <a:lnTo>
                    <a:pt x="4238624" y="6077"/>
                  </a:lnTo>
                  <a:lnTo>
                    <a:pt x="4238624" y="3447"/>
                  </a:lnTo>
                  <a:lnTo>
                    <a:pt x="4239089" y="2324"/>
                  </a:lnTo>
                  <a:lnTo>
                    <a:pt x="4240949" y="464"/>
                  </a:lnTo>
                  <a:lnTo>
                    <a:pt x="4242072" y="0"/>
                  </a:lnTo>
                  <a:lnTo>
                    <a:pt x="4244702" y="0"/>
                  </a:lnTo>
                  <a:lnTo>
                    <a:pt x="4245824" y="464"/>
                  </a:lnTo>
                  <a:lnTo>
                    <a:pt x="4247684" y="2324"/>
                  </a:lnTo>
                  <a:lnTo>
                    <a:pt x="4248149" y="3447"/>
                  </a:lnTo>
                  <a:lnTo>
                    <a:pt x="4248149" y="6077"/>
                  </a:lnTo>
                  <a:lnTo>
                    <a:pt x="4247684" y="7200"/>
                  </a:lnTo>
                  <a:lnTo>
                    <a:pt x="4245824" y="9060"/>
                  </a:lnTo>
                  <a:lnTo>
                    <a:pt x="4244702" y="9524"/>
                  </a:lnTo>
                  <a:close/>
                </a:path>
                <a:path w="10296525" h="9525">
                  <a:moveTo>
                    <a:pt x="4292327" y="9524"/>
                  </a:moveTo>
                  <a:lnTo>
                    <a:pt x="4289697" y="9524"/>
                  </a:lnTo>
                  <a:lnTo>
                    <a:pt x="4288574" y="9060"/>
                  </a:lnTo>
                  <a:lnTo>
                    <a:pt x="4286714" y="7200"/>
                  </a:lnTo>
                  <a:lnTo>
                    <a:pt x="4286249" y="6077"/>
                  </a:lnTo>
                  <a:lnTo>
                    <a:pt x="4286249" y="3447"/>
                  </a:lnTo>
                  <a:lnTo>
                    <a:pt x="4286714" y="2324"/>
                  </a:lnTo>
                  <a:lnTo>
                    <a:pt x="4288574" y="464"/>
                  </a:lnTo>
                  <a:lnTo>
                    <a:pt x="4289697" y="0"/>
                  </a:lnTo>
                  <a:lnTo>
                    <a:pt x="4292327" y="0"/>
                  </a:lnTo>
                  <a:lnTo>
                    <a:pt x="4293449" y="464"/>
                  </a:lnTo>
                  <a:lnTo>
                    <a:pt x="4295309" y="2324"/>
                  </a:lnTo>
                  <a:lnTo>
                    <a:pt x="4295774" y="3447"/>
                  </a:lnTo>
                  <a:lnTo>
                    <a:pt x="4295774" y="6077"/>
                  </a:lnTo>
                  <a:lnTo>
                    <a:pt x="4295309" y="7200"/>
                  </a:lnTo>
                  <a:lnTo>
                    <a:pt x="4293449" y="9060"/>
                  </a:lnTo>
                  <a:lnTo>
                    <a:pt x="4292327" y="9524"/>
                  </a:lnTo>
                  <a:close/>
                </a:path>
                <a:path w="10296525" h="9525">
                  <a:moveTo>
                    <a:pt x="4339952" y="9524"/>
                  </a:moveTo>
                  <a:lnTo>
                    <a:pt x="4337322" y="9524"/>
                  </a:lnTo>
                  <a:lnTo>
                    <a:pt x="4336199" y="9060"/>
                  </a:lnTo>
                  <a:lnTo>
                    <a:pt x="4334339" y="7200"/>
                  </a:lnTo>
                  <a:lnTo>
                    <a:pt x="4333874" y="6077"/>
                  </a:lnTo>
                  <a:lnTo>
                    <a:pt x="4333874" y="3447"/>
                  </a:lnTo>
                  <a:lnTo>
                    <a:pt x="4334339" y="2324"/>
                  </a:lnTo>
                  <a:lnTo>
                    <a:pt x="4336199" y="464"/>
                  </a:lnTo>
                  <a:lnTo>
                    <a:pt x="4337322" y="0"/>
                  </a:lnTo>
                  <a:lnTo>
                    <a:pt x="4339952" y="0"/>
                  </a:lnTo>
                  <a:lnTo>
                    <a:pt x="4341074" y="464"/>
                  </a:lnTo>
                  <a:lnTo>
                    <a:pt x="4342934" y="2324"/>
                  </a:lnTo>
                  <a:lnTo>
                    <a:pt x="4343399" y="3447"/>
                  </a:lnTo>
                  <a:lnTo>
                    <a:pt x="4343399" y="6077"/>
                  </a:lnTo>
                  <a:lnTo>
                    <a:pt x="4342934" y="7200"/>
                  </a:lnTo>
                  <a:lnTo>
                    <a:pt x="4341074" y="9060"/>
                  </a:lnTo>
                  <a:lnTo>
                    <a:pt x="4339952" y="9524"/>
                  </a:lnTo>
                  <a:close/>
                </a:path>
                <a:path w="10296525" h="9525">
                  <a:moveTo>
                    <a:pt x="4387577" y="9524"/>
                  </a:moveTo>
                  <a:lnTo>
                    <a:pt x="4384947" y="9524"/>
                  </a:lnTo>
                  <a:lnTo>
                    <a:pt x="4383824" y="9060"/>
                  </a:lnTo>
                  <a:lnTo>
                    <a:pt x="4381964" y="7200"/>
                  </a:lnTo>
                  <a:lnTo>
                    <a:pt x="4381499" y="6077"/>
                  </a:lnTo>
                  <a:lnTo>
                    <a:pt x="4381499" y="3447"/>
                  </a:lnTo>
                  <a:lnTo>
                    <a:pt x="4381964" y="2324"/>
                  </a:lnTo>
                  <a:lnTo>
                    <a:pt x="4383824" y="464"/>
                  </a:lnTo>
                  <a:lnTo>
                    <a:pt x="4384947" y="0"/>
                  </a:lnTo>
                  <a:lnTo>
                    <a:pt x="4387577" y="0"/>
                  </a:lnTo>
                  <a:lnTo>
                    <a:pt x="4388699" y="464"/>
                  </a:lnTo>
                  <a:lnTo>
                    <a:pt x="4390559" y="2324"/>
                  </a:lnTo>
                  <a:lnTo>
                    <a:pt x="4391024" y="3447"/>
                  </a:lnTo>
                  <a:lnTo>
                    <a:pt x="4391024" y="6077"/>
                  </a:lnTo>
                  <a:lnTo>
                    <a:pt x="4390559" y="7200"/>
                  </a:lnTo>
                  <a:lnTo>
                    <a:pt x="4388699" y="9060"/>
                  </a:lnTo>
                  <a:lnTo>
                    <a:pt x="4387577" y="9524"/>
                  </a:lnTo>
                  <a:close/>
                </a:path>
                <a:path w="10296525" h="9525">
                  <a:moveTo>
                    <a:pt x="4435202" y="9524"/>
                  </a:moveTo>
                  <a:lnTo>
                    <a:pt x="4432572" y="9524"/>
                  </a:lnTo>
                  <a:lnTo>
                    <a:pt x="4431449" y="9060"/>
                  </a:lnTo>
                  <a:lnTo>
                    <a:pt x="4429589" y="7200"/>
                  </a:lnTo>
                  <a:lnTo>
                    <a:pt x="4429124" y="6077"/>
                  </a:lnTo>
                  <a:lnTo>
                    <a:pt x="4429124" y="3447"/>
                  </a:lnTo>
                  <a:lnTo>
                    <a:pt x="4429589" y="2324"/>
                  </a:lnTo>
                  <a:lnTo>
                    <a:pt x="4431449" y="464"/>
                  </a:lnTo>
                  <a:lnTo>
                    <a:pt x="4432572" y="0"/>
                  </a:lnTo>
                  <a:lnTo>
                    <a:pt x="4435202" y="0"/>
                  </a:lnTo>
                  <a:lnTo>
                    <a:pt x="4436324" y="464"/>
                  </a:lnTo>
                  <a:lnTo>
                    <a:pt x="4438184" y="2324"/>
                  </a:lnTo>
                  <a:lnTo>
                    <a:pt x="4438649" y="3447"/>
                  </a:lnTo>
                  <a:lnTo>
                    <a:pt x="4438649" y="6077"/>
                  </a:lnTo>
                  <a:lnTo>
                    <a:pt x="4438184" y="7200"/>
                  </a:lnTo>
                  <a:lnTo>
                    <a:pt x="4436324" y="9060"/>
                  </a:lnTo>
                  <a:lnTo>
                    <a:pt x="4435202" y="9524"/>
                  </a:lnTo>
                  <a:close/>
                </a:path>
                <a:path w="10296525" h="9525">
                  <a:moveTo>
                    <a:pt x="4482827" y="9524"/>
                  </a:moveTo>
                  <a:lnTo>
                    <a:pt x="4480197" y="9524"/>
                  </a:lnTo>
                  <a:lnTo>
                    <a:pt x="4479074" y="9060"/>
                  </a:lnTo>
                  <a:lnTo>
                    <a:pt x="4477214" y="7200"/>
                  </a:lnTo>
                  <a:lnTo>
                    <a:pt x="4476749" y="6077"/>
                  </a:lnTo>
                  <a:lnTo>
                    <a:pt x="4476749" y="3447"/>
                  </a:lnTo>
                  <a:lnTo>
                    <a:pt x="4477214" y="2324"/>
                  </a:lnTo>
                  <a:lnTo>
                    <a:pt x="4479074" y="464"/>
                  </a:lnTo>
                  <a:lnTo>
                    <a:pt x="4480197" y="0"/>
                  </a:lnTo>
                  <a:lnTo>
                    <a:pt x="4482827" y="0"/>
                  </a:lnTo>
                  <a:lnTo>
                    <a:pt x="4483949" y="464"/>
                  </a:lnTo>
                  <a:lnTo>
                    <a:pt x="4485809" y="2324"/>
                  </a:lnTo>
                  <a:lnTo>
                    <a:pt x="4486274" y="3447"/>
                  </a:lnTo>
                  <a:lnTo>
                    <a:pt x="4486274" y="6077"/>
                  </a:lnTo>
                  <a:lnTo>
                    <a:pt x="4485809" y="7200"/>
                  </a:lnTo>
                  <a:lnTo>
                    <a:pt x="4483949" y="9060"/>
                  </a:lnTo>
                  <a:lnTo>
                    <a:pt x="4482827" y="9524"/>
                  </a:lnTo>
                  <a:close/>
                </a:path>
                <a:path w="10296525" h="9525">
                  <a:moveTo>
                    <a:pt x="4530452" y="9524"/>
                  </a:moveTo>
                  <a:lnTo>
                    <a:pt x="4527822" y="9524"/>
                  </a:lnTo>
                  <a:lnTo>
                    <a:pt x="4526699" y="9060"/>
                  </a:lnTo>
                  <a:lnTo>
                    <a:pt x="4524839" y="7200"/>
                  </a:lnTo>
                  <a:lnTo>
                    <a:pt x="4524374" y="6077"/>
                  </a:lnTo>
                  <a:lnTo>
                    <a:pt x="4524374" y="3447"/>
                  </a:lnTo>
                  <a:lnTo>
                    <a:pt x="4524839" y="2324"/>
                  </a:lnTo>
                  <a:lnTo>
                    <a:pt x="4526699" y="464"/>
                  </a:lnTo>
                  <a:lnTo>
                    <a:pt x="4527822" y="0"/>
                  </a:lnTo>
                  <a:lnTo>
                    <a:pt x="4530452" y="0"/>
                  </a:lnTo>
                  <a:lnTo>
                    <a:pt x="4531574" y="464"/>
                  </a:lnTo>
                  <a:lnTo>
                    <a:pt x="4533434" y="2324"/>
                  </a:lnTo>
                  <a:lnTo>
                    <a:pt x="4533899" y="3447"/>
                  </a:lnTo>
                  <a:lnTo>
                    <a:pt x="4533899" y="6077"/>
                  </a:lnTo>
                  <a:lnTo>
                    <a:pt x="4533434" y="7200"/>
                  </a:lnTo>
                  <a:lnTo>
                    <a:pt x="4531574" y="9060"/>
                  </a:lnTo>
                  <a:lnTo>
                    <a:pt x="4530452" y="9524"/>
                  </a:lnTo>
                  <a:close/>
                </a:path>
                <a:path w="10296525" h="9525">
                  <a:moveTo>
                    <a:pt x="4578077" y="9524"/>
                  </a:moveTo>
                  <a:lnTo>
                    <a:pt x="4575447" y="9524"/>
                  </a:lnTo>
                  <a:lnTo>
                    <a:pt x="4574324" y="9060"/>
                  </a:lnTo>
                  <a:lnTo>
                    <a:pt x="4572464" y="7200"/>
                  </a:lnTo>
                  <a:lnTo>
                    <a:pt x="4571999" y="6077"/>
                  </a:lnTo>
                  <a:lnTo>
                    <a:pt x="4571999" y="3447"/>
                  </a:lnTo>
                  <a:lnTo>
                    <a:pt x="4572464" y="2324"/>
                  </a:lnTo>
                  <a:lnTo>
                    <a:pt x="4574324" y="464"/>
                  </a:lnTo>
                  <a:lnTo>
                    <a:pt x="4575447" y="0"/>
                  </a:lnTo>
                  <a:lnTo>
                    <a:pt x="4578077" y="0"/>
                  </a:lnTo>
                  <a:lnTo>
                    <a:pt x="4579199" y="464"/>
                  </a:lnTo>
                  <a:lnTo>
                    <a:pt x="4581059" y="2324"/>
                  </a:lnTo>
                  <a:lnTo>
                    <a:pt x="4581524" y="3447"/>
                  </a:lnTo>
                  <a:lnTo>
                    <a:pt x="4581524" y="6077"/>
                  </a:lnTo>
                  <a:lnTo>
                    <a:pt x="4581059" y="7200"/>
                  </a:lnTo>
                  <a:lnTo>
                    <a:pt x="4579199" y="9060"/>
                  </a:lnTo>
                  <a:lnTo>
                    <a:pt x="4578077" y="9524"/>
                  </a:lnTo>
                  <a:close/>
                </a:path>
                <a:path w="10296525" h="9525">
                  <a:moveTo>
                    <a:pt x="4625702" y="9524"/>
                  </a:moveTo>
                  <a:lnTo>
                    <a:pt x="4623072" y="9524"/>
                  </a:lnTo>
                  <a:lnTo>
                    <a:pt x="4621949" y="9060"/>
                  </a:lnTo>
                  <a:lnTo>
                    <a:pt x="4620089" y="7200"/>
                  </a:lnTo>
                  <a:lnTo>
                    <a:pt x="4619624" y="6077"/>
                  </a:lnTo>
                  <a:lnTo>
                    <a:pt x="4619624" y="3447"/>
                  </a:lnTo>
                  <a:lnTo>
                    <a:pt x="4620089" y="2324"/>
                  </a:lnTo>
                  <a:lnTo>
                    <a:pt x="4621949" y="464"/>
                  </a:lnTo>
                  <a:lnTo>
                    <a:pt x="4623072" y="0"/>
                  </a:lnTo>
                  <a:lnTo>
                    <a:pt x="4625702" y="0"/>
                  </a:lnTo>
                  <a:lnTo>
                    <a:pt x="4626824" y="464"/>
                  </a:lnTo>
                  <a:lnTo>
                    <a:pt x="4628684" y="2324"/>
                  </a:lnTo>
                  <a:lnTo>
                    <a:pt x="4629149" y="3447"/>
                  </a:lnTo>
                  <a:lnTo>
                    <a:pt x="4629149" y="6077"/>
                  </a:lnTo>
                  <a:lnTo>
                    <a:pt x="4628684" y="7200"/>
                  </a:lnTo>
                  <a:lnTo>
                    <a:pt x="4626824" y="9060"/>
                  </a:lnTo>
                  <a:lnTo>
                    <a:pt x="4625702" y="9524"/>
                  </a:lnTo>
                  <a:close/>
                </a:path>
                <a:path w="10296525" h="9525">
                  <a:moveTo>
                    <a:pt x="4673327" y="9524"/>
                  </a:moveTo>
                  <a:lnTo>
                    <a:pt x="4670697" y="9524"/>
                  </a:lnTo>
                  <a:lnTo>
                    <a:pt x="4669574" y="9060"/>
                  </a:lnTo>
                  <a:lnTo>
                    <a:pt x="4667714" y="7200"/>
                  </a:lnTo>
                  <a:lnTo>
                    <a:pt x="4667249" y="6077"/>
                  </a:lnTo>
                  <a:lnTo>
                    <a:pt x="4667249" y="3447"/>
                  </a:lnTo>
                  <a:lnTo>
                    <a:pt x="4667714" y="2324"/>
                  </a:lnTo>
                  <a:lnTo>
                    <a:pt x="4669574" y="464"/>
                  </a:lnTo>
                  <a:lnTo>
                    <a:pt x="4670697" y="0"/>
                  </a:lnTo>
                  <a:lnTo>
                    <a:pt x="4673327" y="0"/>
                  </a:lnTo>
                  <a:lnTo>
                    <a:pt x="4674449" y="464"/>
                  </a:lnTo>
                  <a:lnTo>
                    <a:pt x="4676309" y="2324"/>
                  </a:lnTo>
                  <a:lnTo>
                    <a:pt x="4676774" y="3447"/>
                  </a:lnTo>
                  <a:lnTo>
                    <a:pt x="4676774" y="6077"/>
                  </a:lnTo>
                  <a:lnTo>
                    <a:pt x="4676309" y="7200"/>
                  </a:lnTo>
                  <a:lnTo>
                    <a:pt x="4674449" y="9060"/>
                  </a:lnTo>
                  <a:lnTo>
                    <a:pt x="4673327" y="9524"/>
                  </a:lnTo>
                  <a:close/>
                </a:path>
                <a:path w="10296525" h="9525">
                  <a:moveTo>
                    <a:pt x="4720952" y="9524"/>
                  </a:moveTo>
                  <a:lnTo>
                    <a:pt x="4718322" y="9524"/>
                  </a:lnTo>
                  <a:lnTo>
                    <a:pt x="4717199" y="9060"/>
                  </a:lnTo>
                  <a:lnTo>
                    <a:pt x="4715339" y="7200"/>
                  </a:lnTo>
                  <a:lnTo>
                    <a:pt x="4714874" y="6077"/>
                  </a:lnTo>
                  <a:lnTo>
                    <a:pt x="4714874" y="3447"/>
                  </a:lnTo>
                  <a:lnTo>
                    <a:pt x="4715339" y="2324"/>
                  </a:lnTo>
                  <a:lnTo>
                    <a:pt x="4717199" y="464"/>
                  </a:lnTo>
                  <a:lnTo>
                    <a:pt x="4718322" y="0"/>
                  </a:lnTo>
                  <a:lnTo>
                    <a:pt x="4720952" y="0"/>
                  </a:lnTo>
                  <a:lnTo>
                    <a:pt x="4722074" y="464"/>
                  </a:lnTo>
                  <a:lnTo>
                    <a:pt x="4723934" y="2324"/>
                  </a:lnTo>
                  <a:lnTo>
                    <a:pt x="4724399" y="3447"/>
                  </a:lnTo>
                  <a:lnTo>
                    <a:pt x="4724399" y="6077"/>
                  </a:lnTo>
                  <a:lnTo>
                    <a:pt x="4723934" y="7200"/>
                  </a:lnTo>
                  <a:lnTo>
                    <a:pt x="4722074" y="9060"/>
                  </a:lnTo>
                  <a:lnTo>
                    <a:pt x="4720952" y="9524"/>
                  </a:lnTo>
                  <a:close/>
                </a:path>
                <a:path w="10296525" h="9525">
                  <a:moveTo>
                    <a:pt x="4768577" y="9524"/>
                  </a:moveTo>
                  <a:lnTo>
                    <a:pt x="4765947" y="9524"/>
                  </a:lnTo>
                  <a:lnTo>
                    <a:pt x="4764824" y="9060"/>
                  </a:lnTo>
                  <a:lnTo>
                    <a:pt x="4762964" y="7200"/>
                  </a:lnTo>
                  <a:lnTo>
                    <a:pt x="4762499" y="6077"/>
                  </a:lnTo>
                  <a:lnTo>
                    <a:pt x="4762499" y="3447"/>
                  </a:lnTo>
                  <a:lnTo>
                    <a:pt x="4762964" y="2324"/>
                  </a:lnTo>
                  <a:lnTo>
                    <a:pt x="4764824" y="464"/>
                  </a:lnTo>
                  <a:lnTo>
                    <a:pt x="4765947" y="0"/>
                  </a:lnTo>
                  <a:lnTo>
                    <a:pt x="4768577" y="0"/>
                  </a:lnTo>
                  <a:lnTo>
                    <a:pt x="4769699" y="464"/>
                  </a:lnTo>
                  <a:lnTo>
                    <a:pt x="4771559" y="2324"/>
                  </a:lnTo>
                  <a:lnTo>
                    <a:pt x="4772024" y="3447"/>
                  </a:lnTo>
                  <a:lnTo>
                    <a:pt x="4772024" y="6077"/>
                  </a:lnTo>
                  <a:lnTo>
                    <a:pt x="4771559" y="7200"/>
                  </a:lnTo>
                  <a:lnTo>
                    <a:pt x="4769699" y="9060"/>
                  </a:lnTo>
                  <a:lnTo>
                    <a:pt x="4768577" y="9524"/>
                  </a:lnTo>
                  <a:close/>
                </a:path>
                <a:path w="10296525" h="9525">
                  <a:moveTo>
                    <a:pt x="4816202" y="9524"/>
                  </a:moveTo>
                  <a:lnTo>
                    <a:pt x="4813572" y="9524"/>
                  </a:lnTo>
                  <a:lnTo>
                    <a:pt x="4812449" y="9060"/>
                  </a:lnTo>
                  <a:lnTo>
                    <a:pt x="4810589" y="7200"/>
                  </a:lnTo>
                  <a:lnTo>
                    <a:pt x="4810124" y="6077"/>
                  </a:lnTo>
                  <a:lnTo>
                    <a:pt x="4810124" y="3447"/>
                  </a:lnTo>
                  <a:lnTo>
                    <a:pt x="4810589" y="2324"/>
                  </a:lnTo>
                  <a:lnTo>
                    <a:pt x="4812449" y="464"/>
                  </a:lnTo>
                  <a:lnTo>
                    <a:pt x="4813572" y="0"/>
                  </a:lnTo>
                  <a:lnTo>
                    <a:pt x="4816202" y="0"/>
                  </a:lnTo>
                  <a:lnTo>
                    <a:pt x="4817324" y="464"/>
                  </a:lnTo>
                  <a:lnTo>
                    <a:pt x="4819184" y="2324"/>
                  </a:lnTo>
                  <a:lnTo>
                    <a:pt x="4819649" y="3447"/>
                  </a:lnTo>
                  <a:lnTo>
                    <a:pt x="4819649" y="6077"/>
                  </a:lnTo>
                  <a:lnTo>
                    <a:pt x="4819184" y="7200"/>
                  </a:lnTo>
                  <a:lnTo>
                    <a:pt x="4817324" y="9060"/>
                  </a:lnTo>
                  <a:lnTo>
                    <a:pt x="4816202" y="9524"/>
                  </a:lnTo>
                  <a:close/>
                </a:path>
                <a:path w="10296525" h="9525">
                  <a:moveTo>
                    <a:pt x="4863827" y="9524"/>
                  </a:moveTo>
                  <a:lnTo>
                    <a:pt x="4861196" y="9524"/>
                  </a:lnTo>
                  <a:lnTo>
                    <a:pt x="4860074" y="9060"/>
                  </a:lnTo>
                  <a:lnTo>
                    <a:pt x="4858214" y="7200"/>
                  </a:lnTo>
                  <a:lnTo>
                    <a:pt x="4857749" y="6077"/>
                  </a:lnTo>
                  <a:lnTo>
                    <a:pt x="4857749" y="3447"/>
                  </a:lnTo>
                  <a:lnTo>
                    <a:pt x="4858214" y="2324"/>
                  </a:lnTo>
                  <a:lnTo>
                    <a:pt x="4860074" y="464"/>
                  </a:lnTo>
                  <a:lnTo>
                    <a:pt x="4861196" y="0"/>
                  </a:lnTo>
                  <a:lnTo>
                    <a:pt x="4863827" y="0"/>
                  </a:lnTo>
                  <a:lnTo>
                    <a:pt x="4864949" y="464"/>
                  </a:lnTo>
                  <a:lnTo>
                    <a:pt x="4866809" y="2324"/>
                  </a:lnTo>
                  <a:lnTo>
                    <a:pt x="4867274" y="3447"/>
                  </a:lnTo>
                  <a:lnTo>
                    <a:pt x="4867274" y="6077"/>
                  </a:lnTo>
                  <a:lnTo>
                    <a:pt x="4866809" y="7200"/>
                  </a:lnTo>
                  <a:lnTo>
                    <a:pt x="4864949" y="9060"/>
                  </a:lnTo>
                  <a:lnTo>
                    <a:pt x="4863827" y="9524"/>
                  </a:lnTo>
                  <a:close/>
                </a:path>
                <a:path w="10296525" h="9525">
                  <a:moveTo>
                    <a:pt x="4911452" y="9524"/>
                  </a:moveTo>
                  <a:lnTo>
                    <a:pt x="4908821" y="9524"/>
                  </a:lnTo>
                  <a:lnTo>
                    <a:pt x="4907699" y="9060"/>
                  </a:lnTo>
                  <a:lnTo>
                    <a:pt x="4905839" y="7200"/>
                  </a:lnTo>
                  <a:lnTo>
                    <a:pt x="4905374" y="6077"/>
                  </a:lnTo>
                  <a:lnTo>
                    <a:pt x="4905374" y="3447"/>
                  </a:lnTo>
                  <a:lnTo>
                    <a:pt x="4905839" y="2324"/>
                  </a:lnTo>
                  <a:lnTo>
                    <a:pt x="4907699" y="464"/>
                  </a:lnTo>
                  <a:lnTo>
                    <a:pt x="4908821" y="0"/>
                  </a:lnTo>
                  <a:lnTo>
                    <a:pt x="4911452" y="0"/>
                  </a:lnTo>
                  <a:lnTo>
                    <a:pt x="4912574" y="464"/>
                  </a:lnTo>
                  <a:lnTo>
                    <a:pt x="4914434" y="2324"/>
                  </a:lnTo>
                  <a:lnTo>
                    <a:pt x="4914899" y="3447"/>
                  </a:lnTo>
                  <a:lnTo>
                    <a:pt x="4914899" y="6077"/>
                  </a:lnTo>
                  <a:lnTo>
                    <a:pt x="4914434" y="7200"/>
                  </a:lnTo>
                  <a:lnTo>
                    <a:pt x="4912574" y="9060"/>
                  </a:lnTo>
                  <a:lnTo>
                    <a:pt x="4911452" y="9524"/>
                  </a:lnTo>
                  <a:close/>
                </a:path>
                <a:path w="10296525" h="9525">
                  <a:moveTo>
                    <a:pt x="4959077" y="9524"/>
                  </a:moveTo>
                  <a:lnTo>
                    <a:pt x="4956446" y="9524"/>
                  </a:lnTo>
                  <a:lnTo>
                    <a:pt x="4955324" y="9060"/>
                  </a:lnTo>
                  <a:lnTo>
                    <a:pt x="4953464" y="7200"/>
                  </a:lnTo>
                  <a:lnTo>
                    <a:pt x="4952999" y="6077"/>
                  </a:lnTo>
                  <a:lnTo>
                    <a:pt x="4952999" y="3447"/>
                  </a:lnTo>
                  <a:lnTo>
                    <a:pt x="4953464" y="2324"/>
                  </a:lnTo>
                  <a:lnTo>
                    <a:pt x="4955324" y="464"/>
                  </a:lnTo>
                  <a:lnTo>
                    <a:pt x="4956446" y="0"/>
                  </a:lnTo>
                  <a:lnTo>
                    <a:pt x="4959077" y="0"/>
                  </a:lnTo>
                  <a:lnTo>
                    <a:pt x="4960199" y="464"/>
                  </a:lnTo>
                  <a:lnTo>
                    <a:pt x="4962059" y="2324"/>
                  </a:lnTo>
                  <a:lnTo>
                    <a:pt x="4962524" y="3447"/>
                  </a:lnTo>
                  <a:lnTo>
                    <a:pt x="4962524" y="6077"/>
                  </a:lnTo>
                  <a:lnTo>
                    <a:pt x="4962059" y="7200"/>
                  </a:lnTo>
                  <a:lnTo>
                    <a:pt x="4960199" y="9060"/>
                  </a:lnTo>
                  <a:lnTo>
                    <a:pt x="4959077" y="9524"/>
                  </a:lnTo>
                  <a:close/>
                </a:path>
                <a:path w="10296525" h="9525">
                  <a:moveTo>
                    <a:pt x="5006702" y="9524"/>
                  </a:moveTo>
                  <a:lnTo>
                    <a:pt x="5004071" y="9524"/>
                  </a:lnTo>
                  <a:lnTo>
                    <a:pt x="5002949" y="9060"/>
                  </a:lnTo>
                  <a:lnTo>
                    <a:pt x="5001089" y="7200"/>
                  </a:lnTo>
                  <a:lnTo>
                    <a:pt x="5000624" y="6077"/>
                  </a:lnTo>
                  <a:lnTo>
                    <a:pt x="5000624" y="3447"/>
                  </a:lnTo>
                  <a:lnTo>
                    <a:pt x="5001089" y="2324"/>
                  </a:lnTo>
                  <a:lnTo>
                    <a:pt x="5002949" y="464"/>
                  </a:lnTo>
                  <a:lnTo>
                    <a:pt x="5004071" y="0"/>
                  </a:lnTo>
                  <a:lnTo>
                    <a:pt x="5006702" y="0"/>
                  </a:lnTo>
                  <a:lnTo>
                    <a:pt x="5007824" y="464"/>
                  </a:lnTo>
                  <a:lnTo>
                    <a:pt x="5009684" y="2324"/>
                  </a:lnTo>
                  <a:lnTo>
                    <a:pt x="5010149" y="3447"/>
                  </a:lnTo>
                  <a:lnTo>
                    <a:pt x="5010149" y="6077"/>
                  </a:lnTo>
                  <a:lnTo>
                    <a:pt x="5009684" y="7200"/>
                  </a:lnTo>
                  <a:lnTo>
                    <a:pt x="5007824" y="9060"/>
                  </a:lnTo>
                  <a:lnTo>
                    <a:pt x="5006702" y="9524"/>
                  </a:lnTo>
                  <a:close/>
                </a:path>
                <a:path w="10296525" h="9525">
                  <a:moveTo>
                    <a:pt x="5054326" y="9524"/>
                  </a:moveTo>
                  <a:lnTo>
                    <a:pt x="5051696" y="9524"/>
                  </a:lnTo>
                  <a:lnTo>
                    <a:pt x="5050574" y="9060"/>
                  </a:lnTo>
                  <a:lnTo>
                    <a:pt x="5048714" y="7200"/>
                  </a:lnTo>
                  <a:lnTo>
                    <a:pt x="5048249" y="6077"/>
                  </a:lnTo>
                  <a:lnTo>
                    <a:pt x="5048249" y="3447"/>
                  </a:lnTo>
                  <a:lnTo>
                    <a:pt x="5048714" y="2324"/>
                  </a:lnTo>
                  <a:lnTo>
                    <a:pt x="5050574" y="464"/>
                  </a:lnTo>
                  <a:lnTo>
                    <a:pt x="5051696" y="0"/>
                  </a:lnTo>
                  <a:lnTo>
                    <a:pt x="5054326" y="0"/>
                  </a:lnTo>
                  <a:lnTo>
                    <a:pt x="5055449" y="464"/>
                  </a:lnTo>
                  <a:lnTo>
                    <a:pt x="5057309" y="2324"/>
                  </a:lnTo>
                  <a:lnTo>
                    <a:pt x="5057774" y="3447"/>
                  </a:lnTo>
                  <a:lnTo>
                    <a:pt x="5057774" y="6077"/>
                  </a:lnTo>
                  <a:lnTo>
                    <a:pt x="5057309" y="7200"/>
                  </a:lnTo>
                  <a:lnTo>
                    <a:pt x="5055449" y="9060"/>
                  </a:lnTo>
                  <a:lnTo>
                    <a:pt x="5054326" y="9524"/>
                  </a:lnTo>
                  <a:close/>
                </a:path>
                <a:path w="10296525" h="9525">
                  <a:moveTo>
                    <a:pt x="5101951" y="9524"/>
                  </a:moveTo>
                  <a:lnTo>
                    <a:pt x="5099322" y="9524"/>
                  </a:lnTo>
                  <a:lnTo>
                    <a:pt x="5098199" y="9060"/>
                  </a:lnTo>
                  <a:lnTo>
                    <a:pt x="5096339" y="7200"/>
                  </a:lnTo>
                  <a:lnTo>
                    <a:pt x="5095874" y="6077"/>
                  </a:lnTo>
                  <a:lnTo>
                    <a:pt x="5095874" y="3447"/>
                  </a:lnTo>
                  <a:lnTo>
                    <a:pt x="5096339" y="2324"/>
                  </a:lnTo>
                  <a:lnTo>
                    <a:pt x="5098199" y="464"/>
                  </a:lnTo>
                  <a:lnTo>
                    <a:pt x="5099322" y="0"/>
                  </a:lnTo>
                  <a:lnTo>
                    <a:pt x="5101951" y="0"/>
                  </a:lnTo>
                  <a:lnTo>
                    <a:pt x="5103074" y="464"/>
                  </a:lnTo>
                  <a:lnTo>
                    <a:pt x="5104934" y="2324"/>
                  </a:lnTo>
                  <a:lnTo>
                    <a:pt x="5105399" y="3447"/>
                  </a:lnTo>
                  <a:lnTo>
                    <a:pt x="5105399" y="6077"/>
                  </a:lnTo>
                  <a:lnTo>
                    <a:pt x="5104934" y="7200"/>
                  </a:lnTo>
                  <a:lnTo>
                    <a:pt x="5103074" y="9060"/>
                  </a:lnTo>
                  <a:lnTo>
                    <a:pt x="5101951" y="9524"/>
                  </a:lnTo>
                  <a:close/>
                </a:path>
                <a:path w="10296525" h="9525">
                  <a:moveTo>
                    <a:pt x="5149577" y="9524"/>
                  </a:moveTo>
                  <a:lnTo>
                    <a:pt x="5146946" y="9524"/>
                  </a:lnTo>
                  <a:lnTo>
                    <a:pt x="5145824" y="9060"/>
                  </a:lnTo>
                  <a:lnTo>
                    <a:pt x="5143964" y="7200"/>
                  </a:lnTo>
                  <a:lnTo>
                    <a:pt x="5143499" y="6077"/>
                  </a:lnTo>
                  <a:lnTo>
                    <a:pt x="5143499" y="3447"/>
                  </a:lnTo>
                  <a:lnTo>
                    <a:pt x="5143964" y="2324"/>
                  </a:lnTo>
                  <a:lnTo>
                    <a:pt x="5145824" y="464"/>
                  </a:lnTo>
                  <a:lnTo>
                    <a:pt x="5146946" y="0"/>
                  </a:lnTo>
                  <a:lnTo>
                    <a:pt x="5149577" y="0"/>
                  </a:lnTo>
                  <a:lnTo>
                    <a:pt x="5150699" y="464"/>
                  </a:lnTo>
                  <a:lnTo>
                    <a:pt x="5152559" y="2324"/>
                  </a:lnTo>
                  <a:lnTo>
                    <a:pt x="5153024" y="3447"/>
                  </a:lnTo>
                  <a:lnTo>
                    <a:pt x="5153024" y="6077"/>
                  </a:lnTo>
                  <a:lnTo>
                    <a:pt x="5152559" y="7200"/>
                  </a:lnTo>
                  <a:lnTo>
                    <a:pt x="5150699" y="9060"/>
                  </a:lnTo>
                  <a:lnTo>
                    <a:pt x="5149577" y="9524"/>
                  </a:lnTo>
                  <a:close/>
                </a:path>
                <a:path w="10296525" h="9525">
                  <a:moveTo>
                    <a:pt x="5197202" y="9524"/>
                  </a:moveTo>
                  <a:lnTo>
                    <a:pt x="5194571" y="9524"/>
                  </a:lnTo>
                  <a:lnTo>
                    <a:pt x="5193449" y="9060"/>
                  </a:lnTo>
                  <a:lnTo>
                    <a:pt x="5191589" y="7200"/>
                  </a:lnTo>
                  <a:lnTo>
                    <a:pt x="5191124" y="6077"/>
                  </a:lnTo>
                  <a:lnTo>
                    <a:pt x="5191124" y="3447"/>
                  </a:lnTo>
                  <a:lnTo>
                    <a:pt x="5191589" y="2324"/>
                  </a:lnTo>
                  <a:lnTo>
                    <a:pt x="5193449" y="464"/>
                  </a:lnTo>
                  <a:lnTo>
                    <a:pt x="5194571" y="0"/>
                  </a:lnTo>
                  <a:lnTo>
                    <a:pt x="5197202" y="0"/>
                  </a:lnTo>
                  <a:lnTo>
                    <a:pt x="5198324" y="464"/>
                  </a:lnTo>
                  <a:lnTo>
                    <a:pt x="5200184" y="2324"/>
                  </a:lnTo>
                  <a:lnTo>
                    <a:pt x="5200649" y="3447"/>
                  </a:lnTo>
                  <a:lnTo>
                    <a:pt x="5200649" y="6077"/>
                  </a:lnTo>
                  <a:lnTo>
                    <a:pt x="5200184" y="7200"/>
                  </a:lnTo>
                  <a:lnTo>
                    <a:pt x="5198324" y="9060"/>
                  </a:lnTo>
                  <a:lnTo>
                    <a:pt x="5197202" y="9524"/>
                  </a:lnTo>
                  <a:close/>
                </a:path>
                <a:path w="10296525" h="9525">
                  <a:moveTo>
                    <a:pt x="5244827" y="9524"/>
                  </a:moveTo>
                  <a:lnTo>
                    <a:pt x="5242196" y="9524"/>
                  </a:lnTo>
                  <a:lnTo>
                    <a:pt x="5241074" y="9060"/>
                  </a:lnTo>
                  <a:lnTo>
                    <a:pt x="5239214" y="7200"/>
                  </a:lnTo>
                  <a:lnTo>
                    <a:pt x="5238749" y="6077"/>
                  </a:lnTo>
                  <a:lnTo>
                    <a:pt x="5238749" y="3447"/>
                  </a:lnTo>
                  <a:lnTo>
                    <a:pt x="5239214" y="2324"/>
                  </a:lnTo>
                  <a:lnTo>
                    <a:pt x="5241074" y="464"/>
                  </a:lnTo>
                  <a:lnTo>
                    <a:pt x="5242196" y="0"/>
                  </a:lnTo>
                  <a:lnTo>
                    <a:pt x="5244827" y="0"/>
                  </a:lnTo>
                  <a:lnTo>
                    <a:pt x="5245949" y="464"/>
                  </a:lnTo>
                  <a:lnTo>
                    <a:pt x="5247809" y="2324"/>
                  </a:lnTo>
                  <a:lnTo>
                    <a:pt x="5248274" y="3447"/>
                  </a:lnTo>
                  <a:lnTo>
                    <a:pt x="5248274" y="6077"/>
                  </a:lnTo>
                  <a:lnTo>
                    <a:pt x="5247809" y="7200"/>
                  </a:lnTo>
                  <a:lnTo>
                    <a:pt x="5245949" y="9060"/>
                  </a:lnTo>
                  <a:lnTo>
                    <a:pt x="5244827" y="9524"/>
                  </a:lnTo>
                  <a:close/>
                </a:path>
                <a:path w="10296525" h="9525">
                  <a:moveTo>
                    <a:pt x="5292452" y="9524"/>
                  </a:moveTo>
                  <a:lnTo>
                    <a:pt x="5289821" y="9524"/>
                  </a:lnTo>
                  <a:lnTo>
                    <a:pt x="5288699" y="9060"/>
                  </a:lnTo>
                  <a:lnTo>
                    <a:pt x="5286839" y="7200"/>
                  </a:lnTo>
                  <a:lnTo>
                    <a:pt x="5286374" y="6077"/>
                  </a:lnTo>
                  <a:lnTo>
                    <a:pt x="5286374" y="3447"/>
                  </a:lnTo>
                  <a:lnTo>
                    <a:pt x="5286839" y="2324"/>
                  </a:lnTo>
                  <a:lnTo>
                    <a:pt x="5288699" y="464"/>
                  </a:lnTo>
                  <a:lnTo>
                    <a:pt x="5289821" y="0"/>
                  </a:lnTo>
                  <a:lnTo>
                    <a:pt x="5292452" y="0"/>
                  </a:lnTo>
                  <a:lnTo>
                    <a:pt x="5293574" y="464"/>
                  </a:lnTo>
                  <a:lnTo>
                    <a:pt x="5295434" y="2324"/>
                  </a:lnTo>
                  <a:lnTo>
                    <a:pt x="5295899" y="3447"/>
                  </a:lnTo>
                  <a:lnTo>
                    <a:pt x="5295899" y="6077"/>
                  </a:lnTo>
                  <a:lnTo>
                    <a:pt x="5295434" y="7200"/>
                  </a:lnTo>
                  <a:lnTo>
                    <a:pt x="5293574" y="9060"/>
                  </a:lnTo>
                  <a:lnTo>
                    <a:pt x="5292452" y="9524"/>
                  </a:lnTo>
                  <a:close/>
                </a:path>
                <a:path w="10296525" h="9525">
                  <a:moveTo>
                    <a:pt x="5340077" y="9524"/>
                  </a:moveTo>
                  <a:lnTo>
                    <a:pt x="5337446" y="9524"/>
                  </a:lnTo>
                  <a:lnTo>
                    <a:pt x="5336324" y="9060"/>
                  </a:lnTo>
                  <a:lnTo>
                    <a:pt x="5334464" y="7200"/>
                  </a:lnTo>
                  <a:lnTo>
                    <a:pt x="5333999" y="6077"/>
                  </a:lnTo>
                  <a:lnTo>
                    <a:pt x="5333999" y="3447"/>
                  </a:lnTo>
                  <a:lnTo>
                    <a:pt x="5334464" y="2324"/>
                  </a:lnTo>
                  <a:lnTo>
                    <a:pt x="5336324" y="464"/>
                  </a:lnTo>
                  <a:lnTo>
                    <a:pt x="5337446" y="0"/>
                  </a:lnTo>
                  <a:lnTo>
                    <a:pt x="5340077" y="0"/>
                  </a:lnTo>
                  <a:lnTo>
                    <a:pt x="5341199" y="464"/>
                  </a:lnTo>
                  <a:lnTo>
                    <a:pt x="5343059" y="2324"/>
                  </a:lnTo>
                  <a:lnTo>
                    <a:pt x="5343524" y="3447"/>
                  </a:lnTo>
                  <a:lnTo>
                    <a:pt x="5343524" y="6077"/>
                  </a:lnTo>
                  <a:lnTo>
                    <a:pt x="5343059" y="7200"/>
                  </a:lnTo>
                  <a:lnTo>
                    <a:pt x="5341199" y="9060"/>
                  </a:lnTo>
                  <a:lnTo>
                    <a:pt x="5340077" y="9524"/>
                  </a:lnTo>
                  <a:close/>
                </a:path>
                <a:path w="10296525" h="9525">
                  <a:moveTo>
                    <a:pt x="5387702" y="9524"/>
                  </a:moveTo>
                  <a:lnTo>
                    <a:pt x="5385071" y="9524"/>
                  </a:lnTo>
                  <a:lnTo>
                    <a:pt x="5383949" y="9060"/>
                  </a:lnTo>
                  <a:lnTo>
                    <a:pt x="5382089" y="7200"/>
                  </a:lnTo>
                  <a:lnTo>
                    <a:pt x="5381624" y="6077"/>
                  </a:lnTo>
                  <a:lnTo>
                    <a:pt x="5381624" y="3447"/>
                  </a:lnTo>
                  <a:lnTo>
                    <a:pt x="5382089" y="2324"/>
                  </a:lnTo>
                  <a:lnTo>
                    <a:pt x="5383949" y="464"/>
                  </a:lnTo>
                  <a:lnTo>
                    <a:pt x="5385071" y="0"/>
                  </a:lnTo>
                  <a:lnTo>
                    <a:pt x="5387702" y="0"/>
                  </a:lnTo>
                  <a:lnTo>
                    <a:pt x="5388824" y="464"/>
                  </a:lnTo>
                  <a:lnTo>
                    <a:pt x="5390684" y="2324"/>
                  </a:lnTo>
                  <a:lnTo>
                    <a:pt x="5391149" y="3447"/>
                  </a:lnTo>
                  <a:lnTo>
                    <a:pt x="5391149" y="6077"/>
                  </a:lnTo>
                  <a:lnTo>
                    <a:pt x="5390684" y="7200"/>
                  </a:lnTo>
                  <a:lnTo>
                    <a:pt x="5388824" y="9060"/>
                  </a:lnTo>
                  <a:lnTo>
                    <a:pt x="5387702" y="9524"/>
                  </a:lnTo>
                  <a:close/>
                </a:path>
                <a:path w="10296525" h="9525">
                  <a:moveTo>
                    <a:pt x="5435327" y="9524"/>
                  </a:moveTo>
                  <a:lnTo>
                    <a:pt x="5432696" y="9524"/>
                  </a:lnTo>
                  <a:lnTo>
                    <a:pt x="5431574" y="9060"/>
                  </a:lnTo>
                  <a:lnTo>
                    <a:pt x="5429714" y="7200"/>
                  </a:lnTo>
                  <a:lnTo>
                    <a:pt x="5429249" y="6077"/>
                  </a:lnTo>
                  <a:lnTo>
                    <a:pt x="5429249" y="3447"/>
                  </a:lnTo>
                  <a:lnTo>
                    <a:pt x="5429714" y="2324"/>
                  </a:lnTo>
                  <a:lnTo>
                    <a:pt x="5431574" y="464"/>
                  </a:lnTo>
                  <a:lnTo>
                    <a:pt x="5432696" y="0"/>
                  </a:lnTo>
                  <a:lnTo>
                    <a:pt x="5435327" y="0"/>
                  </a:lnTo>
                  <a:lnTo>
                    <a:pt x="5436449" y="464"/>
                  </a:lnTo>
                  <a:lnTo>
                    <a:pt x="5438309" y="2324"/>
                  </a:lnTo>
                  <a:lnTo>
                    <a:pt x="5438774" y="3447"/>
                  </a:lnTo>
                  <a:lnTo>
                    <a:pt x="5438774" y="6077"/>
                  </a:lnTo>
                  <a:lnTo>
                    <a:pt x="5438309" y="7200"/>
                  </a:lnTo>
                  <a:lnTo>
                    <a:pt x="5436449" y="9060"/>
                  </a:lnTo>
                  <a:lnTo>
                    <a:pt x="5435327" y="9524"/>
                  </a:lnTo>
                  <a:close/>
                </a:path>
                <a:path w="10296525" h="9525">
                  <a:moveTo>
                    <a:pt x="5482952" y="9524"/>
                  </a:moveTo>
                  <a:lnTo>
                    <a:pt x="5480321" y="9524"/>
                  </a:lnTo>
                  <a:lnTo>
                    <a:pt x="5479199" y="9060"/>
                  </a:lnTo>
                  <a:lnTo>
                    <a:pt x="5477339" y="7200"/>
                  </a:lnTo>
                  <a:lnTo>
                    <a:pt x="5476874" y="6077"/>
                  </a:lnTo>
                  <a:lnTo>
                    <a:pt x="5476874" y="3447"/>
                  </a:lnTo>
                  <a:lnTo>
                    <a:pt x="5477339" y="2324"/>
                  </a:lnTo>
                  <a:lnTo>
                    <a:pt x="5479199" y="464"/>
                  </a:lnTo>
                  <a:lnTo>
                    <a:pt x="5480321" y="0"/>
                  </a:lnTo>
                  <a:lnTo>
                    <a:pt x="5482952" y="0"/>
                  </a:lnTo>
                  <a:lnTo>
                    <a:pt x="5484074" y="464"/>
                  </a:lnTo>
                  <a:lnTo>
                    <a:pt x="5485934" y="2324"/>
                  </a:lnTo>
                  <a:lnTo>
                    <a:pt x="5486399" y="3447"/>
                  </a:lnTo>
                  <a:lnTo>
                    <a:pt x="5486399" y="6077"/>
                  </a:lnTo>
                  <a:lnTo>
                    <a:pt x="5485934" y="7200"/>
                  </a:lnTo>
                  <a:lnTo>
                    <a:pt x="5484074" y="9060"/>
                  </a:lnTo>
                  <a:lnTo>
                    <a:pt x="5482952" y="9524"/>
                  </a:lnTo>
                  <a:close/>
                </a:path>
                <a:path w="10296525" h="9525">
                  <a:moveTo>
                    <a:pt x="5530576" y="9524"/>
                  </a:moveTo>
                  <a:lnTo>
                    <a:pt x="5527946" y="9524"/>
                  </a:lnTo>
                  <a:lnTo>
                    <a:pt x="5526824" y="9060"/>
                  </a:lnTo>
                  <a:lnTo>
                    <a:pt x="5524964" y="7200"/>
                  </a:lnTo>
                  <a:lnTo>
                    <a:pt x="5524499" y="6077"/>
                  </a:lnTo>
                  <a:lnTo>
                    <a:pt x="5524499" y="3447"/>
                  </a:lnTo>
                  <a:lnTo>
                    <a:pt x="5524964" y="2324"/>
                  </a:lnTo>
                  <a:lnTo>
                    <a:pt x="5526824" y="464"/>
                  </a:lnTo>
                  <a:lnTo>
                    <a:pt x="5527946" y="0"/>
                  </a:lnTo>
                  <a:lnTo>
                    <a:pt x="5530576" y="0"/>
                  </a:lnTo>
                  <a:lnTo>
                    <a:pt x="5531699" y="464"/>
                  </a:lnTo>
                  <a:lnTo>
                    <a:pt x="5533559" y="2324"/>
                  </a:lnTo>
                  <a:lnTo>
                    <a:pt x="5534024" y="3447"/>
                  </a:lnTo>
                  <a:lnTo>
                    <a:pt x="5534024" y="6077"/>
                  </a:lnTo>
                  <a:lnTo>
                    <a:pt x="5533559" y="7200"/>
                  </a:lnTo>
                  <a:lnTo>
                    <a:pt x="5531699" y="9060"/>
                  </a:lnTo>
                  <a:lnTo>
                    <a:pt x="5530576" y="9524"/>
                  </a:lnTo>
                  <a:close/>
                </a:path>
                <a:path w="10296525" h="9525">
                  <a:moveTo>
                    <a:pt x="5578201" y="9524"/>
                  </a:moveTo>
                  <a:lnTo>
                    <a:pt x="5575571" y="9524"/>
                  </a:lnTo>
                  <a:lnTo>
                    <a:pt x="5574449" y="9060"/>
                  </a:lnTo>
                  <a:lnTo>
                    <a:pt x="5572589" y="7200"/>
                  </a:lnTo>
                  <a:lnTo>
                    <a:pt x="5572124" y="6077"/>
                  </a:lnTo>
                  <a:lnTo>
                    <a:pt x="5572124" y="3447"/>
                  </a:lnTo>
                  <a:lnTo>
                    <a:pt x="5572589" y="2324"/>
                  </a:lnTo>
                  <a:lnTo>
                    <a:pt x="5574449" y="464"/>
                  </a:lnTo>
                  <a:lnTo>
                    <a:pt x="5575571" y="0"/>
                  </a:lnTo>
                  <a:lnTo>
                    <a:pt x="5578201" y="0"/>
                  </a:lnTo>
                  <a:lnTo>
                    <a:pt x="5579324" y="464"/>
                  </a:lnTo>
                  <a:lnTo>
                    <a:pt x="5581184" y="2324"/>
                  </a:lnTo>
                  <a:lnTo>
                    <a:pt x="5581649" y="3447"/>
                  </a:lnTo>
                  <a:lnTo>
                    <a:pt x="5581649" y="6077"/>
                  </a:lnTo>
                  <a:lnTo>
                    <a:pt x="5581184" y="7200"/>
                  </a:lnTo>
                  <a:lnTo>
                    <a:pt x="5579324" y="9060"/>
                  </a:lnTo>
                  <a:lnTo>
                    <a:pt x="5578201" y="9524"/>
                  </a:lnTo>
                  <a:close/>
                </a:path>
                <a:path w="10296525" h="9525">
                  <a:moveTo>
                    <a:pt x="5625827" y="9524"/>
                  </a:moveTo>
                  <a:lnTo>
                    <a:pt x="5623197" y="9524"/>
                  </a:lnTo>
                  <a:lnTo>
                    <a:pt x="5622074" y="9060"/>
                  </a:lnTo>
                  <a:lnTo>
                    <a:pt x="5620214" y="7200"/>
                  </a:lnTo>
                  <a:lnTo>
                    <a:pt x="5619749" y="6077"/>
                  </a:lnTo>
                  <a:lnTo>
                    <a:pt x="5619749" y="3447"/>
                  </a:lnTo>
                  <a:lnTo>
                    <a:pt x="5620214" y="2324"/>
                  </a:lnTo>
                  <a:lnTo>
                    <a:pt x="5622074" y="464"/>
                  </a:lnTo>
                  <a:lnTo>
                    <a:pt x="5623197" y="0"/>
                  </a:lnTo>
                  <a:lnTo>
                    <a:pt x="5625827" y="0"/>
                  </a:lnTo>
                  <a:lnTo>
                    <a:pt x="5626949" y="464"/>
                  </a:lnTo>
                  <a:lnTo>
                    <a:pt x="5628809" y="2324"/>
                  </a:lnTo>
                  <a:lnTo>
                    <a:pt x="5629274" y="3447"/>
                  </a:lnTo>
                  <a:lnTo>
                    <a:pt x="5629274" y="6077"/>
                  </a:lnTo>
                  <a:lnTo>
                    <a:pt x="5628809" y="7200"/>
                  </a:lnTo>
                  <a:lnTo>
                    <a:pt x="5626949" y="9060"/>
                  </a:lnTo>
                  <a:lnTo>
                    <a:pt x="5625827" y="9524"/>
                  </a:lnTo>
                  <a:close/>
                </a:path>
                <a:path w="10296525" h="9525">
                  <a:moveTo>
                    <a:pt x="5673452" y="9524"/>
                  </a:moveTo>
                  <a:lnTo>
                    <a:pt x="5670821" y="9524"/>
                  </a:lnTo>
                  <a:lnTo>
                    <a:pt x="5669699" y="9060"/>
                  </a:lnTo>
                  <a:lnTo>
                    <a:pt x="5667839" y="7200"/>
                  </a:lnTo>
                  <a:lnTo>
                    <a:pt x="5667374" y="6077"/>
                  </a:lnTo>
                  <a:lnTo>
                    <a:pt x="5667374" y="3447"/>
                  </a:lnTo>
                  <a:lnTo>
                    <a:pt x="5667839" y="2324"/>
                  </a:lnTo>
                  <a:lnTo>
                    <a:pt x="5669699" y="464"/>
                  </a:lnTo>
                  <a:lnTo>
                    <a:pt x="5670821" y="0"/>
                  </a:lnTo>
                  <a:lnTo>
                    <a:pt x="5673452" y="0"/>
                  </a:lnTo>
                  <a:lnTo>
                    <a:pt x="5674574" y="464"/>
                  </a:lnTo>
                  <a:lnTo>
                    <a:pt x="5676434" y="2324"/>
                  </a:lnTo>
                  <a:lnTo>
                    <a:pt x="5676899" y="3447"/>
                  </a:lnTo>
                  <a:lnTo>
                    <a:pt x="5676899" y="6077"/>
                  </a:lnTo>
                  <a:lnTo>
                    <a:pt x="5676434" y="7200"/>
                  </a:lnTo>
                  <a:lnTo>
                    <a:pt x="5674574" y="9060"/>
                  </a:lnTo>
                  <a:lnTo>
                    <a:pt x="5673452" y="9524"/>
                  </a:lnTo>
                  <a:close/>
                </a:path>
                <a:path w="10296525" h="9525">
                  <a:moveTo>
                    <a:pt x="5721077" y="9524"/>
                  </a:moveTo>
                  <a:lnTo>
                    <a:pt x="5718446" y="9524"/>
                  </a:lnTo>
                  <a:lnTo>
                    <a:pt x="5717324" y="9060"/>
                  </a:lnTo>
                  <a:lnTo>
                    <a:pt x="5715464" y="7200"/>
                  </a:lnTo>
                  <a:lnTo>
                    <a:pt x="5714999" y="6077"/>
                  </a:lnTo>
                  <a:lnTo>
                    <a:pt x="5714999" y="3447"/>
                  </a:lnTo>
                  <a:lnTo>
                    <a:pt x="5715464" y="2324"/>
                  </a:lnTo>
                  <a:lnTo>
                    <a:pt x="5717324" y="464"/>
                  </a:lnTo>
                  <a:lnTo>
                    <a:pt x="5718446" y="0"/>
                  </a:lnTo>
                  <a:lnTo>
                    <a:pt x="5721077" y="0"/>
                  </a:lnTo>
                  <a:lnTo>
                    <a:pt x="5722199" y="464"/>
                  </a:lnTo>
                  <a:lnTo>
                    <a:pt x="5724059" y="2324"/>
                  </a:lnTo>
                  <a:lnTo>
                    <a:pt x="5724524" y="3447"/>
                  </a:lnTo>
                  <a:lnTo>
                    <a:pt x="5724524" y="6077"/>
                  </a:lnTo>
                  <a:lnTo>
                    <a:pt x="5724059" y="7200"/>
                  </a:lnTo>
                  <a:lnTo>
                    <a:pt x="5722199" y="9060"/>
                  </a:lnTo>
                  <a:lnTo>
                    <a:pt x="5721077" y="9524"/>
                  </a:lnTo>
                  <a:close/>
                </a:path>
                <a:path w="10296525" h="9525">
                  <a:moveTo>
                    <a:pt x="5768701" y="9524"/>
                  </a:moveTo>
                  <a:lnTo>
                    <a:pt x="5766071" y="9524"/>
                  </a:lnTo>
                  <a:lnTo>
                    <a:pt x="5764949" y="9060"/>
                  </a:lnTo>
                  <a:lnTo>
                    <a:pt x="5763089" y="7200"/>
                  </a:lnTo>
                  <a:lnTo>
                    <a:pt x="5762624" y="6077"/>
                  </a:lnTo>
                  <a:lnTo>
                    <a:pt x="5762624" y="3447"/>
                  </a:lnTo>
                  <a:lnTo>
                    <a:pt x="5763089" y="2324"/>
                  </a:lnTo>
                  <a:lnTo>
                    <a:pt x="5764949" y="464"/>
                  </a:lnTo>
                  <a:lnTo>
                    <a:pt x="5766071" y="0"/>
                  </a:lnTo>
                  <a:lnTo>
                    <a:pt x="5768701" y="0"/>
                  </a:lnTo>
                  <a:lnTo>
                    <a:pt x="5769824" y="464"/>
                  </a:lnTo>
                  <a:lnTo>
                    <a:pt x="5771684" y="2324"/>
                  </a:lnTo>
                  <a:lnTo>
                    <a:pt x="5772149" y="3447"/>
                  </a:lnTo>
                  <a:lnTo>
                    <a:pt x="5772149" y="6077"/>
                  </a:lnTo>
                  <a:lnTo>
                    <a:pt x="5771684" y="7200"/>
                  </a:lnTo>
                  <a:lnTo>
                    <a:pt x="5769824" y="9060"/>
                  </a:lnTo>
                  <a:lnTo>
                    <a:pt x="5768701" y="9524"/>
                  </a:lnTo>
                  <a:close/>
                </a:path>
                <a:path w="10296525" h="9525">
                  <a:moveTo>
                    <a:pt x="5816327" y="9524"/>
                  </a:moveTo>
                  <a:lnTo>
                    <a:pt x="5813696" y="9524"/>
                  </a:lnTo>
                  <a:lnTo>
                    <a:pt x="5812574" y="9060"/>
                  </a:lnTo>
                  <a:lnTo>
                    <a:pt x="5810714" y="7200"/>
                  </a:lnTo>
                  <a:lnTo>
                    <a:pt x="5810249" y="6077"/>
                  </a:lnTo>
                  <a:lnTo>
                    <a:pt x="5810249" y="3447"/>
                  </a:lnTo>
                  <a:lnTo>
                    <a:pt x="5810714" y="2324"/>
                  </a:lnTo>
                  <a:lnTo>
                    <a:pt x="5812574" y="464"/>
                  </a:lnTo>
                  <a:lnTo>
                    <a:pt x="5813696" y="0"/>
                  </a:lnTo>
                  <a:lnTo>
                    <a:pt x="5816327" y="0"/>
                  </a:lnTo>
                  <a:lnTo>
                    <a:pt x="5817449" y="464"/>
                  </a:lnTo>
                  <a:lnTo>
                    <a:pt x="5819309" y="2324"/>
                  </a:lnTo>
                  <a:lnTo>
                    <a:pt x="5819774" y="3447"/>
                  </a:lnTo>
                  <a:lnTo>
                    <a:pt x="5819774" y="6077"/>
                  </a:lnTo>
                  <a:lnTo>
                    <a:pt x="5819309" y="7200"/>
                  </a:lnTo>
                  <a:lnTo>
                    <a:pt x="5817449" y="9060"/>
                  </a:lnTo>
                  <a:lnTo>
                    <a:pt x="5816327" y="9524"/>
                  </a:lnTo>
                  <a:close/>
                </a:path>
                <a:path w="10296525" h="9525">
                  <a:moveTo>
                    <a:pt x="5863952" y="9524"/>
                  </a:moveTo>
                  <a:lnTo>
                    <a:pt x="5861321" y="9524"/>
                  </a:lnTo>
                  <a:lnTo>
                    <a:pt x="5860199" y="9060"/>
                  </a:lnTo>
                  <a:lnTo>
                    <a:pt x="5858339" y="7200"/>
                  </a:lnTo>
                  <a:lnTo>
                    <a:pt x="5857874" y="6077"/>
                  </a:lnTo>
                  <a:lnTo>
                    <a:pt x="5857874" y="3447"/>
                  </a:lnTo>
                  <a:lnTo>
                    <a:pt x="5858339" y="2324"/>
                  </a:lnTo>
                  <a:lnTo>
                    <a:pt x="5860199" y="464"/>
                  </a:lnTo>
                  <a:lnTo>
                    <a:pt x="5861321" y="0"/>
                  </a:lnTo>
                  <a:lnTo>
                    <a:pt x="5863952" y="0"/>
                  </a:lnTo>
                  <a:lnTo>
                    <a:pt x="5865074" y="464"/>
                  </a:lnTo>
                  <a:lnTo>
                    <a:pt x="5866934" y="2324"/>
                  </a:lnTo>
                  <a:lnTo>
                    <a:pt x="5867399" y="3447"/>
                  </a:lnTo>
                  <a:lnTo>
                    <a:pt x="5867399" y="6077"/>
                  </a:lnTo>
                  <a:lnTo>
                    <a:pt x="5866934" y="7200"/>
                  </a:lnTo>
                  <a:lnTo>
                    <a:pt x="5865074" y="9060"/>
                  </a:lnTo>
                  <a:lnTo>
                    <a:pt x="5863952" y="9524"/>
                  </a:lnTo>
                  <a:close/>
                </a:path>
                <a:path w="10296525" h="9525">
                  <a:moveTo>
                    <a:pt x="5911577" y="9524"/>
                  </a:moveTo>
                  <a:lnTo>
                    <a:pt x="5908946" y="9524"/>
                  </a:lnTo>
                  <a:lnTo>
                    <a:pt x="5907824" y="9060"/>
                  </a:lnTo>
                  <a:lnTo>
                    <a:pt x="5905964" y="7200"/>
                  </a:lnTo>
                  <a:lnTo>
                    <a:pt x="5905499" y="6077"/>
                  </a:lnTo>
                  <a:lnTo>
                    <a:pt x="5905499" y="3447"/>
                  </a:lnTo>
                  <a:lnTo>
                    <a:pt x="5905964" y="2324"/>
                  </a:lnTo>
                  <a:lnTo>
                    <a:pt x="5907824" y="464"/>
                  </a:lnTo>
                  <a:lnTo>
                    <a:pt x="5908946" y="0"/>
                  </a:lnTo>
                  <a:lnTo>
                    <a:pt x="5911577" y="0"/>
                  </a:lnTo>
                  <a:lnTo>
                    <a:pt x="5912699" y="464"/>
                  </a:lnTo>
                  <a:lnTo>
                    <a:pt x="5914559" y="2324"/>
                  </a:lnTo>
                  <a:lnTo>
                    <a:pt x="5915024" y="3447"/>
                  </a:lnTo>
                  <a:lnTo>
                    <a:pt x="5915024" y="6077"/>
                  </a:lnTo>
                  <a:lnTo>
                    <a:pt x="5914559" y="7200"/>
                  </a:lnTo>
                  <a:lnTo>
                    <a:pt x="5912699" y="9060"/>
                  </a:lnTo>
                  <a:lnTo>
                    <a:pt x="5911577" y="9524"/>
                  </a:lnTo>
                  <a:close/>
                </a:path>
                <a:path w="10296525" h="9525">
                  <a:moveTo>
                    <a:pt x="5959202" y="9524"/>
                  </a:moveTo>
                  <a:lnTo>
                    <a:pt x="5956571" y="9524"/>
                  </a:lnTo>
                  <a:lnTo>
                    <a:pt x="5955449" y="9060"/>
                  </a:lnTo>
                  <a:lnTo>
                    <a:pt x="5953589" y="7200"/>
                  </a:lnTo>
                  <a:lnTo>
                    <a:pt x="5953124" y="6077"/>
                  </a:lnTo>
                  <a:lnTo>
                    <a:pt x="5953124" y="3447"/>
                  </a:lnTo>
                  <a:lnTo>
                    <a:pt x="5953589" y="2324"/>
                  </a:lnTo>
                  <a:lnTo>
                    <a:pt x="5955449" y="464"/>
                  </a:lnTo>
                  <a:lnTo>
                    <a:pt x="5956571" y="0"/>
                  </a:lnTo>
                  <a:lnTo>
                    <a:pt x="5959202" y="0"/>
                  </a:lnTo>
                  <a:lnTo>
                    <a:pt x="5960324" y="464"/>
                  </a:lnTo>
                  <a:lnTo>
                    <a:pt x="5962184" y="2324"/>
                  </a:lnTo>
                  <a:lnTo>
                    <a:pt x="5962649" y="3447"/>
                  </a:lnTo>
                  <a:lnTo>
                    <a:pt x="5962649" y="6077"/>
                  </a:lnTo>
                  <a:lnTo>
                    <a:pt x="5962184" y="7200"/>
                  </a:lnTo>
                  <a:lnTo>
                    <a:pt x="5960324" y="9060"/>
                  </a:lnTo>
                  <a:lnTo>
                    <a:pt x="5959202" y="9524"/>
                  </a:lnTo>
                  <a:close/>
                </a:path>
                <a:path w="10296525" h="9525">
                  <a:moveTo>
                    <a:pt x="6006826" y="9524"/>
                  </a:moveTo>
                  <a:lnTo>
                    <a:pt x="6004197" y="9524"/>
                  </a:lnTo>
                  <a:lnTo>
                    <a:pt x="6003074" y="9060"/>
                  </a:lnTo>
                  <a:lnTo>
                    <a:pt x="6001214" y="7200"/>
                  </a:lnTo>
                  <a:lnTo>
                    <a:pt x="6000749" y="6077"/>
                  </a:lnTo>
                  <a:lnTo>
                    <a:pt x="6000749" y="3447"/>
                  </a:lnTo>
                  <a:lnTo>
                    <a:pt x="6001214" y="2324"/>
                  </a:lnTo>
                  <a:lnTo>
                    <a:pt x="6003074" y="464"/>
                  </a:lnTo>
                  <a:lnTo>
                    <a:pt x="6004197" y="0"/>
                  </a:lnTo>
                  <a:lnTo>
                    <a:pt x="6006826" y="0"/>
                  </a:lnTo>
                  <a:lnTo>
                    <a:pt x="6007949" y="464"/>
                  </a:lnTo>
                  <a:lnTo>
                    <a:pt x="6009809" y="2324"/>
                  </a:lnTo>
                  <a:lnTo>
                    <a:pt x="6010274" y="3447"/>
                  </a:lnTo>
                  <a:lnTo>
                    <a:pt x="6010274" y="6077"/>
                  </a:lnTo>
                  <a:lnTo>
                    <a:pt x="6009809" y="7200"/>
                  </a:lnTo>
                  <a:lnTo>
                    <a:pt x="6007949" y="9060"/>
                  </a:lnTo>
                  <a:lnTo>
                    <a:pt x="6006826" y="9524"/>
                  </a:lnTo>
                  <a:close/>
                </a:path>
                <a:path w="10296525" h="9525">
                  <a:moveTo>
                    <a:pt x="6054451" y="9524"/>
                  </a:moveTo>
                  <a:lnTo>
                    <a:pt x="6051821" y="9524"/>
                  </a:lnTo>
                  <a:lnTo>
                    <a:pt x="6050698" y="9060"/>
                  </a:lnTo>
                  <a:lnTo>
                    <a:pt x="6048839" y="7200"/>
                  </a:lnTo>
                  <a:lnTo>
                    <a:pt x="6048374" y="6077"/>
                  </a:lnTo>
                  <a:lnTo>
                    <a:pt x="6048374" y="3447"/>
                  </a:lnTo>
                  <a:lnTo>
                    <a:pt x="6048839" y="2324"/>
                  </a:lnTo>
                  <a:lnTo>
                    <a:pt x="6050698" y="464"/>
                  </a:lnTo>
                  <a:lnTo>
                    <a:pt x="6051821" y="0"/>
                  </a:lnTo>
                  <a:lnTo>
                    <a:pt x="6054451" y="0"/>
                  </a:lnTo>
                  <a:lnTo>
                    <a:pt x="6055574" y="464"/>
                  </a:lnTo>
                  <a:lnTo>
                    <a:pt x="6057434" y="2324"/>
                  </a:lnTo>
                  <a:lnTo>
                    <a:pt x="6057899" y="3447"/>
                  </a:lnTo>
                  <a:lnTo>
                    <a:pt x="6057899" y="6077"/>
                  </a:lnTo>
                  <a:lnTo>
                    <a:pt x="6057434" y="7200"/>
                  </a:lnTo>
                  <a:lnTo>
                    <a:pt x="6055574" y="9060"/>
                  </a:lnTo>
                  <a:lnTo>
                    <a:pt x="6054451" y="9524"/>
                  </a:lnTo>
                  <a:close/>
                </a:path>
                <a:path w="10296525" h="9525">
                  <a:moveTo>
                    <a:pt x="6102076" y="9524"/>
                  </a:moveTo>
                  <a:lnTo>
                    <a:pt x="6099446" y="9524"/>
                  </a:lnTo>
                  <a:lnTo>
                    <a:pt x="6098324" y="9060"/>
                  </a:lnTo>
                  <a:lnTo>
                    <a:pt x="6096464" y="7200"/>
                  </a:lnTo>
                  <a:lnTo>
                    <a:pt x="6095999" y="6077"/>
                  </a:lnTo>
                  <a:lnTo>
                    <a:pt x="6095999" y="3447"/>
                  </a:lnTo>
                  <a:lnTo>
                    <a:pt x="6096464" y="2324"/>
                  </a:lnTo>
                  <a:lnTo>
                    <a:pt x="6098324" y="464"/>
                  </a:lnTo>
                  <a:lnTo>
                    <a:pt x="6099446" y="0"/>
                  </a:lnTo>
                  <a:lnTo>
                    <a:pt x="6102076" y="0"/>
                  </a:lnTo>
                  <a:lnTo>
                    <a:pt x="6103199" y="464"/>
                  </a:lnTo>
                  <a:lnTo>
                    <a:pt x="6105059" y="2324"/>
                  </a:lnTo>
                  <a:lnTo>
                    <a:pt x="6105524" y="3447"/>
                  </a:lnTo>
                  <a:lnTo>
                    <a:pt x="6105524" y="6077"/>
                  </a:lnTo>
                  <a:lnTo>
                    <a:pt x="6105059" y="7200"/>
                  </a:lnTo>
                  <a:lnTo>
                    <a:pt x="6103199" y="9060"/>
                  </a:lnTo>
                  <a:lnTo>
                    <a:pt x="6102076" y="9524"/>
                  </a:lnTo>
                  <a:close/>
                </a:path>
                <a:path w="10296525" h="9525">
                  <a:moveTo>
                    <a:pt x="6149701" y="9524"/>
                  </a:moveTo>
                  <a:lnTo>
                    <a:pt x="6147071" y="9524"/>
                  </a:lnTo>
                  <a:lnTo>
                    <a:pt x="6145949" y="9060"/>
                  </a:lnTo>
                  <a:lnTo>
                    <a:pt x="6144089" y="7200"/>
                  </a:lnTo>
                  <a:lnTo>
                    <a:pt x="6143624" y="6077"/>
                  </a:lnTo>
                  <a:lnTo>
                    <a:pt x="6143624" y="3447"/>
                  </a:lnTo>
                  <a:lnTo>
                    <a:pt x="6144089" y="2324"/>
                  </a:lnTo>
                  <a:lnTo>
                    <a:pt x="6145949" y="464"/>
                  </a:lnTo>
                  <a:lnTo>
                    <a:pt x="6147071" y="0"/>
                  </a:lnTo>
                  <a:lnTo>
                    <a:pt x="6149701" y="0"/>
                  </a:lnTo>
                  <a:lnTo>
                    <a:pt x="6150824" y="464"/>
                  </a:lnTo>
                  <a:lnTo>
                    <a:pt x="6152684" y="2324"/>
                  </a:lnTo>
                  <a:lnTo>
                    <a:pt x="6153149" y="3447"/>
                  </a:lnTo>
                  <a:lnTo>
                    <a:pt x="6153149" y="6077"/>
                  </a:lnTo>
                  <a:lnTo>
                    <a:pt x="6152684" y="7200"/>
                  </a:lnTo>
                  <a:lnTo>
                    <a:pt x="6150824" y="9060"/>
                  </a:lnTo>
                  <a:lnTo>
                    <a:pt x="6149701" y="9524"/>
                  </a:lnTo>
                  <a:close/>
                </a:path>
                <a:path w="10296525" h="9525">
                  <a:moveTo>
                    <a:pt x="6197326" y="9524"/>
                  </a:moveTo>
                  <a:lnTo>
                    <a:pt x="6194696" y="9524"/>
                  </a:lnTo>
                  <a:lnTo>
                    <a:pt x="6193574" y="9060"/>
                  </a:lnTo>
                  <a:lnTo>
                    <a:pt x="6191714" y="7200"/>
                  </a:lnTo>
                  <a:lnTo>
                    <a:pt x="6191249" y="6077"/>
                  </a:lnTo>
                  <a:lnTo>
                    <a:pt x="6191249" y="3447"/>
                  </a:lnTo>
                  <a:lnTo>
                    <a:pt x="6191714" y="2324"/>
                  </a:lnTo>
                  <a:lnTo>
                    <a:pt x="6193574" y="464"/>
                  </a:lnTo>
                  <a:lnTo>
                    <a:pt x="6194696" y="0"/>
                  </a:lnTo>
                  <a:lnTo>
                    <a:pt x="6197326" y="0"/>
                  </a:lnTo>
                  <a:lnTo>
                    <a:pt x="6198449" y="464"/>
                  </a:lnTo>
                  <a:lnTo>
                    <a:pt x="6200309" y="2324"/>
                  </a:lnTo>
                  <a:lnTo>
                    <a:pt x="6200774" y="3447"/>
                  </a:lnTo>
                  <a:lnTo>
                    <a:pt x="6200774" y="6077"/>
                  </a:lnTo>
                  <a:lnTo>
                    <a:pt x="6200309" y="7200"/>
                  </a:lnTo>
                  <a:lnTo>
                    <a:pt x="6198449" y="9060"/>
                  </a:lnTo>
                  <a:lnTo>
                    <a:pt x="6197326" y="9524"/>
                  </a:lnTo>
                  <a:close/>
                </a:path>
                <a:path w="10296525" h="9525">
                  <a:moveTo>
                    <a:pt x="6244952" y="9524"/>
                  </a:moveTo>
                  <a:lnTo>
                    <a:pt x="6242321" y="9524"/>
                  </a:lnTo>
                  <a:lnTo>
                    <a:pt x="6241199" y="9060"/>
                  </a:lnTo>
                  <a:lnTo>
                    <a:pt x="6239339" y="7200"/>
                  </a:lnTo>
                  <a:lnTo>
                    <a:pt x="6238874" y="6077"/>
                  </a:lnTo>
                  <a:lnTo>
                    <a:pt x="6238874" y="3447"/>
                  </a:lnTo>
                  <a:lnTo>
                    <a:pt x="6239339" y="2324"/>
                  </a:lnTo>
                  <a:lnTo>
                    <a:pt x="6241199" y="464"/>
                  </a:lnTo>
                  <a:lnTo>
                    <a:pt x="6242321" y="0"/>
                  </a:lnTo>
                  <a:lnTo>
                    <a:pt x="6244952" y="0"/>
                  </a:lnTo>
                  <a:lnTo>
                    <a:pt x="6246074" y="464"/>
                  </a:lnTo>
                  <a:lnTo>
                    <a:pt x="6247934" y="2324"/>
                  </a:lnTo>
                  <a:lnTo>
                    <a:pt x="6248399" y="3447"/>
                  </a:lnTo>
                  <a:lnTo>
                    <a:pt x="6248399" y="6077"/>
                  </a:lnTo>
                  <a:lnTo>
                    <a:pt x="6247934" y="7200"/>
                  </a:lnTo>
                  <a:lnTo>
                    <a:pt x="6246074" y="9060"/>
                  </a:lnTo>
                  <a:lnTo>
                    <a:pt x="6244952" y="9524"/>
                  </a:lnTo>
                  <a:close/>
                </a:path>
                <a:path w="10296525" h="9525">
                  <a:moveTo>
                    <a:pt x="6292576" y="9524"/>
                  </a:moveTo>
                  <a:lnTo>
                    <a:pt x="6289946" y="9524"/>
                  </a:lnTo>
                  <a:lnTo>
                    <a:pt x="6288824" y="9060"/>
                  </a:lnTo>
                  <a:lnTo>
                    <a:pt x="6286964" y="7200"/>
                  </a:lnTo>
                  <a:lnTo>
                    <a:pt x="6286499" y="6077"/>
                  </a:lnTo>
                  <a:lnTo>
                    <a:pt x="6286499" y="3447"/>
                  </a:lnTo>
                  <a:lnTo>
                    <a:pt x="6286964" y="2324"/>
                  </a:lnTo>
                  <a:lnTo>
                    <a:pt x="6288824" y="464"/>
                  </a:lnTo>
                  <a:lnTo>
                    <a:pt x="6289946" y="0"/>
                  </a:lnTo>
                  <a:lnTo>
                    <a:pt x="6292576" y="0"/>
                  </a:lnTo>
                  <a:lnTo>
                    <a:pt x="6293699" y="464"/>
                  </a:lnTo>
                  <a:lnTo>
                    <a:pt x="6295559" y="2324"/>
                  </a:lnTo>
                  <a:lnTo>
                    <a:pt x="6296024" y="3447"/>
                  </a:lnTo>
                  <a:lnTo>
                    <a:pt x="6296024" y="6077"/>
                  </a:lnTo>
                  <a:lnTo>
                    <a:pt x="6295559" y="7200"/>
                  </a:lnTo>
                  <a:lnTo>
                    <a:pt x="6293699" y="9060"/>
                  </a:lnTo>
                  <a:lnTo>
                    <a:pt x="6292576" y="9524"/>
                  </a:lnTo>
                  <a:close/>
                </a:path>
                <a:path w="10296525" h="9525">
                  <a:moveTo>
                    <a:pt x="6340202" y="9524"/>
                  </a:moveTo>
                  <a:lnTo>
                    <a:pt x="6337571" y="9524"/>
                  </a:lnTo>
                  <a:lnTo>
                    <a:pt x="6336449" y="9060"/>
                  </a:lnTo>
                  <a:lnTo>
                    <a:pt x="6334589" y="7200"/>
                  </a:lnTo>
                  <a:lnTo>
                    <a:pt x="6334124" y="6077"/>
                  </a:lnTo>
                  <a:lnTo>
                    <a:pt x="6334124" y="3447"/>
                  </a:lnTo>
                  <a:lnTo>
                    <a:pt x="6334589" y="2324"/>
                  </a:lnTo>
                  <a:lnTo>
                    <a:pt x="6336449" y="464"/>
                  </a:lnTo>
                  <a:lnTo>
                    <a:pt x="6337571" y="0"/>
                  </a:lnTo>
                  <a:lnTo>
                    <a:pt x="6340202" y="0"/>
                  </a:lnTo>
                  <a:lnTo>
                    <a:pt x="6341324" y="464"/>
                  </a:lnTo>
                  <a:lnTo>
                    <a:pt x="6343184" y="2324"/>
                  </a:lnTo>
                  <a:lnTo>
                    <a:pt x="6343649" y="3447"/>
                  </a:lnTo>
                  <a:lnTo>
                    <a:pt x="6343649" y="6077"/>
                  </a:lnTo>
                  <a:lnTo>
                    <a:pt x="6343184" y="7200"/>
                  </a:lnTo>
                  <a:lnTo>
                    <a:pt x="6341324" y="9060"/>
                  </a:lnTo>
                  <a:lnTo>
                    <a:pt x="6340202" y="9524"/>
                  </a:lnTo>
                  <a:close/>
                </a:path>
                <a:path w="10296525" h="9525">
                  <a:moveTo>
                    <a:pt x="6387827" y="9524"/>
                  </a:moveTo>
                  <a:lnTo>
                    <a:pt x="6385196" y="9524"/>
                  </a:lnTo>
                  <a:lnTo>
                    <a:pt x="6384074" y="9060"/>
                  </a:lnTo>
                  <a:lnTo>
                    <a:pt x="6382214" y="7200"/>
                  </a:lnTo>
                  <a:lnTo>
                    <a:pt x="6381749" y="6077"/>
                  </a:lnTo>
                  <a:lnTo>
                    <a:pt x="6381749" y="3447"/>
                  </a:lnTo>
                  <a:lnTo>
                    <a:pt x="6382214" y="2324"/>
                  </a:lnTo>
                  <a:lnTo>
                    <a:pt x="6384074" y="464"/>
                  </a:lnTo>
                  <a:lnTo>
                    <a:pt x="6385196" y="0"/>
                  </a:lnTo>
                  <a:lnTo>
                    <a:pt x="6387827" y="0"/>
                  </a:lnTo>
                  <a:lnTo>
                    <a:pt x="6388949" y="464"/>
                  </a:lnTo>
                  <a:lnTo>
                    <a:pt x="6390809" y="2324"/>
                  </a:lnTo>
                  <a:lnTo>
                    <a:pt x="6391274" y="3447"/>
                  </a:lnTo>
                  <a:lnTo>
                    <a:pt x="6391274" y="6077"/>
                  </a:lnTo>
                  <a:lnTo>
                    <a:pt x="6390809" y="7200"/>
                  </a:lnTo>
                  <a:lnTo>
                    <a:pt x="6388949" y="9060"/>
                  </a:lnTo>
                  <a:lnTo>
                    <a:pt x="6387827" y="9524"/>
                  </a:lnTo>
                  <a:close/>
                </a:path>
                <a:path w="10296525" h="9525">
                  <a:moveTo>
                    <a:pt x="6435452" y="9524"/>
                  </a:moveTo>
                  <a:lnTo>
                    <a:pt x="6432821" y="9524"/>
                  </a:lnTo>
                  <a:lnTo>
                    <a:pt x="6431699" y="9060"/>
                  </a:lnTo>
                  <a:lnTo>
                    <a:pt x="6429839" y="7200"/>
                  </a:lnTo>
                  <a:lnTo>
                    <a:pt x="6429374" y="6077"/>
                  </a:lnTo>
                  <a:lnTo>
                    <a:pt x="6429374" y="3447"/>
                  </a:lnTo>
                  <a:lnTo>
                    <a:pt x="6429839" y="2324"/>
                  </a:lnTo>
                  <a:lnTo>
                    <a:pt x="6431699" y="464"/>
                  </a:lnTo>
                  <a:lnTo>
                    <a:pt x="6432821" y="0"/>
                  </a:lnTo>
                  <a:lnTo>
                    <a:pt x="6435452" y="0"/>
                  </a:lnTo>
                  <a:lnTo>
                    <a:pt x="6436574" y="464"/>
                  </a:lnTo>
                  <a:lnTo>
                    <a:pt x="6438434" y="2324"/>
                  </a:lnTo>
                  <a:lnTo>
                    <a:pt x="6438899" y="3447"/>
                  </a:lnTo>
                  <a:lnTo>
                    <a:pt x="6438899" y="6077"/>
                  </a:lnTo>
                  <a:lnTo>
                    <a:pt x="6438434" y="7200"/>
                  </a:lnTo>
                  <a:lnTo>
                    <a:pt x="6436574" y="9060"/>
                  </a:lnTo>
                  <a:lnTo>
                    <a:pt x="6435452" y="9524"/>
                  </a:lnTo>
                  <a:close/>
                </a:path>
                <a:path w="10296525" h="9525">
                  <a:moveTo>
                    <a:pt x="6483076" y="9524"/>
                  </a:moveTo>
                  <a:lnTo>
                    <a:pt x="6480446" y="9524"/>
                  </a:lnTo>
                  <a:lnTo>
                    <a:pt x="6479324" y="9060"/>
                  </a:lnTo>
                  <a:lnTo>
                    <a:pt x="6477464" y="7200"/>
                  </a:lnTo>
                  <a:lnTo>
                    <a:pt x="6476999" y="6077"/>
                  </a:lnTo>
                  <a:lnTo>
                    <a:pt x="6476999" y="3447"/>
                  </a:lnTo>
                  <a:lnTo>
                    <a:pt x="6477464" y="2324"/>
                  </a:lnTo>
                  <a:lnTo>
                    <a:pt x="6479324" y="464"/>
                  </a:lnTo>
                  <a:lnTo>
                    <a:pt x="6480446" y="0"/>
                  </a:lnTo>
                  <a:lnTo>
                    <a:pt x="6483076" y="0"/>
                  </a:lnTo>
                  <a:lnTo>
                    <a:pt x="6484199" y="464"/>
                  </a:lnTo>
                  <a:lnTo>
                    <a:pt x="6486059" y="2324"/>
                  </a:lnTo>
                  <a:lnTo>
                    <a:pt x="6486524" y="3447"/>
                  </a:lnTo>
                  <a:lnTo>
                    <a:pt x="6486524" y="6077"/>
                  </a:lnTo>
                  <a:lnTo>
                    <a:pt x="6486059" y="7200"/>
                  </a:lnTo>
                  <a:lnTo>
                    <a:pt x="6484199" y="9060"/>
                  </a:lnTo>
                  <a:lnTo>
                    <a:pt x="6483076" y="9524"/>
                  </a:lnTo>
                  <a:close/>
                </a:path>
                <a:path w="10296525" h="9525">
                  <a:moveTo>
                    <a:pt x="6530701" y="9524"/>
                  </a:moveTo>
                  <a:lnTo>
                    <a:pt x="6528072" y="9524"/>
                  </a:lnTo>
                  <a:lnTo>
                    <a:pt x="6526949" y="9060"/>
                  </a:lnTo>
                  <a:lnTo>
                    <a:pt x="6525089" y="7200"/>
                  </a:lnTo>
                  <a:lnTo>
                    <a:pt x="6524624" y="6077"/>
                  </a:lnTo>
                  <a:lnTo>
                    <a:pt x="6524624" y="3447"/>
                  </a:lnTo>
                  <a:lnTo>
                    <a:pt x="6525089" y="2324"/>
                  </a:lnTo>
                  <a:lnTo>
                    <a:pt x="6526949" y="464"/>
                  </a:lnTo>
                  <a:lnTo>
                    <a:pt x="6528072" y="0"/>
                  </a:lnTo>
                  <a:lnTo>
                    <a:pt x="6530701" y="0"/>
                  </a:lnTo>
                  <a:lnTo>
                    <a:pt x="6531824" y="464"/>
                  </a:lnTo>
                  <a:lnTo>
                    <a:pt x="6533684" y="2324"/>
                  </a:lnTo>
                  <a:lnTo>
                    <a:pt x="6534149" y="3447"/>
                  </a:lnTo>
                  <a:lnTo>
                    <a:pt x="6534149" y="6077"/>
                  </a:lnTo>
                  <a:lnTo>
                    <a:pt x="6533684" y="7200"/>
                  </a:lnTo>
                  <a:lnTo>
                    <a:pt x="6531824" y="9060"/>
                  </a:lnTo>
                  <a:lnTo>
                    <a:pt x="6530701" y="9524"/>
                  </a:lnTo>
                  <a:close/>
                </a:path>
                <a:path w="10296525" h="9525">
                  <a:moveTo>
                    <a:pt x="6578326" y="9524"/>
                  </a:moveTo>
                  <a:lnTo>
                    <a:pt x="6575696" y="9524"/>
                  </a:lnTo>
                  <a:lnTo>
                    <a:pt x="6574573" y="9060"/>
                  </a:lnTo>
                  <a:lnTo>
                    <a:pt x="6572714" y="7200"/>
                  </a:lnTo>
                  <a:lnTo>
                    <a:pt x="6572249" y="6077"/>
                  </a:lnTo>
                  <a:lnTo>
                    <a:pt x="6572249" y="3447"/>
                  </a:lnTo>
                  <a:lnTo>
                    <a:pt x="6572714" y="2324"/>
                  </a:lnTo>
                  <a:lnTo>
                    <a:pt x="6574573" y="464"/>
                  </a:lnTo>
                  <a:lnTo>
                    <a:pt x="6575696" y="0"/>
                  </a:lnTo>
                  <a:lnTo>
                    <a:pt x="6578326" y="0"/>
                  </a:lnTo>
                  <a:lnTo>
                    <a:pt x="6579449" y="464"/>
                  </a:lnTo>
                  <a:lnTo>
                    <a:pt x="6581309" y="2324"/>
                  </a:lnTo>
                  <a:lnTo>
                    <a:pt x="6581774" y="3447"/>
                  </a:lnTo>
                  <a:lnTo>
                    <a:pt x="6581774" y="6077"/>
                  </a:lnTo>
                  <a:lnTo>
                    <a:pt x="6581309" y="7200"/>
                  </a:lnTo>
                  <a:lnTo>
                    <a:pt x="6579449" y="9060"/>
                  </a:lnTo>
                  <a:lnTo>
                    <a:pt x="6578326" y="9524"/>
                  </a:lnTo>
                  <a:close/>
                </a:path>
                <a:path w="10296525" h="9525">
                  <a:moveTo>
                    <a:pt x="6625951" y="9524"/>
                  </a:moveTo>
                  <a:lnTo>
                    <a:pt x="6623321" y="9524"/>
                  </a:lnTo>
                  <a:lnTo>
                    <a:pt x="6622199" y="9060"/>
                  </a:lnTo>
                  <a:lnTo>
                    <a:pt x="6620339" y="7200"/>
                  </a:lnTo>
                  <a:lnTo>
                    <a:pt x="6619874" y="6077"/>
                  </a:lnTo>
                  <a:lnTo>
                    <a:pt x="6619874" y="3447"/>
                  </a:lnTo>
                  <a:lnTo>
                    <a:pt x="6620339" y="2324"/>
                  </a:lnTo>
                  <a:lnTo>
                    <a:pt x="6622199" y="464"/>
                  </a:lnTo>
                  <a:lnTo>
                    <a:pt x="6623321" y="0"/>
                  </a:lnTo>
                  <a:lnTo>
                    <a:pt x="6625951" y="0"/>
                  </a:lnTo>
                  <a:lnTo>
                    <a:pt x="6627074" y="464"/>
                  </a:lnTo>
                  <a:lnTo>
                    <a:pt x="6628934" y="2324"/>
                  </a:lnTo>
                  <a:lnTo>
                    <a:pt x="6629399" y="3447"/>
                  </a:lnTo>
                  <a:lnTo>
                    <a:pt x="6629399" y="6077"/>
                  </a:lnTo>
                  <a:lnTo>
                    <a:pt x="6628934" y="7200"/>
                  </a:lnTo>
                  <a:lnTo>
                    <a:pt x="6627074" y="9060"/>
                  </a:lnTo>
                  <a:lnTo>
                    <a:pt x="6625951" y="9524"/>
                  </a:lnTo>
                  <a:close/>
                </a:path>
                <a:path w="10296525" h="9525">
                  <a:moveTo>
                    <a:pt x="6673576" y="9524"/>
                  </a:moveTo>
                  <a:lnTo>
                    <a:pt x="6670946" y="9524"/>
                  </a:lnTo>
                  <a:lnTo>
                    <a:pt x="6669824" y="9060"/>
                  </a:lnTo>
                  <a:lnTo>
                    <a:pt x="6667964" y="7200"/>
                  </a:lnTo>
                  <a:lnTo>
                    <a:pt x="6667499" y="6077"/>
                  </a:lnTo>
                  <a:lnTo>
                    <a:pt x="6667499" y="3447"/>
                  </a:lnTo>
                  <a:lnTo>
                    <a:pt x="6667964" y="2324"/>
                  </a:lnTo>
                  <a:lnTo>
                    <a:pt x="6669824" y="464"/>
                  </a:lnTo>
                  <a:lnTo>
                    <a:pt x="6670946" y="0"/>
                  </a:lnTo>
                  <a:lnTo>
                    <a:pt x="6673576" y="0"/>
                  </a:lnTo>
                  <a:lnTo>
                    <a:pt x="6674699" y="464"/>
                  </a:lnTo>
                  <a:lnTo>
                    <a:pt x="6676559" y="2324"/>
                  </a:lnTo>
                  <a:lnTo>
                    <a:pt x="6677024" y="3447"/>
                  </a:lnTo>
                  <a:lnTo>
                    <a:pt x="6677024" y="6077"/>
                  </a:lnTo>
                  <a:lnTo>
                    <a:pt x="6676559" y="7200"/>
                  </a:lnTo>
                  <a:lnTo>
                    <a:pt x="6674699" y="9060"/>
                  </a:lnTo>
                  <a:lnTo>
                    <a:pt x="6673576" y="9524"/>
                  </a:lnTo>
                  <a:close/>
                </a:path>
                <a:path w="10296525" h="9525">
                  <a:moveTo>
                    <a:pt x="6721201" y="9524"/>
                  </a:moveTo>
                  <a:lnTo>
                    <a:pt x="6718571" y="9524"/>
                  </a:lnTo>
                  <a:lnTo>
                    <a:pt x="6717449" y="9060"/>
                  </a:lnTo>
                  <a:lnTo>
                    <a:pt x="6715589" y="7200"/>
                  </a:lnTo>
                  <a:lnTo>
                    <a:pt x="6715124" y="6077"/>
                  </a:lnTo>
                  <a:lnTo>
                    <a:pt x="6715124" y="3447"/>
                  </a:lnTo>
                  <a:lnTo>
                    <a:pt x="6715589" y="2324"/>
                  </a:lnTo>
                  <a:lnTo>
                    <a:pt x="6717449" y="464"/>
                  </a:lnTo>
                  <a:lnTo>
                    <a:pt x="6718571" y="0"/>
                  </a:lnTo>
                  <a:lnTo>
                    <a:pt x="6721201" y="0"/>
                  </a:lnTo>
                  <a:lnTo>
                    <a:pt x="6722324" y="464"/>
                  </a:lnTo>
                  <a:lnTo>
                    <a:pt x="6724184" y="2324"/>
                  </a:lnTo>
                  <a:lnTo>
                    <a:pt x="6724649" y="3447"/>
                  </a:lnTo>
                  <a:lnTo>
                    <a:pt x="6724649" y="6077"/>
                  </a:lnTo>
                  <a:lnTo>
                    <a:pt x="6724184" y="7200"/>
                  </a:lnTo>
                  <a:lnTo>
                    <a:pt x="6722324" y="9060"/>
                  </a:lnTo>
                  <a:lnTo>
                    <a:pt x="6721201" y="9524"/>
                  </a:lnTo>
                  <a:close/>
                </a:path>
                <a:path w="10296525" h="9525">
                  <a:moveTo>
                    <a:pt x="6768827" y="9524"/>
                  </a:moveTo>
                  <a:lnTo>
                    <a:pt x="6766196" y="9524"/>
                  </a:lnTo>
                  <a:lnTo>
                    <a:pt x="6765074" y="9060"/>
                  </a:lnTo>
                  <a:lnTo>
                    <a:pt x="6763214" y="7200"/>
                  </a:lnTo>
                  <a:lnTo>
                    <a:pt x="6762749" y="6077"/>
                  </a:lnTo>
                  <a:lnTo>
                    <a:pt x="6762749" y="3447"/>
                  </a:lnTo>
                  <a:lnTo>
                    <a:pt x="6763214" y="2324"/>
                  </a:lnTo>
                  <a:lnTo>
                    <a:pt x="6765074" y="464"/>
                  </a:lnTo>
                  <a:lnTo>
                    <a:pt x="6766196" y="0"/>
                  </a:lnTo>
                  <a:lnTo>
                    <a:pt x="6768827" y="0"/>
                  </a:lnTo>
                  <a:lnTo>
                    <a:pt x="6769949" y="464"/>
                  </a:lnTo>
                  <a:lnTo>
                    <a:pt x="6771809" y="2324"/>
                  </a:lnTo>
                  <a:lnTo>
                    <a:pt x="6772274" y="3447"/>
                  </a:lnTo>
                  <a:lnTo>
                    <a:pt x="6772274" y="6077"/>
                  </a:lnTo>
                  <a:lnTo>
                    <a:pt x="6771809" y="7200"/>
                  </a:lnTo>
                  <a:lnTo>
                    <a:pt x="6769949" y="9060"/>
                  </a:lnTo>
                  <a:lnTo>
                    <a:pt x="6768827" y="9524"/>
                  </a:lnTo>
                  <a:close/>
                </a:path>
                <a:path w="10296525" h="9525">
                  <a:moveTo>
                    <a:pt x="6816452" y="9524"/>
                  </a:moveTo>
                  <a:lnTo>
                    <a:pt x="6813821" y="9524"/>
                  </a:lnTo>
                  <a:lnTo>
                    <a:pt x="6812699" y="9060"/>
                  </a:lnTo>
                  <a:lnTo>
                    <a:pt x="6810839" y="7200"/>
                  </a:lnTo>
                  <a:lnTo>
                    <a:pt x="6810374" y="6077"/>
                  </a:lnTo>
                  <a:lnTo>
                    <a:pt x="6810374" y="3447"/>
                  </a:lnTo>
                  <a:lnTo>
                    <a:pt x="6810839" y="2324"/>
                  </a:lnTo>
                  <a:lnTo>
                    <a:pt x="6812699" y="464"/>
                  </a:lnTo>
                  <a:lnTo>
                    <a:pt x="6813821" y="0"/>
                  </a:lnTo>
                  <a:lnTo>
                    <a:pt x="6816452" y="0"/>
                  </a:lnTo>
                  <a:lnTo>
                    <a:pt x="6817574" y="464"/>
                  </a:lnTo>
                  <a:lnTo>
                    <a:pt x="6819434" y="2324"/>
                  </a:lnTo>
                  <a:lnTo>
                    <a:pt x="6819899" y="3447"/>
                  </a:lnTo>
                  <a:lnTo>
                    <a:pt x="6819899" y="6077"/>
                  </a:lnTo>
                  <a:lnTo>
                    <a:pt x="6819434" y="7200"/>
                  </a:lnTo>
                  <a:lnTo>
                    <a:pt x="6817574" y="9060"/>
                  </a:lnTo>
                  <a:lnTo>
                    <a:pt x="6816452" y="9524"/>
                  </a:lnTo>
                  <a:close/>
                </a:path>
                <a:path w="10296525" h="9525">
                  <a:moveTo>
                    <a:pt x="6864077" y="9524"/>
                  </a:moveTo>
                  <a:lnTo>
                    <a:pt x="6861446" y="9524"/>
                  </a:lnTo>
                  <a:lnTo>
                    <a:pt x="6860324" y="9060"/>
                  </a:lnTo>
                  <a:lnTo>
                    <a:pt x="6858464" y="7200"/>
                  </a:lnTo>
                  <a:lnTo>
                    <a:pt x="6857999" y="6077"/>
                  </a:lnTo>
                  <a:lnTo>
                    <a:pt x="6857999" y="3447"/>
                  </a:lnTo>
                  <a:lnTo>
                    <a:pt x="6858464" y="2324"/>
                  </a:lnTo>
                  <a:lnTo>
                    <a:pt x="6860324" y="464"/>
                  </a:lnTo>
                  <a:lnTo>
                    <a:pt x="6861446" y="0"/>
                  </a:lnTo>
                  <a:lnTo>
                    <a:pt x="6864077" y="0"/>
                  </a:lnTo>
                  <a:lnTo>
                    <a:pt x="6865199" y="464"/>
                  </a:lnTo>
                  <a:lnTo>
                    <a:pt x="6867059" y="2324"/>
                  </a:lnTo>
                  <a:lnTo>
                    <a:pt x="6867524" y="3447"/>
                  </a:lnTo>
                  <a:lnTo>
                    <a:pt x="6867524" y="6077"/>
                  </a:lnTo>
                  <a:lnTo>
                    <a:pt x="6867059" y="7200"/>
                  </a:lnTo>
                  <a:lnTo>
                    <a:pt x="6865199" y="9060"/>
                  </a:lnTo>
                  <a:lnTo>
                    <a:pt x="6864077" y="9524"/>
                  </a:lnTo>
                  <a:close/>
                </a:path>
                <a:path w="10296525" h="9525">
                  <a:moveTo>
                    <a:pt x="6911702" y="9524"/>
                  </a:moveTo>
                  <a:lnTo>
                    <a:pt x="6909071" y="9524"/>
                  </a:lnTo>
                  <a:lnTo>
                    <a:pt x="6907949" y="9060"/>
                  </a:lnTo>
                  <a:lnTo>
                    <a:pt x="6906089" y="7200"/>
                  </a:lnTo>
                  <a:lnTo>
                    <a:pt x="6905624" y="6077"/>
                  </a:lnTo>
                  <a:lnTo>
                    <a:pt x="6905624" y="3447"/>
                  </a:lnTo>
                  <a:lnTo>
                    <a:pt x="6906089" y="2324"/>
                  </a:lnTo>
                  <a:lnTo>
                    <a:pt x="6907949" y="464"/>
                  </a:lnTo>
                  <a:lnTo>
                    <a:pt x="6909071" y="0"/>
                  </a:lnTo>
                  <a:lnTo>
                    <a:pt x="6911702" y="0"/>
                  </a:lnTo>
                  <a:lnTo>
                    <a:pt x="6912824" y="464"/>
                  </a:lnTo>
                  <a:lnTo>
                    <a:pt x="6914684" y="2324"/>
                  </a:lnTo>
                  <a:lnTo>
                    <a:pt x="6915149" y="3447"/>
                  </a:lnTo>
                  <a:lnTo>
                    <a:pt x="6915149" y="6077"/>
                  </a:lnTo>
                  <a:lnTo>
                    <a:pt x="6914684" y="7200"/>
                  </a:lnTo>
                  <a:lnTo>
                    <a:pt x="6912824" y="9060"/>
                  </a:lnTo>
                  <a:lnTo>
                    <a:pt x="6911702" y="9524"/>
                  </a:lnTo>
                  <a:close/>
                </a:path>
                <a:path w="10296525" h="9525">
                  <a:moveTo>
                    <a:pt x="6959327" y="9524"/>
                  </a:moveTo>
                  <a:lnTo>
                    <a:pt x="6956697" y="9524"/>
                  </a:lnTo>
                  <a:lnTo>
                    <a:pt x="6955574" y="9060"/>
                  </a:lnTo>
                  <a:lnTo>
                    <a:pt x="6953714" y="7200"/>
                  </a:lnTo>
                  <a:lnTo>
                    <a:pt x="6953249" y="6077"/>
                  </a:lnTo>
                  <a:lnTo>
                    <a:pt x="6953249" y="3447"/>
                  </a:lnTo>
                  <a:lnTo>
                    <a:pt x="6953714" y="2324"/>
                  </a:lnTo>
                  <a:lnTo>
                    <a:pt x="6955574" y="464"/>
                  </a:lnTo>
                  <a:lnTo>
                    <a:pt x="6956697" y="0"/>
                  </a:lnTo>
                  <a:lnTo>
                    <a:pt x="6959327" y="0"/>
                  </a:lnTo>
                  <a:lnTo>
                    <a:pt x="6960449" y="464"/>
                  </a:lnTo>
                  <a:lnTo>
                    <a:pt x="6962309" y="2324"/>
                  </a:lnTo>
                  <a:lnTo>
                    <a:pt x="6962774" y="3447"/>
                  </a:lnTo>
                  <a:lnTo>
                    <a:pt x="6962774" y="6077"/>
                  </a:lnTo>
                  <a:lnTo>
                    <a:pt x="6962309" y="7200"/>
                  </a:lnTo>
                  <a:lnTo>
                    <a:pt x="6960449" y="9060"/>
                  </a:lnTo>
                  <a:lnTo>
                    <a:pt x="6959327" y="9524"/>
                  </a:lnTo>
                  <a:close/>
                </a:path>
                <a:path w="10296525" h="9525">
                  <a:moveTo>
                    <a:pt x="7006952" y="9524"/>
                  </a:moveTo>
                  <a:lnTo>
                    <a:pt x="7004322" y="9524"/>
                  </a:lnTo>
                  <a:lnTo>
                    <a:pt x="7003200" y="9060"/>
                  </a:lnTo>
                  <a:lnTo>
                    <a:pt x="7001339" y="7200"/>
                  </a:lnTo>
                  <a:lnTo>
                    <a:pt x="7000875" y="6077"/>
                  </a:lnTo>
                  <a:lnTo>
                    <a:pt x="7000875" y="3447"/>
                  </a:lnTo>
                  <a:lnTo>
                    <a:pt x="7001339" y="2324"/>
                  </a:lnTo>
                  <a:lnTo>
                    <a:pt x="7003200" y="464"/>
                  </a:lnTo>
                  <a:lnTo>
                    <a:pt x="7004322" y="0"/>
                  </a:lnTo>
                  <a:lnTo>
                    <a:pt x="7006952" y="0"/>
                  </a:lnTo>
                  <a:lnTo>
                    <a:pt x="7008075" y="464"/>
                  </a:lnTo>
                  <a:lnTo>
                    <a:pt x="7009934" y="2324"/>
                  </a:lnTo>
                  <a:lnTo>
                    <a:pt x="7010399" y="3447"/>
                  </a:lnTo>
                  <a:lnTo>
                    <a:pt x="7010399" y="6077"/>
                  </a:lnTo>
                  <a:lnTo>
                    <a:pt x="7009934" y="7200"/>
                  </a:lnTo>
                  <a:lnTo>
                    <a:pt x="7008075" y="9060"/>
                  </a:lnTo>
                  <a:lnTo>
                    <a:pt x="7006952" y="9524"/>
                  </a:lnTo>
                  <a:close/>
                </a:path>
                <a:path w="10296525" h="9525">
                  <a:moveTo>
                    <a:pt x="7054576" y="9524"/>
                  </a:moveTo>
                  <a:lnTo>
                    <a:pt x="7051947" y="9524"/>
                  </a:lnTo>
                  <a:lnTo>
                    <a:pt x="7050824" y="9060"/>
                  </a:lnTo>
                  <a:lnTo>
                    <a:pt x="7048964" y="7200"/>
                  </a:lnTo>
                  <a:lnTo>
                    <a:pt x="7048499" y="6077"/>
                  </a:lnTo>
                  <a:lnTo>
                    <a:pt x="7048499" y="3447"/>
                  </a:lnTo>
                  <a:lnTo>
                    <a:pt x="7048964" y="2324"/>
                  </a:lnTo>
                  <a:lnTo>
                    <a:pt x="7050824" y="464"/>
                  </a:lnTo>
                  <a:lnTo>
                    <a:pt x="7051947" y="0"/>
                  </a:lnTo>
                  <a:lnTo>
                    <a:pt x="7054576" y="0"/>
                  </a:lnTo>
                  <a:lnTo>
                    <a:pt x="7055699" y="464"/>
                  </a:lnTo>
                  <a:lnTo>
                    <a:pt x="7057559" y="2324"/>
                  </a:lnTo>
                  <a:lnTo>
                    <a:pt x="7058024" y="3447"/>
                  </a:lnTo>
                  <a:lnTo>
                    <a:pt x="7058024" y="6077"/>
                  </a:lnTo>
                  <a:lnTo>
                    <a:pt x="7057559" y="7200"/>
                  </a:lnTo>
                  <a:lnTo>
                    <a:pt x="7055699" y="9060"/>
                  </a:lnTo>
                  <a:lnTo>
                    <a:pt x="7054576" y="9524"/>
                  </a:lnTo>
                  <a:close/>
                </a:path>
                <a:path w="10296525" h="9525">
                  <a:moveTo>
                    <a:pt x="7102201" y="9524"/>
                  </a:moveTo>
                  <a:lnTo>
                    <a:pt x="7099571" y="9524"/>
                  </a:lnTo>
                  <a:lnTo>
                    <a:pt x="7098448" y="9060"/>
                  </a:lnTo>
                  <a:lnTo>
                    <a:pt x="7096588" y="7200"/>
                  </a:lnTo>
                  <a:lnTo>
                    <a:pt x="7096124" y="6077"/>
                  </a:lnTo>
                  <a:lnTo>
                    <a:pt x="7096124" y="3447"/>
                  </a:lnTo>
                  <a:lnTo>
                    <a:pt x="7096588" y="2324"/>
                  </a:lnTo>
                  <a:lnTo>
                    <a:pt x="7098448" y="464"/>
                  </a:lnTo>
                  <a:lnTo>
                    <a:pt x="7099571" y="0"/>
                  </a:lnTo>
                  <a:lnTo>
                    <a:pt x="7102201" y="0"/>
                  </a:lnTo>
                  <a:lnTo>
                    <a:pt x="7103324" y="464"/>
                  </a:lnTo>
                  <a:lnTo>
                    <a:pt x="7105184" y="2324"/>
                  </a:lnTo>
                  <a:lnTo>
                    <a:pt x="7105649" y="3447"/>
                  </a:lnTo>
                  <a:lnTo>
                    <a:pt x="7105649" y="6077"/>
                  </a:lnTo>
                  <a:lnTo>
                    <a:pt x="7105184" y="7200"/>
                  </a:lnTo>
                  <a:lnTo>
                    <a:pt x="7103324" y="9060"/>
                  </a:lnTo>
                  <a:lnTo>
                    <a:pt x="7102201" y="9524"/>
                  </a:lnTo>
                  <a:close/>
                </a:path>
                <a:path w="10296525" h="9525">
                  <a:moveTo>
                    <a:pt x="7149826" y="9524"/>
                  </a:moveTo>
                  <a:lnTo>
                    <a:pt x="7147196" y="9524"/>
                  </a:lnTo>
                  <a:lnTo>
                    <a:pt x="7146074" y="9060"/>
                  </a:lnTo>
                  <a:lnTo>
                    <a:pt x="7144214" y="7200"/>
                  </a:lnTo>
                  <a:lnTo>
                    <a:pt x="7143749" y="6077"/>
                  </a:lnTo>
                  <a:lnTo>
                    <a:pt x="7143749" y="3447"/>
                  </a:lnTo>
                  <a:lnTo>
                    <a:pt x="7144214" y="2324"/>
                  </a:lnTo>
                  <a:lnTo>
                    <a:pt x="7146074" y="464"/>
                  </a:lnTo>
                  <a:lnTo>
                    <a:pt x="7147196" y="0"/>
                  </a:lnTo>
                  <a:lnTo>
                    <a:pt x="7149826" y="0"/>
                  </a:lnTo>
                  <a:lnTo>
                    <a:pt x="7150949" y="464"/>
                  </a:lnTo>
                  <a:lnTo>
                    <a:pt x="7152809" y="2324"/>
                  </a:lnTo>
                  <a:lnTo>
                    <a:pt x="7153274" y="3447"/>
                  </a:lnTo>
                  <a:lnTo>
                    <a:pt x="7153274" y="6077"/>
                  </a:lnTo>
                  <a:lnTo>
                    <a:pt x="7152809" y="7200"/>
                  </a:lnTo>
                  <a:lnTo>
                    <a:pt x="7150949" y="9060"/>
                  </a:lnTo>
                  <a:lnTo>
                    <a:pt x="7149826" y="9524"/>
                  </a:lnTo>
                  <a:close/>
                </a:path>
                <a:path w="10296525" h="9525">
                  <a:moveTo>
                    <a:pt x="7197452" y="9524"/>
                  </a:moveTo>
                  <a:lnTo>
                    <a:pt x="7194821" y="9524"/>
                  </a:lnTo>
                  <a:lnTo>
                    <a:pt x="7193699" y="9060"/>
                  </a:lnTo>
                  <a:lnTo>
                    <a:pt x="7191839" y="7200"/>
                  </a:lnTo>
                  <a:lnTo>
                    <a:pt x="7191374" y="6077"/>
                  </a:lnTo>
                  <a:lnTo>
                    <a:pt x="7191374" y="3447"/>
                  </a:lnTo>
                  <a:lnTo>
                    <a:pt x="7191839" y="2324"/>
                  </a:lnTo>
                  <a:lnTo>
                    <a:pt x="7193699" y="464"/>
                  </a:lnTo>
                  <a:lnTo>
                    <a:pt x="7194821" y="0"/>
                  </a:lnTo>
                  <a:lnTo>
                    <a:pt x="7197452" y="0"/>
                  </a:lnTo>
                  <a:lnTo>
                    <a:pt x="7198574" y="464"/>
                  </a:lnTo>
                  <a:lnTo>
                    <a:pt x="7200434" y="2324"/>
                  </a:lnTo>
                  <a:lnTo>
                    <a:pt x="7200899" y="3447"/>
                  </a:lnTo>
                  <a:lnTo>
                    <a:pt x="7200899" y="6077"/>
                  </a:lnTo>
                  <a:lnTo>
                    <a:pt x="7200434" y="7200"/>
                  </a:lnTo>
                  <a:lnTo>
                    <a:pt x="7198574" y="9060"/>
                  </a:lnTo>
                  <a:lnTo>
                    <a:pt x="7197452" y="9524"/>
                  </a:lnTo>
                  <a:close/>
                </a:path>
                <a:path w="10296525" h="9525">
                  <a:moveTo>
                    <a:pt x="7245076" y="9524"/>
                  </a:moveTo>
                  <a:lnTo>
                    <a:pt x="7242446" y="9524"/>
                  </a:lnTo>
                  <a:lnTo>
                    <a:pt x="7241324" y="9060"/>
                  </a:lnTo>
                  <a:lnTo>
                    <a:pt x="7239464" y="7200"/>
                  </a:lnTo>
                  <a:lnTo>
                    <a:pt x="7238999" y="6077"/>
                  </a:lnTo>
                  <a:lnTo>
                    <a:pt x="7238999" y="3447"/>
                  </a:lnTo>
                  <a:lnTo>
                    <a:pt x="7239464" y="2324"/>
                  </a:lnTo>
                  <a:lnTo>
                    <a:pt x="7241324" y="464"/>
                  </a:lnTo>
                  <a:lnTo>
                    <a:pt x="7242446" y="0"/>
                  </a:lnTo>
                  <a:lnTo>
                    <a:pt x="7245076" y="0"/>
                  </a:lnTo>
                  <a:lnTo>
                    <a:pt x="7246199" y="464"/>
                  </a:lnTo>
                  <a:lnTo>
                    <a:pt x="7248059" y="2324"/>
                  </a:lnTo>
                  <a:lnTo>
                    <a:pt x="7248524" y="3447"/>
                  </a:lnTo>
                  <a:lnTo>
                    <a:pt x="7248524" y="6077"/>
                  </a:lnTo>
                  <a:lnTo>
                    <a:pt x="7248059" y="7200"/>
                  </a:lnTo>
                  <a:lnTo>
                    <a:pt x="7246199" y="9060"/>
                  </a:lnTo>
                  <a:lnTo>
                    <a:pt x="7245076" y="9524"/>
                  </a:lnTo>
                  <a:close/>
                </a:path>
                <a:path w="10296525" h="9525">
                  <a:moveTo>
                    <a:pt x="7292702" y="9524"/>
                  </a:moveTo>
                  <a:lnTo>
                    <a:pt x="7290071" y="9524"/>
                  </a:lnTo>
                  <a:lnTo>
                    <a:pt x="7288949" y="9060"/>
                  </a:lnTo>
                  <a:lnTo>
                    <a:pt x="7287089" y="7200"/>
                  </a:lnTo>
                  <a:lnTo>
                    <a:pt x="7286624" y="6077"/>
                  </a:lnTo>
                  <a:lnTo>
                    <a:pt x="7286624" y="3447"/>
                  </a:lnTo>
                  <a:lnTo>
                    <a:pt x="7287089" y="2324"/>
                  </a:lnTo>
                  <a:lnTo>
                    <a:pt x="7288949" y="464"/>
                  </a:lnTo>
                  <a:lnTo>
                    <a:pt x="7290071" y="0"/>
                  </a:lnTo>
                  <a:lnTo>
                    <a:pt x="7292702" y="0"/>
                  </a:lnTo>
                  <a:lnTo>
                    <a:pt x="7293824" y="464"/>
                  </a:lnTo>
                  <a:lnTo>
                    <a:pt x="7295684" y="2324"/>
                  </a:lnTo>
                  <a:lnTo>
                    <a:pt x="7296149" y="3447"/>
                  </a:lnTo>
                  <a:lnTo>
                    <a:pt x="7296149" y="6077"/>
                  </a:lnTo>
                  <a:lnTo>
                    <a:pt x="7295684" y="7200"/>
                  </a:lnTo>
                  <a:lnTo>
                    <a:pt x="7293824" y="9060"/>
                  </a:lnTo>
                  <a:lnTo>
                    <a:pt x="7292702" y="9524"/>
                  </a:lnTo>
                  <a:close/>
                </a:path>
                <a:path w="10296525" h="9525">
                  <a:moveTo>
                    <a:pt x="7340326" y="9524"/>
                  </a:moveTo>
                  <a:lnTo>
                    <a:pt x="7337696" y="9524"/>
                  </a:lnTo>
                  <a:lnTo>
                    <a:pt x="7336573" y="9060"/>
                  </a:lnTo>
                  <a:lnTo>
                    <a:pt x="7334714" y="7200"/>
                  </a:lnTo>
                  <a:lnTo>
                    <a:pt x="7334249" y="6077"/>
                  </a:lnTo>
                  <a:lnTo>
                    <a:pt x="7334249" y="3447"/>
                  </a:lnTo>
                  <a:lnTo>
                    <a:pt x="7334714" y="2324"/>
                  </a:lnTo>
                  <a:lnTo>
                    <a:pt x="7336573" y="464"/>
                  </a:lnTo>
                  <a:lnTo>
                    <a:pt x="7337696" y="0"/>
                  </a:lnTo>
                  <a:lnTo>
                    <a:pt x="7340326" y="0"/>
                  </a:lnTo>
                  <a:lnTo>
                    <a:pt x="7341449" y="464"/>
                  </a:lnTo>
                  <a:lnTo>
                    <a:pt x="7343308" y="2324"/>
                  </a:lnTo>
                  <a:lnTo>
                    <a:pt x="7343774" y="3447"/>
                  </a:lnTo>
                  <a:lnTo>
                    <a:pt x="7343774" y="6077"/>
                  </a:lnTo>
                  <a:lnTo>
                    <a:pt x="7343308" y="7200"/>
                  </a:lnTo>
                  <a:lnTo>
                    <a:pt x="7341449" y="9060"/>
                  </a:lnTo>
                  <a:lnTo>
                    <a:pt x="7340326" y="9524"/>
                  </a:lnTo>
                  <a:close/>
                </a:path>
                <a:path w="10296525" h="9525">
                  <a:moveTo>
                    <a:pt x="7387952" y="9524"/>
                  </a:moveTo>
                  <a:lnTo>
                    <a:pt x="7385321" y="9524"/>
                  </a:lnTo>
                  <a:lnTo>
                    <a:pt x="7384198" y="9060"/>
                  </a:lnTo>
                  <a:lnTo>
                    <a:pt x="7382339" y="7200"/>
                  </a:lnTo>
                  <a:lnTo>
                    <a:pt x="7381874" y="6077"/>
                  </a:lnTo>
                  <a:lnTo>
                    <a:pt x="7381874" y="3447"/>
                  </a:lnTo>
                  <a:lnTo>
                    <a:pt x="7382339" y="2324"/>
                  </a:lnTo>
                  <a:lnTo>
                    <a:pt x="7384198" y="464"/>
                  </a:lnTo>
                  <a:lnTo>
                    <a:pt x="7385321" y="0"/>
                  </a:lnTo>
                  <a:lnTo>
                    <a:pt x="7387952" y="0"/>
                  </a:lnTo>
                  <a:lnTo>
                    <a:pt x="7389074" y="464"/>
                  </a:lnTo>
                  <a:lnTo>
                    <a:pt x="7390934" y="2324"/>
                  </a:lnTo>
                  <a:lnTo>
                    <a:pt x="7391399" y="3447"/>
                  </a:lnTo>
                  <a:lnTo>
                    <a:pt x="7391399" y="6077"/>
                  </a:lnTo>
                  <a:lnTo>
                    <a:pt x="7390934" y="7200"/>
                  </a:lnTo>
                  <a:lnTo>
                    <a:pt x="7389074" y="9060"/>
                  </a:lnTo>
                  <a:lnTo>
                    <a:pt x="7387952" y="9524"/>
                  </a:lnTo>
                  <a:close/>
                </a:path>
                <a:path w="10296525" h="9525">
                  <a:moveTo>
                    <a:pt x="7435577" y="9524"/>
                  </a:moveTo>
                  <a:lnTo>
                    <a:pt x="7432946" y="9524"/>
                  </a:lnTo>
                  <a:lnTo>
                    <a:pt x="7431823" y="9060"/>
                  </a:lnTo>
                  <a:lnTo>
                    <a:pt x="7429964" y="7200"/>
                  </a:lnTo>
                  <a:lnTo>
                    <a:pt x="7429499" y="6077"/>
                  </a:lnTo>
                  <a:lnTo>
                    <a:pt x="7429499" y="3447"/>
                  </a:lnTo>
                  <a:lnTo>
                    <a:pt x="7429964" y="2324"/>
                  </a:lnTo>
                  <a:lnTo>
                    <a:pt x="7431823" y="464"/>
                  </a:lnTo>
                  <a:lnTo>
                    <a:pt x="7432946" y="0"/>
                  </a:lnTo>
                  <a:lnTo>
                    <a:pt x="7435577" y="0"/>
                  </a:lnTo>
                  <a:lnTo>
                    <a:pt x="7436699" y="464"/>
                  </a:lnTo>
                  <a:lnTo>
                    <a:pt x="7438559" y="2324"/>
                  </a:lnTo>
                  <a:lnTo>
                    <a:pt x="7439024" y="3447"/>
                  </a:lnTo>
                  <a:lnTo>
                    <a:pt x="7439024" y="6077"/>
                  </a:lnTo>
                  <a:lnTo>
                    <a:pt x="7438559" y="7200"/>
                  </a:lnTo>
                  <a:lnTo>
                    <a:pt x="7436699" y="9060"/>
                  </a:lnTo>
                  <a:lnTo>
                    <a:pt x="7435577" y="9524"/>
                  </a:lnTo>
                  <a:close/>
                </a:path>
                <a:path w="10296525" h="9525">
                  <a:moveTo>
                    <a:pt x="7483201" y="9524"/>
                  </a:moveTo>
                  <a:lnTo>
                    <a:pt x="7480572" y="9524"/>
                  </a:lnTo>
                  <a:lnTo>
                    <a:pt x="7479449" y="9060"/>
                  </a:lnTo>
                  <a:lnTo>
                    <a:pt x="7477589" y="7200"/>
                  </a:lnTo>
                  <a:lnTo>
                    <a:pt x="7477124" y="6077"/>
                  </a:lnTo>
                  <a:lnTo>
                    <a:pt x="7477124" y="3447"/>
                  </a:lnTo>
                  <a:lnTo>
                    <a:pt x="7477589" y="2324"/>
                  </a:lnTo>
                  <a:lnTo>
                    <a:pt x="7479449" y="464"/>
                  </a:lnTo>
                  <a:lnTo>
                    <a:pt x="7480572" y="0"/>
                  </a:lnTo>
                  <a:lnTo>
                    <a:pt x="7483201" y="0"/>
                  </a:lnTo>
                  <a:lnTo>
                    <a:pt x="7484324" y="464"/>
                  </a:lnTo>
                  <a:lnTo>
                    <a:pt x="7486184" y="2324"/>
                  </a:lnTo>
                  <a:lnTo>
                    <a:pt x="7486649" y="3447"/>
                  </a:lnTo>
                  <a:lnTo>
                    <a:pt x="7486649" y="6077"/>
                  </a:lnTo>
                  <a:lnTo>
                    <a:pt x="7486184" y="7200"/>
                  </a:lnTo>
                  <a:lnTo>
                    <a:pt x="7484324" y="9060"/>
                  </a:lnTo>
                  <a:lnTo>
                    <a:pt x="7483201" y="9524"/>
                  </a:lnTo>
                  <a:close/>
                </a:path>
                <a:path w="10296525" h="9525">
                  <a:moveTo>
                    <a:pt x="7530826" y="9524"/>
                  </a:moveTo>
                  <a:lnTo>
                    <a:pt x="7528196" y="9524"/>
                  </a:lnTo>
                  <a:lnTo>
                    <a:pt x="7527073" y="9060"/>
                  </a:lnTo>
                  <a:lnTo>
                    <a:pt x="7525214" y="7200"/>
                  </a:lnTo>
                  <a:lnTo>
                    <a:pt x="7524749" y="6077"/>
                  </a:lnTo>
                  <a:lnTo>
                    <a:pt x="7524749" y="3447"/>
                  </a:lnTo>
                  <a:lnTo>
                    <a:pt x="7525214" y="2324"/>
                  </a:lnTo>
                  <a:lnTo>
                    <a:pt x="7527073" y="464"/>
                  </a:lnTo>
                  <a:lnTo>
                    <a:pt x="7528196" y="0"/>
                  </a:lnTo>
                  <a:lnTo>
                    <a:pt x="7530826" y="0"/>
                  </a:lnTo>
                  <a:lnTo>
                    <a:pt x="7531948" y="464"/>
                  </a:lnTo>
                  <a:lnTo>
                    <a:pt x="7533808" y="2324"/>
                  </a:lnTo>
                  <a:lnTo>
                    <a:pt x="7534273" y="3447"/>
                  </a:lnTo>
                  <a:lnTo>
                    <a:pt x="7534273" y="6077"/>
                  </a:lnTo>
                  <a:lnTo>
                    <a:pt x="7533808" y="7200"/>
                  </a:lnTo>
                  <a:lnTo>
                    <a:pt x="7531948" y="9060"/>
                  </a:lnTo>
                  <a:lnTo>
                    <a:pt x="7530826" y="9524"/>
                  </a:lnTo>
                  <a:close/>
                </a:path>
                <a:path w="10296525" h="9525">
                  <a:moveTo>
                    <a:pt x="7578451" y="9524"/>
                  </a:moveTo>
                  <a:lnTo>
                    <a:pt x="7575821" y="9524"/>
                  </a:lnTo>
                  <a:lnTo>
                    <a:pt x="7574698" y="9060"/>
                  </a:lnTo>
                  <a:lnTo>
                    <a:pt x="7572839" y="7200"/>
                  </a:lnTo>
                  <a:lnTo>
                    <a:pt x="7572374" y="6077"/>
                  </a:lnTo>
                  <a:lnTo>
                    <a:pt x="7572374" y="3447"/>
                  </a:lnTo>
                  <a:lnTo>
                    <a:pt x="7572839" y="2324"/>
                  </a:lnTo>
                  <a:lnTo>
                    <a:pt x="7574698" y="464"/>
                  </a:lnTo>
                  <a:lnTo>
                    <a:pt x="7575821" y="0"/>
                  </a:lnTo>
                  <a:lnTo>
                    <a:pt x="7578451" y="0"/>
                  </a:lnTo>
                  <a:lnTo>
                    <a:pt x="7579574" y="464"/>
                  </a:lnTo>
                  <a:lnTo>
                    <a:pt x="7581434" y="2324"/>
                  </a:lnTo>
                  <a:lnTo>
                    <a:pt x="7581899" y="3447"/>
                  </a:lnTo>
                  <a:lnTo>
                    <a:pt x="7581899" y="6077"/>
                  </a:lnTo>
                  <a:lnTo>
                    <a:pt x="7581434" y="7200"/>
                  </a:lnTo>
                  <a:lnTo>
                    <a:pt x="7579574" y="9060"/>
                  </a:lnTo>
                  <a:lnTo>
                    <a:pt x="7578451" y="9524"/>
                  </a:lnTo>
                  <a:close/>
                </a:path>
                <a:path w="10296525" h="9525">
                  <a:moveTo>
                    <a:pt x="7626076" y="9524"/>
                  </a:moveTo>
                  <a:lnTo>
                    <a:pt x="7623446" y="9524"/>
                  </a:lnTo>
                  <a:lnTo>
                    <a:pt x="7622323" y="9060"/>
                  </a:lnTo>
                  <a:lnTo>
                    <a:pt x="7620463" y="7200"/>
                  </a:lnTo>
                  <a:lnTo>
                    <a:pt x="7619999" y="6077"/>
                  </a:lnTo>
                  <a:lnTo>
                    <a:pt x="7619999" y="3447"/>
                  </a:lnTo>
                  <a:lnTo>
                    <a:pt x="7620463" y="2324"/>
                  </a:lnTo>
                  <a:lnTo>
                    <a:pt x="7622323" y="464"/>
                  </a:lnTo>
                  <a:lnTo>
                    <a:pt x="7623446" y="0"/>
                  </a:lnTo>
                  <a:lnTo>
                    <a:pt x="7626076" y="0"/>
                  </a:lnTo>
                  <a:lnTo>
                    <a:pt x="7627199" y="464"/>
                  </a:lnTo>
                  <a:lnTo>
                    <a:pt x="7629059" y="2324"/>
                  </a:lnTo>
                  <a:lnTo>
                    <a:pt x="7629524" y="3447"/>
                  </a:lnTo>
                  <a:lnTo>
                    <a:pt x="7629524" y="6077"/>
                  </a:lnTo>
                  <a:lnTo>
                    <a:pt x="7629059" y="7200"/>
                  </a:lnTo>
                  <a:lnTo>
                    <a:pt x="7627199" y="9060"/>
                  </a:lnTo>
                  <a:lnTo>
                    <a:pt x="7626076" y="9524"/>
                  </a:lnTo>
                  <a:close/>
                </a:path>
                <a:path w="10296525" h="9525">
                  <a:moveTo>
                    <a:pt x="7673701" y="9524"/>
                  </a:moveTo>
                  <a:lnTo>
                    <a:pt x="7671071" y="9524"/>
                  </a:lnTo>
                  <a:lnTo>
                    <a:pt x="7669948" y="9060"/>
                  </a:lnTo>
                  <a:lnTo>
                    <a:pt x="7668089" y="7200"/>
                  </a:lnTo>
                  <a:lnTo>
                    <a:pt x="7667624" y="6077"/>
                  </a:lnTo>
                  <a:lnTo>
                    <a:pt x="7667624" y="3447"/>
                  </a:lnTo>
                  <a:lnTo>
                    <a:pt x="7668089" y="2324"/>
                  </a:lnTo>
                  <a:lnTo>
                    <a:pt x="7669948" y="464"/>
                  </a:lnTo>
                  <a:lnTo>
                    <a:pt x="7671071" y="0"/>
                  </a:lnTo>
                  <a:lnTo>
                    <a:pt x="7673701" y="0"/>
                  </a:lnTo>
                  <a:lnTo>
                    <a:pt x="7674824" y="464"/>
                  </a:lnTo>
                  <a:lnTo>
                    <a:pt x="7676684" y="2324"/>
                  </a:lnTo>
                  <a:lnTo>
                    <a:pt x="7677149" y="3447"/>
                  </a:lnTo>
                  <a:lnTo>
                    <a:pt x="7677149" y="6077"/>
                  </a:lnTo>
                  <a:lnTo>
                    <a:pt x="7676684" y="7200"/>
                  </a:lnTo>
                  <a:lnTo>
                    <a:pt x="7674824" y="9060"/>
                  </a:lnTo>
                  <a:lnTo>
                    <a:pt x="7673701" y="9524"/>
                  </a:lnTo>
                  <a:close/>
                </a:path>
                <a:path w="10296525" h="9525">
                  <a:moveTo>
                    <a:pt x="7721327" y="9524"/>
                  </a:moveTo>
                  <a:lnTo>
                    <a:pt x="7718696" y="9524"/>
                  </a:lnTo>
                  <a:lnTo>
                    <a:pt x="7717573" y="9060"/>
                  </a:lnTo>
                  <a:lnTo>
                    <a:pt x="7715714" y="7200"/>
                  </a:lnTo>
                  <a:lnTo>
                    <a:pt x="7715249" y="6077"/>
                  </a:lnTo>
                  <a:lnTo>
                    <a:pt x="7715249" y="3447"/>
                  </a:lnTo>
                  <a:lnTo>
                    <a:pt x="7715714" y="2324"/>
                  </a:lnTo>
                  <a:lnTo>
                    <a:pt x="7717573" y="464"/>
                  </a:lnTo>
                  <a:lnTo>
                    <a:pt x="7718696" y="0"/>
                  </a:lnTo>
                  <a:lnTo>
                    <a:pt x="7721327" y="0"/>
                  </a:lnTo>
                  <a:lnTo>
                    <a:pt x="7722449" y="464"/>
                  </a:lnTo>
                  <a:lnTo>
                    <a:pt x="7724309" y="2324"/>
                  </a:lnTo>
                  <a:lnTo>
                    <a:pt x="7724774" y="3447"/>
                  </a:lnTo>
                  <a:lnTo>
                    <a:pt x="7724774" y="6077"/>
                  </a:lnTo>
                  <a:lnTo>
                    <a:pt x="7724309" y="7200"/>
                  </a:lnTo>
                  <a:lnTo>
                    <a:pt x="7722449" y="9060"/>
                  </a:lnTo>
                  <a:lnTo>
                    <a:pt x="7721327" y="9524"/>
                  </a:lnTo>
                  <a:close/>
                </a:path>
                <a:path w="10296525" h="9525">
                  <a:moveTo>
                    <a:pt x="7768951" y="9524"/>
                  </a:moveTo>
                  <a:lnTo>
                    <a:pt x="7766321" y="9524"/>
                  </a:lnTo>
                  <a:lnTo>
                    <a:pt x="7765198" y="9060"/>
                  </a:lnTo>
                  <a:lnTo>
                    <a:pt x="7763339" y="7200"/>
                  </a:lnTo>
                  <a:lnTo>
                    <a:pt x="7762874" y="6077"/>
                  </a:lnTo>
                  <a:lnTo>
                    <a:pt x="7762874" y="3447"/>
                  </a:lnTo>
                  <a:lnTo>
                    <a:pt x="7763339" y="2324"/>
                  </a:lnTo>
                  <a:lnTo>
                    <a:pt x="7765198" y="464"/>
                  </a:lnTo>
                  <a:lnTo>
                    <a:pt x="7766321" y="0"/>
                  </a:lnTo>
                  <a:lnTo>
                    <a:pt x="7768951" y="0"/>
                  </a:lnTo>
                  <a:lnTo>
                    <a:pt x="7770074" y="464"/>
                  </a:lnTo>
                  <a:lnTo>
                    <a:pt x="7771933" y="2324"/>
                  </a:lnTo>
                  <a:lnTo>
                    <a:pt x="7772399" y="3447"/>
                  </a:lnTo>
                  <a:lnTo>
                    <a:pt x="7772399" y="6077"/>
                  </a:lnTo>
                  <a:lnTo>
                    <a:pt x="7771933" y="7200"/>
                  </a:lnTo>
                  <a:lnTo>
                    <a:pt x="7770074" y="9060"/>
                  </a:lnTo>
                  <a:lnTo>
                    <a:pt x="7768951" y="9524"/>
                  </a:lnTo>
                  <a:close/>
                </a:path>
                <a:path w="10296525" h="9525">
                  <a:moveTo>
                    <a:pt x="7816577" y="9524"/>
                  </a:moveTo>
                  <a:lnTo>
                    <a:pt x="7813946" y="9524"/>
                  </a:lnTo>
                  <a:lnTo>
                    <a:pt x="7812823" y="9060"/>
                  </a:lnTo>
                  <a:lnTo>
                    <a:pt x="7810964" y="7200"/>
                  </a:lnTo>
                  <a:lnTo>
                    <a:pt x="7810499" y="6077"/>
                  </a:lnTo>
                  <a:lnTo>
                    <a:pt x="7810499" y="3447"/>
                  </a:lnTo>
                  <a:lnTo>
                    <a:pt x="7810964" y="2324"/>
                  </a:lnTo>
                  <a:lnTo>
                    <a:pt x="7812823" y="464"/>
                  </a:lnTo>
                  <a:lnTo>
                    <a:pt x="7813946" y="0"/>
                  </a:lnTo>
                  <a:lnTo>
                    <a:pt x="7816577" y="0"/>
                  </a:lnTo>
                  <a:lnTo>
                    <a:pt x="7817699" y="464"/>
                  </a:lnTo>
                  <a:lnTo>
                    <a:pt x="7819559" y="2324"/>
                  </a:lnTo>
                  <a:lnTo>
                    <a:pt x="7820024" y="3447"/>
                  </a:lnTo>
                  <a:lnTo>
                    <a:pt x="7820024" y="6077"/>
                  </a:lnTo>
                  <a:lnTo>
                    <a:pt x="7819559" y="7200"/>
                  </a:lnTo>
                  <a:lnTo>
                    <a:pt x="7817699" y="9060"/>
                  </a:lnTo>
                  <a:lnTo>
                    <a:pt x="7816577" y="9524"/>
                  </a:lnTo>
                  <a:close/>
                </a:path>
                <a:path w="10296525" h="9525">
                  <a:moveTo>
                    <a:pt x="7864201" y="9524"/>
                  </a:moveTo>
                  <a:lnTo>
                    <a:pt x="7861571" y="9524"/>
                  </a:lnTo>
                  <a:lnTo>
                    <a:pt x="7860448" y="9060"/>
                  </a:lnTo>
                  <a:lnTo>
                    <a:pt x="7858589" y="7200"/>
                  </a:lnTo>
                  <a:lnTo>
                    <a:pt x="7858124" y="6077"/>
                  </a:lnTo>
                  <a:lnTo>
                    <a:pt x="7858124" y="3447"/>
                  </a:lnTo>
                  <a:lnTo>
                    <a:pt x="7858589" y="2324"/>
                  </a:lnTo>
                  <a:lnTo>
                    <a:pt x="7860448" y="464"/>
                  </a:lnTo>
                  <a:lnTo>
                    <a:pt x="7861571" y="0"/>
                  </a:lnTo>
                  <a:lnTo>
                    <a:pt x="7864201" y="0"/>
                  </a:lnTo>
                  <a:lnTo>
                    <a:pt x="7865324" y="464"/>
                  </a:lnTo>
                  <a:lnTo>
                    <a:pt x="7867183" y="2324"/>
                  </a:lnTo>
                  <a:lnTo>
                    <a:pt x="7867649" y="3447"/>
                  </a:lnTo>
                  <a:lnTo>
                    <a:pt x="7867649" y="6077"/>
                  </a:lnTo>
                  <a:lnTo>
                    <a:pt x="7867183" y="7200"/>
                  </a:lnTo>
                  <a:lnTo>
                    <a:pt x="7865324" y="9060"/>
                  </a:lnTo>
                  <a:lnTo>
                    <a:pt x="7864201" y="9524"/>
                  </a:lnTo>
                  <a:close/>
                </a:path>
                <a:path w="10296525" h="9525">
                  <a:moveTo>
                    <a:pt x="7911827" y="9524"/>
                  </a:moveTo>
                  <a:lnTo>
                    <a:pt x="7909196" y="9524"/>
                  </a:lnTo>
                  <a:lnTo>
                    <a:pt x="7908073" y="9060"/>
                  </a:lnTo>
                  <a:lnTo>
                    <a:pt x="7906214" y="7200"/>
                  </a:lnTo>
                  <a:lnTo>
                    <a:pt x="7905749" y="6077"/>
                  </a:lnTo>
                  <a:lnTo>
                    <a:pt x="7905749" y="3447"/>
                  </a:lnTo>
                  <a:lnTo>
                    <a:pt x="7906214" y="2324"/>
                  </a:lnTo>
                  <a:lnTo>
                    <a:pt x="7908073" y="464"/>
                  </a:lnTo>
                  <a:lnTo>
                    <a:pt x="7909196" y="0"/>
                  </a:lnTo>
                  <a:lnTo>
                    <a:pt x="7911827" y="0"/>
                  </a:lnTo>
                  <a:lnTo>
                    <a:pt x="7912949" y="464"/>
                  </a:lnTo>
                  <a:lnTo>
                    <a:pt x="7914809" y="2324"/>
                  </a:lnTo>
                  <a:lnTo>
                    <a:pt x="7915274" y="3447"/>
                  </a:lnTo>
                  <a:lnTo>
                    <a:pt x="7915274" y="6077"/>
                  </a:lnTo>
                  <a:lnTo>
                    <a:pt x="7914809" y="7200"/>
                  </a:lnTo>
                  <a:lnTo>
                    <a:pt x="7912949" y="9060"/>
                  </a:lnTo>
                  <a:lnTo>
                    <a:pt x="7911827" y="9524"/>
                  </a:lnTo>
                  <a:close/>
                </a:path>
                <a:path w="10296525" h="9525">
                  <a:moveTo>
                    <a:pt x="7959451" y="9524"/>
                  </a:moveTo>
                  <a:lnTo>
                    <a:pt x="7956821" y="9524"/>
                  </a:lnTo>
                  <a:lnTo>
                    <a:pt x="7955698" y="9060"/>
                  </a:lnTo>
                  <a:lnTo>
                    <a:pt x="7953839" y="7200"/>
                  </a:lnTo>
                  <a:lnTo>
                    <a:pt x="7953374" y="6077"/>
                  </a:lnTo>
                  <a:lnTo>
                    <a:pt x="7953374" y="3447"/>
                  </a:lnTo>
                  <a:lnTo>
                    <a:pt x="7953839" y="2324"/>
                  </a:lnTo>
                  <a:lnTo>
                    <a:pt x="7955698" y="464"/>
                  </a:lnTo>
                  <a:lnTo>
                    <a:pt x="7956821" y="0"/>
                  </a:lnTo>
                  <a:lnTo>
                    <a:pt x="7959451" y="0"/>
                  </a:lnTo>
                  <a:lnTo>
                    <a:pt x="7960574" y="464"/>
                  </a:lnTo>
                  <a:lnTo>
                    <a:pt x="7962434" y="2324"/>
                  </a:lnTo>
                  <a:lnTo>
                    <a:pt x="7962899" y="3447"/>
                  </a:lnTo>
                  <a:lnTo>
                    <a:pt x="7962899" y="6077"/>
                  </a:lnTo>
                  <a:lnTo>
                    <a:pt x="7962434" y="7200"/>
                  </a:lnTo>
                  <a:lnTo>
                    <a:pt x="7960574" y="9060"/>
                  </a:lnTo>
                  <a:lnTo>
                    <a:pt x="7959451" y="9524"/>
                  </a:lnTo>
                  <a:close/>
                </a:path>
                <a:path w="10296525" h="9525">
                  <a:moveTo>
                    <a:pt x="8007076" y="9524"/>
                  </a:moveTo>
                  <a:lnTo>
                    <a:pt x="8004447" y="9524"/>
                  </a:lnTo>
                  <a:lnTo>
                    <a:pt x="8003324" y="9060"/>
                  </a:lnTo>
                  <a:lnTo>
                    <a:pt x="8001464" y="7200"/>
                  </a:lnTo>
                  <a:lnTo>
                    <a:pt x="8000999" y="6077"/>
                  </a:lnTo>
                  <a:lnTo>
                    <a:pt x="8000999" y="3447"/>
                  </a:lnTo>
                  <a:lnTo>
                    <a:pt x="8001464" y="2324"/>
                  </a:lnTo>
                  <a:lnTo>
                    <a:pt x="8003324" y="464"/>
                  </a:lnTo>
                  <a:lnTo>
                    <a:pt x="8004447" y="0"/>
                  </a:lnTo>
                  <a:lnTo>
                    <a:pt x="8007076" y="0"/>
                  </a:lnTo>
                  <a:lnTo>
                    <a:pt x="8008199" y="464"/>
                  </a:lnTo>
                  <a:lnTo>
                    <a:pt x="8010059" y="2324"/>
                  </a:lnTo>
                  <a:lnTo>
                    <a:pt x="8010524" y="3447"/>
                  </a:lnTo>
                  <a:lnTo>
                    <a:pt x="8010524" y="6077"/>
                  </a:lnTo>
                  <a:lnTo>
                    <a:pt x="8010059" y="7200"/>
                  </a:lnTo>
                  <a:lnTo>
                    <a:pt x="8008199" y="9060"/>
                  </a:lnTo>
                  <a:lnTo>
                    <a:pt x="8007076" y="9524"/>
                  </a:lnTo>
                  <a:close/>
                </a:path>
                <a:path w="10296525" h="9525">
                  <a:moveTo>
                    <a:pt x="8054701" y="9524"/>
                  </a:moveTo>
                  <a:lnTo>
                    <a:pt x="8052071" y="9524"/>
                  </a:lnTo>
                  <a:lnTo>
                    <a:pt x="8050948" y="9060"/>
                  </a:lnTo>
                  <a:lnTo>
                    <a:pt x="8049089" y="7200"/>
                  </a:lnTo>
                  <a:lnTo>
                    <a:pt x="8048624" y="6077"/>
                  </a:lnTo>
                  <a:lnTo>
                    <a:pt x="8048624" y="3447"/>
                  </a:lnTo>
                  <a:lnTo>
                    <a:pt x="8049089" y="2324"/>
                  </a:lnTo>
                  <a:lnTo>
                    <a:pt x="8050948" y="464"/>
                  </a:lnTo>
                  <a:lnTo>
                    <a:pt x="8052071" y="0"/>
                  </a:lnTo>
                  <a:lnTo>
                    <a:pt x="8054701" y="0"/>
                  </a:lnTo>
                  <a:lnTo>
                    <a:pt x="8055824" y="464"/>
                  </a:lnTo>
                  <a:lnTo>
                    <a:pt x="8057684" y="2324"/>
                  </a:lnTo>
                  <a:lnTo>
                    <a:pt x="8058149" y="3447"/>
                  </a:lnTo>
                  <a:lnTo>
                    <a:pt x="8058149" y="6077"/>
                  </a:lnTo>
                  <a:lnTo>
                    <a:pt x="8057684" y="7200"/>
                  </a:lnTo>
                  <a:lnTo>
                    <a:pt x="8055824" y="9060"/>
                  </a:lnTo>
                  <a:lnTo>
                    <a:pt x="8054701" y="9524"/>
                  </a:lnTo>
                  <a:close/>
                </a:path>
                <a:path w="10296525" h="9525">
                  <a:moveTo>
                    <a:pt x="8102326" y="9524"/>
                  </a:moveTo>
                  <a:lnTo>
                    <a:pt x="8099696" y="9524"/>
                  </a:lnTo>
                  <a:lnTo>
                    <a:pt x="8098573" y="9060"/>
                  </a:lnTo>
                  <a:lnTo>
                    <a:pt x="8096714" y="7200"/>
                  </a:lnTo>
                  <a:lnTo>
                    <a:pt x="8096249" y="6077"/>
                  </a:lnTo>
                  <a:lnTo>
                    <a:pt x="8096249" y="3447"/>
                  </a:lnTo>
                  <a:lnTo>
                    <a:pt x="8096714" y="2324"/>
                  </a:lnTo>
                  <a:lnTo>
                    <a:pt x="8098573" y="464"/>
                  </a:lnTo>
                  <a:lnTo>
                    <a:pt x="8099696" y="0"/>
                  </a:lnTo>
                  <a:lnTo>
                    <a:pt x="8102326" y="0"/>
                  </a:lnTo>
                  <a:lnTo>
                    <a:pt x="8103449" y="464"/>
                  </a:lnTo>
                  <a:lnTo>
                    <a:pt x="8105309" y="2324"/>
                  </a:lnTo>
                  <a:lnTo>
                    <a:pt x="8105774" y="3447"/>
                  </a:lnTo>
                  <a:lnTo>
                    <a:pt x="8105774" y="6077"/>
                  </a:lnTo>
                  <a:lnTo>
                    <a:pt x="8105309" y="7200"/>
                  </a:lnTo>
                  <a:lnTo>
                    <a:pt x="8103449" y="9060"/>
                  </a:lnTo>
                  <a:lnTo>
                    <a:pt x="8102326" y="9524"/>
                  </a:lnTo>
                  <a:close/>
                </a:path>
                <a:path w="10296525" h="9525">
                  <a:moveTo>
                    <a:pt x="8149952" y="9524"/>
                  </a:moveTo>
                  <a:lnTo>
                    <a:pt x="8147321" y="9524"/>
                  </a:lnTo>
                  <a:lnTo>
                    <a:pt x="8146198" y="9060"/>
                  </a:lnTo>
                  <a:lnTo>
                    <a:pt x="8144338" y="7200"/>
                  </a:lnTo>
                  <a:lnTo>
                    <a:pt x="8143874" y="6077"/>
                  </a:lnTo>
                  <a:lnTo>
                    <a:pt x="8143874" y="3447"/>
                  </a:lnTo>
                  <a:lnTo>
                    <a:pt x="8144338" y="2324"/>
                  </a:lnTo>
                  <a:lnTo>
                    <a:pt x="8146198" y="464"/>
                  </a:lnTo>
                  <a:lnTo>
                    <a:pt x="8147321" y="0"/>
                  </a:lnTo>
                  <a:lnTo>
                    <a:pt x="8149952" y="0"/>
                  </a:lnTo>
                  <a:lnTo>
                    <a:pt x="8151074" y="464"/>
                  </a:lnTo>
                  <a:lnTo>
                    <a:pt x="8152934" y="2324"/>
                  </a:lnTo>
                  <a:lnTo>
                    <a:pt x="8153399" y="3447"/>
                  </a:lnTo>
                  <a:lnTo>
                    <a:pt x="8153399" y="6077"/>
                  </a:lnTo>
                  <a:lnTo>
                    <a:pt x="8152934" y="7200"/>
                  </a:lnTo>
                  <a:lnTo>
                    <a:pt x="8151074" y="9060"/>
                  </a:lnTo>
                  <a:lnTo>
                    <a:pt x="8149952" y="9524"/>
                  </a:lnTo>
                  <a:close/>
                </a:path>
                <a:path w="10296525" h="9525">
                  <a:moveTo>
                    <a:pt x="8197576" y="9524"/>
                  </a:moveTo>
                  <a:lnTo>
                    <a:pt x="8194946" y="9524"/>
                  </a:lnTo>
                  <a:lnTo>
                    <a:pt x="8193823" y="9060"/>
                  </a:lnTo>
                  <a:lnTo>
                    <a:pt x="8191964" y="7200"/>
                  </a:lnTo>
                  <a:lnTo>
                    <a:pt x="8191499" y="6077"/>
                  </a:lnTo>
                  <a:lnTo>
                    <a:pt x="8191499" y="3447"/>
                  </a:lnTo>
                  <a:lnTo>
                    <a:pt x="8191964" y="2324"/>
                  </a:lnTo>
                  <a:lnTo>
                    <a:pt x="8193823" y="464"/>
                  </a:lnTo>
                  <a:lnTo>
                    <a:pt x="8194946" y="0"/>
                  </a:lnTo>
                  <a:lnTo>
                    <a:pt x="8197576" y="0"/>
                  </a:lnTo>
                  <a:lnTo>
                    <a:pt x="8198699" y="464"/>
                  </a:lnTo>
                  <a:lnTo>
                    <a:pt x="8200558" y="2324"/>
                  </a:lnTo>
                  <a:lnTo>
                    <a:pt x="8201024" y="3447"/>
                  </a:lnTo>
                  <a:lnTo>
                    <a:pt x="8201024" y="6077"/>
                  </a:lnTo>
                  <a:lnTo>
                    <a:pt x="8200558" y="7200"/>
                  </a:lnTo>
                  <a:lnTo>
                    <a:pt x="8198699" y="9060"/>
                  </a:lnTo>
                  <a:lnTo>
                    <a:pt x="8197576" y="9524"/>
                  </a:lnTo>
                  <a:close/>
                </a:path>
                <a:path w="10296525" h="9525">
                  <a:moveTo>
                    <a:pt x="8245202" y="9524"/>
                  </a:moveTo>
                  <a:lnTo>
                    <a:pt x="8242571" y="9524"/>
                  </a:lnTo>
                  <a:lnTo>
                    <a:pt x="8241448" y="9060"/>
                  </a:lnTo>
                  <a:lnTo>
                    <a:pt x="8239589" y="7200"/>
                  </a:lnTo>
                  <a:lnTo>
                    <a:pt x="8239124" y="6077"/>
                  </a:lnTo>
                  <a:lnTo>
                    <a:pt x="8239124" y="3447"/>
                  </a:lnTo>
                  <a:lnTo>
                    <a:pt x="8239589" y="2324"/>
                  </a:lnTo>
                  <a:lnTo>
                    <a:pt x="8241448" y="464"/>
                  </a:lnTo>
                  <a:lnTo>
                    <a:pt x="8242571" y="0"/>
                  </a:lnTo>
                  <a:lnTo>
                    <a:pt x="8245202" y="0"/>
                  </a:lnTo>
                  <a:lnTo>
                    <a:pt x="8246324" y="464"/>
                  </a:lnTo>
                  <a:lnTo>
                    <a:pt x="8248184" y="2324"/>
                  </a:lnTo>
                  <a:lnTo>
                    <a:pt x="8248649" y="3447"/>
                  </a:lnTo>
                  <a:lnTo>
                    <a:pt x="8248649" y="6077"/>
                  </a:lnTo>
                  <a:lnTo>
                    <a:pt x="8248184" y="7200"/>
                  </a:lnTo>
                  <a:lnTo>
                    <a:pt x="8246324" y="9060"/>
                  </a:lnTo>
                  <a:lnTo>
                    <a:pt x="8245202" y="9524"/>
                  </a:lnTo>
                  <a:close/>
                </a:path>
                <a:path w="10296525" h="9525">
                  <a:moveTo>
                    <a:pt x="8292826" y="9524"/>
                  </a:moveTo>
                  <a:lnTo>
                    <a:pt x="8290196" y="9524"/>
                  </a:lnTo>
                  <a:lnTo>
                    <a:pt x="8289073" y="9060"/>
                  </a:lnTo>
                  <a:lnTo>
                    <a:pt x="8287214" y="7200"/>
                  </a:lnTo>
                  <a:lnTo>
                    <a:pt x="8286749" y="6077"/>
                  </a:lnTo>
                  <a:lnTo>
                    <a:pt x="8286749" y="3447"/>
                  </a:lnTo>
                  <a:lnTo>
                    <a:pt x="8287214" y="2324"/>
                  </a:lnTo>
                  <a:lnTo>
                    <a:pt x="8289073" y="464"/>
                  </a:lnTo>
                  <a:lnTo>
                    <a:pt x="8290196" y="0"/>
                  </a:lnTo>
                  <a:lnTo>
                    <a:pt x="8292826" y="0"/>
                  </a:lnTo>
                  <a:lnTo>
                    <a:pt x="8293949" y="464"/>
                  </a:lnTo>
                  <a:lnTo>
                    <a:pt x="8295808" y="2324"/>
                  </a:lnTo>
                  <a:lnTo>
                    <a:pt x="8296274" y="3447"/>
                  </a:lnTo>
                  <a:lnTo>
                    <a:pt x="8296274" y="6077"/>
                  </a:lnTo>
                  <a:lnTo>
                    <a:pt x="8295808" y="7200"/>
                  </a:lnTo>
                  <a:lnTo>
                    <a:pt x="8293949" y="9060"/>
                  </a:lnTo>
                  <a:lnTo>
                    <a:pt x="8292826" y="9524"/>
                  </a:lnTo>
                  <a:close/>
                </a:path>
                <a:path w="10296525" h="9525">
                  <a:moveTo>
                    <a:pt x="8340452" y="9524"/>
                  </a:moveTo>
                  <a:lnTo>
                    <a:pt x="8337821" y="9524"/>
                  </a:lnTo>
                  <a:lnTo>
                    <a:pt x="8336698" y="9060"/>
                  </a:lnTo>
                  <a:lnTo>
                    <a:pt x="8334839" y="7200"/>
                  </a:lnTo>
                  <a:lnTo>
                    <a:pt x="8334374" y="6077"/>
                  </a:lnTo>
                  <a:lnTo>
                    <a:pt x="8334374" y="3447"/>
                  </a:lnTo>
                  <a:lnTo>
                    <a:pt x="8334839" y="2324"/>
                  </a:lnTo>
                  <a:lnTo>
                    <a:pt x="8336698" y="464"/>
                  </a:lnTo>
                  <a:lnTo>
                    <a:pt x="8337821" y="0"/>
                  </a:lnTo>
                  <a:lnTo>
                    <a:pt x="8340452" y="0"/>
                  </a:lnTo>
                  <a:lnTo>
                    <a:pt x="8341574" y="464"/>
                  </a:lnTo>
                  <a:lnTo>
                    <a:pt x="8343433" y="2324"/>
                  </a:lnTo>
                  <a:lnTo>
                    <a:pt x="8343899" y="3447"/>
                  </a:lnTo>
                  <a:lnTo>
                    <a:pt x="8343899" y="6077"/>
                  </a:lnTo>
                  <a:lnTo>
                    <a:pt x="8343433" y="7200"/>
                  </a:lnTo>
                  <a:lnTo>
                    <a:pt x="8341574" y="9060"/>
                  </a:lnTo>
                  <a:lnTo>
                    <a:pt x="8340452" y="9524"/>
                  </a:lnTo>
                  <a:close/>
                </a:path>
                <a:path w="10296525" h="9525">
                  <a:moveTo>
                    <a:pt x="8388076" y="9524"/>
                  </a:moveTo>
                  <a:lnTo>
                    <a:pt x="8385446" y="9524"/>
                  </a:lnTo>
                  <a:lnTo>
                    <a:pt x="8384323" y="9060"/>
                  </a:lnTo>
                  <a:lnTo>
                    <a:pt x="8382464" y="7200"/>
                  </a:lnTo>
                  <a:lnTo>
                    <a:pt x="8381999" y="6077"/>
                  </a:lnTo>
                  <a:lnTo>
                    <a:pt x="8381999" y="3447"/>
                  </a:lnTo>
                  <a:lnTo>
                    <a:pt x="8382464" y="2324"/>
                  </a:lnTo>
                  <a:lnTo>
                    <a:pt x="8384323" y="464"/>
                  </a:lnTo>
                  <a:lnTo>
                    <a:pt x="8385446" y="0"/>
                  </a:lnTo>
                  <a:lnTo>
                    <a:pt x="8388076" y="0"/>
                  </a:lnTo>
                  <a:lnTo>
                    <a:pt x="8389198" y="464"/>
                  </a:lnTo>
                  <a:lnTo>
                    <a:pt x="8391058" y="2324"/>
                  </a:lnTo>
                  <a:lnTo>
                    <a:pt x="8391524" y="3447"/>
                  </a:lnTo>
                  <a:lnTo>
                    <a:pt x="8391524" y="6077"/>
                  </a:lnTo>
                  <a:lnTo>
                    <a:pt x="8391058" y="7200"/>
                  </a:lnTo>
                  <a:lnTo>
                    <a:pt x="8389198" y="9060"/>
                  </a:lnTo>
                  <a:lnTo>
                    <a:pt x="8388076" y="9524"/>
                  </a:lnTo>
                  <a:close/>
                </a:path>
                <a:path w="10296525" h="9525">
                  <a:moveTo>
                    <a:pt x="8435701" y="9524"/>
                  </a:moveTo>
                  <a:lnTo>
                    <a:pt x="8433071" y="9524"/>
                  </a:lnTo>
                  <a:lnTo>
                    <a:pt x="8431948" y="9060"/>
                  </a:lnTo>
                  <a:lnTo>
                    <a:pt x="8430089" y="7200"/>
                  </a:lnTo>
                  <a:lnTo>
                    <a:pt x="8429624" y="6077"/>
                  </a:lnTo>
                  <a:lnTo>
                    <a:pt x="8429624" y="3447"/>
                  </a:lnTo>
                  <a:lnTo>
                    <a:pt x="8430089" y="2324"/>
                  </a:lnTo>
                  <a:lnTo>
                    <a:pt x="8431948" y="464"/>
                  </a:lnTo>
                  <a:lnTo>
                    <a:pt x="8433071" y="0"/>
                  </a:lnTo>
                  <a:lnTo>
                    <a:pt x="8435701" y="0"/>
                  </a:lnTo>
                  <a:lnTo>
                    <a:pt x="8436824" y="464"/>
                  </a:lnTo>
                  <a:lnTo>
                    <a:pt x="8438683" y="2324"/>
                  </a:lnTo>
                  <a:lnTo>
                    <a:pt x="8439149" y="3447"/>
                  </a:lnTo>
                  <a:lnTo>
                    <a:pt x="8439149" y="6077"/>
                  </a:lnTo>
                  <a:lnTo>
                    <a:pt x="8438683" y="7200"/>
                  </a:lnTo>
                  <a:lnTo>
                    <a:pt x="8436824" y="9060"/>
                  </a:lnTo>
                  <a:lnTo>
                    <a:pt x="8435701" y="9524"/>
                  </a:lnTo>
                  <a:close/>
                </a:path>
                <a:path w="10296525" h="9525">
                  <a:moveTo>
                    <a:pt x="8483326" y="9524"/>
                  </a:moveTo>
                  <a:lnTo>
                    <a:pt x="8480696" y="9524"/>
                  </a:lnTo>
                  <a:lnTo>
                    <a:pt x="8479573" y="9060"/>
                  </a:lnTo>
                  <a:lnTo>
                    <a:pt x="8477714" y="7200"/>
                  </a:lnTo>
                  <a:lnTo>
                    <a:pt x="8477249" y="6077"/>
                  </a:lnTo>
                  <a:lnTo>
                    <a:pt x="8477249" y="3447"/>
                  </a:lnTo>
                  <a:lnTo>
                    <a:pt x="8477714" y="2324"/>
                  </a:lnTo>
                  <a:lnTo>
                    <a:pt x="8479573" y="464"/>
                  </a:lnTo>
                  <a:lnTo>
                    <a:pt x="8480696" y="0"/>
                  </a:lnTo>
                  <a:lnTo>
                    <a:pt x="8483326" y="0"/>
                  </a:lnTo>
                  <a:lnTo>
                    <a:pt x="8484449" y="464"/>
                  </a:lnTo>
                  <a:lnTo>
                    <a:pt x="8486308" y="2324"/>
                  </a:lnTo>
                  <a:lnTo>
                    <a:pt x="8486774" y="3447"/>
                  </a:lnTo>
                  <a:lnTo>
                    <a:pt x="8486774" y="6077"/>
                  </a:lnTo>
                  <a:lnTo>
                    <a:pt x="8486308" y="7200"/>
                  </a:lnTo>
                  <a:lnTo>
                    <a:pt x="8484449" y="9060"/>
                  </a:lnTo>
                  <a:lnTo>
                    <a:pt x="8483326" y="9524"/>
                  </a:lnTo>
                  <a:close/>
                </a:path>
                <a:path w="10296525" h="9525">
                  <a:moveTo>
                    <a:pt x="8530951" y="9524"/>
                  </a:moveTo>
                  <a:lnTo>
                    <a:pt x="8528321" y="9524"/>
                  </a:lnTo>
                  <a:lnTo>
                    <a:pt x="8527198" y="9060"/>
                  </a:lnTo>
                  <a:lnTo>
                    <a:pt x="8525339" y="7200"/>
                  </a:lnTo>
                  <a:lnTo>
                    <a:pt x="8524874" y="6077"/>
                  </a:lnTo>
                  <a:lnTo>
                    <a:pt x="8524874" y="3447"/>
                  </a:lnTo>
                  <a:lnTo>
                    <a:pt x="8525339" y="2324"/>
                  </a:lnTo>
                  <a:lnTo>
                    <a:pt x="8527198" y="464"/>
                  </a:lnTo>
                  <a:lnTo>
                    <a:pt x="8528321" y="0"/>
                  </a:lnTo>
                  <a:lnTo>
                    <a:pt x="8530951" y="0"/>
                  </a:lnTo>
                  <a:lnTo>
                    <a:pt x="8532074" y="464"/>
                  </a:lnTo>
                  <a:lnTo>
                    <a:pt x="8533933" y="2324"/>
                  </a:lnTo>
                  <a:lnTo>
                    <a:pt x="8534399" y="3447"/>
                  </a:lnTo>
                  <a:lnTo>
                    <a:pt x="8534399" y="6077"/>
                  </a:lnTo>
                  <a:lnTo>
                    <a:pt x="8533933" y="7200"/>
                  </a:lnTo>
                  <a:lnTo>
                    <a:pt x="8532074" y="9060"/>
                  </a:lnTo>
                  <a:lnTo>
                    <a:pt x="8530951" y="9524"/>
                  </a:lnTo>
                  <a:close/>
                </a:path>
                <a:path w="10296525" h="9525">
                  <a:moveTo>
                    <a:pt x="8578576" y="9524"/>
                  </a:moveTo>
                  <a:lnTo>
                    <a:pt x="8575946" y="9524"/>
                  </a:lnTo>
                  <a:lnTo>
                    <a:pt x="8574823" y="9060"/>
                  </a:lnTo>
                  <a:lnTo>
                    <a:pt x="8572963" y="7200"/>
                  </a:lnTo>
                  <a:lnTo>
                    <a:pt x="8572499" y="6077"/>
                  </a:lnTo>
                  <a:lnTo>
                    <a:pt x="8572499" y="3447"/>
                  </a:lnTo>
                  <a:lnTo>
                    <a:pt x="8572963" y="2324"/>
                  </a:lnTo>
                  <a:lnTo>
                    <a:pt x="8574823" y="464"/>
                  </a:lnTo>
                  <a:lnTo>
                    <a:pt x="8575946" y="0"/>
                  </a:lnTo>
                  <a:lnTo>
                    <a:pt x="8578576" y="0"/>
                  </a:lnTo>
                  <a:lnTo>
                    <a:pt x="8579699" y="464"/>
                  </a:lnTo>
                  <a:lnTo>
                    <a:pt x="8581558" y="2324"/>
                  </a:lnTo>
                  <a:lnTo>
                    <a:pt x="8582024" y="3447"/>
                  </a:lnTo>
                  <a:lnTo>
                    <a:pt x="8582024" y="6077"/>
                  </a:lnTo>
                  <a:lnTo>
                    <a:pt x="8581558" y="7200"/>
                  </a:lnTo>
                  <a:lnTo>
                    <a:pt x="8579699" y="9060"/>
                  </a:lnTo>
                  <a:lnTo>
                    <a:pt x="8578576" y="9524"/>
                  </a:lnTo>
                  <a:close/>
                </a:path>
                <a:path w="10296525" h="9525">
                  <a:moveTo>
                    <a:pt x="8626201" y="9524"/>
                  </a:moveTo>
                  <a:lnTo>
                    <a:pt x="8623571" y="9524"/>
                  </a:lnTo>
                  <a:lnTo>
                    <a:pt x="8622448" y="9060"/>
                  </a:lnTo>
                  <a:lnTo>
                    <a:pt x="8620589" y="7200"/>
                  </a:lnTo>
                  <a:lnTo>
                    <a:pt x="8620124" y="6077"/>
                  </a:lnTo>
                  <a:lnTo>
                    <a:pt x="8620124" y="3447"/>
                  </a:lnTo>
                  <a:lnTo>
                    <a:pt x="8620589" y="2324"/>
                  </a:lnTo>
                  <a:lnTo>
                    <a:pt x="8622448" y="464"/>
                  </a:lnTo>
                  <a:lnTo>
                    <a:pt x="8623571" y="0"/>
                  </a:lnTo>
                  <a:lnTo>
                    <a:pt x="8626201" y="0"/>
                  </a:lnTo>
                  <a:lnTo>
                    <a:pt x="8627324" y="464"/>
                  </a:lnTo>
                  <a:lnTo>
                    <a:pt x="8629183" y="2324"/>
                  </a:lnTo>
                  <a:lnTo>
                    <a:pt x="8629649" y="3447"/>
                  </a:lnTo>
                  <a:lnTo>
                    <a:pt x="8629649" y="6077"/>
                  </a:lnTo>
                  <a:lnTo>
                    <a:pt x="8629183" y="7200"/>
                  </a:lnTo>
                  <a:lnTo>
                    <a:pt x="8627324" y="9060"/>
                  </a:lnTo>
                  <a:lnTo>
                    <a:pt x="8626201" y="9524"/>
                  </a:lnTo>
                  <a:close/>
                </a:path>
                <a:path w="10296525" h="9525">
                  <a:moveTo>
                    <a:pt x="8673827" y="9524"/>
                  </a:moveTo>
                  <a:lnTo>
                    <a:pt x="8671196" y="9524"/>
                  </a:lnTo>
                  <a:lnTo>
                    <a:pt x="8670073" y="9060"/>
                  </a:lnTo>
                  <a:lnTo>
                    <a:pt x="8668213" y="7200"/>
                  </a:lnTo>
                  <a:lnTo>
                    <a:pt x="8667749" y="6077"/>
                  </a:lnTo>
                  <a:lnTo>
                    <a:pt x="8667749" y="3447"/>
                  </a:lnTo>
                  <a:lnTo>
                    <a:pt x="8668213" y="2324"/>
                  </a:lnTo>
                  <a:lnTo>
                    <a:pt x="8670073" y="464"/>
                  </a:lnTo>
                  <a:lnTo>
                    <a:pt x="8671196" y="0"/>
                  </a:lnTo>
                  <a:lnTo>
                    <a:pt x="8673827" y="0"/>
                  </a:lnTo>
                  <a:lnTo>
                    <a:pt x="8674949" y="464"/>
                  </a:lnTo>
                  <a:lnTo>
                    <a:pt x="8676809" y="2324"/>
                  </a:lnTo>
                  <a:lnTo>
                    <a:pt x="8677274" y="3447"/>
                  </a:lnTo>
                  <a:lnTo>
                    <a:pt x="8677274" y="6077"/>
                  </a:lnTo>
                  <a:lnTo>
                    <a:pt x="8676809" y="7200"/>
                  </a:lnTo>
                  <a:lnTo>
                    <a:pt x="8674949" y="9060"/>
                  </a:lnTo>
                  <a:lnTo>
                    <a:pt x="8673827" y="9524"/>
                  </a:lnTo>
                  <a:close/>
                </a:path>
                <a:path w="10296525" h="9525">
                  <a:moveTo>
                    <a:pt x="8721451" y="9524"/>
                  </a:moveTo>
                  <a:lnTo>
                    <a:pt x="8718821" y="9524"/>
                  </a:lnTo>
                  <a:lnTo>
                    <a:pt x="8717698" y="9060"/>
                  </a:lnTo>
                  <a:lnTo>
                    <a:pt x="8715839" y="7200"/>
                  </a:lnTo>
                  <a:lnTo>
                    <a:pt x="8715374" y="6077"/>
                  </a:lnTo>
                  <a:lnTo>
                    <a:pt x="8715374" y="3447"/>
                  </a:lnTo>
                  <a:lnTo>
                    <a:pt x="8715839" y="2324"/>
                  </a:lnTo>
                  <a:lnTo>
                    <a:pt x="8717698" y="464"/>
                  </a:lnTo>
                  <a:lnTo>
                    <a:pt x="8718821" y="0"/>
                  </a:lnTo>
                  <a:lnTo>
                    <a:pt x="8721451" y="0"/>
                  </a:lnTo>
                  <a:lnTo>
                    <a:pt x="8722574" y="464"/>
                  </a:lnTo>
                  <a:lnTo>
                    <a:pt x="8724433" y="2324"/>
                  </a:lnTo>
                  <a:lnTo>
                    <a:pt x="8724899" y="3447"/>
                  </a:lnTo>
                  <a:lnTo>
                    <a:pt x="8724899" y="6077"/>
                  </a:lnTo>
                  <a:lnTo>
                    <a:pt x="8724433" y="7200"/>
                  </a:lnTo>
                  <a:lnTo>
                    <a:pt x="8722574" y="9060"/>
                  </a:lnTo>
                  <a:lnTo>
                    <a:pt x="8721451" y="9524"/>
                  </a:lnTo>
                  <a:close/>
                </a:path>
                <a:path w="10296525" h="9525">
                  <a:moveTo>
                    <a:pt x="8769077" y="9524"/>
                  </a:moveTo>
                  <a:lnTo>
                    <a:pt x="8766446" y="9524"/>
                  </a:lnTo>
                  <a:lnTo>
                    <a:pt x="8765323" y="9060"/>
                  </a:lnTo>
                  <a:lnTo>
                    <a:pt x="8763464" y="7200"/>
                  </a:lnTo>
                  <a:lnTo>
                    <a:pt x="8762999" y="6077"/>
                  </a:lnTo>
                  <a:lnTo>
                    <a:pt x="8762999" y="3447"/>
                  </a:lnTo>
                  <a:lnTo>
                    <a:pt x="8763464" y="2324"/>
                  </a:lnTo>
                  <a:lnTo>
                    <a:pt x="8765323" y="464"/>
                  </a:lnTo>
                  <a:lnTo>
                    <a:pt x="8766446" y="0"/>
                  </a:lnTo>
                  <a:lnTo>
                    <a:pt x="8769077" y="0"/>
                  </a:lnTo>
                  <a:lnTo>
                    <a:pt x="8770199" y="464"/>
                  </a:lnTo>
                  <a:lnTo>
                    <a:pt x="8772059" y="2324"/>
                  </a:lnTo>
                  <a:lnTo>
                    <a:pt x="8772524" y="3447"/>
                  </a:lnTo>
                  <a:lnTo>
                    <a:pt x="8772524" y="6077"/>
                  </a:lnTo>
                  <a:lnTo>
                    <a:pt x="8772059" y="7200"/>
                  </a:lnTo>
                  <a:lnTo>
                    <a:pt x="8770199" y="9060"/>
                  </a:lnTo>
                  <a:lnTo>
                    <a:pt x="8769077" y="9524"/>
                  </a:lnTo>
                  <a:close/>
                </a:path>
                <a:path w="10296525" h="9525">
                  <a:moveTo>
                    <a:pt x="8816701" y="9524"/>
                  </a:moveTo>
                  <a:lnTo>
                    <a:pt x="8814071" y="9524"/>
                  </a:lnTo>
                  <a:lnTo>
                    <a:pt x="8812948" y="9060"/>
                  </a:lnTo>
                  <a:lnTo>
                    <a:pt x="8811089" y="7200"/>
                  </a:lnTo>
                  <a:lnTo>
                    <a:pt x="8810624" y="6077"/>
                  </a:lnTo>
                  <a:lnTo>
                    <a:pt x="8810624" y="3447"/>
                  </a:lnTo>
                  <a:lnTo>
                    <a:pt x="8811089" y="2324"/>
                  </a:lnTo>
                  <a:lnTo>
                    <a:pt x="8812948" y="464"/>
                  </a:lnTo>
                  <a:lnTo>
                    <a:pt x="8814071" y="0"/>
                  </a:lnTo>
                  <a:lnTo>
                    <a:pt x="8816701" y="0"/>
                  </a:lnTo>
                  <a:lnTo>
                    <a:pt x="8817824" y="464"/>
                  </a:lnTo>
                  <a:lnTo>
                    <a:pt x="8819683" y="2324"/>
                  </a:lnTo>
                  <a:lnTo>
                    <a:pt x="8820149" y="3447"/>
                  </a:lnTo>
                  <a:lnTo>
                    <a:pt x="8820149" y="6077"/>
                  </a:lnTo>
                  <a:lnTo>
                    <a:pt x="8819683" y="7200"/>
                  </a:lnTo>
                  <a:lnTo>
                    <a:pt x="8817824" y="9060"/>
                  </a:lnTo>
                  <a:lnTo>
                    <a:pt x="8816701" y="9524"/>
                  </a:lnTo>
                  <a:close/>
                </a:path>
                <a:path w="10296525" h="9525">
                  <a:moveTo>
                    <a:pt x="8864327" y="9524"/>
                  </a:moveTo>
                  <a:lnTo>
                    <a:pt x="8861696" y="9524"/>
                  </a:lnTo>
                  <a:lnTo>
                    <a:pt x="8860573" y="9060"/>
                  </a:lnTo>
                  <a:lnTo>
                    <a:pt x="8858714" y="7200"/>
                  </a:lnTo>
                  <a:lnTo>
                    <a:pt x="8858249" y="6077"/>
                  </a:lnTo>
                  <a:lnTo>
                    <a:pt x="8858249" y="3447"/>
                  </a:lnTo>
                  <a:lnTo>
                    <a:pt x="8858714" y="2324"/>
                  </a:lnTo>
                  <a:lnTo>
                    <a:pt x="8860573" y="464"/>
                  </a:lnTo>
                  <a:lnTo>
                    <a:pt x="8861696" y="0"/>
                  </a:lnTo>
                  <a:lnTo>
                    <a:pt x="8864327" y="0"/>
                  </a:lnTo>
                  <a:lnTo>
                    <a:pt x="8865449" y="464"/>
                  </a:lnTo>
                  <a:lnTo>
                    <a:pt x="8867308" y="2324"/>
                  </a:lnTo>
                  <a:lnTo>
                    <a:pt x="8867774" y="3447"/>
                  </a:lnTo>
                  <a:lnTo>
                    <a:pt x="8867774" y="6077"/>
                  </a:lnTo>
                  <a:lnTo>
                    <a:pt x="8867308" y="7200"/>
                  </a:lnTo>
                  <a:lnTo>
                    <a:pt x="8865449" y="9060"/>
                  </a:lnTo>
                  <a:lnTo>
                    <a:pt x="8864327" y="9524"/>
                  </a:lnTo>
                  <a:close/>
                </a:path>
                <a:path w="10296525" h="9525">
                  <a:moveTo>
                    <a:pt x="8911951" y="9524"/>
                  </a:moveTo>
                  <a:lnTo>
                    <a:pt x="8909321" y="9524"/>
                  </a:lnTo>
                  <a:lnTo>
                    <a:pt x="8908198" y="9060"/>
                  </a:lnTo>
                  <a:lnTo>
                    <a:pt x="8906339" y="7200"/>
                  </a:lnTo>
                  <a:lnTo>
                    <a:pt x="8905874" y="6077"/>
                  </a:lnTo>
                  <a:lnTo>
                    <a:pt x="8905874" y="3447"/>
                  </a:lnTo>
                  <a:lnTo>
                    <a:pt x="8906339" y="2324"/>
                  </a:lnTo>
                  <a:lnTo>
                    <a:pt x="8908198" y="464"/>
                  </a:lnTo>
                  <a:lnTo>
                    <a:pt x="8909321" y="0"/>
                  </a:lnTo>
                  <a:lnTo>
                    <a:pt x="8911951" y="0"/>
                  </a:lnTo>
                  <a:lnTo>
                    <a:pt x="8913073" y="464"/>
                  </a:lnTo>
                  <a:lnTo>
                    <a:pt x="8914933" y="2324"/>
                  </a:lnTo>
                  <a:lnTo>
                    <a:pt x="8915398" y="3447"/>
                  </a:lnTo>
                  <a:lnTo>
                    <a:pt x="8915398" y="6077"/>
                  </a:lnTo>
                  <a:lnTo>
                    <a:pt x="8914933" y="7200"/>
                  </a:lnTo>
                  <a:lnTo>
                    <a:pt x="8913073" y="9060"/>
                  </a:lnTo>
                  <a:lnTo>
                    <a:pt x="8911951" y="9524"/>
                  </a:lnTo>
                  <a:close/>
                </a:path>
                <a:path w="10296525" h="9525">
                  <a:moveTo>
                    <a:pt x="8959576" y="9524"/>
                  </a:moveTo>
                  <a:lnTo>
                    <a:pt x="8956946" y="9524"/>
                  </a:lnTo>
                  <a:lnTo>
                    <a:pt x="8955823" y="9060"/>
                  </a:lnTo>
                  <a:lnTo>
                    <a:pt x="8953964" y="7200"/>
                  </a:lnTo>
                  <a:lnTo>
                    <a:pt x="8953499" y="6077"/>
                  </a:lnTo>
                  <a:lnTo>
                    <a:pt x="8953499" y="3447"/>
                  </a:lnTo>
                  <a:lnTo>
                    <a:pt x="8953964" y="2324"/>
                  </a:lnTo>
                  <a:lnTo>
                    <a:pt x="8955823" y="464"/>
                  </a:lnTo>
                  <a:lnTo>
                    <a:pt x="8956946" y="0"/>
                  </a:lnTo>
                  <a:lnTo>
                    <a:pt x="8959576" y="0"/>
                  </a:lnTo>
                  <a:lnTo>
                    <a:pt x="8960699" y="464"/>
                  </a:lnTo>
                  <a:lnTo>
                    <a:pt x="8962558" y="2324"/>
                  </a:lnTo>
                  <a:lnTo>
                    <a:pt x="8963024" y="3447"/>
                  </a:lnTo>
                  <a:lnTo>
                    <a:pt x="8963024" y="6077"/>
                  </a:lnTo>
                  <a:lnTo>
                    <a:pt x="8962558" y="7200"/>
                  </a:lnTo>
                  <a:lnTo>
                    <a:pt x="8960699" y="9060"/>
                  </a:lnTo>
                  <a:lnTo>
                    <a:pt x="8959576" y="9524"/>
                  </a:lnTo>
                  <a:close/>
                </a:path>
                <a:path w="10296525" h="9525">
                  <a:moveTo>
                    <a:pt x="9007201" y="9524"/>
                  </a:moveTo>
                  <a:lnTo>
                    <a:pt x="9004571" y="9524"/>
                  </a:lnTo>
                  <a:lnTo>
                    <a:pt x="9003448" y="9060"/>
                  </a:lnTo>
                  <a:lnTo>
                    <a:pt x="9001589" y="7200"/>
                  </a:lnTo>
                  <a:lnTo>
                    <a:pt x="9001124" y="6077"/>
                  </a:lnTo>
                  <a:lnTo>
                    <a:pt x="9001124" y="3447"/>
                  </a:lnTo>
                  <a:lnTo>
                    <a:pt x="9001589" y="2324"/>
                  </a:lnTo>
                  <a:lnTo>
                    <a:pt x="9003448" y="464"/>
                  </a:lnTo>
                  <a:lnTo>
                    <a:pt x="9004571" y="0"/>
                  </a:lnTo>
                  <a:lnTo>
                    <a:pt x="9007201" y="0"/>
                  </a:lnTo>
                  <a:lnTo>
                    <a:pt x="9008324" y="464"/>
                  </a:lnTo>
                  <a:lnTo>
                    <a:pt x="9010183" y="2324"/>
                  </a:lnTo>
                  <a:lnTo>
                    <a:pt x="9010649" y="3447"/>
                  </a:lnTo>
                  <a:lnTo>
                    <a:pt x="9010649" y="6077"/>
                  </a:lnTo>
                  <a:lnTo>
                    <a:pt x="9010183" y="7200"/>
                  </a:lnTo>
                  <a:lnTo>
                    <a:pt x="9008324" y="9060"/>
                  </a:lnTo>
                  <a:lnTo>
                    <a:pt x="9007201" y="9524"/>
                  </a:lnTo>
                  <a:close/>
                </a:path>
                <a:path w="10296525" h="9525">
                  <a:moveTo>
                    <a:pt x="9054826" y="9524"/>
                  </a:moveTo>
                  <a:lnTo>
                    <a:pt x="9052196" y="9524"/>
                  </a:lnTo>
                  <a:lnTo>
                    <a:pt x="9051073" y="9060"/>
                  </a:lnTo>
                  <a:lnTo>
                    <a:pt x="9049214" y="7200"/>
                  </a:lnTo>
                  <a:lnTo>
                    <a:pt x="9048749" y="6077"/>
                  </a:lnTo>
                  <a:lnTo>
                    <a:pt x="9048749" y="3447"/>
                  </a:lnTo>
                  <a:lnTo>
                    <a:pt x="9049214" y="2324"/>
                  </a:lnTo>
                  <a:lnTo>
                    <a:pt x="9051073" y="464"/>
                  </a:lnTo>
                  <a:lnTo>
                    <a:pt x="9052196" y="0"/>
                  </a:lnTo>
                  <a:lnTo>
                    <a:pt x="9054826" y="0"/>
                  </a:lnTo>
                  <a:lnTo>
                    <a:pt x="9055949" y="464"/>
                  </a:lnTo>
                  <a:lnTo>
                    <a:pt x="9057808" y="2324"/>
                  </a:lnTo>
                  <a:lnTo>
                    <a:pt x="9058274" y="3447"/>
                  </a:lnTo>
                  <a:lnTo>
                    <a:pt x="9058274" y="6077"/>
                  </a:lnTo>
                  <a:lnTo>
                    <a:pt x="9057808" y="7200"/>
                  </a:lnTo>
                  <a:lnTo>
                    <a:pt x="9055949" y="9060"/>
                  </a:lnTo>
                  <a:lnTo>
                    <a:pt x="9054826" y="9524"/>
                  </a:lnTo>
                  <a:close/>
                </a:path>
                <a:path w="10296525" h="9525">
                  <a:moveTo>
                    <a:pt x="9102451" y="9524"/>
                  </a:moveTo>
                  <a:lnTo>
                    <a:pt x="9099821" y="9524"/>
                  </a:lnTo>
                  <a:lnTo>
                    <a:pt x="9098698" y="9060"/>
                  </a:lnTo>
                  <a:lnTo>
                    <a:pt x="9096838" y="7200"/>
                  </a:lnTo>
                  <a:lnTo>
                    <a:pt x="9096374" y="6077"/>
                  </a:lnTo>
                  <a:lnTo>
                    <a:pt x="9096374" y="3447"/>
                  </a:lnTo>
                  <a:lnTo>
                    <a:pt x="9096838" y="2324"/>
                  </a:lnTo>
                  <a:lnTo>
                    <a:pt x="9098698" y="464"/>
                  </a:lnTo>
                  <a:lnTo>
                    <a:pt x="9099821" y="0"/>
                  </a:lnTo>
                  <a:lnTo>
                    <a:pt x="9102451" y="0"/>
                  </a:lnTo>
                  <a:lnTo>
                    <a:pt x="9103574" y="464"/>
                  </a:lnTo>
                  <a:lnTo>
                    <a:pt x="9105433" y="2324"/>
                  </a:lnTo>
                  <a:lnTo>
                    <a:pt x="9105899" y="3447"/>
                  </a:lnTo>
                  <a:lnTo>
                    <a:pt x="9105899" y="6077"/>
                  </a:lnTo>
                  <a:lnTo>
                    <a:pt x="9105433" y="7200"/>
                  </a:lnTo>
                  <a:lnTo>
                    <a:pt x="9103574" y="9060"/>
                  </a:lnTo>
                  <a:lnTo>
                    <a:pt x="9102451" y="9524"/>
                  </a:lnTo>
                  <a:close/>
                </a:path>
                <a:path w="10296525" h="9525">
                  <a:moveTo>
                    <a:pt x="9150076" y="9524"/>
                  </a:moveTo>
                  <a:lnTo>
                    <a:pt x="9147446" y="9524"/>
                  </a:lnTo>
                  <a:lnTo>
                    <a:pt x="9146323" y="9060"/>
                  </a:lnTo>
                  <a:lnTo>
                    <a:pt x="9144464" y="7200"/>
                  </a:lnTo>
                  <a:lnTo>
                    <a:pt x="9143999" y="6077"/>
                  </a:lnTo>
                  <a:lnTo>
                    <a:pt x="9143999" y="3447"/>
                  </a:lnTo>
                  <a:lnTo>
                    <a:pt x="9144464" y="2324"/>
                  </a:lnTo>
                  <a:lnTo>
                    <a:pt x="9146323" y="464"/>
                  </a:lnTo>
                  <a:lnTo>
                    <a:pt x="9147446" y="0"/>
                  </a:lnTo>
                  <a:lnTo>
                    <a:pt x="9150076" y="0"/>
                  </a:lnTo>
                  <a:lnTo>
                    <a:pt x="9151199" y="464"/>
                  </a:lnTo>
                  <a:lnTo>
                    <a:pt x="9153058" y="2324"/>
                  </a:lnTo>
                  <a:lnTo>
                    <a:pt x="9153524" y="3447"/>
                  </a:lnTo>
                  <a:lnTo>
                    <a:pt x="9153524" y="6077"/>
                  </a:lnTo>
                  <a:lnTo>
                    <a:pt x="9153058" y="7200"/>
                  </a:lnTo>
                  <a:lnTo>
                    <a:pt x="9151199" y="9060"/>
                  </a:lnTo>
                  <a:lnTo>
                    <a:pt x="9150076" y="9524"/>
                  </a:lnTo>
                  <a:close/>
                </a:path>
                <a:path w="10296525" h="9525">
                  <a:moveTo>
                    <a:pt x="9197702" y="9524"/>
                  </a:moveTo>
                  <a:lnTo>
                    <a:pt x="9195071" y="9524"/>
                  </a:lnTo>
                  <a:lnTo>
                    <a:pt x="9193948" y="9060"/>
                  </a:lnTo>
                  <a:lnTo>
                    <a:pt x="9192088" y="7200"/>
                  </a:lnTo>
                  <a:lnTo>
                    <a:pt x="9191624" y="6077"/>
                  </a:lnTo>
                  <a:lnTo>
                    <a:pt x="9191624" y="3447"/>
                  </a:lnTo>
                  <a:lnTo>
                    <a:pt x="9192088" y="2324"/>
                  </a:lnTo>
                  <a:lnTo>
                    <a:pt x="9193948" y="464"/>
                  </a:lnTo>
                  <a:lnTo>
                    <a:pt x="9195071" y="0"/>
                  </a:lnTo>
                  <a:lnTo>
                    <a:pt x="9197702" y="0"/>
                  </a:lnTo>
                  <a:lnTo>
                    <a:pt x="9198824" y="464"/>
                  </a:lnTo>
                  <a:lnTo>
                    <a:pt x="9200684" y="2324"/>
                  </a:lnTo>
                  <a:lnTo>
                    <a:pt x="9201149" y="3447"/>
                  </a:lnTo>
                  <a:lnTo>
                    <a:pt x="9201149" y="6077"/>
                  </a:lnTo>
                  <a:lnTo>
                    <a:pt x="9200684" y="7200"/>
                  </a:lnTo>
                  <a:lnTo>
                    <a:pt x="9198824" y="9060"/>
                  </a:lnTo>
                  <a:lnTo>
                    <a:pt x="9197702" y="9524"/>
                  </a:lnTo>
                  <a:close/>
                </a:path>
                <a:path w="10296525" h="9525">
                  <a:moveTo>
                    <a:pt x="9245326" y="9524"/>
                  </a:moveTo>
                  <a:lnTo>
                    <a:pt x="9242696" y="9524"/>
                  </a:lnTo>
                  <a:lnTo>
                    <a:pt x="9241573" y="9060"/>
                  </a:lnTo>
                  <a:lnTo>
                    <a:pt x="9239714" y="7200"/>
                  </a:lnTo>
                  <a:lnTo>
                    <a:pt x="9239249" y="6077"/>
                  </a:lnTo>
                  <a:lnTo>
                    <a:pt x="9239249" y="3447"/>
                  </a:lnTo>
                  <a:lnTo>
                    <a:pt x="9239714" y="2324"/>
                  </a:lnTo>
                  <a:lnTo>
                    <a:pt x="9241573" y="464"/>
                  </a:lnTo>
                  <a:lnTo>
                    <a:pt x="9242696" y="0"/>
                  </a:lnTo>
                  <a:lnTo>
                    <a:pt x="9245326" y="0"/>
                  </a:lnTo>
                  <a:lnTo>
                    <a:pt x="9246449" y="464"/>
                  </a:lnTo>
                  <a:lnTo>
                    <a:pt x="9248308" y="2324"/>
                  </a:lnTo>
                  <a:lnTo>
                    <a:pt x="9248774" y="3447"/>
                  </a:lnTo>
                  <a:lnTo>
                    <a:pt x="9248774" y="6077"/>
                  </a:lnTo>
                  <a:lnTo>
                    <a:pt x="9248308" y="7200"/>
                  </a:lnTo>
                  <a:lnTo>
                    <a:pt x="9246449" y="9060"/>
                  </a:lnTo>
                  <a:lnTo>
                    <a:pt x="9245326" y="9524"/>
                  </a:lnTo>
                  <a:close/>
                </a:path>
                <a:path w="10296525" h="9525">
                  <a:moveTo>
                    <a:pt x="9292952" y="9524"/>
                  </a:moveTo>
                  <a:lnTo>
                    <a:pt x="9290321" y="9524"/>
                  </a:lnTo>
                  <a:lnTo>
                    <a:pt x="9289198" y="9060"/>
                  </a:lnTo>
                  <a:lnTo>
                    <a:pt x="9287339" y="7200"/>
                  </a:lnTo>
                  <a:lnTo>
                    <a:pt x="9286874" y="6077"/>
                  </a:lnTo>
                  <a:lnTo>
                    <a:pt x="9286874" y="3447"/>
                  </a:lnTo>
                  <a:lnTo>
                    <a:pt x="9287339" y="2324"/>
                  </a:lnTo>
                  <a:lnTo>
                    <a:pt x="9289198" y="464"/>
                  </a:lnTo>
                  <a:lnTo>
                    <a:pt x="9290321" y="0"/>
                  </a:lnTo>
                  <a:lnTo>
                    <a:pt x="9292952" y="0"/>
                  </a:lnTo>
                  <a:lnTo>
                    <a:pt x="9294074" y="464"/>
                  </a:lnTo>
                  <a:lnTo>
                    <a:pt x="9295934" y="2324"/>
                  </a:lnTo>
                  <a:lnTo>
                    <a:pt x="9296399" y="3447"/>
                  </a:lnTo>
                  <a:lnTo>
                    <a:pt x="9296399" y="6077"/>
                  </a:lnTo>
                  <a:lnTo>
                    <a:pt x="9295934" y="7200"/>
                  </a:lnTo>
                  <a:lnTo>
                    <a:pt x="9294074" y="9060"/>
                  </a:lnTo>
                  <a:lnTo>
                    <a:pt x="9292952" y="9524"/>
                  </a:lnTo>
                  <a:close/>
                </a:path>
                <a:path w="10296525" h="9525">
                  <a:moveTo>
                    <a:pt x="9340576" y="9524"/>
                  </a:moveTo>
                  <a:lnTo>
                    <a:pt x="9337946" y="9524"/>
                  </a:lnTo>
                  <a:lnTo>
                    <a:pt x="9336823" y="9060"/>
                  </a:lnTo>
                  <a:lnTo>
                    <a:pt x="9334964" y="7200"/>
                  </a:lnTo>
                  <a:lnTo>
                    <a:pt x="9334499" y="6077"/>
                  </a:lnTo>
                  <a:lnTo>
                    <a:pt x="9334499" y="3447"/>
                  </a:lnTo>
                  <a:lnTo>
                    <a:pt x="9334964" y="2324"/>
                  </a:lnTo>
                  <a:lnTo>
                    <a:pt x="9336823" y="464"/>
                  </a:lnTo>
                  <a:lnTo>
                    <a:pt x="9337946" y="0"/>
                  </a:lnTo>
                  <a:lnTo>
                    <a:pt x="9340576" y="0"/>
                  </a:lnTo>
                  <a:lnTo>
                    <a:pt x="9341698" y="464"/>
                  </a:lnTo>
                  <a:lnTo>
                    <a:pt x="9343558" y="2324"/>
                  </a:lnTo>
                  <a:lnTo>
                    <a:pt x="9344024" y="3447"/>
                  </a:lnTo>
                  <a:lnTo>
                    <a:pt x="9344024" y="6077"/>
                  </a:lnTo>
                  <a:lnTo>
                    <a:pt x="9343558" y="7200"/>
                  </a:lnTo>
                  <a:lnTo>
                    <a:pt x="9341698" y="9060"/>
                  </a:lnTo>
                  <a:lnTo>
                    <a:pt x="9340576" y="9524"/>
                  </a:lnTo>
                  <a:close/>
                </a:path>
                <a:path w="10296525" h="9525">
                  <a:moveTo>
                    <a:pt x="9388202" y="9524"/>
                  </a:moveTo>
                  <a:lnTo>
                    <a:pt x="9385571" y="9524"/>
                  </a:lnTo>
                  <a:lnTo>
                    <a:pt x="9384448" y="9060"/>
                  </a:lnTo>
                  <a:lnTo>
                    <a:pt x="9382589" y="7200"/>
                  </a:lnTo>
                  <a:lnTo>
                    <a:pt x="9382124" y="6077"/>
                  </a:lnTo>
                  <a:lnTo>
                    <a:pt x="9382124" y="3447"/>
                  </a:lnTo>
                  <a:lnTo>
                    <a:pt x="9382589" y="2324"/>
                  </a:lnTo>
                  <a:lnTo>
                    <a:pt x="9384448" y="464"/>
                  </a:lnTo>
                  <a:lnTo>
                    <a:pt x="9385571" y="0"/>
                  </a:lnTo>
                  <a:lnTo>
                    <a:pt x="9388202" y="0"/>
                  </a:lnTo>
                  <a:lnTo>
                    <a:pt x="9389324" y="464"/>
                  </a:lnTo>
                  <a:lnTo>
                    <a:pt x="9391183" y="2324"/>
                  </a:lnTo>
                  <a:lnTo>
                    <a:pt x="9391649" y="3447"/>
                  </a:lnTo>
                  <a:lnTo>
                    <a:pt x="9391649" y="6077"/>
                  </a:lnTo>
                  <a:lnTo>
                    <a:pt x="9391183" y="7200"/>
                  </a:lnTo>
                  <a:lnTo>
                    <a:pt x="9389324" y="9060"/>
                  </a:lnTo>
                  <a:lnTo>
                    <a:pt x="9388202" y="9524"/>
                  </a:lnTo>
                  <a:close/>
                </a:path>
                <a:path w="10296525" h="9525">
                  <a:moveTo>
                    <a:pt x="9435826" y="9524"/>
                  </a:moveTo>
                  <a:lnTo>
                    <a:pt x="9433196" y="9524"/>
                  </a:lnTo>
                  <a:lnTo>
                    <a:pt x="9432073" y="9060"/>
                  </a:lnTo>
                  <a:lnTo>
                    <a:pt x="9430214" y="7200"/>
                  </a:lnTo>
                  <a:lnTo>
                    <a:pt x="9429749" y="6077"/>
                  </a:lnTo>
                  <a:lnTo>
                    <a:pt x="9429749" y="3447"/>
                  </a:lnTo>
                  <a:lnTo>
                    <a:pt x="9430214" y="2324"/>
                  </a:lnTo>
                  <a:lnTo>
                    <a:pt x="9432073" y="464"/>
                  </a:lnTo>
                  <a:lnTo>
                    <a:pt x="9433196" y="0"/>
                  </a:lnTo>
                  <a:lnTo>
                    <a:pt x="9435826" y="0"/>
                  </a:lnTo>
                  <a:lnTo>
                    <a:pt x="9436949" y="464"/>
                  </a:lnTo>
                  <a:lnTo>
                    <a:pt x="9438808" y="2324"/>
                  </a:lnTo>
                  <a:lnTo>
                    <a:pt x="9439274" y="3447"/>
                  </a:lnTo>
                  <a:lnTo>
                    <a:pt x="9439274" y="6077"/>
                  </a:lnTo>
                  <a:lnTo>
                    <a:pt x="9438808" y="7200"/>
                  </a:lnTo>
                  <a:lnTo>
                    <a:pt x="9436949" y="9060"/>
                  </a:lnTo>
                  <a:lnTo>
                    <a:pt x="9435826" y="9524"/>
                  </a:lnTo>
                  <a:close/>
                </a:path>
                <a:path w="10296525" h="9525">
                  <a:moveTo>
                    <a:pt x="9483451" y="9524"/>
                  </a:moveTo>
                  <a:lnTo>
                    <a:pt x="9480821" y="9524"/>
                  </a:lnTo>
                  <a:lnTo>
                    <a:pt x="9479698" y="9060"/>
                  </a:lnTo>
                  <a:lnTo>
                    <a:pt x="9477839" y="7200"/>
                  </a:lnTo>
                  <a:lnTo>
                    <a:pt x="9477374" y="6077"/>
                  </a:lnTo>
                  <a:lnTo>
                    <a:pt x="9477374" y="3447"/>
                  </a:lnTo>
                  <a:lnTo>
                    <a:pt x="9477839" y="2324"/>
                  </a:lnTo>
                  <a:lnTo>
                    <a:pt x="9479698" y="464"/>
                  </a:lnTo>
                  <a:lnTo>
                    <a:pt x="9480821" y="0"/>
                  </a:lnTo>
                  <a:lnTo>
                    <a:pt x="9483451" y="0"/>
                  </a:lnTo>
                  <a:lnTo>
                    <a:pt x="9484574" y="464"/>
                  </a:lnTo>
                  <a:lnTo>
                    <a:pt x="9486433" y="2324"/>
                  </a:lnTo>
                  <a:lnTo>
                    <a:pt x="9486899" y="3447"/>
                  </a:lnTo>
                  <a:lnTo>
                    <a:pt x="9486899" y="6077"/>
                  </a:lnTo>
                  <a:lnTo>
                    <a:pt x="9486433" y="7200"/>
                  </a:lnTo>
                  <a:lnTo>
                    <a:pt x="9484574" y="9060"/>
                  </a:lnTo>
                  <a:lnTo>
                    <a:pt x="9483451" y="9524"/>
                  </a:lnTo>
                  <a:close/>
                </a:path>
                <a:path w="10296525" h="9525">
                  <a:moveTo>
                    <a:pt x="9531076" y="9524"/>
                  </a:moveTo>
                  <a:lnTo>
                    <a:pt x="9528446" y="9524"/>
                  </a:lnTo>
                  <a:lnTo>
                    <a:pt x="9527323" y="9060"/>
                  </a:lnTo>
                  <a:lnTo>
                    <a:pt x="9525463" y="7200"/>
                  </a:lnTo>
                  <a:lnTo>
                    <a:pt x="9524999" y="6077"/>
                  </a:lnTo>
                  <a:lnTo>
                    <a:pt x="9524999" y="3447"/>
                  </a:lnTo>
                  <a:lnTo>
                    <a:pt x="9525463" y="2324"/>
                  </a:lnTo>
                  <a:lnTo>
                    <a:pt x="9527323" y="464"/>
                  </a:lnTo>
                  <a:lnTo>
                    <a:pt x="9528446" y="0"/>
                  </a:lnTo>
                  <a:lnTo>
                    <a:pt x="9531076" y="0"/>
                  </a:lnTo>
                  <a:lnTo>
                    <a:pt x="9532199" y="464"/>
                  </a:lnTo>
                  <a:lnTo>
                    <a:pt x="9534058" y="2324"/>
                  </a:lnTo>
                  <a:lnTo>
                    <a:pt x="9534524" y="3447"/>
                  </a:lnTo>
                  <a:lnTo>
                    <a:pt x="9534524" y="6077"/>
                  </a:lnTo>
                  <a:lnTo>
                    <a:pt x="9534058" y="7200"/>
                  </a:lnTo>
                  <a:lnTo>
                    <a:pt x="9532199" y="9060"/>
                  </a:lnTo>
                  <a:lnTo>
                    <a:pt x="9531076" y="9524"/>
                  </a:lnTo>
                  <a:close/>
                </a:path>
                <a:path w="10296525" h="9525">
                  <a:moveTo>
                    <a:pt x="9578701" y="9524"/>
                  </a:moveTo>
                  <a:lnTo>
                    <a:pt x="9576071" y="9524"/>
                  </a:lnTo>
                  <a:lnTo>
                    <a:pt x="9574948" y="9060"/>
                  </a:lnTo>
                  <a:lnTo>
                    <a:pt x="9573089" y="7200"/>
                  </a:lnTo>
                  <a:lnTo>
                    <a:pt x="9572624" y="6077"/>
                  </a:lnTo>
                  <a:lnTo>
                    <a:pt x="9572624" y="3447"/>
                  </a:lnTo>
                  <a:lnTo>
                    <a:pt x="9573089" y="2324"/>
                  </a:lnTo>
                  <a:lnTo>
                    <a:pt x="9574948" y="464"/>
                  </a:lnTo>
                  <a:lnTo>
                    <a:pt x="9576071" y="0"/>
                  </a:lnTo>
                  <a:lnTo>
                    <a:pt x="9578701" y="0"/>
                  </a:lnTo>
                  <a:lnTo>
                    <a:pt x="9579824" y="464"/>
                  </a:lnTo>
                  <a:lnTo>
                    <a:pt x="9581683" y="2324"/>
                  </a:lnTo>
                  <a:lnTo>
                    <a:pt x="9582149" y="3447"/>
                  </a:lnTo>
                  <a:lnTo>
                    <a:pt x="9582149" y="6077"/>
                  </a:lnTo>
                  <a:lnTo>
                    <a:pt x="9581683" y="7200"/>
                  </a:lnTo>
                  <a:lnTo>
                    <a:pt x="9579824" y="9060"/>
                  </a:lnTo>
                  <a:lnTo>
                    <a:pt x="9578701" y="9524"/>
                  </a:lnTo>
                  <a:close/>
                </a:path>
                <a:path w="10296525" h="9525">
                  <a:moveTo>
                    <a:pt x="9626326" y="9524"/>
                  </a:moveTo>
                  <a:lnTo>
                    <a:pt x="9623696" y="9524"/>
                  </a:lnTo>
                  <a:lnTo>
                    <a:pt x="9622573" y="9060"/>
                  </a:lnTo>
                  <a:lnTo>
                    <a:pt x="9620713" y="7200"/>
                  </a:lnTo>
                  <a:lnTo>
                    <a:pt x="9620249" y="6077"/>
                  </a:lnTo>
                  <a:lnTo>
                    <a:pt x="9620249" y="3447"/>
                  </a:lnTo>
                  <a:lnTo>
                    <a:pt x="9620713" y="2324"/>
                  </a:lnTo>
                  <a:lnTo>
                    <a:pt x="9622573" y="464"/>
                  </a:lnTo>
                  <a:lnTo>
                    <a:pt x="9623696" y="0"/>
                  </a:lnTo>
                  <a:lnTo>
                    <a:pt x="9626326" y="0"/>
                  </a:lnTo>
                  <a:lnTo>
                    <a:pt x="9627449" y="464"/>
                  </a:lnTo>
                  <a:lnTo>
                    <a:pt x="9629308" y="2324"/>
                  </a:lnTo>
                  <a:lnTo>
                    <a:pt x="9629774" y="3447"/>
                  </a:lnTo>
                  <a:lnTo>
                    <a:pt x="9629774" y="6077"/>
                  </a:lnTo>
                  <a:lnTo>
                    <a:pt x="9629308" y="7200"/>
                  </a:lnTo>
                  <a:lnTo>
                    <a:pt x="9627449" y="9060"/>
                  </a:lnTo>
                  <a:lnTo>
                    <a:pt x="9626326" y="9524"/>
                  </a:lnTo>
                  <a:close/>
                </a:path>
                <a:path w="10296525" h="9525">
                  <a:moveTo>
                    <a:pt x="9673951" y="9524"/>
                  </a:moveTo>
                  <a:lnTo>
                    <a:pt x="9671321" y="9524"/>
                  </a:lnTo>
                  <a:lnTo>
                    <a:pt x="9670198" y="9060"/>
                  </a:lnTo>
                  <a:lnTo>
                    <a:pt x="9668339" y="7200"/>
                  </a:lnTo>
                  <a:lnTo>
                    <a:pt x="9667874" y="6077"/>
                  </a:lnTo>
                  <a:lnTo>
                    <a:pt x="9667874" y="3447"/>
                  </a:lnTo>
                  <a:lnTo>
                    <a:pt x="9668339" y="2324"/>
                  </a:lnTo>
                  <a:lnTo>
                    <a:pt x="9670198" y="464"/>
                  </a:lnTo>
                  <a:lnTo>
                    <a:pt x="9671321" y="0"/>
                  </a:lnTo>
                  <a:lnTo>
                    <a:pt x="9673951" y="0"/>
                  </a:lnTo>
                  <a:lnTo>
                    <a:pt x="9675074" y="464"/>
                  </a:lnTo>
                  <a:lnTo>
                    <a:pt x="9676933" y="2324"/>
                  </a:lnTo>
                  <a:lnTo>
                    <a:pt x="9677399" y="3447"/>
                  </a:lnTo>
                  <a:lnTo>
                    <a:pt x="9677399" y="6077"/>
                  </a:lnTo>
                  <a:lnTo>
                    <a:pt x="9676933" y="7200"/>
                  </a:lnTo>
                  <a:lnTo>
                    <a:pt x="9675074" y="9060"/>
                  </a:lnTo>
                  <a:lnTo>
                    <a:pt x="9673951" y="9524"/>
                  </a:lnTo>
                  <a:close/>
                </a:path>
                <a:path w="10296525" h="9525">
                  <a:moveTo>
                    <a:pt x="9721577" y="9524"/>
                  </a:moveTo>
                  <a:lnTo>
                    <a:pt x="9718946" y="9524"/>
                  </a:lnTo>
                  <a:lnTo>
                    <a:pt x="9717823" y="9060"/>
                  </a:lnTo>
                  <a:lnTo>
                    <a:pt x="9715963" y="7200"/>
                  </a:lnTo>
                  <a:lnTo>
                    <a:pt x="9715499" y="6077"/>
                  </a:lnTo>
                  <a:lnTo>
                    <a:pt x="9715499" y="3447"/>
                  </a:lnTo>
                  <a:lnTo>
                    <a:pt x="9715963" y="2324"/>
                  </a:lnTo>
                  <a:lnTo>
                    <a:pt x="9717823" y="464"/>
                  </a:lnTo>
                  <a:lnTo>
                    <a:pt x="9718946" y="0"/>
                  </a:lnTo>
                  <a:lnTo>
                    <a:pt x="9721577" y="0"/>
                  </a:lnTo>
                  <a:lnTo>
                    <a:pt x="9722699" y="464"/>
                  </a:lnTo>
                  <a:lnTo>
                    <a:pt x="9724559" y="2324"/>
                  </a:lnTo>
                  <a:lnTo>
                    <a:pt x="9725024" y="3447"/>
                  </a:lnTo>
                  <a:lnTo>
                    <a:pt x="9725024" y="6077"/>
                  </a:lnTo>
                  <a:lnTo>
                    <a:pt x="9724559" y="7200"/>
                  </a:lnTo>
                  <a:lnTo>
                    <a:pt x="9722699" y="9060"/>
                  </a:lnTo>
                  <a:lnTo>
                    <a:pt x="9721577" y="9524"/>
                  </a:lnTo>
                  <a:close/>
                </a:path>
                <a:path w="10296525" h="9525">
                  <a:moveTo>
                    <a:pt x="9769202" y="9524"/>
                  </a:moveTo>
                  <a:lnTo>
                    <a:pt x="9766572" y="9524"/>
                  </a:lnTo>
                  <a:lnTo>
                    <a:pt x="9765448" y="9060"/>
                  </a:lnTo>
                  <a:lnTo>
                    <a:pt x="9763589" y="7200"/>
                  </a:lnTo>
                  <a:lnTo>
                    <a:pt x="9763124" y="6077"/>
                  </a:lnTo>
                  <a:lnTo>
                    <a:pt x="9763124" y="3447"/>
                  </a:lnTo>
                  <a:lnTo>
                    <a:pt x="9763589" y="2324"/>
                  </a:lnTo>
                  <a:lnTo>
                    <a:pt x="9765448" y="464"/>
                  </a:lnTo>
                  <a:lnTo>
                    <a:pt x="9766572" y="0"/>
                  </a:lnTo>
                  <a:lnTo>
                    <a:pt x="9769202" y="0"/>
                  </a:lnTo>
                  <a:lnTo>
                    <a:pt x="9770324" y="464"/>
                  </a:lnTo>
                  <a:lnTo>
                    <a:pt x="9772183" y="2324"/>
                  </a:lnTo>
                  <a:lnTo>
                    <a:pt x="9772648" y="3447"/>
                  </a:lnTo>
                  <a:lnTo>
                    <a:pt x="9772648" y="6077"/>
                  </a:lnTo>
                  <a:lnTo>
                    <a:pt x="9772183" y="7200"/>
                  </a:lnTo>
                  <a:lnTo>
                    <a:pt x="9770324" y="9060"/>
                  </a:lnTo>
                  <a:lnTo>
                    <a:pt x="9769202" y="9524"/>
                  </a:lnTo>
                  <a:close/>
                </a:path>
                <a:path w="10296525" h="9525">
                  <a:moveTo>
                    <a:pt x="9816827" y="9524"/>
                  </a:moveTo>
                  <a:lnTo>
                    <a:pt x="9814197" y="9524"/>
                  </a:lnTo>
                  <a:lnTo>
                    <a:pt x="9813073" y="9060"/>
                  </a:lnTo>
                  <a:lnTo>
                    <a:pt x="9811213" y="7200"/>
                  </a:lnTo>
                  <a:lnTo>
                    <a:pt x="9810748" y="6077"/>
                  </a:lnTo>
                  <a:lnTo>
                    <a:pt x="9810748" y="3447"/>
                  </a:lnTo>
                  <a:lnTo>
                    <a:pt x="9811213" y="2324"/>
                  </a:lnTo>
                  <a:lnTo>
                    <a:pt x="9813073" y="464"/>
                  </a:lnTo>
                  <a:lnTo>
                    <a:pt x="9814197" y="0"/>
                  </a:lnTo>
                  <a:lnTo>
                    <a:pt x="9816827" y="0"/>
                  </a:lnTo>
                  <a:lnTo>
                    <a:pt x="9817949" y="464"/>
                  </a:lnTo>
                  <a:lnTo>
                    <a:pt x="9819809" y="2324"/>
                  </a:lnTo>
                  <a:lnTo>
                    <a:pt x="9820274" y="3447"/>
                  </a:lnTo>
                  <a:lnTo>
                    <a:pt x="9820274" y="6077"/>
                  </a:lnTo>
                  <a:lnTo>
                    <a:pt x="9819809" y="7200"/>
                  </a:lnTo>
                  <a:lnTo>
                    <a:pt x="9817949" y="9060"/>
                  </a:lnTo>
                  <a:lnTo>
                    <a:pt x="9816827" y="9524"/>
                  </a:lnTo>
                  <a:close/>
                </a:path>
                <a:path w="10296525" h="9525">
                  <a:moveTo>
                    <a:pt x="9864452" y="9524"/>
                  </a:moveTo>
                  <a:lnTo>
                    <a:pt x="9861822" y="9524"/>
                  </a:lnTo>
                  <a:lnTo>
                    <a:pt x="9860698" y="9060"/>
                  </a:lnTo>
                  <a:lnTo>
                    <a:pt x="9858838" y="7200"/>
                  </a:lnTo>
                  <a:lnTo>
                    <a:pt x="9858373" y="6077"/>
                  </a:lnTo>
                  <a:lnTo>
                    <a:pt x="9858373" y="3447"/>
                  </a:lnTo>
                  <a:lnTo>
                    <a:pt x="9858838" y="2324"/>
                  </a:lnTo>
                  <a:lnTo>
                    <a:pt x="9860698" y="464"/>
                  </a:lnTo>
                  <a:lnTo>
                    <a:pt x="9861822" y="0"/>
                  </a:lnTo>
                  <a:lnTo>
                    <a:pt x="9864452" y="0"/>
                  </a:lnTo>
                  <a:lnTo>
                    <a:pt x="9865574" y="464"/>
                  </a:lnTo>
                  <a:lnTo>
                    <a:pt x="9867433" y="2324"/>
                  </a:lnTo>
                  <a:lnTo>
                    <a:pt x="9867898" y="3447"/>
                  </a:lnTo>
                  <a:lnTo>
                    <a:pt x="9867898" y="6077"/>
                  </a:lnTo>
                  <a:lnTo>
                    <a:pt x="9867433" y="7200"/>
                  </a:lnTo>
                  <a:lnTo>
                    <a:pt x="9865574" y="9060"/>
                  </a:lnTo>
                  <a:lnTo>
                    <a:pt x="9864452" y="9524"/>
                  </a:lnTo>
                  <a:close/>
                </a:path>
                <a:path w="10296525" h="9525">
                  <a:moveTo>
                    <a:pt x="9912077" y="9524"/>
                  </a:moveTo>
                  <a:lnTo>
                    <a:pt x="9909447" y="9524"/>
                  </a:lnTo>
                  <a:lnTo>
                    <a:pt x="9908323" y="9060"/>
                  </a:lnTo>
                  <a:lnTo>
                    <a:pt x="9906463" y="7200"/>
                  </a:lnTo>
                  <a:lnTo>
                    <a:pt x="9905998" y="6077"/>
                  </a:lnTo>
                  <a:lnTo>
                    <a:pt x="9905998" y="3447"/>
                  </a:lnTo>
                  <a:lnTo>
                    <a:pt x="9906463" y="2324"/>
                  </a:lnTo>
                  <a:lnTo>
                    <a:pt x="9908323" y="464"/>
                  </a:lnTo>
                  <a:lnTo>
                    <a:pt x="9909447" y="0"/>
                  </a:lnTo>
                  <a:lnTo>
                    <a:pt x="9912077" y="0"/>
                  </a:lnTo>
                  <a:lnTo>
                    <a:pt x="9913199" y="464"/>
                  </a:lnTo>
                  <a:lnTo>
                    <a:pt x="9915059" y="2324"/>
                  </a:lnTo>
                  <a:lnTo>
                    <a:pt x="9915524" y="3447"/>
                  </a:lnTo>
                  <a:lnTo>
                    <a:pt x="9915524" y="6077"/>
                  </a:lnTo>
                  <a:lnTo>
                    <a:pt x="9915059" y="7200"/>
                  </a:lnTo>
                  <a:lnTo>
                    <a:pt x="9913199" y="9060"/>
                  </a:lnTo>
                  <a:lnTo>
                    <a:pt x="9912077" y="9524"/>
                  </a:lnTo>
                  <a:close/>
                </a:path>
                <a:path w="10296525" h="9525">
                  <a:moveTo>
                    <a:pt x="9959702" y="9524"/>
                  </a:moveTo>
                  <a:lnTo>
                    <a:pt x="9957072" y="9524"/>
                  </a:lnTo>
                  <a:lnTo>
                    <a:pt x="9955948" y="9060"/>
                  </a:lnTo>
                  <a:lnTo>
                    <a:pt x="9954088" y="7200"/>
                  </a:lnTo>
                  <a:lnTo>
                    <a:pt x="9953623" y="6077"/>
                  </a:lnTo>
                  <a:lnTo>
                    <a:pt x="9953623" y="3447"/>
                  </a:lnTo>
                  <a:lnTo>
                    <a:pt x="9954088" y="2324"/>
                  </a:lnTo>
                  <a:lnTo>
                    <a:pt x="9955948" y="464"/>
                  </a:lnTo>
                  <a:lnTo>
                    <a:pt x="9957072" y="0"/>
                  </a:lnTo>
                  <a:lnTo>
                    <a:pt x="9959702" y="0"/>
                  </a:lnTo>
                  <a:lnTo>
                    <a:pt x="9960824" y="464"/>
                  </a:lnTo>
                  <a:lnTo>
                    <a:pt x="9962684" y="2324"/>
                  </a:lnTo>
                  <a:lnTo>
                    <a:pt x="9963149" y="3447"/>
                  </a:lnTo>
                  <a:lnTo>
                    <a:pt x="9963149" y="6077"/>
                  </a:lnTo>
                  <a:lnTo>
                    <a:pt x="9962684" y="7200"/>
                  </a:lnTo>
                  <a:lnTo>
                    <a:pt x="9960824" y="9060"/>
                  </a:lnTo>
                  <a:lnTo>
                    <a:pt x="9959702" y="9524"/>
                  </a:lnTo>
                  <a:close/>
                </a:path>
                <a:path w="10296525" h="9525">
                  <a:moveTo>
                    <a:pt x="10007327" y="9524"/>
                  </a:moveTo>
                  <a:lnTo>
                    <a:pt x="10004697" y="9524"/>
                  </a:lnTo>
                  <a:lnTo>
                    <a:pt x="10003573" y="9060"/>
                  </a:lnTo>
                  <a:lnTo>
                    <a:pt x="10001714" y="7200"/>
                  </a:lnTo>
                  <a:lnTo>
                    <a:pt x="10001249" y="6077"/>
                  </a:lnTo>
                  <a:lnTo>
                    <a:pt x="10001249" y="3447"/>
                  </a:lnTo>
                  <a:lnTo>
                    <a:pt x="10001714" y="2324"/>
                  </a:lnTo>
                  <a:lnTo>
                    <a:pt x="10003573" y="464"/>
                  </a:lnTo>
                  <a:lnTo>
                    <a:pt x="10004697" y="0"/>
                  </a:lnTo>
                  <a:lnTo>
                    <a:pt x="10007327" y="0"/>
                  </a:lnTo>
                  <a:lnTo>
                    <a:pt x="10008449" y="464"/>
                  </a:lnTo>
                  <a:lnTo>
                    <a:pt x="10010308" y="2324"/>
                  </a:lnTo>
                  <a:lnTo>
                    <a:pt x="10010773" y="3447"/>
                  </a:lnTo>
                  <a:lnTo>
                    <a:pt x="10010773" y="6077"/>
                  </a:lnTo>
                  <a:lnTo>
                    <a:pt x="10010308" y="7200"/>
                  </a:lnTo>
                  <a:lnTo>
                    <a:pt x="10008449" y="9060"/>
                  </a:lnTo>
                  <a:lnTo>
                    <a:pt x="10007327" y="9524"/>
                  </a:lnTo>
                  <a:close/>
                </a:path>
                <a:path w="10296525" h="9525">
                  <a:moveTo>
                    <a:pt x="10054952" y="9524"/>
                  </a:moveTo>
                  <a:lnTo>
                    <a:pt x="10052322" y="9524"/>
                  </a:lnTo>
                  <a:lnTo>
                    <a:pt x="10051198" y="9060"/>
                  </a:lnTo>
                  <a:lnTo>
                    <a:pt x="10049338" y="7200"/>
                  </a:lnTo>
                  <a:lnTo>
                    <a:pt x="10048873" y="6077"/>
                  </a:lnTo>
                  <a:lnTo>
                    <a:pt x="10048873" y="3447"/>
                  </a:lnTo>
                  <a:lnTo>
                    <a:pt x="10049338" y="2324"/>
                  </a:lnTo>
                  <a:lnTo>
                    <a:pt x="10051198" y="464"/>
                  </a:lnTo>
                  <a:lnTo>
                    <a:pt x="10052322" y="0"/>
                  </a:lnTo>
                  <a:lnTo>
                    <a:pt x="10054952" y="0"/>
                  </a:lnTo>
                  <a:lnTo>
                    <a:pt x="10056074" y="464"/>
                  </a:lnTo>
                  <a:lnTo>
                    <a:pt x="10057933" y="2324"/>
                  </a:lnTo>
                  <a:lnTo>
                    <a:pt x="10058398" y="3447"/>
                  </a:lnTo>
                  <a:lnTo>
                    <a:pt x="10058398" y="6077"/>
                  </a:lnTo>
                  <a:lnTo>
                    <a:pt x="10057933" y="7200"/>
                  </a:lnTo>
                  <a:lnTo>
                    <a:pt x="10056074" y="9060"/>
                  </a:lnTo>
                  <a:lnTo>
                    <a:pt x="10054952" y="9524"/>
                  </a:lnTo>
                  <a:close/>
                </a:path>
                <a:path w="10296525" h="9525">
                  <a:moveTo>
                    <a:pt x="10102577" y="9524"/>
                  </a:moveTo>
                  <a:lnTo>
                    <a:pt x="10099947" y="9524"/>
                  </a:lnTo>
                  <a:lnTo>
                    <a:pt x="10098823" y="9060"/>
                  </a:lnTo>
                  <a:lnTo>
                    <a:pt x="10096964" y="7200"/>
                  </a:lnTo>
                  <a:lnTo>
                    <a:pt x="10096499" y="6077"/>
                  </a:lnTo>
                  <a:lnTo>
                    <a:pt x="10096499" y="3447"/>
                  </a:lnTo>
                  <a:lnTo>
                    <a:pt x="10096964" y="2324"/>
                  </a:lnTo>
                  <a:lnTo>
                    <a:pt x="10098823" y="464"/>
                  </a:lnTo>
                  <a:lnTo>
                    <a:pt x="10099947" y="0"/>
                  </a:lnTo>
                  <a:lnTo>
                    <a:pt x="10102577" y="0"/>
                  </a:lnTo>
                  <a:lnTo>
                    <a:pt x="10103699" y="464"/>
                  </a:lnTo>
                  <a:lnTo>
                    <a:pt x="10105558" y="2324"/>
                  </a:lnTo>
                  <a:lnTo>
                    <a:pt x="10106023" y="3447"/>
                  </a:lnTo>
                  <a:lnTo>
                    <a:pt x="10106023" y="6077"/>
                  </a:lnTo>
                  <a:lnTo>
                    <a:pt x="10105558" y="7200"/>
                  </a:lnTo>
                  <a:lnTo>
                    <a:pt x="10103699" y="9060"/>
                  </a:lnTo>
                  <a:lnTo>
                    <a:pt x="10102577" y="9524"/>
                  </a:lnTo>
                  <a:close/>
                </a:path>
                <a:path w="10296525" h="9525">
                  <a:moveTo>
                    <a:pt x="10150202" y="9524"/>
                  </a:moveTo>
                  <a:lnTo>
                    <a:pt x="10147570" y="9524"/>
                  </a:lnTo>
                  <a:lnTo>
                    <a:pt x="10146447" y="9060"/>
                  </a:lnTo>
                  <a:lnTo>
                    <a:pt x="10144588" y="7200"/>
                  </a:lnTo>
                  <a:lnTo>
                    <a:pt x="10144123" y="6077"/>
                  </a:lnTo>
                  <a:lnTo>
                    <a:pt x="10144123" y="3447"/>
                  </a:lnTo>
                  <a:lnTo>
                    <a:pt x="10144588" y="2324"/>
                  </a:lnTo>
                  <a:lnTo>
                    <a:pt x="10146447" y="464"/>
                  </a:lnTo>
                  <a:lnTo>
                    <a:pt x="10147570" y="0"/>
                  </a:lnTo>
                  <a:lnTo>
                    <a:pt x="10150202" y="0"/>
                  </a:lnTo>
                  <a:lnTo>
                    <a:pt x="10151324" y="464"/>
                  </a:lnTo>
                  <a:lnTo>
                    <a:pt x="10153183" y="2324"/>
                  </a:lnTo>
                  <a:lnTo>
                    <a:pt x="10153648" y="3447"/>
                  </a:lnTo>
                  <a:lnTo>
                    <a:pt x="10153648" y="6077"/>
                  </a:lnTo>
                  <a:lnTo>
                    <a:pt x="10153183" y="7200"/>
                  </a:lnTo>
                  <a:lnTo>
                    <a:pt x="10151324" y="9060"/>
                  </a:lnTo>
                  <a:lnTo>
                    <a:pt x="10150202" y="9524"/>
                  </a:lnTo>
                  <a:close/>
                </a:path>
                <a:path w="10296525" h="9525">
                  <a:moveTo>
                    <a:pt x="10197827" y="9524"/>
                  </a:moveTo>
                  <a:lnTo>
                    <a:pt x="10195197" y="9524"/>
                  </a:lnTo>
                  <a:lnTo>
                    <a:pt x="10194073" y="9060"/>
                  </a:lnTo>
                  <a:lnTo>
                    <a:pt x="10192214" y="7200"/>
                  </a:lnTo>
                  <a:lnTo>
                    <a:pt x="10191749" y="6077"/>
                  </a:lnTo>
                  <a:lnTo>
                    <a:pt x="10191749" y="3447"/>
                  </a:lnTo>
                  <a:lnTo>
                    <a:pt x="10192214" y="2324"/>
                  </a:lnTo>
                  <a:lnTo>
                    <a:pt x="10194073" y="464"/>
                  </a:lnTo>
                  <a:lnTo>
                    <a:pt x="10195197" y="0"/>
                  </a:lnTo>
                  <a:lnTo>
                    <a:pt x="10197827" y="0"/>
                  </a:lnTo>
                  <a:lnTo>
                    <a:pt x="10198949" y="464"/>
                  </a:lnTo>
                  <a:lnTo>
                    <a:pt x="10200808" y="2324"/>
                  </a:lnTo>
                  <a:lnTo>
                    <a:pt x="10201273" y="3447"/>
                  </a:lnTo>
                  <a:lnTo>
                    <a:pt x="10201273" y="6077"/>
                  </a:lnTo>
                  <a:lnTo>
                    <a:pt x="10200808" y="7200"/>
                  </a:lnTo>
                  <a:lnTo>
                    <a:pt x="10198949" y="9060"/>
                  </a:lnTo>
                  <a:lnTo>
                    <a:pt x="10197827" y="9524"/>
                  </a:lnTo>
                  <a:close/>
                </a:path>
                <a:path w="10296525" h="9525">
                  <a:moveTo>
                    <a:pt x="10245452" y="9524"/>
                  </a:moveTo>
                  <a:lnTo>
                    <a:pt x="10242820" y="9524"/>
                  </a:lnTo>
                  <a:lnTo>
                    <a:pt x="10241697" y="9060"/>
                  </a:lnTo>
                  <a:lnTo>
                    <a:pt x="10239838" y="7200"/>
                  </a:lnTo>
                  <a:lnTo>
                    <a:pt x="10239373" y="6077"/>
                  </a:lnTo>
                  <a:lnTo>
                    <a:pt x="10239373" y="3447"/>
                  </a:lnTo>
                  <a:lnTo>
                    <a:pt x="10239838" y="2324"/>
                  </a:lnTo>
                  <a:lnTo>
                    <a:pt x="10241697" y="464"/>
                  </a:lnTo>
                  <a:lnTo>
                    <a:pt x="10242820" y="0"/>
                  </a:lnTo>
                  <a:lnTo>
                    <a:pt x="10245452" y="0"/>
                  </a:lnTo>
                  <a:lnTo>
                    <a:pt x="10246574" y="464"/>
                  </a:lnTo>
                  <a:lnTo>
                    <a:pt x="10248434" y="2324"/>
                  </a:lnTo>
                  <a:lnTo>
                    <a:pt x="10248899" y="3447"/>
                  </a:lnTo>
                  <a:lnTo>
                    <a:pt x="10248899" y="6077"/>
                  </a:lnTo>
                  <a:lnTo>
                    <a:pt x="10248434" y="7200"/>
                  </a:lnTo>
                  <a:lnTo>
                    <a:pt x="10246574" y="9060"/>
                  </a:lnTo>
                  <a:lnTo>
                    <a:pt x="10245452" y="9524"/>
                  </a:lnTo>
                  <a:close/>
                </a:path>
                <a:path w="10296525" h="9525">
                  <a:moveTo>
                    <a:pt x="10293077" y="9524"/>
                  </a:moveTo>
                  <a:lnTo>
                    <a:pt x="10290447" y="9524"/>
                  </a:lnTo>
                  <a:lnTo>
                    <a:pt x="10289323" y="9060"/>
                  </a:lnTo>
                  <a:lnTo>
                    <a:pt x="10287463" y="7200"/>
                  </a:lnTo>
                  <a:lnTo>
                    <a:pt x="10286998" y="6077"/>
                  </a:lnTo>
                  <a:lnTo>
                    <a:pt x="10286998" y="3447"/>
                  </a:lnTo>
                  <a:lnTo>
                    <a:pt x="10287463" y="2324"/>
                  </a:lnTo>
                  <a:lnTo>
                    <a:pt x="10289323" y="464"/>
                  </a:lnTo>
                  <a:lnTo>
                    <a:pt x="10290447" y="0"/>
                  </a:lnTo>
                  <a:lnTo>
                    <a:pt x="10293077" y="0"/>
                  </a:lnTo>
                  <a:lnTo>
                    <a:pt x="10294199" y="464"/>
                  </a:lnTo>
                  <a:lnTo>
                    <a:pt x="10296058" y="2324"/>
                  </a:lnTo>
                  <a:lnTo>
                    <a:pt x="10296523" y="3447"/>
                  </a:lnTo>
                  <a:lnTo>
                    <a:pt x="10296523" y="6077"/>
                  </a:lnTo>
                  <a:lnTo>
                    <a:pt x="10296058" y="7200"/>
                  </a:lnTo>
                  <a:lnTo>
                    <a:pt x="10294199" y="9060"/>
                  </a:lnTo>
                  <a:lnTo>
                    <a:pt x="10293077" y="952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90" name="object 6"/>
          <p:cNvSpPr/>
          <p:nvPr/>
        </p:nvSpPr>
        <p:spPr>
          <a:xfrm>
            <a:off x="1342800" y="6416640"/>
            <a:ext cx="89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object 7"/>
          <p:cNvSpPr/>
          <p:nvPr/>
        </p:nvSpPr>
        <p:spPr>
          <a:xfrm>
            <a:off x="1509840" y="3030480"/>
            <a:ext cx="10296000" cy="3485880"/>
          </a:xfrm>
          <a:custGeom>
            <a:avLst/>
            <a:gdLst>
              <a:gd name="textAreaLeft" fmla="*/ 0 w 10296000"/>
              <a:gd name="textAreaRight" fmla="*/ 10296360 w 10296000"/>
              <a:gd name="textAreaTop" fmla="*/ 0 h 3485880"/>
              <a:gd name="textAreaBottom" fmla="*/ 3486240 h 3485880"/>
            </a:gdLst>
            <a:ahLst/>
            <a:rect l="textAreaLeft" t="textAreaTop" r="textAreaRight" b="textAreaBottom"/>
            <a:pathLst>
              <a:path w="10296525" h="3486150">
                <a:moveTo>
                  <a:pt x="9525" y="2751671"/>
                </a:moveTo>
                <a:lnTo>
                  <a:pt x="9067" y="2750540"/>
                </a:lnTo>
                <a:lnTo>
                  <a:pt x="7200" y="2748686"/>
                </a:lnTo>
                <a:lnTo>
                  <a:pt x="6083" y="2748216"/>
                </a:lnTo>
                <a:lnTo>
                  <a:pt x="3454" y="2748216"/>
                </a:lnTo>
                <a:lnTo>
                  <a:pt x="2336" y="2748686"/>
                </a:lnTo>
                <a:lnTo>
                  <a:pt x="469" y="2750540"/>
                </a:lnTo>
                <a:lnTo>
                  <a:pt x="0" y="2751671"/>
                </a:lnTo>
                <a:lnTo>
                  <a:pt x="0" y="2754299"/>
                </a:lnTo>
                <a:lnTo>
                  <a:pt x="469" y="2755417"/>
                </a:lnTo>
                <a:lnTo>
                  <a:pt x="2336" y="2757284"/>
                </a:lnTo>
                <a:lnTo>
                  <a:pt x="3454" y="2757741"/>
                </a:lnTo>
                <a:lnTo>
                  <a:pt x="6083" y="2757741"/>
                </a:lnTo>
                <a:lnTo>
                  <a:pt x="7200" y="2757284"/>
                </a:lnTo>
                <a:lnTo>
                  <a:pt x="9067" y="2755417"/>
                </a:lnTo>
                <a:lnTo>
                  <a:pt x="9525" y="2754299"/>
                </a:lnTo>
                <a:lnTo>
                  <a:pt x="9525" y="2751671"/>
                </a:lnTo>
                <a:close/>
              </a:path>
              <a:path w="10296525" h="3486150">
                <a:moveTo>
                  <a:pt x="9525" y="2028037"/>
                </a:moveTo>
                <a:lnTo>
                  <a:pt x="9067" y="2026907"/>
                </a:lnTo>
                <a:lnTo>
                  <a:pt x="7200" y="2025053"/>
                </a:lnTo>
                <a:lnTo>
                  <a:pt x="6083" y="2024583"/>
                </a:lnTo>
                <a:lnTo>
                  <a:pt x="3454" y="2024583"/>
                </a:lnTo>
                <a:lnTo>
                  <a:pt x="2336" y="2025053"/>
                </a:lnTo>
                <a:lnTo>
                  <a:pt x="469" y="2026907"/>
                </a:lnTo>
                <a:lnTo>
                  <a:pt x="0" y="2028037"/>
                </a:lnTo>
                <a:lnTo>
                  <a:pt x="0" y="2030666"/>
                </a:lnTo>
                <a:lnTo>
                  <a:pt x="469" y="2031784"/>
                </a:lnTo>
                <a:lnTo>
                  <a:pt x="2336" y="2033651"/>
                </a:lnTo>
                <a:lnTo>
                  <a:pt x="3454" y="2034108"/>
                </a:lnTo>
                <a:lnTo>
                  <a:pt x="6083" y="2034108"/>
                </a:lnTo>
                <a:lnTo>
                  <a:pt x="7200" y="2033651"/>
                </a:lnTo>
                <a:lnTo>
                  <a:pt x="9067" y="2031784"/>
                </a:lnTo>
                <a:lnTo>
                  <a:pt x="9525" y="2030666"/>
                </a:lnTo>
                <a:lnTo>
                  <a:pt x="9525" y="2028037"/>
                </a:lnTo>
                <a:close/>
              </a:path>
              <a:path w="10296525" h="3486150">
                <a:moveTo>
                  <a:pt x="9525" y="1304391"/>
                </a:moveTo>
                <a:lnTo>
                  <a:pt x="9067" y="1303274"/>
                </a:lnTo>
                <a:lnTo>
                  <a:pt x="7200" y="1301419"/>
                </a:lnTo>
                <a:lnTo>
                  <a:pt x="6083" y="1300949"/>
                </a:lnTo>
                <a:lnTo>
                  <a:pt x="3454" y="1300949"/>
                </a:lnTo>
                <a:lnTo>
                  <a:pt x="2336" y="1301419"/>
                </a:lnTo>
                <a:lnTo>
                  <a:pt x="469" y="1303274"/>
                </a:lnTo>
                <a:lnTo>
                  <a:pt x="0" y="1304391"/>
                </a:lnTo>
                <a:lnTo>
                  <a:pt x="0" y="1307033"/>
                </a:lnTo>
                <a:lnTo>
                  <a:pt x="469" y="1308150"/>
                </a:lnTo>
                <a:lnTo>
                  <a:pt x="2336" y="1310005"/>
                </a:lnTo>
                <a:lnTo>
                  <a:pt x="3454" y="1310474"/>
                </a:lnTo>
                <a:lnTo>
                  <a:pt x="6083" y="1310474"/>
                </a:lnTo>
                <a:lnTo>
                  <a:pt x="7200" y="1310005"/>
                </a:lnTo>
                <a:lnTo>
                  <a:pt x="9067" y="1308150"/>
                </a:lnTo>
                <a:lnTo>
                  <a:pt x="9525" y="1307033"/>
                </a:lnTo>
                <a:lnTo>
                  <a:pt x="9525" y="1304391"/>
                </a:lnTo>
                <a:close/>
              </a:path>
              <a:path w="10296525" h="3486150">
                <a:moveTo>
                  <a:pt x="9525" y="580758"/>
                </a:moveTo>
                <a:lnTo>
                  <a:pt x="9067" y="579640"/>
                </a:lnTo>
                <a:lnTo>
                  <a:pt x="7200" y="577773"/>
                </a:lnTo>
                <a:lnTo>
                  <a:pt x="6083" y="577316"/>
                </a:lnTo>
                <a:lnTo>
                  <a:pt x="3454" y="577316"/>
                </a:lnTo>
                <a:lnTo>
                  <a:pt x="2336" y="577773"/>
                </a:lnTo>
                <a:lnTo>
                  <a:pt x="469" y="579640"/>
                </a:lnTo>
                <a:lnTo>
                  <a:pt x="0" y="580758"/>
                </a:lnTo>
                <a:lnTo>
                  <a:pt x="0" y="583387"/>
                </a:lnTo>
                <a:lnTo>
                  <a:pt x="469" y="584517"/>
                </a:lnTo>
                <a:lnTo>
                  <a:pt x="2336" y="586371"/>
                </a:lnTo>
                <a:lnTo>
                  <a:pt x="3454" y="586841"/>
                </a:lnTo>
                <a:lnTo>
                  <a:pt x="6083" y="586841"/>
                </a:lnTo>
                <a:lnTo>
                  <a:pt x="7200" y="586371"/>
                </a:lnTo>
                <a:lnTo>
                  <a:pt x="9067" y="584517"/>
                </a:lnTo>
                <a:lnTo>
                  <a:pt x="9525" y="583387"/>
                </a:lnTo>
                <a:lnTo>
                  <a:pt x="9525" y="580758"/>
                </a:lnTo>
                <a:close/>
              </a:path>
              <a:path w="10296525" h="3486150">
                <a:moveTo>
                  <a:pt x="57150" y="2751671"/>
                </a:moveTo>
                <a:lnTo>
                  <a:pt x="56692" y="2750540"/>
                </a:lnTo>
                <a:lnTo>
                  <a:pt x="54825" y="2748686"/>
                </a:lnTo>
                <a:lnTo>
                  <a:pt x="53708" y="2748216"/>
                </a:lnTo>
                <a:lnTo>
                  <a:pt x="51079" y="2748216"/>
                </a:lnTo>
                <a:lnTo>
                  <a:pt x="49961" y="2748686"/>
                </a:lnTo>
                <a:lnTo>
                  <a:pt x="48094" y="2750540"/>
                </a:lnTo>
                <a:lnTo>
                  <a:pt x="47625" y="2751671"/>
                </a:lnTo>
                <a:lnTo>
                  <a:pt x="47625" y="2754299"/>
                </a:lnTo>
                <a:lnTo>
                  <a:pt x="48094" y="2755417"/>
                </a:lnTo>
                <a:lnTo>
                  <a:pt x="49961" y="2757284"/>
                </a:lnTo>
                <a:lnTo>
                  <a:pt x="51079" y="2757741"/>
                </a:lnTo>
                <a:lnTo>
                  <a:pt x="53708" y="2757741"/>
                </a:lnTo>
                <a:lnTo>
                  <a:pt x="54825" y="2757284"/>
                </a:lnTo>
                <a:lnTo>
                  <a:pt x="56692" y="2755417"/>
                </a:lnTo>
                <a:lnTo>
                  <a:pt x="57150" y="2754299"/>
                </a:lnTo>
                <a:lnTo>
                  <a:pt x="57150" y="2751671"/>
                </a:lnTo>
                <a:close/>
              </a:path>
              <a:path w="10296525" h="3486150">
                <a:moveTo>
                  <a:pt x="57150" y="2028037"/>
                </a:moveTo>
                <a:lnTo>
                  <a:pt x="56692" y="2026907"/>
                </a:lnTo>
                <a:lnTo>
                  <a:pt x="54825" y="2025053"/>
                </a:lnTo>
                <a:lnTo>
                  <a:pt x="53708" y="2024583"/>
                </a:lnTo>
                <a:lnTo>
                  <a:pt x="51079" y="2024583"/>
                </a:lnTo>
                <a:lnTo>
                  <a:pt x="49961" y="2025053"/>
                </a:lnTo>
                <a:lnTo>
                  <a:pt x="48094" y="2026907"/>
                </a:lnTo>
                <a:lnTo>
                  <a:pt x="47625" y="2028037"/>
                </a:lnTo>
                <a:lnTo>
                  <a:pt x="47625" y="2030666"/>
                </a:lnTo>
                <a:lnTo>
                  <a:pt x="48094" y="2031784"/>
                </a:lnTo>
                <a:lnTo>
                  <a:pt x="49961" y="2033651"/>
                </a:lnTo>
                <a:lnTo>
                  <a:pt x="51079" y="2034108"/>
                </a:lnTo>
                <a:lnTo>
                  <a:pt x="53708" y="2034108"/>
                </a:lnTo>
                <a:lnTo>
                  <a:pt x="54825" y="2033651"/>
                </a:lnTo>
                <a:lnTo>
                  <a:pt x="56692" y="2031784"/>
                </a:lnTo>
                <a:lnTo>
                  <a:pt x="57150" y="2030666"/>
                </a:lnTo>
                <a:lnTo>
                  <a:pt x="57150" y="2028037"/>
                </a:lnTo>
                <a:close/>
              </a:path>
              <a:path w="10296525" h="3486150">
                <a:moveTo>
                  <a:pt x="57150" y="1304391"/>
                </a:moveTo>
                <a:lnTo>
                  <a:pt x="56692" y="1303274"/>
                </a:lnTo>
                <a:lnTo>
                  <a:pt x="54825" y="1301419"/>
                </a:lnTo>
                <a:lnTo>
                  <a:pt x="53708" y="1300949"/>
                </a:lnTo>
                <a:lnTo>
                  <a:pt x="51079" y="1300949"/>
                </a:lnTo>
                <a:lnTo>
                  <a:pt x="49961" y="1301419"/>
                </a:lnTo>
                <a:lnTo>
                  <a:pt x="48094" y="1303274"/>
                </a:lnTo>
                <a:lnTo>
                  <a:pt x="47625" y="1304391"/>
                </a:lnTo>
                <a:lnTo>
                  <a:pt x="47625" y="1307033"/>
                </a:lnTo>
                <a:lnTo>
                  <a:pt x="48094" y="1308150"/>
                </a:lnTo>
                <a:lnTo>
                  <a:pt x="49961" y="1310005"/>
                </a:lnTo>
                <a:lnTo>
                  <a:pt x="51079" y="1310474"/>
                </a:lnTo>
                <a:lnTo>
                  <a:pt x="53708" y="1310474"/>
                </a:lnTo>
                <a:lnTo>
                  <a:pt x="54825" y="1310005"/>
                </a:lnTo>
                <a:lnTo>
                  <a:pt x="56692" y="1308150"/>
                </a:lnTo>
                <a:lnTo>
                  <a:pt x="57150" y="1307033"/>
                </a:lnTo>
                <a:lnTo>
                  <a:pt x="57150" y="1304391"/>
                </a:lnTo>
                <a:close/>
              </a:path>
              <a:path w="10296525" h="3486150">
                <a:moveTo>
                  <a:pt x="57150" y="580758"/>
                </a:moveTo>
                <a:lnTo>
                  <a:pt x="56692" y="579640"/>
                </a:lnTo>
                <a:lnTo>
                  <a:pt x="54825" y="577773"/>
                </a:lnTo>
                <a:lnTo>
                  <a:pt x="53708" y="577316"/>
                </a:lnTo>
                <a:lnTo>
                  <a:pt x="51079" y="577316"/>
                </a:lnTo>
                <a:lnTo>
                  <a:pt x="49961" y="577773"/>
                </a:lnTo>
                <a:lnTo>
                  <a:pt x="48094" y="579640"/>
                </a:lnTo>
                <a:lnTo>
                  <a:pt x="47625" y="580758"/>
                </a:lnTo>
                <a:lnTo>
                  <a:pt x="47625" y="583387"/>
                </a:lnTo>
                <a:lnTo>
                  <a:pt x="48094" y="584517"/>
                </a:lnTo>
                <a:lnTo>
                  <a:pt x="49961" y="586371"/>
                </a:lnTo>
                <a:lnTo>
                  <a:pt x="51079" y="586841"/>
                </a:lnTo>
                <a:lnTo>
                  <a:pt x="53708" y="586841"/>
                </a:lnTo>
                <a:lnTo>
                  <a:pt x="54825" y="586371"/>
                </a:lnTo>
                <a:lnTo>
                  <a:pt x="56692" y="584517"/>
                </a:lnTo>
                <a:lnTo>
                  <a:pt x="57150" y="583387"/>
                </a:lnTo>
                <a:lnTo>
                  <a:pt x="57150" y="580758"/>
                </a:lnTo>
                <a:close/>
              </a:path>
              <a:path w="10296525" h="3486150">
                <a:moveTo>
                  <a:pt x="104775" y="2751671"/>
                </a:moveTo>
                <a:lnTo>
                  <a:pt x="104317" y="2750540"/>
                </a:lnTo>
                <a:lnTo>
                  <a:pt x="102450" y="2748686"/>
                </a:lnTo>
                <a:lnTo>
                  <a:pt x="101333" y="2748216"/>
                </a:lnTo>
                <a:lnTo>
                  <a:pt x="98704" y="2748216"/>
                </a:lnTo>
                <a:lnTo>
                  <a:pt x="97586" y="2748686"/>
                </a:lnTo>
                <a:lnTo>
                  <a:pt x="95719" y="2750540"/>
                </a:lnTo>
                <a:lnTo>
                  <a:pt x="95250" y="2751671"/>
                </a:lnTo>
                <a:lnTo>
                  <a:pt x="95250" y="2754299"/>
                </a:lnTo>
                <a:lnTo>
                  <a:pt x="95719" y="2755417"/>
                </a:lnTo>
                <a:lnTo>
                  <a:pt x="97586" y="2757284"/>
                </a:lnTo>
                <a:lnTo>
                  <a:pt x="98704" y="2757741"/>
                </a:lnTo>
                <a:lnTo>
                  <a:pt x="101333" y="2757741"/>
                </a:lnTo>
                <a:lnTo>
                  <a:pt x="102450" y="2757284"/>
                </a:lnTo>
                <a:lnTo>
                  <a:pt x="104317" y="2755417"/>
                </a:lnTo>
                <a:lnTo>
                  <a:pt x="104775" y="2754299"/>
                </a:lnTo>
                <a:lnTo>
                  <a:pt x="104775" y="2751671"/>
                </a:lnTo>
                <a:close/>
              </a:path>
              <a:path w="10296525" h="3486150">
                <a:moveTo>
                  <a:pt x="104775" y="2028037"/>
                </a:moveTo>
                <a:lnTo>
                  <a:pt x="104317" y="2026907"/>
                </a:lnTo>
                <a:lnTo>
                  <a:pt x="102450" y="2025053"/>
                </a:lnTo>
                <a:lnTo>
                  <a:pt x="101333" y="2024583"/>
                </a:lnTo>
                <a:lnTo>
                  <a:pt x="98704" y="2024583"/>
                </a:lnTo>
                <a:lnTo>
                  <a:pt x="97586" y="2025053"/>
                </a:lnTo>
                <a:lnTo>
                  <a:pt x="95719" y="2026907"/>
                </a:lnTo>
                <a:lnTo>
                  <a:pt x="95250" y="2028037"/>
                </a:lnTo>
                <a:lnTo>
                  <a:pt x="95250" y="2030666"/>
                </a:lnTo>
                <a:lnTo>
                  <a:pt x="95719" y="2031784"/>
                </a:lnTo>
                <a:lnTo>
                  <a:pt x="97586" y="2033651"/>
                </a:lnTo>
                <a:lnTo>
                  <a:pt x="98704" y="2034108"/>
                </a:lnTo>
                <a:lnTo>
                  <a:pt x="101333" y="2034108"/>
                </a:lnTo>
                <a:lnTo>
                  <a:pt x="102450" y="2033651"/>
                </a:lnTo>
                <a:lnTo>
                  <a:pt x="104317" y="2031784"/>
                </a:lnTo>
                <a:lnTo>
                  <a:pt x="104775" y="2030666"/>
                </a:lnTo>
                <a:lnTo>
                  <a:pt x="104775" y="2028037"/>
                </a:lnTo>
                <a:close/>
              </a:path>
              <a:path w="10296525" h="3486150">
                <a:moveTo>
                  <a:pt x="104775" y="1304391"/>
                </a:moveTo>
                <a:lnTo>
                  <a:pt x="104317" y="1303274"/>
                </a:lnTo>
                <a:lnTo>
                  <a:pt x="102450" y="1301419"/>
                </a:lnTo>
                <a:lnTo>
                  <a:pt x="101333" y="1300949"/>
                </a:lnTo>
                <a:lnTo>
                  <a:pt x="98704" y="1300949"/>
                </a:lnTo>
                <a:lnTo>
                  <a:pt x="97586" y="1301419"/>
                </a:lnTo>
                <a:lnTo>
                  <a:pt x="95719" y="1303274"/>
                </a:lnTo>
                <a:lnTo>
                  <a:pt x="95250" y="1304391"/>
                </a:lnTo>
                <a:lnTo>
                  <a:pt x="95250" y="1307033"/>
                </a:lnTo>
                <a:lnTo>
                  <a:pt x="95719" y="1308150"/>
                </a:lnTo>
                <a:lnTo>
                  <a:pt x="97586" y="1310005"/>
                </a:lnTo>
                <a:lnTo>
                  <a:pt x="98704" y="1310474"/>
                </a:lnTo>
                <a:lnTo>
                  <a:pt x="101333" y="1310474"/>
                </a:lnTo>
                <a:lnTo>
                  <a:pt x="102450" y="1310005"/>
                </a:lnTo>
                <a:lnTo>
                  <a:pt x="104317" y="1308150"/>
                </a:lnTo>
                <a:lnTo>
                  <a:pt x="104775" y="1307033"/>
                </a:lnTo>
                <a:lnTo>
                  <a:pt x="104775" y="1304391"/>
                </a:lnTo>
                <a:close/>
              </a:path>
              <a:path w="10296525" h="3486150">
                <a:moveTo>
                  <a:pt x="104775" y="580758"/>
                </a:moveTo>
                <a:lnTo>
                  <a:pt x="104317" y="579640"/>
                </a:lnTo>
                <a:lnTo>
                  <a:pt x="102450" y="577773"/>
                </a:lnTo>
                <a:lnTo>
                  <a:pt x="101333" y="577316"/>
                </a:lnTo>
                <a:lnTo>
                  <a:pt x="98704" y="577316"/>
                </a:lnTo>
                <a:lnTo>
                  <a:pt x="97586" y="577773"/>
                </a:lnTo>
                <a:lnTo>
                  <a:pt x="95719" y="579640"/>
                </a:lnTo>
                <a:lnTo>
                  <a:pt x="95250" y="580758"/>
                </a:lnTo>
                <a:lnTo>
                  <a:pt x="95250" y="583387"/>
                </a:lnTo>
                <a:lnTo>
                  <a:pt x="95719" y="584517"/>
                </a:lnTo>
                <a:lnTo>
                  <a:pt x="97586" y="586371"/>
                </a:lnTo>
                <a:lnTo>
                  <a:pt x="98704" y="586841"/>
                </a:lnTo>
                <a:lnTo>
                  <a:pt x="101333" y="586841"/>
                </a:lnTo>
                <a:lnTo>
                  <a:pt x="102450" y="586371"/>
                </a:lnTo>
                <a:lnTo>
                  <a:pt x="104317" y="584517"/>
                </a:lnTo>
                <a:lnTo>
                  <a:pt x="104775" y="583387"/>
                </a:lnTo>
                <a:lnTo>
                  <a:pt x="104775" y="580758"/>
                </a:lnTo>
                <a:close/>
              </a:path>
              <a:path w="10296525" h="3486150">
                <a:moveTo>
                  <a:pt x="152400" y="2751671"/>
                </a:moveTo>
                <a:lnTo>
                  <a:pt x="151942" y="2750540"/>
                </a:lnTo>
                <a:lnTo>
                  <a:pt x="150075" y="2748686"/>
                </a:lnTo>
                <a:lnTo>
                  <a:pt x="148958" y="2748216"/>
                </a:lnTo>
                <a:lnTo>
                  <a:pt x="146329" y="2748216"/>
                </a:lnTo>
                <a:lnTo>
                  <a:pt x="145211" y="2748686"/>
                </a:lnTo>
                <a:lnTo>
                  <a:pt x="143344" y="2750540"/>
                </a:lnTo>
                <a:lnTo>
                  <a:pt x="142875" y="2751671"/>
                </a:lnTo>
                <a:lnTo>
                  <a:pt x="142875" y="2754299"/>
                </a:lnTo>
                <a:lnTo>
                  <a:pt x="143344" y="2755417"/>
                </a:lnTo>
                <a:lnTo>
                  <a:pt x="145211" y="2757284"/>
                </a:lnTo>
                <a:lnTo>
                  <a:pt x="146329" y="2757741"/>
                </a:lnTo>
                <a:lnTo>
                  <a:pt x="148958" y="2757741"/>
                </a:lnTo>
                <a:lnTo>
                  <a:pt x="150075" y="2757284"/>
                </a:lnTo>
                <a:lnTo>
                  <a:pt x="151942" y="2755417"/>
                </a:lnTo>
                <a:lnTo>
                  <a:pt x="152400" y="2754299"/>
                </a:lnTo>
                <a:lnTo>
                  <a:pt x="152400" y="2751671"/>
                </a:lnTo>
                <a:close/>
              </a:path>
              <a:path w="10296525" h="3486150">
                <a:moveTo>
                  <a:pt x="152400" y="2028037"/>
                </a:moveTo>
                <a:lnTo>
                  <a:pt x="151942" y="2026907"/>
                </a:lnTo>
                <a:lnTo>
                  <a:pt x="150075" y="2025053"/>
                </a:lnTo>
                <a:lnTo>
                  <a:pt x="148958" y="2024583"/>
                </a:lnTo>
                <a:lnTo>
                  <a:pt x="146329" y="2024583"/>
                </a:lnTo>
                <a:lnTo>
                  <a:pt x="145211" y="2025053"/>
                </a:lnTo>
                <a:lnTo>
                  <a:pt x="143344" y="2026907"/>
                </a:lnTo>
                <a:lnTo>
                  <a:pt x="142875" y="2028037"/>
                </a:lnTo>
                <a:lnTo>
                  <a:pt x="142875" y="2030666"/>
                </a:lnTo>
                <a:lnTo>
                  <a:pt x="143344" y="2031784"/>
                </a:lnTo>
                <a:lnTo>
                  <a:pt x="145211" y="2033651"/>
                </a:lnTo>
                <a:lnTo>
                  <a:pt x="146329" y="2034108"/>
                </a:lnTo>
                <a:lnTo>
                  <a:pt x="148958" y="2034108"/>
                </a:lnTo>
                <a:lnTo>
                  <a:pt x="150075" y="2033651"/>
                </a:lnTo>
                <a:lnTo>
                  <a:pt x="151942" y="2031784"/>
                </a:lnTo>
                <a:lnTo>
                  <a:pt x="152400" y="2030666"/>
                </a:lnTo>
                <a:lnTo>
                  <a:pt x="152400" y="2028037"/>
                </a:lnTo>
                <a:close/>
              </a:path>
              <a:path w="10296525" h="3486150">
                <a:moveTo>
                  <a:pt x="152400" y="1304391"/>
                </a:moveTo>
                <a:lnTo>
                  <a:pt x="151942" y="1303274"/>
                </a:lnTo>
                <a:lnTo>
                  <a:pt x="150075" y="1301419"/>
                </a:lnTo>
                <a:lnTo>
                  <a:pt x="148958" y="1300949"/>
                </a:lnTo>
                <a:lnTo>
                  <a:pt x="146329" y="1300949"/>
                </a:lnTo>
                <a:lnTo>
                  <a:pt x="145211" y="1301419"/>
                </a:lnTo>
                <a:lnTo>
                  <a:pt x="143344" y="1303274"/>
                </a:lnTo>
                <a:lnTo>
                  <a:pt x="142875" y="1304391"/>
                </a:lnTo>
                <a:lnTo>
                  <a:pt x="142875" y="1307033"/>
                </a:lnTo>
                <a:lnTo>
                  <a:pt x="143344" y="1308150"/>
                </a:lnTo>
                <a:lnTo>
                  <a:pt x="145211" y="1310005"/>
                </a:lnTo>
                <a:lnTo>
                  <a:pt x="146329" y="1310474"/>
                </a:lnTo>
                <a:lnTo>
                  <a:pt x="148958" y="1310474"/>
                </a:lnTo>
                <a:lnTo>
                  <a:pt x="150075" y="1310005"/>
                </a:lnTo>
                <a:lnTo>
                  <a:pt x="151942" y="1308150"/>
                </a:lnTo>
                <a:lnTo>
                  <a:pt x="152400" y="1307033"/>
                </a:lnTo>
                <a:lnTo>
                  <a:pt x="152400" y="1304391"/>
                </a:lnTo>
                <a:close/>
              </a:path>
              <a:path w="10296525" h="3486150">
                <a:moveTo>
                  <a:pt x="152400" y="580758"/>
                </a:moveTo>
                <a:lnTo>
                  <a:pt x="151942" y="579640"/>
                </a:lnTo>
                <a:lnTo>
                  <a:pt x="150075" y="577773"/>
                </a:lnTo>
                <a:lnTo>
                  <a:pt x="148958" y="577316"/>
                </a:lnTo>
                <a:lnTo>
                  <a:pt x="146329" y="577316"/>
                </a:lnTo>
                <a:lnTo>
                  <a:pt x="145211" y="577773"/>
                </a:lnTo>
                <a:lnTo>
                  <a:pt x="143344" y="579640"/>
                </a:lnTo>
                <a:lnTo>
                  <a:pt x="142875" y="580758"/>
                </a:lnTo>
                <a:lnTo>
                  <a:pt x="142875" y="583387"/>
                </a:lnTo>
                <a:lnTo>
                  <a:pt x="143344" y="584517"/>
                </a:lnTo>
                <a:lnTo>
                  <a:pt x="145211" y="586371"/>
                </a:lnTo>
                <a:lnTo>
                  <a:pt x="146329" y="586841"/>
                </a:lnTo>
                <a:lnTo>
                  <a:pt x="148958" y="586841"/>
                </a:lnTo>
                <a:lnTo>
                  <a:pt x="150075" y="586371"/>
                </a:lnTo>
                <a:lnTo>
                  <a:pt x="151942" y="584517"/>
                </a:lnTo>
                <a:lnTo>
                  <a:pt x="152400" y="583387"/>
                </a:lnTo>
                <a:lnTo>
                  <a:pt x="152400" y="580758"/>
                </a:lnTo>
                <a:close/>
              </a:path>
              <a:path w="10296525" h="3486150">
                <a:moveTo>
                  <a:pt x="200025" y="2751671"/>
                </a:moveTo>
                <a:lnTo>
                  <a:pt x="199567" y="2750540"/>
                </a:lnTo>
                <a:lnTo>
                  <a:pt x="197700" y="2748686"/>
                </a:lnTo>
                <a:lnTo>
                  <a:pt x="196583" y="2748216"/>
                </a:lnTo>
                <a:lnTo>
                  <a:pt x="193954" y="2748216"/>
                </a:lnTo>
                <a:lnTo>
                  <a:pt x="192836" y="2748686"/>
                </a:lnTo>
                <a:lnTo>
                  <a:pt x="190969" y="2750540"/>
                </a:lnTo>
                <a:lnTo>
                  <a:pt x="190500" y="2751671"/>
                </a:lnTo>
                <a:lnTo>
                  <a:pt x="190500" y="2754299"/>
                </a:lnTo>
                <a:lnTo>
                  <a:pt x="190969" y="2755417"/>
                </a:lnTo>
                <a:lnTo>
                  <a:pt x="192836" y="2757284"/>
                </a:lnTo>
                <a:lnTo>
                  <a:pt x="193954" y="2757741"/>
                </a:lnTo>
                <a:lnTo>
                  <a:pt x="196583" y="2757741"/>
                </a:lnTo>
                <a:lnTo>
                  <a:pt x="197700" y="2757284"/>
                </a:lnTo>
                <a:lnTo>
                  <a:pt x="199567" y="2755417"/>
                </a:lnTo>
                <a:lnTo>
                  <a:pt x="200025" y="2754299"/>
                </a:lnTo>
                <a:lnTo>
                  <a:pt x="200025" y="2751671"/>
                </a:lnTo>
                <a:close/>
              </a:path>
              <a:path w="10296525" h="3486150">
                <a:moveTo>
                  <a:pt x="200025" y="2028037"/>
                </a:moveTo>
                <a:lnTo>
                  <a:pt x="199567" y="2026907"/>
                </a:lnTo>
                <a:lnTo>
                  <a:pt x="197700" y="2025053"/>
                </a:lnTo>
                <a:lnTo>
                  <a:pt x="196583" y="2024583"/>
                </a:lnTo>
                <a:lnTo>
                  <a:pt x="193954" y="2024583"/>
                </a:lnTo>
                <a:lnTo>
                  <a:pt x="192836" y="2025053"/>
                </a:lnTo>
                <a:lnTo>
                  <a:pt x="190969" y="2026907"/>
                </a:lnTo>
                <a:lnTo>
                  <a:pt x="190500" y="2028037"/>
                </a:lnTo>
                <a:lnTo>
                  <a:pt x="190500" y="2030666"/>
                </a:lnTo>
                <a:lnTo>
                  <a:pt x="190969" y="2031784"/>
                </a:lnTo>
                <a:lnTo>
                  <a:pt x="192836" y="2033651"/>
                </a:lnTo>
                <a:lnTo>
                  <a:pt x="193954" y="2034108"/>
                </a:lnTo>
                <a:lnTo>
                  <a:pt x="196583" y="2034108"/>
                </a:lnTo>
                <a:lnTo>
                  <a:pt x="197700" y="2033651"/>
                </a:lnTo>
                <a:lnTo>
                  <a:pt x="199567" y="2031784"/>
                </a:lnTo>
                <a:lnTo>
                  <a:pt x="200025" y="2030666"/>
                </a:lnTo>
                <a:lnTo>
                  <a:pt x="200025" y="2028037"/>
                </a:lnTo>
                <a:close/>
              </a:path>
              <a:path w="10296525" h="3486150">
                <a:moveTo>
                  <a:pt x="200025" y="1304391"/>
                </a:moveTo>
                <a:lnTo>
                  <a:pt x="199567" y="1303274"/>
                </a:lnTo>
                <a:lnTo>
                  <a:pt x="197700" y="1301419"/>
                </a:lnTo>
                <a:lnTo>
                  <a:pt x="196583" y="1300949"/>
                </a:lnTo>
                <a:lnTo>
                  <a:pt x="193954" y="1300949"/>
                </a:lnTo>
                <a:lnTo>
                  <a:pt x="192836" y="1301419"/>
                </a:lnTo>
                <a:lnTo>
                  <a:pt x="190969" y="1303274"/>
                </a:lnTo>
                <a:lnTo>
                  <a:pt x="190500" y="1304391"/>
                </a:lnTo>
                <a:lnTo>
                  <a:pt x="190500" y="1307033"/>
                </a:lnTo>
                <a:lnTo>
                  <a:pt x="190969" y="1308150"/>
                </a:lnTo>
                <a:lnTo>
                  <a:pt x="192836" y="1310005"/>
                </a:lnTo>
                <a:lnTo>
                  <a:pt x="193954" y="1310474"/>
                </a:lnTo>
                <a:lnTo>
                  <a:pt x="196583" y="1310474"/>
                </a:lnTo>
                <a:lnTo>
                  <a:pt x="197700" y="1310005"/>
                </a:lnTo>
                <a:lnTo>
                  <a:pt x="199567" y="1308150"/>
                </a:lnTo>
                <a:lnTo>
                  <a:pt x="200025" y="1307033"/>
                </a:lnTo>
                <a:lnTo>
                  <a:pt x="200025" y="1304391"/>
                </a:lnTo>
                <a:close/>
              </a:path>
              <a:path w="10296525" h="3486150">
                <a:moveTo>
                  <a:pt x="200025" y="580758"/>
                </a:moveTo>
                <a:lnTo>
                  <a:pt x="199567" y="579640"/>
                </a:lnTo>
                <a:lnTo>
                  <a:pt x="197700" y="577773"/>
                </a:lnTo>
                <a:lnTo>
                  <a:pt x="196583" y="577316"/>
                </a:lnTo>
                <a:lnTo>
                  <a:pt x="193954" y="577316"/>
                </a:lnTo>
                <a:lnTo>
                  <a:pt x="192836" y="577773"/>
                </a:lnTo>
                <a:lnTo>
                  <a:pt x="190969" y="579640"/>
                </a:lnTo>
                <a:lnTo>
                  <a:pt x="190500" y="580758"/>
                </a:lnTo>
                <a:lnTo>
                  <a:pt x="190500" y="583387"/>
                </a:lnTo>
                <a:lnTo>
                  <a:pt x="190969" y="584517"/>
                </a:lnTo>
                <a:lnTo>
                  <a:pt x="192836" y="586371"/>
                </a:lnTo>
                <a:lnTo>
                  <a:pt x="193954" y="586841"/>
                </a:lnTo>
                <a:lnTo>
                  <a:pt x="196583" y="586841"/>
                </a:lnTo>
                <a:lnTo>
                  <a:pt x="197700" y="586371"/>
                </a:lnTo>
                <a:lnTo>
                  <a:pt x="199567" y="584517"/>
                </a:lnTo>
                <a:lnTo>
                  <a:pt x="200025" y="583387"/>
                </a:lnTo>
                <a:lnTo>
                  <a:pt x="200025" y="580758"/>
                </a:lnTo>
                <a:close/>
              </a:path>
              <a:path w="10296525" h="3486150">
                <a:moveTo>
                  <a:pt x="247650" y="2751671"/>
                </a:moveTo>
                <a:lnTo>
                  <a:pt x="247192" y="2750540"/>
                </a:lnTo>
                <a:lnTo>
                  <a:pt x="245325" y="2748686"/>
                </a:lnTo>
                <a:lnTo>
                  <a:pt x="244208" y="2748216"/>
                </a:lnTo>
                <a:lnTo>
                  <a:pt x="241579" y="2748216"/>
                </a:lnTo>
                <a:lnTo>
                  <a:pt x="240461" y="2748686"/>
                </a:lnTo>
                <a:lnTo>
                  <a:pt x="238594" y="2750540"/>
                </a:lnTo>
                <a:lnTo>
                  <a:pt x="238125" y="2751671"/>
                </a:lnTo>
                <a:lnTo>
                  <a:pt x="238125" y="2754299"/>
                </a:lnTo>
                <a:lnTo>
                  <a:pt x="238594" y="2755417"/>
                </a:lnTo>
                <a:lnTo>
                  <a:pt x="240461" y="2757284"/>
                </a:lnTo>
                <a:lnTo>
                  <a:pt x="241579" y="2757741"/>
                </a:lnTo>
                <a:lnTo>
                  <a:pt x="244208" y="2757741"/>
                </a:lnTo>
                <a:lnTo>
                  <a:pt x="245325" y="2757284"/>
                </a:lnTo>
                <a:lnTo>
                  <a:pt x="247192" y="2755417"/>
                </a:lnTo>
                <a:lnTo>
                  <a:pt x="247650" y="2754299"/>
                </a:lnTo>
                <a:lnTo>
                  <a:pt x="247650" y="2751671"/>
                </a:lnTo>
                <a:close/>
              </a:path>
              <a:path w="10296525" h="3486150">
                <a:moveTo>
                  <a:pt x="247650" y="2028037"/>
                </a:moveTo>
                <a:lnTo>
                  <a:pt x="247192" y="2026907"/>
                </a:lnTo>
                <a:lnTo>
                  <a:pt x="245325" y="2025053"/>
                </a:lnTo>
                <a:lnTo>
                  <a:pt x="244208" y="2024583"/>
                </a:lnTo>
                <a:lnTo>
                  <a:pt x="241579" y="2024583"/>
                </a:lnTo>
                <a:lnTo>
                  <a:pt x="240461" y="2025053"/>
                </a:lnTo>
                <a:lnTo>
                  <a:pt x="238594" y="2026907"/>
                </a:lnTo>
                <a:lnTo>
                  <a:pt x="238125" y="2028037"/>
                </a:lnTo>
                <a:lnTo>
                  <a:pt x="238125" y="2030666"/>
                </a:lnTo>
                <a:lnTo>
                  <a:pt x="238594" y="2031784"/>
                </a:lnTo>
                <a:lnTo>
                  <a:pt x="240461" y="2033651"/>
                </a:lnTo>
                <a:lnTo>
                  <a:pt x="241579" y="2034108"/>
                </a:lnTo>
                <a:lnTo>
                  <a:pt x="244208" y="2034108"/>
                </a:lnTo>
                <a:lnTo>
                  <a:pt x="245325" y="2033651"/>
                </a:lnTo>
                <a:lnTo>
                  <a:pt x="247192" y="2031784"/>
                </a:lnTo>
                <a:lnTo>
                  <a:pt x="247650" y="2030666"/>
                </a:lnTo>
                <a:lnTo>
                  <a:pt x="247650" y="2028037"/>
                </a:lnTo>
                <a:close/>
              </a:path>
              <a:path w="10296525" h="3486150">
                <a:moveTo>
                  <a:pt x="247650" y="1304391"/>
                </a:moveTo>
                <a:lnTo>
                  <a:pt x="247192" y="1303274"/>
                </a:lnTo>
                <a:lnTo>
                  <a:pt x="245325" y="1301419"/>
                </a:lnTo>
                <a:lnTo>
                  <a:pt x="244208" y="1300949"/>
                </a:lnTo>
                <a:lnTo>
                  <a:pt x="241579" y="1300949"/>
                </a:lnTo>
                <a:lnTo>
                  <a:pt x="240461" y="1301419"/>
                </a:lnTo>
                <a:lnTo>
                  <a:pt x="238594" y="1303274"/>
                </a:lnTo>
                <a:lnTo>
                  <a:pt x="238125" y="1304391"/>
                </a:lnTo>
                <a:lnTo>
                  <a:pt x="238125" y="1307033"/>
                </a:lnTo>
                <a:lnTo>
                  <a:pt x="238594" y="1308150"/>
                </a:lnTo>
                <a:lnTo>
                  <a:pt x="240461" y="1310005"/>
                </a:lnTo>
                <a:lnTo>
                  <a:pt x="241579" y="1310474"/>
                </a:lnTo>
                <a:lnTo>
                  <a:pt x="244208" y="1310474"/>
                </a:lnTo>
                <a:lnTo>
                  <a:pt x="245325" y="1310005"/>
                </a:lnTo>
                <a:lnTo>
                  <a:pt x="247192" y="1308150"/>
                </a:lnTo>
                <a:lnTo>
                  <a:pt x="247650" y="1307033"/>
                </a:lnTo>
                <a:lnTo>
                  <a:pt x="247650" y="1304391"/>
                </a:lnTo>
                <a:close/>
              </a:path>
              <a:path w="10296525" h="3486150">
                <a:moveTo>
                  <a:pt x="247650" y="580758"/>
                </a:moveTo>
                <a:lnTo>
                  <a:pt x="247192" y="579640"/>
                </a:lnTo>
                <a:lnTo>
                  <a:pt x="245325" y="577773"/>
                </a:lnTo>
                <a:lnTo>
                  <a:pt x="244208" y="577316"/>
                </a:lnTo>
                <a:lnTo>
                  <a:pt x="241579" y="577316"/>
                </a:lnTo>
                <a:lnTo>
                  <a:pt x="240461" y="577773"/>
                </a:lnTo>
                <a:lnTo>
                  <a:pt x="238594" y="579640"/>
                </a:lnTo>
                <a:lnTo>
                  <a:pt x="238125" y="580758"/>
                </a:lnTo>
                <a:lnTo>
                  <a:pt x="238125" y="583387"/>
                </a:lnTo>
                <a:lnTo>
                  <a:pt x="238594" y="584517"/>
                </a:lnTo>
                <a:lnTo>
                  <a:pt x="240461" y="586371"/>
                </a:lnTo>
                <a:lnTo>
                  <a:pt x="241579" y="586841"/>
                </a:lnTo>
                <a:lnTo>
                  <a:pt x="244208" y="586841"/>
                </a:lnTo>
                <a:lnTo>
                  <a:pt x="245325" y="586371"/>
                </a:lnTo>
                <a:lnTo>
                  <a:pt x="247192" y="584517"/>
                </a:lnTo>
                <a:lnTo>
                  <a:pt x="247650" y="583387"/>
                </a:lnTo>
                <a:lnTo>
                  <a:pt x="247650" y="580758"/>
                </a:lnTo>
                <a:close/>
              </a:path>
              <a:path w="10296525" h="3486150">
                <a:moveTo>
                  <a:pt x="295275" y="2751671"/>
                </a:moveTo>
                <a:lnTo>
                  <a:pt x="294817" y="2750540"/>
                </a:lnTo>
                <a:lnTo>
                  <a:pt x="292950" y="2748686"/>
                </a:lnTo>
                <a:lnTo>
                  <a:pt x="291833" y="2748216"/>
                </a:lnTo>
                <a:lnTo>
                  <a:pt x="289204" y="2748216"/>
                </a:lnTo>
                <a:lnTo>
                  <a:pt x="288086" y="2748686"/>
                </a:lnTo>
                <a:lnTo>
                  <a:pt x="286219" y="2750540"/>
                </a:lnTo>
                <a:lnTo>
                  <a:pt x="285750" y="2751671"/>
                </a:lnTo>
                <a:lnTo>
                  <a:pt x="285750" y="2754299"/>
                </a:lnTo>
                <a:lnTo>
                  <a:pt x="286219" y="2755417"/>
                </a:lnTo>
                <a:lnTo>
                  <a:pt x="288086" y="2757284"/>
                </a:lnTo>
                <a:lnTo>
                  <a:pt x="289204" y="2757741"/>
                </a:lnTo>
                <a:lnTo>
                  <a:pt x="291833" y="2757741"/>
                </a:lnTo>
                <a:lnTo>
                  <a:pt x="292950" y="2757284"/>
                </a:lnTo>
                <a:lnTo>
                  <a:pt x="294817" y="2755417"/>
                </a:lnTo>
                <a:lnTo>
                  <a:pt x="295275" y="2754299"/>
                </a:lnTo>
                <a:lnTo>
                  <a:pt x="295275" y="2751671"/>
                </a:lnTo>
                <a:close/>
              </a:path>
              <a:path w="10296525" h="3486150">
                <a:moveTo>
                  <a:pt x="295275" y="2028037"/>
                </a:moveTo>
                <a:lnTo>
                  <a:pt x="294817" y="2026907"/>
                </a:lnTo>
                <a:lnTo>
                  <a:pt x="292950" y="2025053"/>
                </a:lnTo>
                <a:lnTo>
                  <a:pt x="291833" y="2024583"/>
                </a:lnTo>
                <a:lnTo>
                  <a:pt x="289204" y="2024583"/>
                </a:lnTo>
                <a:lnTo>
                  <a:pt x="288086" y="2025053"/>
                </a:lnTo>
                <a:lnTo>
                  <a:pt x="286219" y="2026907"/>
                </a:lnTo>
                <a:lnTo>
                  <a:pt x="285750" y="2028037"/>
                </a:lnTo>
                <a:lnTo>
                  <a:pt x="285750" y="2030666"/>
                </a:lnTo>
                <a:lnTo>
                  <a:pt x="286219" y="2031784"/>
                </a:lnTo>
                <a:lnTo>
                  <a:pt x="288086" y="2033651"/>
                </a:lnTo>
                <a:lnTo>
                  <a:pt x="289204" y="2034108"/>
                </a:lnTo>
                <a:lnTo>
                  <a:pt x="291833" y="2034108"/>
                </a:lnTo>
                <a:lnTo>
                  <a:pt x="292950" y="2033651"/>
                </a:lnTo>
                <a:lnTo>
                  <a:pt x="294817" y="2031784"/>
                </a:lnTo>
                <a:lnTo>
                  <a:pt x="295275" y="2030666"/>
                </a:lnTo>
                <a:lnTo>
                  <a:pt x="295275" y="2028037"/>
                </a:lnTo>
                <a:close/>
              </a:path>
              <a:path w="10296525" h="3486150">
                <a:moveTo>
                  <a:pt x="295275" y="1304391"/>
                </a:moveTo>
                <a:lnTo>
                  <a:pt x="294817" y="1303274"/>
                </a:lnTo>
                <a:lnTo>
                  <a:pt x="292950" y="1301419"/>
                </a:lnTo>
                <a:lnTo>
                  <a:pt x="291833" y="1300949"/>
                </a:lnTo>
                <a:lnTo>
                  <a:pt x="289204" y="1300949"/>
                </a:lnTo>
                <a:lnTo>
                  <a:pt x="288086" y="1301419"/>
                </a:lnTo>
                <a:lnTo>
                  <a:pt x="286219" y="1303274"/>
                </a:lnTo>
                <a:lnTo>
                  <a:pt x="285750" y="1304391"/>
                </a:lnTo>
                <a:lnTo>
                  <a:pt x="285750" y="1307033"/>
                </a:lnTo>
                <a:lnTo>
                  <a:pt x="286219" y="1308150"/>
                </a:lnTo>
                <a:lnTo>
                  <a:pt x="288086" y="1310005"/>
                </a:lnTo>
                <a:lnTo>
                  <a:pt x="289204" y="1310474"/>
                </a:lnTo>
                <a:lnTo>
                  <a:pt x="291833" y="1310474"/>
                </a:lnTo>
                <a:lnTo>
                  <a:pt x="292950" y="1310005"/>
                </a:lnTo>
                <a:lnTo>
                  <a:pt x="294817" y="1308150"/>
                </a:lnTo>
                <a:lnTo>
                  <a:pt x="295275" y="1307033"/>
                </a:lnTo>
                <a:lnTo>
                  <a:pt x="295275" y="1304391"/>
                </a:lnTo>
                <a:close/>
              </a:path>
              <a:path w="10296525" h="3486150">
                <a:moveTo>
                  <a:pt x="295275" y="580758"/>
                </a:moveTo>
                <a:lnTo>
                  <a:pt x="294817" y="579640"/>
                </a:lnTo>
                <a:lnTo>
                  <a:pt x="292950" y="577773"/>
                </a:lnTo>
                <a:lnTo>
                  <a:pt x="291833" y="577316"/>
                </a:lnTo>
                <a:lnTo>
                  <a:pt x="289204" y="577316"/>
                </a:lnTo>
                <a:lnTo>
                  <a:pt x="288086" y="577773"/>
                </a:lnTo>
                <a:lnTo>
                  <a:pt x="286219" y="579640"/>
                </a:lnTo>
                <a:lnTo>
                  <a:pt x="285750" y="580758"/>
                </a:lnTo>
                <a:lnTo>
                  <a:pt x="285750" y="583387"/>
                </a:lnTo>
                <a:lnTo>
                  <a:pt x="286219" y="584517"/>
                </a:lnTo>
                <a:lnTo>
                  <a:pt x="288086" y="586371"/>
                </a:lnTo>
                <a:lnTo>
                  <a:pt x="289204" y="586841"/>
                </a:lnTo>
                <a:lnTo>
                  <a:pt x="291833" y="586841"/>
                </a:lnTo>
                <a:lnTo>
                  <a:pt x="292950" y="586371"/>
                </a:lnTo>
                <a:lnTo>
                  <a:pt x="294817" y="584517"/>
                </a:lnTo>
                <a:lnTo>
                  <a:pt x="295275" y="583387"/>
                </a:lnTo>
                <a:lnTo>
                  <a:pt x="295275" y="580758"/>
                </a:lnTo>
                <a:close/>
              </a:path>
              <a:path w="10296525" h="3486150">
                <a:moveTo>
                  <a:pt x="342900" y="2751671"/>
                </a:moveTo>
                <a:lnTo>
                  <a:pt x="342442" y="2750540"/>
                </a:lnTo>
                <a:lnTo>
                  <a:pt x="340575" y="2748686"/>
                </a:lnTo>
                <a:lnTo>
                  <a:pt x="339458" y="2748216"/>
                </a:lnTo>
                <a:lnTo>
                  <a:pt x="336829" y="2748216"/>
                </a:lnTo>
                <a:lnTo>
                  <a:pt x="335711" y="2748686"/>
                </a:lnTo>
                <a:lnTo>
                  <a:pt x="333844" y="2750540"/>
                </a:lnTo>
                <a:lnTo>
                  <a:pt x="333375" y="2751671"/>
                </a:lnTo>
                <a:lnTo>
                  <a:pt x="333375" y="2754299"/>
                </a:lnTo>
                <a:lnTo>
                  <a:pt x="333844" y="2755417"/>
                </a:lnTo>
                <a:lnTo>
                  <a:pt x="335711" y="2757284"/>
                </a:lnTo>
                <a:lnTo>
                  <a:pt x="336829" y="2757741"/>
                </a:lnTo>
                <a:lnTo>
                  <a:pt x="339458" y="2757741"/>
                </a:lnTo>
                <a:lnTo>
                  <a:pt x="340575" y="2757284"/>
                </a:lnTo>
                <a:lnTo>
                  <a:pt x="342442" y="2755417"/>
                </a:lnTo>
                <a:lnTo>
                  <a:pt x="342900" y="2754299"/>
                </a:lnTo>
                <a:lnTo>
                  <a:pt x="342900" y="2751671"/>
                </a:lnTo>
                <a:close/>
              </a:path>
              <a:path w="10296525" h="3486150">
                <a:moveTo>
                  <a:pt x="342900" y="2028037"/>
                </a:moveTo>
                <a:lnTo>
                  <a:pt x="342442" y="2026907"/>
                </a:lnTo>
                <a:lnTo>
                  <a:pt x="340575" y="2025053"/>
                </a:lnTo>
                <a:lnTo>
                  <a:pt x="339458" y="2024583"/>
                </a:lnTo>
                <a:lnTo>
                  <a:pt x="336829" y="2024583"/>
                </a:lnTo>
                <a:lnTo>
                  <a:pt x="335711" y="2025053"/>
                </a:lnTo>
                <a:lnTo>
                  <a:pt x="333844" y="2026907"/>
                </a:lnTo>
                <a:lnTo>
                  <a:pt x="333375" y="2028037"/>
                </a:lnTo>
                <a:lnTo>
                  <a:pt x="333375" y="2030666"/>
                </a:lnTo>
                <a:lnTo>
                  <a:pt x="333844" y="2031784"/>
                </a:lnTo>
                <a:lnTo>
                  <a:pt x="335711" y="2033651"/>
                </a:lnTo>
                <a:lnTo>
                  <a:pt x="336829" y="2034108"/>
                </a:lnTo>
                <a:lnTo>
                  <a:pt x="339458" y="2034108"/>
                </a:lnTo>
                <a:lnTo>
                  <a:pt x="340575" y="2033651"/>
                </a:lnTo>
                <a:lnTo>
                  <a:pt x="342442" y="2031784"/>
                </a:lnTo>
                <a:lnTo>
                  <a:pt x="342900" y="2030666"/>
                </a:lnTo>
                <a:lnTo>
                  <a:pt x="342900" y="2028037"/>
                </a:lnTo>
                <a:close/>
              </a:path>
              <a:path w="10296525" h="3486150">
                <a:moveTo>
                  <a:pt x="342900" y="1304391"/>
                </a:moveTo>
                <a:lnTo>
                  <a:pt x="342442" y="1303274"/>
                </a:lnTo>
                <a:lnTo>
                  <a:pt x="340575" y="1301419"/>
                </a:lnTo>
                <a:lnTo>
                  <a:pt x="339458" y="1300949"/>
                </a:lnTo>
                <a:lnTo>
                  <a:pt x="336829" y="1300949"/>
                </a:lnTo>
                <a:lnTo>
                  <a:pt x="335711" y="1301419"/>
                </a:lnTo>
                <a:lnTo>
                  <a:pt x="333844" y="1303274"/>
                </a:lnTo>
                <a:lnTo>
                  <a:pt x="333375" y="1304391"/>
                </a:lnTo>
                <a:lnTo>
                  <a:pt x="333375" y="1307033"/>
                </a:lnTo>
                <a:lnTo>
                  <a:pt x="333844" y="1308150"/>
                </a:lnTo>
                <a:lnTo>
                  <a:pt x="335711" y="1310005"/>
                </a:lnTo>
                <a:lnTo>
                  <a:pt x="336829" y="1310474"/>
                </a:lnTo>
                <a:lnTo>
                  <a:pt x="339458" y="1310474"/>
                </a:lnTo>
                <a:lnTo>
                  <a:pt x="340575" y="1310005"/>
                </a:lnTo>
                <a:lnTo>
                  <a:pt x="342442" y="1308150"/>
                </a:lnTo>
                <a:lnTo>
                  <a:pt x="342900" y="1307033"/>
                </a:lnTo>
                <a:lnTo>
                  <a:pt x="342900" y="1304391"/>
                </a:lnTo>
                <a:close/>
              </a:path>
              <a:path w="10296525" h="3486150">
                <a:moveTo>
                  <a:pt x="342900" y="580758"/>
                </a:moveTo>
                <a:lnTo>
                  <a:pt x="342442" y="579640"/>
                </a:lnTo>
                <a:lnTo>
                  <a:pt x="340575" y="577773"/>
                </a:lnTo>
                <a:lnTo>
                  <a:pt x="339458" y="577316"/>
                </a:lnTo>
                <a:lnTo>
                  <a:pt x="336829" y="577316"/>
                </a:lnTo>
                <a:lnTo>
                  <a:pt x="335711" y="577773"/>
                </a:lnTo>
                <a:lnTo>
                  <a:pt x="333844" y="579640"/>
                </a:lnTo>
                <a:lnTo>
                  <a:pt x="333375" y="580758"/>
                </a:lnTo>
                <a:lnTo>
                  <a:pt x="333375" y="583387"/>
                </a:lnTo>
                <a:lnTo>
                  <a:pt x="333844" y="584517"/>
                </a:lnTo>
                <a:lnTo>
                  <a:pt x="335711" y="586371"/>
                </a:lnTo>
                <a:lnTo>
                  <a:pt x="336829" y="586841"/>
                </a:lnTo>
                <a:lnTo>
                  <a:pt x="339458" y="586841"/>
                </a:lnTo>
                <a:lnTo>
                  <a:pt x="340575" y="586371"/>
                </a:lnTo>
                <a:lnTo>
                  <a:pt x="342442" y="584517"/>
                </a:lnTo>
                <a:lnTo>
                  <a:pt x="342900" y="583387"/>
                </a:lnTo>
                <a:lnTo>
                  <a:pt x="342900" y="580758"/>
                </a:lnTo>
                <a:close/>
              </a:path>
              <a:path w="10296525" h="3486150">
                <a:moveTo>
                  <a:pt x="390525" y="2751671"/>
                </a:moveTo>
                <a:lnTo>
                  <a:pt x="390067" y="2750540"/>
                </a:lnTo>
                <a:lnTo>
                  <a:pt x="388200" y="2748686"/>
                </a:lnTo>
                <a:lnTo>
                  <a:pt x="387083" y="2748216"/>
                </a:lnTo>
                <a:lnTo>
                  <a:pt x="384454" y="2748216"/>
                </a:lnTo>
                <a:lnTo>
                  <a:pt x="383336" y="2748686"/>
                </a:lnTo>
                <a:lnTo>
                  <a:pt x="381469" y="2750540"/>
                </a:lnTo>
                <a:lnTo>
                  <a:pt x="381000" y="2751671"/>
                </a:lnTo>
                <a:lnTo>
                  <a:pt x="381000" y="2754299"/>
                </a:lnTo>
                <a:lnTo>
                  <a:pt x="381469" y="2755417"/>
                </a:lnTo>
                <a:lnTo>
                  <a:pt x="383336" y="2757284"/>
                </a:lnTo>
                <a:lnTo>
                  <a:pt x="384454" y="2757741"/>
                </a:lnTo>
                <a:lnTo>
                  <a:pt x="387083" y="2757741"/>
                </a:lnTo>
                <a:lnTo>
                  <a:pt x="388200" y="2757284"/>
                </a:lnTo>
                <a:lnTo>
                  <a:pt x="390067" y="2755417"/>
                </a:lnTo>
                <a:lnTo>
                  <a:pt x="390525" y="2754299"/>
                </a:lnTo>
                <a:lnTo>
                  <a:pt x="390525" y="2751671"/>
                </a:lnTo>
                <a:close/>
              </a:path>
              <a:path w="10296525" h="3486150">
                <a:moveTo>
                  <a:pt x="390525" y="2028037"/>
                </a:moveTo>
                <a:lnTo>
                  <a:pt x="390067" y="2026907"/>
                </a:lnTo>
                <a:lnTo>
                  <a:pt x="388200" y="2025053"/>
                </a:lnTo>
                <a:lnTo>
                  <a:pt x="387083" y="2024583"/>
                </a:lnTo>
                <a:lnTo>
                  <a:pt x="384454" y="2024583"/>
                </a:lnTo>
                <a:lnTo>
                  <a:pt x="383336" y="2025053"/>
                </a:lnTo>
                <a:lnTo>
                  <a:pt x="381469" y="2026907"/>
                </a:lnTo>
                <a:lnTo>
                  <a:pt x="381000" y="2028037"/>
                </a:lnTo>
                <a:lnTo>
                  <a:pt x="381000" y="2030666"/>
                </a:lnTo>
                <a:lnTo>
                  <a:pt x="381469" y="2031784"/>
                </a:lnTo>
                <a:lnTo>
                  <a:pt x="383336" y="2033651"/>
                </a:lnTo>
                <a:lnTo>
                  <a:pt x="384454" y="2034108"/>
                </a:lnTo>
                <a:lnTo>
                  <a:pt x="387083" y="2034108"/>
                </a:lnTo>
                <a:lnTo>
                  <a:pt x="388200" y="2033651"/>
                </a:lnTo>
                <a:lnTo>
                  <a:pt x="390067" y="2031784"/>
                </a:lnTo>
                <a:lnTo>
                  <a:pt x="390525" y="2030666"/>
                </a:lnTo>
                <a:lnTo>
                  <a:pt x="390525" y="2028037"/>
                </a:lnTo>
                <a:close/>
              </a:path>
              <a:path w="10296525" h="3486150">
                <a:moveTo>
                  <a:pt x="390525" y="1304391"/>
                </a:moveTo>
                <a:lnTo>
                  <a:pt x="390067" y="1303274"/>
                </a:lnTo>
                <a:lnTo>
                  <a:pt x="388200" y="1301419"/>
                </a:lnTo>
                <a:lnTo>
                  <a:pt x="387083" y="1300949"/>
                </a:lnTo>
                <a:lnTo>
                  <a:pt x="384454" y="1300949"/>
                </a:lnTo>
                <a:lnTo>
                  <a:pt x="383336" y="1301419"/>
                </a:lnTo>
                <a:lnTo>
                  <a:pt x="381469" y="1303274"/>
                </a:lnTo>
                <a:lnTo>
                  <a:pt x="381000" y="1304391"/>
                </a:lnTo>
                <a:lnTo>
                  <a:pt x="381000" y="1307033"/>
                </a:lnTo>
                <a:lnTo>
                  <a:pt x="381469" y="1308150"/>
                </a:lnTo>
                <a:lnTo>
                  <a:pt x="383336" y="1310005"/>
                </a:lnTo>
                <a:lnTo>
                  <a:pt x="384454" y="1310474"/>
                </a:lnTo>
                <a:lnTo>
                  <a:pt x="387083" y="1310474"/>
                </a:lnTo>
                <a:lnTo>
                  <a:pt x="388200" y="1310005"/>
                </a:lnTo>
                <a:lnTo>
                  <a:pt x="390067" y="1308150"/>
                </a:lnTo>
                <a:lnTo>
                  <a:pt x="390525" y="1307033"/>
                </a:lnTo>
                <a:lnTo>
                  <a:pt x="390525" y="1304391"/>
                </a:lnTo>
                <a:close/>
              </a:path>
              <a:path w="10296525" h="3486150">
                <a:moveTo>
                  <a:pt x="390525" y="580758"/>
                </a:moveTo>
                <a:lnTo>
                  <a:pt x="390067" y="579640"/>
                </a:lnTo>
                <a:lnTo>
                  <a:pt x="388200" y="577773"/>
                </a:lnTo>
                <a:lnTo>
                  <a:pt x="387083" y="577316"/>
                </a:lnTo>
                <a:lnTo>
                  <a:pt x="384454" y="577316"/>
                </a:lnTo>
                <a:lnTo>
                  <a:pt x="383336" y="577773"/>
                </a:lnTo>
                <a:lnTo>
                  <a:pt x="381469" y="579640"/>
                </a:lnTo>
                <a:lnTo>
                  <a:pt x="381000" y="580758"/>
                </a:lnTo>
                <a:lnTo>
                  <a:pt x="381000" y="583387"/>
                </a:lnTo>
                <a:lnTo>
                  <a:pt x="381469" y="584517"/>
                </a:lnTo>
                <a:lnTo>
                  <a:pt x="383336" y="586371"/>
                </a:lnTo>
                <a:lnTo>
                  <a:pt x="384454" y="586841"/>
                </a:lnTo>
                <a:lnTo>
                  <a:pt x="387083" y="586841"/>
                </a:lnTo>
                <a:lnTo>
                  <a:pt x="388200" y="586371"/>
                </a:lnTo>
                <a:lnTo>
                  <a:pt x="390067" y="584517"/>
                </a:lnTo>
                <a:lnTo>
                  <a:pt x="390525" y="583387"/>
                </a:lnTo>
                <a:lnTo>
                  <a:pt x="390525" y="580758"/>
                </a:lnTo>
                <a:close/>
              </a:path>
              <a:path w="10296525" h="3486150">
                <a:moveTo>
                  <a:pt x="438150" y="2751671"/>
                </a:moveTo>
                <a:lnTo>
                  <a:pt x="437692" y="2750540"/>
                </a:lnTo>
                <a:lnTo>
                  <a:pt x="435825" y="2748686"/>
                </a:lnTo>
                <a:lnTo>
                  <a:pt x="434708" y="2748216"/>
                </a:lnTo>
                <a:lnTo>
                  <a:pt x="432079" y="2748216"/>
                </a:lnTo>
                <a:lnTo>
                  <a:pt x="430961" y="2748686"/>
                </a:lnTo>
                <a:lnTo>
                  <a:pt x="429094" y="2750540"/>
                </a:lnTo>
                <a:lnTo>
                  <a:pt x="428625" y="2751671"/>
                </a:lnTo>
                <a:lnTo>
                  <a:pt x="428625" y="2754299"/>
                </a:lnTo>
                <a:lnTo>
                  <a:pt x="429094" y="2755417"/>
                </a:lnTo>
                <a:lnTo>
                  <a:pt x="430961" y="2757284"/>
                </a:lnTo>
                <a:lnTo>
                  <a:pt x="432079" y="2757741"/>
                </a:lnTo>
                <a:lnTo>
                  <a:pt x="434708" y="2757741"/>
                </a:lnTo>
                <a:lnTo>
                  <a:pt x="435825" y="2757284"/>
                </a:lnTo>
                <a:lnTo>
                  <a:pt x="437692" y="2755417"/>
                </a:lnTo>
                <a:lnTo>
                  <a:pt x="438150" y="2754299"/>
                </a:lnTo>
                <a:lnTo>
                  <a:pt x="438150" y="2751671"/>
                </a:lnTo>
                <a:close/>
              </a:path>
              <a:path w="10296525" h="3486150">
                <a:moveTo>
                  <a:pt x="438150" y="2028037"/>
                </a:moveTo>
                <a:lnTo>
                  <a:pt x="437692" y="2026907"/>
                </a:lnTo>
                <a:lnTo>
                  <a:pt x="435825" y="2025053"/>
                </a:lnTo>
                <a:lnTo>
                  <a:pt x="434708" y="2024583"/>
                </a:lnTo>
                <a:lnTo>
                  <a:pt x="432079" y="2024583"/>
                </a:lnTo>
                <a:lnTo>
                  <a:pt x="430961" y="2025053"/>
                </a:lnTo>
                <a:lnTo>
                  <a:pt x="429094" y="2026907"/>
                </a:lnTo>
                <a:lnTo>
                  <a:pt x="428625" y="2028037"/>
                </a:lnTo>
                <a:lnTo>
                  <a:pt x="428625" y="2030666"/>
                </a:lnTo>
                <a:lnTo>
                  <a:pt x="429094" y="2031784"/>
                </a:lnTo>
                <a:lnTo>
                  <a:pt x="430961" y="2033651"/>
                </a:lnTo>
                <a:lnTo>
                  <a:pt x="432079" y="2034108"/>
                </a:lnTo>
                <a:lnTo>
                  <a:pt x="434708" y="2034108"/>
                </a:lnTo>
                <a:lnTo>
                  <a:pt x="435825" y="2033651"/>
                </a:lnTo>
                <a:lnTo>
                  <a:pt x="437692" y="2031784"/>
                </a:lnTo>
                <a:lnTo>
                  <a:pt x="438150" y="2030666"/>
                </a:lnTo>
                <a:lnTo>
                  <a:pt x="438150" y="2028037"/>
                </a:lnTo>
                <a:close/>
              </a:path>
              <a:path w="10296525" h="3486150">
                <a:moveTo>
                  <a:pt x="438150" y="1304391"/>
                </a:moveTo>
                <a:lnTo>
                  <a:pt x="437692" y="1303274"/>
                </a:lnTo>
                <a:lnTo>
                  <a:pt x="435825" y="1301419"/>
                </a:lnTo>
                <a:lnTo>
                  <a:pt x="434708" y="1300949"/>
                </a:lnTo>
                <a:lnTo>
                  <a:pt x="432079" y="1300949"/>
                </a:lnTo>
                <a:lnTo>
                  <a:pt x="430961" y="1301419"/>
                </a:lnTo>
                <a:lnTo>
                  <a:pt x="429094" y="1303274"/>
                </a:lnTo>
                <a:lnTo>
                  <a:pt x="428625" y="1304391"/>
                </a:lnTo>
                <a:lnTo>
                  <a:pt x="428625" y="1307033"/>
                </a:lnTo>
                <a:lnTo>
                  <a:pt x="429094" y="1308150"/>
                </a:lnTo>
                <a:lnTo>
                  <a:pt x="430961" y="1310005"/>
                </a:lnTo>
                <a:lnTo>
                  <a:pt x="432079" y="1310474"/>
                </a:lnTo>
                <a:lnTo>
                  <a:pt x="434708" y="1310474"/>
                </a:lnTo>
                <a:lnTo>
                  <a:pt x="435825" y="1310005"/>
                </a:lnTo>
                <a:lnTo>
                  <a:pt x="437692" y="1308150"/>
                </a:lnTo>
                <a:lnTo>
                  <a:pt x="438150" y="1307033"/>
                </a:lnTo>
                <a:lnTo>
                  <a:pt x="438150" y="1304391"/>
                </a:lnTo>
                <a:close/>
              </a:path>
              <a:path w="10296525" h="3486150">
                <a:moveTo>
                  <a:pt x="438150" y="580758"/>
                </a:moveTo>
                <a:lnTo>
                  <a:pt x="437692" y="579640"/>
                </a:lnTo>
                <a:lnTo>
                  <a:pt x="435825" y="577773"/>
                </a:lnTo>
                <a:lnTo>
                  <a:pt x="434708" y="577316"/>
                </a:lnTo>
                <a:lnTo>
                  <a:pt x="432079" y="577316"/>
                </a:lnTo>
                <a:lnTo>
                  <a:pt x="430961" y="577773"/>
                </a:lnTo>
                <a:lnTo>
                  <a:pt x="429094" y="579640"/>
                </a:lnTo>
                <a:lnTo>
                  <a:pt x="428625" y="580758"/>
                </a:lnTo>
                <a:lnTo>
                  <a:pt x="428625" y="583387"/>
                </a:lnTo>
                <a:lnTo>
                  <a:pt x="429094" y="584517"/>
                </a:lnTo>
                <a:lnTo>
                  <a:pt x="430961" y="586371"/>
                </a:lnTo>
                <a:lnTo>
                  <a:pt x="432079" y="586841"/>
                </a:lnTo>
                <a:lnTo>
                  <a:pt x="434708" y="586841"/>
                </a:lnTo>
                <a:lnTo>
                  <a:pt x="435825" y="586371"/>
                </a:lnTo>
                <a:lnTo>
                  <a:pt x="437692" y="584517"/>
                </a:lnTo>
                <a:lnTo>
                  <a:pt x="438150" y="583387"/>
                </a:lnTo>
                <a:lnTo>
                  <a:pt x="438150" y="580758"/>
                </a:lnTo>
                <a:close/>
              </a:path>
              <a:path w="10296525" h="3486150">
                <a:moveTo>
                  <a:pt x="485775" y="2751671"/>
                </a:moveTo>
                <a:lnTo>
                  <a:pt x="485317" y="2750540"/>
                </a:lnTo>
                <a:lnTo>
                  <a:pt x="483450" y="2748686"/>
                </a:lnTo>
                <a:lnTo>
                  <a:pt x="482333" y="2748216"/>
                </a:lnTo>
                <a:lnTo>
                  <a:pt x="479704" y="2748216"/>
                </a:lnTo>
                <a:lnTo>
                  <a:pt x="478586" y="2748686"/>
                </a:lnTo>
                <a:lnTo>
                  <a:pt x="476719" y="2750540"/>
                </a:lnTo>
                <a:lnTo>
                  <a:pt x="476250" y="2751671"/>
                </a:lnTo>
                <a:lnTo>
                  <a:pt x="476250" y="2754299"/>
                </a:lnTo>
                <a:lnTo>
                  <a:pt x="476719" y="2755417"/>
                </a:lnTo>
                <a:lnTo>
                  <a:pt x="478586" y="2757284"/>
                </a:lnTo>
                <a:lnTo>
                  <a:pt x="479704" y="2757741"/>
                </a:lnTo>
                <a:lnTo>
                  <a:pt x="482333" y="2757741"/>
                </a:lnTo>
                <a:lnTo>
                  <a:pt x="483450" y="2757284"/>
                </a:lnTo>
                <a:lnTo>
                  <a:pt x="485317" y="2755417"/>
                </a:lnTo>
                <a:lnTo>
                  <a:pt x="485775" y="2754299"/>
                </a:lnTo>
                <a:lnTo>
                  <a:pt x="485775" y="2751671"/>
                </a:lnTo>
                <a:close/>
              </a:path>
              <a:path w="10296525" h="3486150">
                <a:moveTo>
                  <a:pt x="485775" y="2028037"/>
                </a:moveTo>
                <a:lnTo>
                  <a:pt x="485317" y="2026907"/>
                </a:lnTo>
                <a:lnTo>
                  <a:pt x="483450" y="2025053"/>
                </a:lnTo>
                <a:lnTo>
                  <a:pt x="482333" y="2024583"/>
                </a:lnTo>
                <a:lnTo>
                  <a:pt x="479704" y="2024583"/>
                </a:lnTo>
                <a:lnTo>
                  <a:pt x="478586" y="2025053"/>
                </a:lnTo>
                <a:lnTo>
                  <a:pt x="476719" y="2026907"/>
                </a:lnTo>
                <a:lnTo>
                  <a:pt x="476250" y="2028037"/>
                </a:lnTo>
                <a:lnTo>
                  <a:pt x="476250" y="2030666"/>
                </a:lnTo>
                <a:lnTo>
                  <a:pt x="476719" y="2031784"/>
                </a:lnTo>
                <a:lnTo>
                  <a:pt x="478586" y="2033651"/>
                </a:lnTo>
                <a:lnTo>
                  <a:pt x="479704" y="2034108"/>
                </a:lnTo>
                <a:lnTo>
                  <a:pt x="482333" y="2034108"/>
                </a:lnTo>
                <a:lnTo>
                  <a:pt x="483450" y="2033651"/>
                </a:lnTo>
                <a:lnTo>
                  <a:pt x="485317" y="2031784"/>
                </a:lnTo>
                <a:lnTo>
                  <a:pt x="485775" y="2030666"/>
                </a:lnTo>
                <a:lnTo>
                  <a:pt x="485775" y="2028037"/>
                </a:lnTo>
                <a:close/>
              </a:path>
              <a:path w="10296525" h="3486150">
                <a:moveTo>
                  <a:pt x="485775" y="1304391"/>
                </a:moveTo>
                <a:lnTo>
                  <a:pt x="485317" y="1303274"/>
                </a:lnTo>
                <a:lnTo>
                  <a:pt x="483450" y="1301419"/>
                </a:lnTo>
                <a:lnTo>
                  <a:pt x="482333" y="1300949"/>
                </a:lnTo>
                <a:lnTo>
                  <a:pt x="479704" y="1300949"/>
                </a:lnTo>
                <a:lnTo>
                  <a:pt x="478586" y="1301419"/>
                </a:lnTo>
                <a:lnTo>
                  <a:pt x="476719" y="1303274"/>
                </a:lnTo>
                <a:lnTo>
                  <a:pt x="476250" y="1304391"/>
                </a:lnTo>
                <a:lnTo>
                  <a:pt x="476250" y="1307033"/>
                </a:lnTo>
                <a:lnTo>
                  <a:pt x="476719" y="1308150"/>
                </a:lnTo>
                <a:lnTo>
                  <a:pt x="478586" y="1310005"/>
                </a:lnTo>
                <a:lnTo>
                  <a:pt x="479704" y="1310474"/>
                </a:lnTo>
                <a:lnTo>
                  <a:pt x="482333" y="1310474"/>
                </a:lnTo>
                <a:lnTo>
                  <a:pt x="483450" y="1310005"/>
                </a:lnTo>
                <a:lnTo>
                  <a:pt x="485317" y="1308150"/>
                </a:lnTo>
                <a:lnTo>
                  <a:pt x="485775" y="1307033"/>
                </a:lnTo>
                <a:lnTo>
                  <a:pt x="485775" y="1304391"/>
                </a:lnTo>
                <a:close/>
              </a:path>
              <a:path w="10296525" h="3486150">
                <a:moveTo>
                  <a:pt x="485775" y="580758"/>
                </a:moveTo>
                <a:lnTo>
                  <a:pt x="485317" y="579640"/>
                </a:lnTo>
                <a:lnTo>
                  <a:pt x="483450" y="577773"/>
                </a:lnTo>
                <a:lnTo>
                  <a:pt x="482333" y="577316"/>
                </a:lnTo>
                <a:lnTo>
                  <a:pt x="479704" y="577316"/>
                </a:lnTo>
                <a:lnTo>
                  <a:pt x="478586" y="577773"/>
                </a:lnTo>
                <a:lnTo>
                  <a:pt x="476719" y="579640"/>
                </a:lnTo>
                <a:lnTo>
                  <a:pt x="476250" y="580758"/>
                </a:lnTo>
                <a:lnTo>
                  <a:pt x="476250" y="583387"/>
                </a:lnTo>
                <a:lnTo>
                  <a:pt x="476719" y="584517"/>
                </a:lnTo>
                <a:lnTo>
                  <a:pt x="478586" y="586371"/>
                </a:lnTo>
                <a:lnTo>
                  <a:pt x="479704" y="586841"/>
                </a:lnTo>
                <a:lnTo>
                  <a:pt x="482333" y="586841"/>
                </a:lnTo>
                <a:lnTo>
                  <a:pt x="483450" y="586371"/>
                </a:lnTo>
                <a:lnTo>
                  <a:pt x="485317" y="584517"/>
                </a:lnTo>
                <a:lnTo>
                  <a:pt x="485775" y="583387"/>
                </a:lnTo>
                <a:lnTo>
                  <a:pt x="485775" y="580758"/>
                </a:lnTo>
                <a:close/>
              </a:path>
              <a:path w="10296525" h="3486150">
                <a:moveTo>
                  <a:pt x="533400" y="2751671"/>
                </a:moveTo>
                <a:lnTo>
                  <a:pt x="532942" y="2750540"/>
                </a:lnTo>
                <a:lnTo>
                  <a:pt x="531075" y="2748686"/>
                </a:lnTo>
                <a:lnTo>
                  <a:pt x="529958" y="2748216"/>
                </a:lnTo>
                <a:lnTo>
                  <a:pt x="527329" y="2748216"/>
                </a:lnTo>
                <a:lnTo>
                  <a:pt x="526211" y="2748686"/>
                </a:lnTo>
                <a:lnTo>
                  <a:pt x="524344" y="2750540"/>
                </a:lnTo>
                <a:lnTo>
                  <a:pt x="523875" y="2751671"/>
                </a:lnTo>
                <a:lnTo>
                  <a:pt x="523875" y="2754299"/>
                </a:lnTo>
                <a:lnTo>
                  <a:pt x="524344" y="2755417"/>
                </a:lnTo>
                <a:lnTo>
                  <a:pt x="526211" y="2757284"/>
                </a:lnTo>
                <a:lnTo>
                  <a:pt x="527329" y="2757741"/>
                </a:lnTo>
                <a:lnTo>
                  <a:pt x="529958" y="2757741"/>
                </a:lnTo>
                <a:lnTo>
                  <a:pt x="531075" y="2757284"/>
                </a:lnTo>
                <a:lnTo>
                  <a:pt x="532942" y="2755417"/>
                </a:lnTo>
                <a:lnTo>
                  <a:pt x="533400" y="2754299"/>
                </a:lnTo>
                <a:lnTo>
                  <a:pt x="533400" y="2751671"/>
                </a:lnTo>
                <a:close/>
              </a:path>
              <a:path w="10296525" h="3486150">
                <a:moveTo>
                  <a:pt x="533400" y="2028037"/>
                </a:moveTo>
                <a:lnTo>
                  <a:pt x="532942" y="2026907"/>
                </a:lnTo>
                <a:lnTo>
                  <a:pt x="531075" y="2025053"/>
                </a:lnTo>
                <a:lnTo>
                  <a:pt x="529958" y="2024583"/>
                </a:lnTo>
                <a:lnTo>
                  <a:pt x="527329" y="2024583"/>
                </a:lnTo>
                <a:lnTo>
                  <a:pt x="526211" y="2025053"/>
                </a:lnTo>
                <a:lnTo>
                  <a:pt x="524344" y="2026907"/>
                </a:lnTo>
                <a:lnTo>
                  <a:pt x="523875" y="2028037"/>
                </a:lnTo>
                <a:lnTo>
                  <a:pt x="523875" y="2030666"/>
                </a:lnTo>
                <a:lnTo>
                  <a:pt x="524344" y="2031784"/>
                </a:lnTo>
                <a:lnTo>
                  <a:pt x="526211" y="2033651"/>
                </a:lnTo>
                <a:lnTo>
                  <a:pt x="527329" y="2034108"/>
                </a:lnTo>
                <a:lnTo>
                  <a:pt x="529958" y="2034108"/>
                </a:lnTo>
                <a:lnTo>
                  <a:pt x="531075" y="2033651"/>
                </a:lnTo>
                <a:lnTo>
                  <a:pt x="532942" y="2031784"/>
                </a:lnTo>
                <a:lnTo>
                  <a:pt x="533400" y="2030666"/>
                </a:lnTo>
                <a:lnTo>
                  <a:pt x="533400" y="2028037"/>
                </a:lnTo>
                <a:close/>
              </a:path>
              <a:path w="10296525" h="3486150">
                <a:moveTo>
                  <a:pt x="533400" y="1304391"/>
                </a:moveTo>
                <a:lnTo>
                  <a:pt x="532942" y="1303274"/>
                </a:lnTo>
                <a:lnTo>
                  <a:pt x="531075" y="1301419"/>
                </a:lnTo>
                <a:lnTo>
                  <a:pt x="529958" y="1300949"/>
                </a:lnTo>
                <a:lnTo>
                  <a:pt x="527329" y="1300949"/>
                </a:lnTo>
                <a:lnTo>
                  <a:pt x="526211" y="1301419"/>
                </a:lnTo>
                <a:lnTo>
                  <a:pt x="524344" y="1303274"/>
                </a:lnTo>
                <a:lnTo>
                  <a:pt x="523875" y="1304391"/>
                </a:lnTo>
                <a:lnTo>
                  <a:pt x="523875" y="1307033"/>
                </a:lnTo>
                <a:lnTo>
                  <a:pt x="524344" y="1308150"/>
                </a:lnTo>
                <a:lnTo>
                  <a:pt x="526211" y="1310005"/>
                </a:lnTo>
                <a:lnTo>
                  <a:pt x="527329" y="1310474"/>
                </a:lnTo>
                <a:lnTo>
                  <a:pt x="529958" y="1310474"/>
                </a:lnTo>
                <a:lnTo>
                  <a:pt x="531075" y="1310005"/>
                </a:lnTo>
                <a:lnTo>
                  <a:pt x="532942" y="1308150"/>
                </a:lnTo>
                <a:lnTo>
                  <a:pt x="533400" y="1307033"/>
                </a:lnTo>
                <a:lnTo>
                  <a:pt x="533400" y="1304391"/>
                </a:lnTo>
                <a:close/>
              </a:path>
              <a:path w="10296525" h="3486150">
                <a:moveTo>
                  <a:pt x="533400" y="580758"/>
                </a:moveTo>
                <a:lnTo>
                  <a:pt x="532942" y="579640"/>
                </a:lnTo>
                <a:lnTo>
                  <a:pt x="531075" y="577773"/>
                </a:lnTo>
                <a:lnTo>
                  <a:pt x="529958" y="577316"/>
                </a:lnTo>
                <a:lnTo>
                  <a:pt x="527329" y="577316"/>
                </a:lnTo>
                <a:lnTo>
                  <a:pt x="526211" y="577773"/>
                </a:lnTo>
                <a:lnTo>
                  <a:pt x="524344" y="579640"/>
                </a:lnTo>
                <a:lnTo>
                  <a:pt x="523875" y="580758"/>
                </a:lnTo>
                <a:lnTo>
                  <a:pt x="523875" y="583387"/>
                </a:lnTo>
                <a:lnTo>
                  <a:pt x="524344" y="584517"/>
                </a:lnTo>
                <a:lnTo>
                  <a:pt x="526211" y="586371"/>
                </a:lnTo>
                <a:lnTo>
                  <a:pt x="527329" y="586841"/>
                </a:lnTo>
                <a:lnTo>
                  <a:pt x="529958" y="586841"/>
                </a:lnTo>
                <a:lnTo>
                  <a:pt x="531075" y="586371"/>
                </a:lnTo>
                <a:lnTo>
                  <a:pt x="532942" y="584517"/>
                </a:lnTo>
                <a:lnTo>
                  <a:pt x="533400" y="583387"/>
                </a:lnTo>
                <a:lnTo>
                  <a:pt x="533400" y="580758"/>
                </a:lnTo>
                <a:close/>
              </a:path>
              <a:path w="10296525" h="3486150">
                <a:moveTo>
                  <a:pt x="581025" y="2751671"/>
                </a:moveTo>
                <a:lnTo>
                  <a:pt x="580567" y="2750540"/>
                </a:lnTo>
                <a:lnTo>
                  <a:pt x="578700" y="2748686"/>
                </a:lnTo>
                <a:lnTo>
                  <a:pt x="577583" y="2748216"/>
                </a:lnTo>
                <a:lnTo>
                  <a:pt x="574954" y="2748216"/>
                </a:lnTo>
                <a:lnTo>
                  <a:pt x="573836" y="2748686"/>
                </a:lnTo>
                <a:lnTo>
                  <a:pt x="571969" y="2750540"/>
                </a:lnTo>
                <a:lnTo>
                  <a:pt x="571500" y="2751671"/>
                </a:lnTo>
                <a:lnTo>
                  <a:pt x="571500" y="2754299"/>
                </a:lnTo>
                <a:lnTo>
                  <a:pt x="571969" y="2755417"/>
                </a:lnTo>
                <a:lnTo>
                  <a:pt x="573836" y="2757284"/>
                </a:lnTo>
                <a:lnTo>
                  <a:pt x="574954" y="2757741"/>
                </a:lnTo>
                <a:lnTo>
                  <a:pt x="577583" y="2757741"/>
                </a:lnTo>
                <a:lnTo>
                  <a:pt x="578700" y="2757284"/>
                </a:lnTo>
                <a:lnTo>
                  <a:pt x="580567" y="2755417"/>
                </a:lnTo>
                <a:lnTo>
                  <a:pt x="581025" y="2754299"/>
                </a:lnTo>
                <a:lnTo>
                  <a:pt x="581025" y="2751671"/>
                </a:lnTo>
                <a:close/>
              </a:path>
              <a:path w="10296525" h="3486150">
                <a:moveTo>
                  <a:pt x="581025" y="2028037"/>
                </a:moveTo>
                <a:lnTo>
                  <a:pt x="580567" y="2026907"/>
                </a:lnTo>
                <a:lnTo>
                  <a:pt x="578700" y="2025053"/>
                </a:lnTo>
                <a:lnTo>
                  <a:pt x="577583" y="2024583"/>
                </a:lnTo>
                <a:lnTo>
                  <a:pt x="574954" y="2024583"/>
                </a:lnTo>
                <a:lnTo>
                  <a:pt x="573836" y="2025053"/>
                </a:lnTo>
                <a:lnTo>
                  <a:pt x="571969" y="2026907"/>
                </a:lnTo>
                <a:lnTo>
                  <a:pt x="571500" y="2028037"/>
                </a:lnTo>
                <a:lnTo>
                  <a:pt x="571500" y="2030666"/>
                </a:lnTo>
                <a:lnTo>
                  <a:pt x="571969" y="2031784"/>
                </a:lnTo>
                <a:lnTo>
                  <a:pt x="573836" y="2033651"/>
                </a:lnTo>
                <a:lnTo>
                  <a:pt x="574954" y="2034108"/>
                </a:lnTo>
                <a:lnTo>
                  <a:pt x="577583" y="2034108"/>
                </a:lnTo>
                <a:lnTo>
                  <a:pt x="578700" y="2033651"/>
                </a:lnTo>
                <a:lnTo>
                  <a:pt x="580567" y="2031784"/>
                </a:lnTo>
                <a:lnTo>
                  <a:pt x="581025" y="2030666"/>
                </a:lnTo>
                <a:lnTo>
                  <a:pt x="581025" y="2028037"/>
                </a:lnTo>
                <a:close/>
              </a:path>
              <a:path w="10296525" h="3486150">
                <a:moveTo>
                  <a:pt x="581025" y="1304391"/>
                </a:moveTo>
                <a:lnTo>
                  <a:pt x="580567" y="1303274"/>
                </a:lnTo>
                <a:lnTo>
                  <a:pt x="578700" y="1301419"/>
                </a:lnTo>
                <a:lnTo>
                  <a:pt x="577583" y="1300949"/>
                </a:lnTo>
                <a:lnTo>
                  <a:pt x="574954" y="1300949"/>
                </a:lnTo>
                <a:lnTo>
                  <a:pt x="573836" y="1301419"/>
                </a:lnTo>
                <a:lnTo>
                  <a:pt x="571969" y="1303274"/>
                </a:lnTo>
                <a:lnTo>
                  <a:pt x="571500" y="1304391"/>
                </a:lnTo>
                <a:lnTo>
                  <a:pt x="571500" y="1307033"/>
                </a:lnTo>
                <a:lnTo>
                  <a:pt x="571969" y="1308150"/>
                </a:lnTo>
                <a:lnTo>
                  <a:pt x="573836" y="1310005"/>
                </a:lnTo>
                <a:lnTo>
                  <a:pt x="574954" y="1310474"/>
                </a:lnTo>
                <a:lnTo>
                  <a:pt x="577583" y="1310474"/>
                </a:lnTo>
                <a:lnTo>
                  <a:pt x="578700" y="1310005"/>
                </a:lnTo>
                <a:lnTo>
                  <a:pt x="580567" y="1308150"/>
                </a:lnTo>
                <a:lnTo>
                  <a:pt x="581025" y="1307033"/>
                </a:lnTo>
                <a:lnTo>
                  <a:pt x="581025" y="1304391"/>
                </a:lnTo>
                <a:close/>
              </a:path>
              <a:path w="10296525" h="3486150">
                <a:moveTo>
                  <a:pt x="581025" y="580758"/>
                </a:moveTo>
                <a:lnTo>
                  <a:pt x="580567" y="579640"/>
                </a:lnTo>
                <a:lnTo>
                  <a:pt x="578700" y="577773"/>
                </a:lnTo>
                <a:lnTo>
                  <a:pt x="577583" y="577316"/>
                </a:lnTo>
                <a:lnTo>
                  <a:pt x="574954" y="577316"/>
                </a:lnTo>
                <a:lnTo>
                  <a:pt x="573836" y="577773"/>
                </a:lnTo>
                <a:lnTo>
                  <a:pt x="571969" y="579640"/>
                </a:lnTo>
                <a:lnTo>
                  <a:pt x="571500" y="580758"/>
                </a:lnTo>
                <a:lnTo>
                  <a:pt x="571500" y="583387"/>
                </a:lnTo>
                <a:lnTo>
                  <a:pt x="571969" y="584517"/>
                </a:lnTo>
                <a:lnTo>
                  <a:pt x="573836" y="586371"/>
                </a:lnTo>
                <a:lnTo>
                  <a:pt x="574954" y="586841"/>
                </a:lnTo>
                <a:lnTo>
                  <a:pt x="577583" y="586841"/>
                </a:lnTo>
                <a:lnTo>
                  <a:pt x="578700" y="586371"/>
                </a:lnTo>
                <a:lnTo>
                  <a:pt x="580567" y="584517"/>
                </a:lnTo>
                <a:lnTo>
                  <a:pt x="581025" y="583387"/>
                </a:lnTo>
                <a:lnTo>
                  <a:pt x="581025" y="580758"/>
                </a:lnTo>
                <a:close/>
              </a:path>
              <a:path w="10296525" h="3486150">
                <a:moveTo>
                  <a:pt x="628650" y="2751671"/>
                </a:moveTo>
                <a:lnTo>
                  <a:pt x="628192" y="2750540"/>
                </a:lnTo>
                <a:lnTo>
                  <a:pt x="626325" y="2748686"/>
                </a:lnTo>
                <a:lnTo>
                  <a:pt x="625208" y="2748216"/>
                </a:lnTo>
                <a:lnTo>
                  <a:pt x="622579" y="2748216"/>
                </a:lnTo>
                <a:lnTo>
                  <a:pt x="621461" y="2748686"/>
                </a:lnTo>
                <a:lnTo>
                  <a:pt x="619594" y="2750540"/>
                </a:lnTo>
                <a:lnTo>
                  <a:pt x="619125" y="2751671"/>
                </a:lnTo>
                <a:lnTo>
                  <a:pt x="619125" y="2754299"/>
                </a:lnTo>
                <a:lnTo>
                  <a:pt x="619594" y="2755417"/>
                </a:lnTo>
                <a:lnTo>
                  <a:pt x="621461" y="2757284"/>
                </a:lnTo>
                <a:lnTo>
                  <a:pt x="622579" y="2757741"/>
                </a:lnTo>
                <a:lnTo>
                  <a:pt x="625208" y="2757741"/>
                </a:lnTo>
                <a:lnTo>
                  <a:pt x="626325" y="2757284"/>
                </a:lnTo>
                <a:lnTo>
                  <a:pt x="628192" y="2755417"/>
                </a:lnTo>
                <a:lnTo>
                  <a:pt x="628650" y="2754299"/>
                </a:lnTo>
                <a:lnTo>
                  <a:pt x="628650" y="2751671"/>
                </a:lnTo>
                <a:close/>
              </a:path>
              <a:path w="10296525" h="3486150">
                <a:moveTo>
                  <a:pt x="628650" y="2028037"/>
                </a:moveTo>
                <a:lnTo>
                  <a:pt x="628192" y="2026907"/>
                </a:lnTo>
                <a:lnTo>
                  <a:pt x="626325" y="2025053"/>
                </a:lnTo>
                <a:lnTo>
                  <a:pt x="625208" y="2024583"/>
                </a:lnTo>
                <a:lnTo>
                  <a:pt x="622579" y="2024583"/>
                </a:lnTo>
                <a:lnTo>
                  <a:pt x="621461" y="2025053"/>
                </a:lnTo>
                <a:lnTo>
                  <a:pt x="619594" y="2026907"/>
                </a:lnTo>
                <a:lnTo>
                  <a:pt x="619125" y="2028037"/>
                </a:lnTo>
                <a:lnTo>
                  <a:pt x="619125" y="2030666"/>
                </a:lnTo>
                <a:lnTo>
                  <a:pt x="619594" y="2031784"/>
                </a:lnTo>
                <a:lnTo>
                  <a:pt x="621461" y="2033651"/>
                </a:lnTo>
                <a:lnTo>
                  <a:pt x="622579" y="2034108"/>
                </a:lnTo>
                <a:lnTo>
                  <a:pt x="625208" y="2034108"/>
                </a:lnTo>
                <a:lnTo>
                  <a:pt x="626325" y="2033651"/>
                </a:lnTo>
                <a:lnTo>
                  <a:pt x="628192" y="2031784"/>
                </a:lnTo>
                <a:lnTo>
                  <a:pt x="628650" y="2030666"/>
                </a:lnTo>
                <a:lnTo>
                  <a:pt x="628650" y="2028037"/>
                </a:lnTo>
                <a:close/>
              </a:path>
              <a:path w="10296525" h="3486150">
                <a:moveTo>
                  <a:pt x="628650" y="1304391"/>
                </a:moveTo>
                <a:lnTo>
                  <a:pt x="628192" y="1303274"/>
                </a:lnTo>
                <a:lnTo>
                  <a:pt x="626325" y="1301419"/>
                </a:lnTo>
                <a:lnTo>
                  <a:pt x="625208" y="1300949"/>
                </a:lnTo>
                <a:lnTo>
                  <a:pt x="622579" y="1300949"/>
                </a:lnTo>
                <a:lnTo>
                  <a:pt x="621461" y="1301419"/>
                </a:lnTo>
                <a:lnTo>
                  <a:pt x="619594" y="1303274"/>
                </a:lnTo>
                <a:lnTo>
                  <a:pt x="619125" y="1304391"/>
                </a:lnTo>
                <a:lnTo>
                  <a:pt x="619125" y="1307033"/>
                </a:lnTo>
                <a:lnTo>
                  <a:pt x="619594" y="1308150"/>
                </a:lnTo>
                <a:lnTo>
                  <a:pt x="621461" y="1310005"/>
                </a:lnTo>
                <a:lnTo>
                  <a:pt x="622579" y="1310474"/>
                </a:lnTo>
                <a:lnTo>
                  <a:pt x="625208" y="1310474"/>
                </a:lnTo>
                <a:lnTo>
                  <a:pt x="626325" y="1310005"/>
                </a:lnTo>
                <a:lnTo>
                  <a:pt x="628192" y="1308150"/>
                </a:lnTo>
                <a:lnTo>
                  <a:pt x="628650" y="1307033"/>
                </a:lnTo>
                <a:lnTo>
                  <a:pt x="628650" y="1304391"/>
                </a:lnTo>
                <a:close/>
              </a:path>
              <a:path w="10296525" h="3486150">
                <a:moveTo>
                  <a:pt x="628650" y="580758"/>
                </a:moveTo>
                <a:lnTo>
                  <a:pt x="628192" y="579640"/>
                </a:lnTo>
                <a:lnTo>
                  <a:pt x="626325" y="577773"/>
                </a:lnTo>
                <a:lnTo>
                  <a:pt x="625208" y="577316"/>
                </a:lnTo>
                <a:lnTo>
                  <a:pt x="622579" y="577316"/>
                </a:lnTo>
                <a:lnTo>
                  <a:pt x="621461" y="577773"/>
                </a:lnTo>
                <a:lnTo>
                  <a:pt x="619594" y="579640"/>
                </a:lnTo>
                <a:lnTo>
                  <a:pt x="619125" y="580758"/>
                </a:lnTo>
                <a:lnTo>
                  <a:pt x="619125" y="583387"/>
                </a:lnTo>
                <a:lnTo>
                  <a:pt x="619594" y="584517"/>
                </a:lnTo>
                <a:lnTo>
                  <a:pt x="621461" y="586371"/>
                </a:lnTo>
                <a:lnTo>
                  <a:pt x="622579" y="586841"/>
                </a:lnTo>
                <a:lnTo>
                  <a:pt x="625208" y="586841"/>
                </a:lnTo>
                <a:lnTo>
                  <a:pt x="626325" y="586371"/>
                </a:lnTo>
                <a:lnTo>
                  <a:pt x="628192" y="584517"/>
                </a:lnTo>
                <a:lnTo>
                  <a:pt x="628650" y="583387"/>
                </a:lnTo>
                <a:lnTo>
                  <a:pt x="628650" y="580758"/>
                </a:lnTo>
                <a:close/>
              </a:path>
              <a:path w="10296525" h="3486150">
                <a:moveTo>
                  <a:pt x="676275" y="2751671"/>
                </a:moveTo>
                <a:lnTo>
                  <a:pt x="675817" y="2750540"/>
                </a:lnTo>
                <a:lnTo>
                  <a:pt x="673950" y="2748686"/>
                </a:lnTo>
                <a:lnTo>
                  <a:pt x="672833" y="2748216"/>
                </a:lnTo>
                <a:lnTo>
                  <a:pt x="670204" y="2748216"/>
                </a:lnTo>
                <a:lnTo>
                  <a:pt x="669086" y="2748686"/>
                </a:lnTo>
                <a:lnTo>
                  <a:pt x="667219" y="2750540"/>
                </a:lnTo>
                <a:lnTo>
                  <a:pt x="666750" y="2751671"/>
                </a:lnTo>
                <a:lnTo>
                  <a:pt x="666750" y="2754299"/>
                </a:lnTo>
                <a:lnTo>
                  <a:pt x="667219" y="2755417"/>
                </a:lnTo>
                <a:lnTo>
                  <a:pt x="669086" y="2757284"/>
                </a:lnTo>
                <a:lnTo>
                  <a:pt x="670204" y="2757741"/>
                </a:lnTo>
                <a:lnTo>
                  <a:pt x="672833" y="2757741"/>
                </a:lnTo>
                <a:lnTo>
                  <a:pt x="673950" y="2757284"/>
                </a:lnTo>
                <a:lnTo>
                  <a:pt x="675817" y="2755417"/>
                </a:lnTo>
                <a:lnTo>
                  <a:pt x="676275" y="2754299"/>
                </a:lnTo>
                <a:lnTo>
                  <a:pt x="676275" y="2751671"/>
                </a:lnTo>
                <a:close/>
              </a:path>
              <a:path w="10296525" h="3486150">
                <a:moveTo>
                  <a:pt x="676275" y="2028037"/>
                </a:moveTo>
                <a:lnTo>
                  <a:pt x="675817" y="2026907"/>
                </a:lnTo>
                <a:lnTo>
                  <a:pt x="673950" y="2025053"/>
                </a:lnTo>
                <a:lnTo>
                  <a:pt x="672833" y="2024583"/>
                </a:lnTo>
                <a:lnTo>
                  <a:pt x="670204" y="2024583"/>
                </a:lnTo>
                <a:lnTo>
                  <a:pt x="669086" y="2025053"/>
                </a:lnTo>
                <a:lnTo>
                  <a:pt x="667219" y="2026907"/>
                </a:lnTo>
                <a:lnTo>
                  <a:pt x="666750" y="2028037"/>
                </a:lnTo>
                <a:lnTo>
                  <a:pt x="666750" y="2030666"/>
                </a:lnTo>
                <a:lnTo>
                  <a:pt x="667219" y="2031784"/>
                </a:lnTo>
                <a:lnTo>
                  <a:pt x="669086" y="2033651"/>
                </a:lnTo>
                <a:lnTo>
                  <a:pt x="670204" y="2034108"/>
                </a:lnTo>
                <a:lnTo>
                  <a:pt x="672833" y="2034108"/>
                </a:lnTo>
                <a:lnTo>
                  <a:pt x="673950" y="2033651"/>
                </a:lnTo>
                <a:lnTo>
                  <a:pt x="675817" y="2031784"/>
                </a:lnTo>
                <a:lnTo>
                  <a:pt x="676275" y="2030666"/>
                </a:lnTo>
                <a:lnTo>
                  <a:pt x="676275" y="2028037"/>
                </a:lnTo>
                <a:close/>
              </a:path>
              <a:path w="10296525" h="3486150">
                <a:moveTo>
                  <a:pt x="676275" y="1304391"/>
                </a:moveTo>
                <a:lnTo>
                  <a:pt x="675817" y="1303274"/>
                </a:lnTo>
                <a:lnTo>
                  <a:pt x="673950" y="1301419"/>
                </a:lnTo>
                <a:lnTo>
                  <a:pt x="672833" y="1300949"/>
                </a:lnTo>
                <a:lnTo>
                  <a:pt x="670204" y="1300949"/>
                </a:lnTo>
                <a:lnTo>
                  <a:pt x="669086" y="1301419"/>
                </a:lnTo>
                <a:lnTo>
                  <a:pt x="667219" y="1303274"/>
                </a:lnTo>
                <a:lnTo>
                  <a:pt x="666750" y="1304391"/>
                </a:lnTo>
                <a:lnTo>
                  <a:pt x="666750" y="1307033"/>
                </a:lnTo>
                <a:lnTo>
                  <a:pt x="667219" y="1308150"/>
                </a:lnTo>
                <a:lnTo>
                  <a:pt x="669086" y="1310005"/>
                </a:lnTo>
                <a:lnTo>
                  <a:pt x="670204" y="1310474"/>
                </a:lnTo>
                <a:lnTo>
                  <a:pt x="672833" y="1310474"/>
                </a:lnTo>
                <a:lnTo>
                  <a:pt x="673950" y="1310005"/>
                </a:lnTo>
                <a:lnTo>
                  <a:pt x="675817" y="1308150"/>
                </a:lnTo>
                <a:lnTo>
                  <a:pt x="676275" y="1307033"/>
                </a:lnTo>
                <a:lnTo>
                  <a:pt x="676275" y="1304391"/>
                </a:lnTo>
                <a:close/>
              </a:path>
              <a:path w="10296525" h="3486150">
                <a:moveTo>
                  <a:pt x="676275" y="580758"/>
                </a:moveTo>
                <a:lnTo>
                  <a:pt x="675817" y="579640"/>
                </a:lnTo>
                <a:lnTo>
                  <a:pt x="673950" y="577773"/>
                </a:lnTo>
                <a:lnTo>
                  <a:pt x="672833" y="577316"/>
                </a:lnTo>
                <a:lnTo>
                  <a:pt x="670204" y="577316"/>
                </a:lnTo>
                <a:lnTo>
                  <a:pt x="669086" y="577773"/>
                </a:lnTo>
                <a:lnTo>
                  <a:pt x="667219" y="579640"/>
                </a:lnTo>
                <a:lnTo>
                  <a:pt x="666750" y="580758"/>
                </a:lnTo>
                <a:lnTo>
                  <a:pt x="666750" y="583387"/>
                </a:lnTo>
                <a:lnTo>
                  <a:pt x="667219" y="584517"/>
                </a:lnTo>
                <a:lnTo>
                  <a:pt x="669086" y="586371"/>
                </a:lnTo>
                <a:lnTo>
                  <a:pt x="670204" y="586841"/>
                </a:lnTo>
                <a:lnTo>
                  <a:pt x="672833" y="586841"/>
                </a:lnTo>
                <a:lnTo>
                  <a:pt x="673950" y="586371"/>
                </a:lnTo>
                <a:lnTo>
                  <a:pt x="675817" y="584517"/>
                </a:lnTo>
                <a:lnTo>
                  <a:pt x="676275" y="583387"/>
                </a:lnTo>
                <a:lnTo>
                  <a:pt x="676275" y="580758"/>
                </a:lnTo>
                <a:close/>
              </a:path>
              <a:path w="10296525" h="3486150">
                <a:moveTo>
                  <a:pt x="723900" y="2751671"/>
                </a:moveTo>
                <a:lnTo>
                  <a:pt x="723442" y="2750540"/>
                </a:lnTo>
                <a:lnTo>
                  <a:pt x="721575" y="2748686"/>
                </a:lnTo>
                <a:lnTo>
                  <a:pt x="720458" y="2748216"/>
                </a:lnTo>
                <a:lnTo>
                  <a:pt x="717829" y="2748216"/>
                </a:lnTo>
                <a:lnTo>
                  <a:pt x="716711" y="2748686"/>
                </a:lnTo>
                <a:lnTo>
                  <a:pt x="714844" y="2750540"/>
                </a:lnTo>
                <a:lnTo>
                  <a:pt x="714375" y="2751671"/>
                </a:lnTo>
                <a:lnTo>
                  <a:pt x="714375" y="2754299"/>
                </a:lnTo>
                <a:lnTo>
                  <a:pt x="714844" y="2755417"/>
                </a:lnTo>
                <a:lnTo>
                  <a:pt x="716711" y="2757284"/>
                </a:lnTo>
                <a:lnTo>
                  <a:pt x="717829" y="2757741"/>
                </a:lnTo>
                <a:lnTo>
                  <a:pt x="720458" y="2757741"/>
                </a:lnTo>
                <a:lnTo>
                  <a:pt x="721575" y="2757284"/>
                </a:lnTo>
                <a:lnTo>
                  <a:pt x="723442" y="2755417"/>
                </a:lnTo>
                <a:lnTo>
                  <a:pt x="723900" y="2754299"/>
                </a:lnTo>
                <a:lnTo>
                  <a:pt x="723900" y="2751671"/>
                </a:lnTo>
                <a:close/>
              </a:path>
              <a:path w="10296525" h="3486150">
                <a:moveTo>
                  <a:pt x="723900" y="2028037"/>
                </a:moveTo>
                <a:lnTo>
                  <a:pt x="723442" y="2026907"/>
                </a:lnTo>
                <a:lnTo>
                  <a:pt x="721575" y="2025053"/>
                </a:lnTo>
                <a:lnTo>
                  <a:pt x="720458" y="2024583"/>
                </a:lnTo>
                <a:lnTo>
                  <a:pt x="717829" y="2024583"/>
                </a:lnTo>
                <a:lnTo>
                  <a:pt x="716711" y="2025053"/>
                </a:lnTo>
                <a:lnTo>
                  <a:pt x="714844" y="2026907"/>
                </a:lnTo>
                <a:lnTo>
                  <a:pt x="714375" y="2028037"/>
                </a:lnTo>
                <a:lnTo>
                  <a:pt x="714375" y="2030666"/>
                </a:lnTo>
                <a:lnTo>
                  <a:pt x="714844" y="2031784"/>
                </a:lnTo>
                <a:lnTo>
                  <a:pt x="716711" y="2033651"/>
                </a:lnTo>
                <a:lnTo>
                  <a:pt x="717829" y="2034108"/>
                </a:lnTo>
                <a:lnTo>
                  <a:pt x="720458" y="2034108"/>
                </a:lnTo>
                <a:lnTo>
                  <a:pt x="721575" y="2033651"/>
                </a:lnTo>
                <a:lnTo>
                  <a:pt x="723442" y="2031784"/>
                </a:lnTo>
                <a:lnTo>
                  <a:pt x="723900" y="2030666"/>
                </a:lnTo>
                <a:lnTo>
                  <a:pt x="723900" y="2028037"/>
                </a:lnTo>
                <a:close/>
              </a:path>
              <a:path w="10296525" h="3486150">
                <a:moveTo>
                  <a:pt x="723900" y="1304391"/>
                </a:moveTo>
                <a:lnTo>
                  <a:pt x="723442" y="1303274"/>
                </a:lnTo>
                <a:lnTo>
                  <a:pt x="721575" y="1301419"/>
                </a:lnTo>
                <a:lnTo>
                  <a:pt x="720458" y="1300949"/>
                </a:lnTo>
                <a:lnTo>
                  <a:pt x="717829" y="1300949"/>
                </a:lnTo>
                <a:lnTo>
                  <a:pt x="716711" y="1301419"/>
                </a:lnTo>
                <a:lnTo>
                  <a:pt x="714844" y="1303274"/>
                </a:lnTo>
                <a:lnTo>
                  <a:pt x="714375" y="1304391"/>
                </a:lnTo>
                <a:lnTo>
                  <a:pt x="714375" y="1307033"/>
                </a:lnTo>
                <a:lnTo>
                  <a:pt x="714844" y="1308150"/>
                </a:lnTo>
                <a:lnTo>
                  <a:pt x="716711" y="1310005"/>
                </a:lnTo>
                <a:lnTo>
                  <a:pt x="717829" y="1310474"/>
                </a:lnTo>
                <a:lnTo>
                  <a:pt x="720458" y="1310474"/>
                </a:lnTo>
                <a:lnTo>
                  <a:pt x="721575" y="1310005"/>
                </a:lnTo>
                <a:lnTo>
                  <a:pt x="723442" y="1308150"/>
                </a:lnTo>
                <a:lnTo>
                  <a:pt x="723900" y="1307033"/>
                </a:lnTo>
                <a:lnTo>
                  <a:pt x="723900" y="1304391"/>
                </a:lnTo>
                <a:close/>
              </a:path>
              <a:path w="10296525" h="3486150">
                <a:moveTo>
                  <a:pt x="725055" y="3480066"/>
                </a:moveTo>
                <a:lnTo>
                  <a:pt x="724585" y="3478949"/>
                </a:lnTo>
                <a:lnTo>
                  <a:pt x="722731" y="3477082"/>
                </a:lnTo>
                <a:lnTo>
                  <a:pt x="721614" y="3476612"/>
                </a:lnTo>
                <a:lnTo>
                  <a:pt x="718972" y="3476612"/>
                </a:lnTo>
                <a:lnTo>
                  <a:pt x="717854" y="3477082"/>
                </a:lnTo>
                <a:lnTo>
                  <a:pt x="716000" y="3478949"/>
                </a:lnTo>
                <a:lnTo>
                  <a:pt x="715530" y="3480066"/>
                </a:lnTo>
                <a:lnTo>
                  <a:pt x="715530" y="3482695"/>
                </a:lnTo>
                <a:lnTo>
                  <a:pt x="716000" y="3483813"/>
                </a:lnTo>
                <a:lnTo>
                  <a:pt x="717854" y="3485680"/>
                </a:lnTo>
                <a:lnTo>
                  <a:pt x="718972" y="3486137"/>
                </a:lnTo>
                <a:lnTo>
                  <a:pt x="721614" y="3486137"/>
                </a:lnTo>
                <a:lnTo>
                  <a:pt x="722731" y="3485680"/>
                </a:lnTo>
                <a:lnTo>
                  <a:pt x="724585" y="3483813"/>
                </a:lnTo>
                <a:lnTo>
                  <a:pt x="725055" y="3482695"/>
                </a:lnTo>
                <a:lnTo>
                  <a:pt x="725055" y="3480066"/>
                </a:lnTo>
                <a:close/>
              </a:path>
              <a:path w="10296525" h="3486150">
                <a:moveTo>
                  <a:pt x="725055" y="3432441"/>
                </a:moveTo>
                <a:lnTo>
                  <a:pt x="724585" y="3431324"/>
                </a:lnTo>
                <a:lnTo>
                  <a:pt x="722731" y="3429457"/>
                </a:lnTo>
                <a:lnTo>
                  <a:pt x="721614" y="3428987"/>
                </a:lnTo>
                <a:lnTo>
                  <a:pt x="718972" y="3428987"/>
                </a:lnTo>
                <a:lnTo>
                  <a:pt x="717854" y="3429457"/>
                </a:lnTo>
                <a:lnTo>
                  <a:pt x="716000" y="3431324"/>
                </a:lnTo>
                <a:lnTo>
                  <a:pt x="715530" y="3432441"/>
                </a:lnTo>
                <a:lnTo>
                  <a:pt x="715530" y="3435070"/>
                </a:lnTo>
                <a:lnTo>
                  <a:pt x="716000" y="3436188"/>
                </a:lnTo>
                <a:lnTo>
                  <a:pt x="717854" y="3438055"/>
                </a:lnTo>
                <a:lnTo>
                  <a:pt x="718972" y="3438512"/>
                </a:lnTo>
                <a:lnTo>
                  <a:pt x="721614" y="3438512"/>
                </a:lnTo>
                <a:lnTo>
                  <a:pt x="722731" y="3438055"/>
                </a:lnTo>
                <a:lnTo>
                  <a:pt x="724585" y="3436188"/>
                </a:lnTo>
                <a:lnTo>
                  <a:pt x="725055" y="3435070"/>
                </a:lnTo>
                <a:lnTo>
                  <a:pt x="725055" y="3432441"/>
                </a:lnTo>
                <a:close/>
              </a:path>
              <a:path w="10296525" h="3486150">
                <a:moveTo>
                  <a:pt x="725055" y="3384816"/>
                </a:moveTo>
                <a:lnTo>
                  <a:pt x="724585" y="3383699"/>
                </a:lnTo>
                <a:lnTo>
                  <a:pt x="722731" y="3381832"/>
                </a:lnTo>
                <a:lnTo>
                  <a:pt x="721614" y="3381362"/>
                </a:lnTo>
                <a:lnTo>
                  <a:pt x="718972" y="3381362"/>
                </a:lnTo>
                <a:lnTo>
                  <a:pt x="717854" y="3381832"/>
                </a:lnTo>
                <a:lnTo>
                  <a:pt x="716000" y="3383699"/>
                </a:lnTo>
                <a:lnTo>
                  <a:pt x="715530" y="3384816"/>
                </a:lnTo>
                <a:lnTo>
                  <a:pt x="715530" y="3387445"/>
                </a:lnTo>
                <a:lnTo>
                  <a:pt x="716000" y="3388563"/>
                </a:lnTo>
                <a:lnTo>
                  <a:pt x="717854" y="3390430"/>
                </a:lnTo>
                <a:lnTo>
                  <a:pt x="718972" y="3390887"/>
                </a:lnTo>
                <a:lnTo>
                  <a:pt x="721614" y="3390887"/>
                </a:lnTo>
                <a:lnTo>
                  <a:pt x="722731" y="3390430"/>
                </a:lnTo>
                <a:lnTo>
                  <a:pt x="724585" y="3388563"/>
                </a:lnTo>
                <a:lnTo>
                  <a:pt x="725055" y="3387445"/>
                </a:lnTo>
                <a:lnTo>
                  <a:pt x="725055" y="3384816"/>
                </a:lnTo>
                <a:close/>
              </a:path>
              <a:path w="10296525" h="3486150">
                <a:moveTo>
                  <a:pt x="725055" y="3337191"/>
                </a:moveTo>
                <a:lnTo>
                  <a:pt x="724585" y="3336074"/>
                </a:lnTo>
                <a:lnTo>
                  <a:pt x="722731" y="3334207"/>
                </a:lnTo>
                <a:lnTo>
                  <a:pt x="721614" y="3333737"/>
                </a:lnTo>
                <a:lnTo>
                  <a:pt x="718972" y="3333737"/>
                </a:lnTo>
                <a:lnTo>
                  <a:pt x="717854" y="3334207"/>
                </a:lnTo>
                <a:lnTo>
                  <a:pt x="716000" y="3336074"/>
                </a:lnTo>
                <a:lnTo>
                  <a:pt x="715530" y="3337191"/>
                </a:lnTo>
                <a:lnTo>
                  <a:pt x="715530" y="3339820"/>
                </a:lnTo>
                <a:lnTo>
                  <a:pt x="716000" y="3340938"/>
                </a:lnTo>
                <a:lnTo>
                  <a:pt x="717854" y="3342805"/>
                </a:lnTo>
                <a:lnTo>
                  <a:pt x="718972" y="3343262"/>
                </a:lnTo>
                <a:lnTo>
                  <a:pt x="721614" y="3343262"/>
                </a:lnTo>
                <a:lnTo>
                  <a:pt x="722731" y="3342805"/>
                </a:lnTo>
                <a:lnTo>
                  <a:pt x="724585" y="3340938"/>
                </a:lnTo>
                <a:lnTo>
                  <a:pt x="725055" y="3339820"/>
                </a:lnTo>
                <a:lnTo>
                  <a:pt x="725055" y="3337191"/>
                </a:lnTo>
                <a:close/>
              </a:path>
              <a:path w="10296525" h="3486150">
                <a:moveTo>
                  <a:pt x="725055" y="3289566"/>
                </a:moveTo>
                <a:lnTo>
                  <a:pt x="724585" y="3288449"/>
                </a:lnTo>
                <a:lnTo>
                  <a:pt x="722731" y="3286582"/>
                </a:lnTo>
                <a:lnTo>
                  <a:pt x="721614" y="3286112"/>
                </a:lnTo>
                <a:lnTo>
                  <a:pt x="718972" y="3286112"/>
                </a:lnTo>
                <a:lnTo>
                  <a:pt x="717854" y="3286582"/>
                </a:lnTo>
                <a:lnTo>
                  <a:pt x="716000" y="3288449"/>
                </a:lnTo>
                <a:lnTo>
                  <a:pt x="715530" y="3289566"/>
                </a:lnTo>
                <a:lnTo>
                  <a:pt x="715530" y="3292195"/>
                </a:lnTo>
                <a:lnTo>
                  <a:pt x="716000" y="3293313"/>
                </a:lnTo>
                <a:lnTo>
                  <a:pt x="717854" y="3295180"/>
                </a:lnTo>
                <a:lnTo>
                  <a:pt x="718972" y="3295637"/>
                </a:lnTo>
                <a:lnTo>
                  <a:pt x="721614" y="3295637"/>
                </a:lnTo>
                <a:lnTo>
                  <a:pt x="722731" y="3295180"/>
                </a:lnTo>
                <a:lnTo>
                  <a:pt x="724585" y="3293313"/>
                </a:lnTo>
                <a:lnTo>
                  <a:pt x="725055" y="3292195"/>
                </a:lnTo>
                <a:lnTo>
                  <a:pt x="725055" y="3289566"/>
                </a:lnTo>
                <a:close/>
              </a:path>
              <a:path w="10296525" h="3486150">
                <a:moveTo>
                  <a:pt x="725055" y="3241941"/>
                </a:moveTo>
                <a:lnTo>
                  <a:pt x="724585" y="3240824"/>
                </a:lnTo>
                <a:lnTo>
                  <a:pt x="722731" y="3238957"/>
                </a:lnTo>
                <a:lnTo>
                  <a:pt x="721614" y="3238487"/>
                </a:lnTo>
                <a:lnTo>
                  <a:pt x="718972" y="3238487"/>
                </a:lnTo>
                <a:lnTo>
                  <a:pt x="717854" y="3238957"/>
                </a:lnTo>
                <a:lnTo>
                  <a:pt x="716000" y="3240824"/>
                </a:lnTo>
                <a:lnTo>
                  <a:pt x="715530" y="3241941"/>
                </a:lnTo>
                <a:lnTo>
                  <a:pt x="715530" y="3244570"/>
                </a:lnTo>
                <a:lnTo>
                  <a:pt x="716000" y="3245688"/>
                </a:lnTo>
                <a:lnTo>
                  <a:pt x="717854" y="3247555"/>
                </a:lnTo>
                <a:lnTo>
                  <a:pt x="718972" y="3248012"/>
                </a:lnTo>
                <a:lnTo>
                  <a:pt x="721614" y="3248012"/>
                </a:lnTo>
                <a:lnTo>
                  <a:pt x="722731" y="3247555"/>
                </a:lnTo>
                <a:lnTo>
                  <a:pt x="724585" y="3245688"/>
                </a:lnTo>
                <a:lnTo>
                  <a:pt x="725055" y="3244570"/>
                </a:lnTo>
                <a:lnTo>
                  <a:pt x="725055" y="3241941"/>
                </a:lnTo>
                <a:close/>
              </a:path>
              <a:path w="10296525" h="3486150">
                <a:moveTo>
                  <a:pt x="725055" y="3194316"/>
                </a:moveTo>
                <a:lnTo>
                  <a:pt x="724585" y="3193199"/>
                </a:lnTo>
                <a:lnTo>
                  <a:pt x="722731" y="3191332"/>
                </a:lnTo>
                <a:lnTo>
                  <a:pt x="721614" y="3190862"/>
                </a:lnTo>
                <a:lnTo>
                  <a:pt x="718972" y="3190862"/>
                </a:lnTo>
                <a:lnTo>
                  <a:pt x="717854" y="3191332"/>
                </a:lnTo>
                <a:lnTo>
                  <a:pt x="716000" y="3193199"/>
                </a:lnTo>
                <a:lnTo>
                  <a:pt x="715530" y="3194316"/>
                </a:lnTo>
                <a:lnTo>
                  <a:pt x="715530" y="3196945"/>
                </a:lnTo>
                <a:lnTo>
                  <a:pt x="716000" y="3198063"/>
                </a:lnTo>
                <a:lnTo>
                  <a:pt x="717854" y="3199930"/>
                </a:lnTo>
                <a:lnTo>
                  <a:pt x="718972" y="3200387"/>
                </a:lnTo>
                <a:lnTo>
                  <a:pt x="721614" y="3200387"/>
                </a:lnTo>
                <a:lnTo>
                  <a:pt x="722731" y="3199930"/>
                </a:lnTo>
                <a:lnTo>
                  <a:pt x="724585" y="3198063"/>
                </a:lnTo>
                <a:lnTo>
                  <a:pt x="725055" y="3196945"/>
                </a:lnTo>
                <a:lnTo>
                  <a:pt x="725055" y="3194316"/>
                </a:lnTo>
                <a:close/>
              </a:path>
              <a:path w="10296525" h="3486150">
                <a:moveTo>
                  <a:pt x="725055" y="3146691"/>
                </a:moveTo>
                <a:lnTo>
                  <a:pt x="724585" y="3145574"/>
                </a:lnTo>
                <a:lnTo>
                  <a:pt x="722731" y="3143707"/>
                </a:lnTo>
                <a:lnTo>
                  <a:pt x="721614" y="3143237"/>
                </a:lnTo>
                <a:lnTo>
                  <a:pt x="718972" y="3143237"/>
                </a:lnTo>
                <a:lnTo>
                  <a:pt x="717854" y="3143707"/>
                </a:lnTo>
                <a:lnTo>
                  <a:pt x="716000" y="3145574"/>
                </a:lnTo>
                <a:lnTo>
                  <a:pt x="715530" y="3146691"/>
                </a:lnTo>
                <a:lnTo>
                  <a:pt x="715530" y="3149320"/>
                </a:lnTo>
                <a:lnTo>
                  <a:pt x="716000" y="3150438"/>
                </a:lnTo>
                <a:lnTo>
                  <a:pt x="717854" y="3152305"/>
                </a:lnTo>
                <a:lnTo>
                  <a:pt x="718972" y="3152762"/>
                </a:lnTo>
                <a:lnTo>
                  <a:pt x="721614" y="3152762"/>
                </a:lnTo>
                <a:lnTo>
                  <a:pt x="722731" y="3152305"/>
                </a:lnTo>
                <a:lnTo>
                  <a:pt x="724585" y="3150438"/>
                </a:lnTo>
                <a:lnTo>
                  <a:pt x="725055" y="3149320"/>
                </a:lnTo>
                <a:lnTo>
                  <a:pt x="725055" y="3146691"/>
                </a:lnTo>
                <a:close/>
              </a:path>
              <a:path w="10296525" h="3486150">
                <a:moveTo>
                  <a:pt x="725055" y="3099066"/>
                </a:moveTo>
                <a:lnTo>
                  <a:pt x="724585" y="3097949"/>
                </a:lnTo>
                <a:lnTo>
                  <a:pt x="722731" y="3096082"/>
                </a:lnTo>
                <a:lnTo>
                  <a:pt x="721614" y="3095612"/>
                </a:lnTo>
                <a:lnTo>
                  <a:pt x="718972" y="3095612"/>
                </a:lnTo>
                <a:lnTo>
                  <a:pt x="717854" y="3096082"/>
                </a:lnTo>
                <a:lnTo>
                  <a:pt x="716000" y="3097949"/>
                </a:lnTo>
                <a:lnTo>
                  <a:pt x="715530" y="3099066"/>
                </a:lnTo>
                <a:lnTo>
                  <a:pt x="715530" y="3101695"/>
                </a:lnTo>
                <a:lnTo>
                  <a:pt x="716000" y="3102813"/>
                </a:lnTo>
                <a:lnTo>
                  <a:pt x="717854" y="3104680"/>
                </a:lnTo>
                <a:lnTo>
                  <a:pt x="718972" y="3105137"/>
                </a:lnTo>
                <a:lnTo>
                  <a:pt x="721614" y="3105137"/>
                </a:lnTo>
                <a:lnTo>
                  <a:pt x="722731" y="3104680"/>
                </a:lnTo>
                <a:lnTo>
                  <a:pt x="724585" y="3102813"/>
                </a:lnTo>
                <a:lnTo>
                  <a:pt x="725055" y="3101695"/>
                </a:lnTo>
                <a:lnTo>
                  <a:pt x="725055" y="3099066"/>
                </a:lnTo>
                <a:close/>
              </a:path>
              <a:path w="10296525" h="3486150">
                <a:moveTo>
                  <a:pt x="725055" y="3051441"/>
                </a:moveTo>
                <a:lnTo>
                  <a:pt x="724585" y="3050324"/>
                </a:lnTo>
                <a:lnTo>
                  <a:pt x="722731" y="3048457"/>
                </a:lnTo>
                <a:lnTo>
                  <a:pt x="721614" y="3047987"/>
                </a:lnTo>
                <a:lnTo>
                  <a:pt x="718972" y="3047987"/>
                </a:lnTo>
                <a:lnTo>
                  <a:pt x="717854" y="3048457"/>
                </a:lnTo>
                <a:lnTo>
                  <a:pt x="716000" y="3050324"/>
                </a:lnTo>
                <a:lnTo>
                  <a:pt x="715530" y="3051441"/>
                </a:lnTo>
                <a:lnTo>
                  <a:pt x="715530" y="3054070"/>
                </a:lnTo>
                <a:lnTo>
                  <a:pt x="716000" y="3055188"/>
                </a:lnTo>
                <a:lnTo>
                  <a:pt x="717854" y="3057055"/>
                </a:lnTo>
                <a:lnTo>
                  <a:pt x="718972" y="3057512"/>
                </a:lnTo>
                <a:lnTo>
                  <a:pt x="721614" y="3057512"/>
                </a:lnTo>
                <a:lnTo>
                  <a:pt x="722731" y="3057055"/>
                </a:lnTo>
                <a:lnTo>
                  <a:pt x="724585" y="3055188"/>
                </a:lnTo>
                <a:lnTo>
                  <a:pt x="725055" y="3054070"/>
                </a:lnTo>
                <a:lnTo>
                  <a:pt x="725055" y="3051441"/>
                </a:lnTo>
                <a:close/>
              </a:path>
              <a:path w="10296525" h="3486150">
                <a:moveTo>
                  <a:pt x="725055" y="3003816"/>
                </a:moveTo>
                <a:lnTo>
                  <a:pt x="724585" y="3002699"/>
                </a:lnTo>
                <a:lnTo>
                  <a:pt x="722731" y="3000832"/>
                </a:lnTo>
                <a:lnTo>
                  <a:pt x="721614" y="3000362"/>
                </a:lnTo>
                <a:lnTo>
                  <a:pt x="718972" y="3000362"/>
                </a:lnTo>
                <a:lnTo>
                  <a:pt x="717854" y="3000832"/>
                </a:lnTo>
                <a:lnTo>
                  <a:pt x="716000" y="3002699"/>
                </a:lnTo>
                <a:lnTo>
                  <a:pt x="715530" y="3003816"/>
                </a:lnTo>
                <a:lnTo>
                  <a:pt x="715530" y="3006445"/>
                </a:lnTo>
                <a:lnTo>
                  <a:pt x="716000" y="3007563"/>
                </a:lnTo>
                <a:lnTo>
                  <a:pt x="717854" y="3009430"/>
                </a:lnTo>
                <a:lnTo>
                  <a:pt x="718972" y="3009887"/>
                </a:lnTo>
                <a:lnTo>
                  <a:pt x="721614" y="3009887"/>
                </a:lnTo>
                <a:lnTo>
                  <a:pt x="722731" y="3009430"/>
                </a:lnTo>
                <a:lnTo>
                  <a:pt x="724585" y="3007563"/>
                </a:lnTo>
                <a:lnTo>
                  <a:pt x="725055" y="3006445"/>
                </a:lnTo>
                <a:lnTo>
                  <a:pt x="725055" y="3003816"/>
                </a:lnTo>
                <a:close/>
              </a:path>
              <a:path w="10296525" h="3486150">
                <a:moveTo>
                  <a:pt x="725055" y="2956191"/>
                </a:moveTo>
                <a:lnTo>
                  <a:pt x="724585" y="2955074"/>
                </a:lnTo>
                <a:lnTo>
                  <a:pt x="722731" y="2953207"/>
                </a:lnTo>
                <a:lnTo>
                  <a:pt x="721614" y="2952737"/>
                </a:lnTo>
                <a:lnTo>
                  <a:pt x="718972" y="2952737"/>
                </a:lnTo>
                <a:lnTo>
                  <a:pt x="717854" y="2953207"/>
                </a:lnTo>
                <a:lnTo>
                  <a:pt x="716000" y="2955074"/>
                </a:lnTo>
                <a:lnTo>
                  <a:pt x="715530" y="2956191"/>
                </a:lnTo>
                <a:lnTo>
                  <a:pt x="715530" y="2958820"/>
                </a:lnTo>
                <a:lnTo>
                  <a:pt x="716000" y="2959938"/>
                </a:lnTo>
                <a:lnTo>
                  <a:pt x="717854" y="2961805"/>
                </a:lnTo>
                <a:lnTo>
                  <a:pt x="718972" y="2962262"/>
                </a:lnTo>
                <a:lnTo>
                  <a:pt x="721614" y="2962262"/>
                </a:lnTo>
                <a:lnTo>
                  <a:pt x="722731" y="2961805"/>
                </a:lnTo>
                <a:lnTo>
                  <a:pt x="724585" y="2959938"/>
                </a:lnTo>
                <a:lnTo>
                  <a:pt x="725055" y="2958820"/>
                </a:lnTo>
                <a:lnTo>
                  <a:pt x="725055" y="2956191"/>
                </a:lnTo>
                <a:close/>
              </a:path>
              <a:path w="10296525" h="3486150">
                <a:moveTo>
                  <a:pt x="725055" y="2908566"/>
                </a:moveTo>
                <a:lnTo>
                  <a:pt x="724585" y="2907449"/>
                </a:lnTo>
                <a:lnTo>
                  <a:pt x="722731" y="2905582"/>
                </a:lnTo>
                <a:lnTo>
                  <a:pt x="721614" y="2905112"/>
                </a:lnTo>
                <a:lnTo>
                  <a:pt x="718972" y="2905112"/>
                </a:lnTo>
                <a:lnTo>
                  <a:pt x="717854" y="2905582"/>
                </a:lnTo>
                <a:lnTo>
                  <a:pt x="716000" y="2907449"/>
                </a:lnTo>
                <a:lnTo>
                  <a:pt x="715530" y="2908566"/>
                </a:lnTo>
                <a:lnTo>
                  <a:pt x="715530" y="2911195"/>
                </a:lnTo>
                <a:lnTo>
                  <a:pt x="716000" y="2912313"/>
                </a:lnTo>
                <a:lnTo>
                  <a:pt x="717854" y="2914180"/>
                </a:lnTo>
                <a:lnTo>
                  <a:pt x="718972" y="2914637"/>
                </a:lnTo>
                <a:lnTo>
                  <a:pt x="721614" y="2914637"/>
                </a:lnTo>
                <a:lnTo>
                  <a:pt x="722731" y="2914180"/>
                </a:lnTo>
                <a:lnTo>
                  <a:pt x="724585" y="2912313"/>
                </a:lnTo>
                <a:lnTo>
                  <a:pt x="725055" y="2911195"/>
                </a:lnTo>
                <a:lnTo>
                  <a:pt x="725055" y="2908566"/>
                </a:lnTo>
                <a:close/>
              </a:path>
              <a:path w="10296525" h="3486150">
                <a:moveTo>
                  <a:pt x="725055" y="2860941"/>
                </a:moveTo>
                <a:lnTo>
                  <a:pt x="724585" y="2859824"/>
                </a:lnTo>
                <a:lnTo>
                  <a:pt x="722731" y="2857957"/>
                </a:lnTo>
                <a:lnTo>
                  <a:pt x="721614" y="2857487"/>
                </a:lnTo>
                <a:lnTo>
                  <a:pt x="718972" y="2857487"/>
                </a:lnTo>
                <a:lnTo>
                  <a:pt x="717854" y="2857957"/>
                </a:lnTo>
                <a:lnTo>
                  <a:pt x="716000" y="2859824"/>
                </a:lnTo>
                <a:lnTo>
                  <a:pt x="715530" y="2860941"/>
                </a:lnTo>
                <a:lnTo>
                  <a:pt x="715530" y="2863570"/>
                </a:lnTo>
                <a:lnTo>
                  <a:pt x="716000" y="2864688"/>
                </a:lnTo>
                <a:lnTo>
                  <a:pt x="717854" y="2866555"/>
                </a:lnTo>
                <a:lnTo>
                  <a:pt x="718972" y="2867012"/>
                </a:lnTo>
                <a:lnTo>
                  <a:pt x="721614" y="2867012"/>
                </a:lnTo>
                <a:lnTo>
                  <a:pt x="722731" y="2866555"/>
                </a:lnTo>
                <a:lnTo>
                  <a:pt x="724585" y="2864688"/>
                </a:lnTo>
                <a:lnTo>
                  <a:pt x="725055" y="2863570"/>
                </a:lnTo>
                <a:lnTo>
                  <a:pt x="725055" y="2860941"/>
                </a:lnTo>
                <a:close/>
              </a:path>
              <a:path w="10296525" h="3486150">
                <a:moveTo>
                  <a:pt x="725055" y="2813316"/>
                </a:moveTo>
                <a:lnTo>
                  <a:pt x="724585" y="2812199"/>
                </a:lnTo>
                <a:lnTo>
                  <a:pt x="722731" y="2810332"/>
                </a:lnTo>
                <a:lnTo>
                  <a:pt x="721614" y="2809862"/>
                </a:lnTo>
                <a:lnTo>
                  <a:pt x="718972" y="2809862"/>
                </a:lnTo>
                <a:lnTo>
                  <a:pt x="717854" y="2810332"/>
                </a:lnTo>
                <a:lnTo>
                  <a:pt x="716000" y="2812199"/>
                </a:lnTo>
                <a:lnTo>
                  <a:pt x="715530" y="2813316"/>
                </a:lnTo>
                <a:lnTo>
                  <a:pt x="715530" y="2815945"/>
                </a:lnTo>
                <a:lnTo>
                  <a:pt x="716000" y="2817063"/>
                </a:lnTo>
                <a:lnTo>
                  <a:pt x="717854" y="2818930"/>
                </a:lnTo>
                <a:lnTo>
                  <a:pt x="718972" y="2819387"/>
                </a:lnTo>
                <a:lnTo>
                  <a:pt x="721614" y="2819387"/>
                </a:lnTo>
                <a:lnTo>
                  <a:pt x="722731" y="2818930"/>
                </a:lnTo>
                <a:lnTo>
                  <a:pt x="724585" y="2817063"/>
                </a:lnTo>
                <a:lnTo>
                  <a:pt x="725055" y="2815945"/>
                </a:lnTo>
                <a:lnTo>
                  <a:pt x="725055" y="2813316"/>
                </a:lnTo>
                <a:close/>
              </a:path>
              <a:path w="10296525" h="3486150">
                <a:moveTo>
                  <a:pt x="725055" y="2765691"/>
                </a:moveTo>
                <a:lnTo>
                  <a:pt x="724585" y="2764574"/>
                </a:lnTo>
                <a:lnTo>
                  <a:pt x="722731" y="2762707"/>
                </a:lnTo>
                <a:lnTo>
                  <a:pt x="721614" y="2762237"/>
                </a:lnTo>
                <a:lnTo>
                  <a:pt x="718972" y="2762237"/>
                </a:lnTo>
                <a:lnTo>
                  <a:pt x="717854" y="2762707"/>
                </a:lnTo>
                <a:lnTo>
                  <a:pt x="716000" y="2764574"/>
                </a:lnTo>
                <a:lnTo>
                  <a:pt x="715530" y="2765691"/>
                </a:lnTo>
                <a:lnTo>
                  <a:pt x="715530" y="2768320"/>
                </a:lnTo>
                <a:lnTo>
                  <a:pt x="716000" y="2769438"/>
                </a:lnTo>
                <a:lnTo>
                  <a:pt x="717854" y="2771305"/>
                </a:lnTo>
                <a:lnTo>
                  <a:pt x="718972" y="2771762"/>
                </a:lnTo>
                <a:lnTo>
                  <a:pt x="721614" y="2771762"/>
                </a:lnTo>
                <a:lnTo>
                  <a:pt x="722731" y="2771305"/>
                </a:lnTo>
                <a:lnTo>
                  <a:pt x="724585" y="2769438"/>
                </a:lnTo>
                <a:lnTo>
                  <a:pt x="725055" y="2768320"/>
                </a:lnTo>
                <a:lnTo>
                  <a:pt x="725055" y="2765691"/>
                </a:lnTo>
                <a:close/>
              </a:path>
              <a:path w="10296525" h="3486150">
                <a:moveTo>
                  <a:pt x="725055" y="2718066"/>
                </a:moveTo>
                <a:lnTo>
                  <a:pt x="724585" y="2716949"/>
                </a:lnTo>
                <a:lnTo>
                  <a:pt x="722731" y="2715082"/>
                </a:lnTo>
                <a:lnTo>
                  <a:pt x="721614" y="2714612"/>
                </a:lnTo>
                <a:lnTo>
                  <a:pt x="718972" y="2714612"/>
                </a:lnTo>
                <a:lnTo>
                  <a:pt x="717854" y="2715082"/>
                </a:lnTo>
                <a:lnTo>
                  <a:pt x="716000" y="2716949"/>
                </a:lnTo>
                <a:lnTo>
                  <a:pt x="715530" y="2718066"/>
                </a:lnTo>
                <a:lnTo>
                  <a:pt x="715530" y="2720695"/>
                </a:lnTo>
                <a:lnTo>
                  <a:pt x="716000" y="2721813"/>
                </a:lnTo>
                <a:lnTo>
                  <a:pt x="717854" y="2723680"/>
                </a:lnTo>
                <a:lnTo>
                  <a:pt x="718972" y="2724137"/>
                </a:lnTo>
                <a:lnTo>
                  <a:pt x="721614" y="2724137"/>
                </a:lnTo>
                <a:lnTo>
                  <a:pt x="722731" y="2723680"/>
                </a:lnTo>
                <a:lnTo>
                  <a:pt x="724585" y="2721813"/>
                </a:lnTo>
                <a:lnTo>
                  <a:pt x="725055" y="2720695"/>
                </a:lnTo>
                <a:lnTo>
                  <a:pt x="725055" y="2718066"/>
                </a:lnTo>
                <a:close/>
              </a:path>
              <a:path w="10296525" h="3486150">
                <a:moveTo>
                  <a:pt x="725055" y="2670441"/>
                </a:moveTo>
                <a:lnTo>
                  <a:pt x="724585" y="2669324"/>
                </a:lnTo>
                <a:lnTo>
                  <a:pt x="722731" y="2667457"/>
                </a:lnTo>
                <a:lnTo>
                  <a:pt x="721614" y="2666987"/>
                </a:lnTo>
                <a:lnTo>
                  <a:pt x="718972" y="2666987"/>
                </a:lnTo>
                <a:lnTo>
                  <a:pt x="717854" y="2667457"/>
                </a:lnTo>
                <a:lnTo>
                  <a:pt x="716000" y="2669324"/>
                </a:lnTo>
                <a:lnTo>
                  <a:pt x="715530" y="2670441"/>
                </a:lnTo>
                <a:lnTo>
                  <a:pt x="715530" y="2673070"/>
                </a:lnTo>
                <a:lnTo>
                  <a:pt x="716000" y="2674188"/>
                </a:lnTo>
                <a:lnTo>
                  <a:pt x="717854" y="2676055"/>
                </a:lnTo>
                <a:lnTo>
                  <a:pt x="718972" y="2676512"/>
                </a:lnTo>
                <a:lnTo>
                  <a:pt x="721614" y="2676512"/>
                </a:lnTo>
                <a:lnTo>
                  <a:pt x="722731" y="2676055"/>
                </a:lnTo>
                <a:lnTo>
                  <a:pt x="724585" y="2674188"/>
                </a:lnTo>
                <a:lnTo>
                  <a:pt x="725055" y="2673070"/>
                </a:lnTo>
                <a:lnTo>
                  <a:pt x="725055" y="2670441"/>
                </a:lnTo>
                <a:close/>
              </a:path>
              <a:path w="10296525" h="3486150">
                <a:moveTo>
                  <a:pt x="725055" y="2622816"/>
                </a:moveTo>
                <a:lnTo>
                  <a:pt x="724585" y="2621699"/>
                </a:lnTo>
                <a:lnTo>
                  <a:pt x="722731" y="2619832"/>
                </a:lnTo>
                <a:lnTo>
                  <a:pt x="721614" y="2619362"/>
                </a:lnTo>
                <a:lnTo>
                  <a:pt x="718972" y="2619362"/>
                </a:lnTo>
                <a:lnTo>
                  <a:pt x="717854" y="2619832"/>
                </a:lnTo>
                <a:lnTo>
                  <a:pt x="716000" y="2621699"/>
                </a:lnTo>
                <a:lnTo>
                  <a:pt x="715530" y="2622816"/>
                </a:lnTo>
                <a:lnTo>
                  <a:pt x="715530" y="2625445"/>
                </a:lnTo>
                <a:lnTo>
                  <a:pt x="716000" y="2626563"/>
                </a:lnTo>
                <a:lnTo>
                  <a:pt x="717854" y="2628430"/>
                </a:lnTo>
                <a:lnTo>
                  <a:pt x="718972" y="2628887"/>
                </a:lnTo>
                <a:lnTo>
                  <a:pt x="721614" y="2628887"/>
                </a:lnTo>
                <a:lnTo>
                  <a:pt x="722731" y="2628430"/>
                </a:lnTo>
                <a:lnTo>
                  <a:pt x="724585" y="2626563"/>
                </a:lnTo>
                <a:lnTo>
                  <a:pt x="725055" y="2625445"/>
                </a:lnTo>
                <a:lnTo>
                  <a:pt x="725055" y="2622816"/>
                </a:lnTo>
                <a:close/>
              </a:path>
              <a:path w="10296525" h="3486150">
                <a:moveTo>
                  <a:pt x="725055" y="2575191"/>
                </a:moveTo>
                <a:lnTo>
                  <a:pt x="724585" y="2574074"/>
                </a:lnTo>
                <a:lnTo>
                  <a:pt x="722731" y="2572207"/>
                </a:lnTo>
                <a:lnTo>
                  <a:pt x="721614" y="2571737"/>
                </a:lnTo>
                <a:lnTo>
                  <a:pt x="718972" y="2571737"/>
                </a:lnTo>
                <a:lnTo>
                  <a:pt x="717854" y="2572207"/>
                </a:lnTo>
                <a:lnTo>
                  <a:pt x="716000" y="2574074"/>
                </a:lnTo>
                <a:lnTo>
                  <a:pt x="715530" y="2575191"/>
                </a:lnTo>
                <a:lnTo>
                  <a:pt x="715530" y="2577820"/>
                </a:lnTo>
                <a:lnTo>
                  <a:pt x="716000" y="2578938"/>
                </a:lnTo>
                <a:lnTo>
                  <a:pt x="717854" y="2580805"/>
                </a:lnTo>
                <a:lnTo>
                  <a:pt x="718972" y="2581262"/>
                </a:lnTo>
                <a:lnTo>
                  <a:pt x="721614" y="2581262"/>
                </a:lnTo>
                <a:lnTo>
                  <a:pt x="722731" y="2580805"/>
                </a:lnTo>
                <a:lnTo>
                  <a:pt x="724585" y="2578938"/>
                </a:lnTo>
                <a:lnTo>
                  <a:pt x="725055" y="2577820"/>
                </a:lnTo>
                <a:lnTo>
                  <a:pt x="725055" y="2575191"/>
                </a:lnTo>
                <a:close/>
              </a:path>
              <a:path w="10296525" h="3486150">
                <a:moveTo>
                  <a:pt x="725055" y="2527566"/>
                </a:moveTo>
                <a:lnTo>
                  <a:pt x="724585" y="2526449"/>
                </a:lnTo>
                <a:lnTo>
                  <a:pt x="722731" y="2524582"/>
                </a:lnTo>
                <a:lnTo>
                  <a:pt x="721614" y="2524112"/>
                </a:lnTo>
                <a:lnTo>
                  <a:pt x="718972" y="2524112"/>
                </a:lnTo>
                <a:lnTo>
                  <a:pt x="717854" y="2524582"/>
                </a:lnTo>
                <a:lnTo>
                  <a:pt x="716000" y="2526449"/>
                </a:lnTo>
                <a:lnTo>
                  <a:pt x="715530" y="2527566"/>
                </a:lnTo>
                <a:lnTo>
                  <a:pt x="715530" y="2530195"/>
                </a:lnTo>
                <a:lnTo>
                  <a:pt x="716000" y="2531313"/>
                </a:lnTo>
                <a:lnTo>
                  <a:pt x="717854" y="2533180"/>
                </a:lnTo>
                <a:lnTo>
                  <a:pt x="718972" y="2533637"/>
                </a:lnTo>
                <a:lnTo>
                  <a:pt x="721614" y="2533637"/>
                </a:lnTo>
                <a:lnTo>
                  <a:pt x="722731" y="2533180"/>
                </a:lnTo>
                <a:lnTo>
                  <a:pt x="724585" y="2531313"/>
                </a:lnTo>
                <a:lnTo>
                  <a:pt x="725055" y="2530195"/>
                </a:lnTo>
                <a:lnTo>
                  <a:pt x="725055" y="2527566"/>
                </a:lnTo>
                <a:close/>
              </a:path>
              <a:path w="10296525" h="3486150">
                <a:moveTo>
                  <a:pt x="725055" y="2479941"/>
                </a:moveTo>
                <a:lnTo>
                  <a:pt x="724585" y="2478824"/>
                </a:lnTo>
                <a:lnTo>
                  <a:pt x="722731" y="2476957"/>
                </a:lnTo>
                <a:lnTo>
                  <a:pt x="721614" y="2476487"/>
                </a:lnTo>
                <a:lnTo>
                  <a:pt x="718972" y="2476487"/>
                </a:lnTo>
                <a:lnTo>
                  <a:pt x="717854" y="2476957"/>
                </a:lnTo>
                <a:lnTo>
                  <a:pt x="716000" y="2478824"/>
                </a:lnTo>
                <a:lnTo>
                  <a:pt x="715530" y="2479941"/>
                </a:lnTo>
                <a:lnTo>
                  <a:pt x="715530" y="2482570"/>
                </a:lnTo>
                <a:lnTo>
                  <a:pt x="716000" y="2483688"/>
                </a:lnTo>
                <a:lnTo>
                  <a:pt x="717854" y="2485555"/>
                </a:lnTo>
                <a:lnTo>
                  <a:pt x="718972" y="2486012"/>
                </a:lnTo>
                <a:lnTo>
                  <a:pt x="721614" y="2486012"/>
                </a:lnTo>
                <a:lnTo>
                  <a:pt x="722731" y="2485555"/>
                </a:lnTo>
                <a:lnTo>
                  <a:pt x="724585" y="2483688"/>
                </a:lnTo>
                <a:lnTo>
                  <a:pt x="725055" y="2482570"/>
                </a:lnTo>
                <a:lnTo>
                  <a:pt x="725055" y="2479941"/>
                </a:lnTo>
                <a:close/>
              </a:path>
              <a:path w="10296525" h="3486150">
                <a:moveTo>
                  <a:pt x="725055" y="2432316"/>
                </a:moveTo>
                <a:lnTo>
                  <a:pt x="724585" y="2431199"/>
                </a:lnTo>
                <a:lnTo>
                  <a:pt x="722731" y="2429332"/>
                </a:lnTo>
                <a:lnTo>
                  <a:pt x="721614" y="2428862"/>
                </a:lnTo>
                <a:lnTo>
                  <a:pt x="718972" y="2428862"/>
                </a:lnTo>
                <a:lnTo>
                  <a:pt x="717854" y="2429332"/>
                </a:lnTo>
                <a:lnTo>
                  <a:pt x="716000" y="2431199"/>
                </a:lnTo>
                <a:lnTo>
                  <a:pt x="715530" y="2432316"/>
                </a:lnTo>
                <a:lnTo>
                  <a:pt x="715530" y="2434945"/>
                </a:lnTo>
                <a:lnTo>
                  <a:pt x="716000" y="2436063"/>
                </a:lnTo>
                <a:lnTo>
                  <a:pt x="717854" y="2437930"/>
                </a:lnTo>
                <a:lnTo>
                  <a:pt x="718972" y="2438387"/>
                </a:lnTo>
                <a:lnTo>
                  <a:pt x="721614" y="2438387"/>
                </a:lnTo>
                <a:lnTo>
                  <a:pt x="722731" y="2437930"/>
                </a:lnTo>
                <a:lnTo>
                  <a:pt x="724585" y="2436063"/>
                </a:lnTo>
                <a:lnTo>
                  <a:pt x="725055" y="2434945"/>
                </a:lnTo>
                <a:lnTo>
                  <a:pt x="725055" y="2432316"/>
                </a:lnTo>
                <a:close/>
              </a:path>
              <a:path w="10296525" h="3486150">
                <a:moveTo>
                  <a:pt x="725055" y="2384691"/>
                </a:moveTo>
                <a:lnTo>
                  <a:pt x="724585" y="2383574"/>
                </a:lnTo>
                <a:lnTo>
                  <a:pt x="722731" y="2381707"/>
                </a:lnTo>
                <a:lnTo>
                  <a:pt x="721614" y="2381237"/>
                </a:lnTo>
                <a:lnTo>
                  <a:pt x="718972" y="2381237"/>
                </a:lnTo>
                <a:lnTo>
                  <a:pt x="717854" y="2381707"/>
                </a:lnTo>
                <a:lnTo>
                  <a:pt x="716000" y="2383574"/>
                </a:lnTo>
                <a:lnTo>
                  <a:pt x="715530" y="2384691"/>
                </a:lnTo>
                <a:lnTo>
                  <a:pt x="715530" y="2387320"/>
                </a:lnTo>
                <a:lnTo>
                  <a:pt x="716000" y="2388438"/>
                </a:lnTo>
                <a:lnTo>
                  <a:pt x="717854" y="2390305"/>
                </a:lnTo>
                <a:lnTo>
                  <a:pt x="718972" y="2390762"/>
                </a:lnTo>
                <a:lnTo>
                  <a:pt x="721614" y="2390762"/>
                </a:lnTo>
                <a:lnTo>
                  <a:pt x="722731" y="2390305"/>
                </a:lnTo>
                <a:lnTo>
                  <a:pt x="724585" y="2388438"/>
                </a:lnTo>
                <a:lnTo>
                  <a:pt x="725055" y="2387320"/>
                </a:lnTo>
                <a:lnTo>
                  <a:pt x="725055" y="2384691"/>
                </a:lnTo>
                <a:close/>
              </a:path>
              <a:path w="10296525" h="3486150">
                <a:moveTo>
                  <a:pt x="725055" y="2337066"/>
                </a:moveTo>
                <a:lnTo>
                  <a:pt x="724585" y="2335949"/>
                </a:lnTo>
                <a:lnTo>
                  <a:pt x="722731" y="2334082"/>
                </a:lnTo>
                <a:lnTo>
                  <a:pt x="721614" y="2333612"/>
                </a:lnTo>
                <a:lnTo>
                  <a:pt x="718972" y="2333612"/>
                </a:lnTo>
                <a:lnTo>
                  <a:pt x="717854" y="2334082"/>
                </a:lnTo>
                <a:lnTo>
                  <a:pt x="716000" y="2335949"/>
                </a:lnTo>
                <a:lnTo>
                  <a:pt x="715530" y="2337066"/>
                </a:lnTo>
                <a:lnTo>
                  <a:pt x="715530" y="2339695"/>
                </a:lnTo>
                <a:lnTo>
                  <a:pt x="716000" y="2340813"/>
                </a:lnTo>
                <a:lnTo>
                  <a:pt x="717854" y="2342680"/>
                </a:lnTo>
                <a:lnTo>
                  <a:pt x="718972" y="2343137"/>
                </a:lnTo>
                <a:lnTo>
                  <a:pt x="721614" y="2343137"/>
                </a:lnTo>
                <a:lnTo>
                  <a:pt x="722731" y="2342680"/>
                </a:lnTo>
                <a:lnTo>
                  <a:pt x="724585" y="2340813"/>
                </a:lnTo>
                <a:lnTo>
                  <a:pt x="725055" y="2339695"/>
                </a:lnTo>
                <a:lnTo>
                  <a:pt x="725055" y="2337066"/>
                </a:lnTo>
                <a:close/>
              </a:path>
              <a:path w="10296525" h="3486150">
                <a:moveTo>
                  <a:pt x="725055" y="2289441"/>
                </a:moveTo>
                <a:lnTo>
                  <a:pt x="724585" y="2288324"/>
                </a:lnTo>
                <a:lnTo>
                  <a:pt x="722731" y="2286457"/>
                </a:lnTo>
                <a:lnTo>
                  <a:pt x="721614" y="2285987"/>
                </a:lnTo>
                <a:lnTo>
                  <a:pt x="718972" y="2285987"/>
                </a:lnTo>
                <a:lnTo>
                  <a:pt x="717854" y="2286457"/>
                </a:lnTo>
                <a:lnTo>
                  <a:pt x="716000" y="2288324"/>
                </a:lnTo>
                <a:lnTo>
                  <a:pt x="715530" y="2289441"/>
                </a:lnTo>
                <a:lnTo>
                  <a:pt x="715530" y="2292070"/>
                </a:lnTo>
                <a:lnTo>
                  <a:pt x="716000" y="2293188"/>
                </a:lnTo>
                <a:lnTo>
                  <a:pt x="717854" y="2295055"/>
                </a:lnTo>
                <a:lnTo>
                  <a:pt x="718972" y="2295512"/>
                </a:lnTo>
                <a:lnTo>
                  <a:pt x="721614" y="2295512"/>
                </a:lnTo>
                <a:lnTo>
                  <a:pt x="722731" y="2295055"/>
                </a:lnTo>
                <a:lnTo>
                  <a:pt x="724585" y="2293188"/>
                </a:lnTo>
                <a:lnTo>
                  <a:pt x="725055" y="2292070"/>
                </a:lnTo>
                <a:lnTo>
                  <a:pt x="725055" y="2289441"/>
                </a:lnTo>
                <a:close/>
              </a:path>
              <a:path w="10296525" h="3486150">
                <a:moveTo>
                  <a:pt x="725055" y="2241816"/>
                </a:moveTo>
                <a:lnTo>
                  <a:pt x="724585" y="2240699"/>
                </a:lnTo>
                <a:lnTo>
                  <a:pt x="722731" y="2238832"/>
                </a:lnTo>
                <a:lnTo>
                  <a:pt x="721614" y="2238362"/>
                </a:lnTo>
                <a:lnTo>
                  <a:pt x="718972" y="2238362"/>
                </a:lnTo>
                <a:lnTo>
                  <a:pt x="717854" y="2238832"/>
                </a:lnTo>
                <a:lnTo>
                  <a:pt x="716000" y="2240699"/>
                </a:lnTo>
                <a:lnTo>
                  <a:pt x="715530" y="2241816"/>
                </a:lnTo>
                <a:lnTo>
                  <a:pt x="715530" y="2244445"/>
                </a:lnTo>
                <a:lnTo>
                  <a:pt x="716000" y="2245563"/>
                </a:lnTo>
                <a:lnTo>
                  <a:pt x="717854" y="2247430"/>
                </a:lnTo>
                <a:lnTo>
                  <a:pt x="718972" y="2247887"/>
                </a:lnTo>
                <a:lnTo>
                  <a:pt x="721614" y="2247887"/>
                </a:lnTo>
                <a:lnTo>
                  <a:pt x="722731" y="2247430"/>
                </a:lnTo>
                <a:lnTo>
                  <a:pt x="724585" y="2245563"/>
                </a:lnTo>
                <a:lnTo>
                  <a:pt x="725055" y="2244445"/>
                </a:lnTo>
                <a:lnTo>
                  <a:pt x="725055" y="2241816"/>
                </a:lnTo>
                <a:close/>
              </a:path>
              <a:path w="10296525" h="3486150">
                <a:moveTo>
                  <a:pt x="725055" y="2194191"/>
                </a:moveTo>
                <a:lnTo>
                  <a:pt x="724585" y="2193074"/>
                </a:lnTo>
                <a:lnTo>
                  <a:pt x="722731" y="2191207"/>
                </a:lnTo>
                <a:lnTo>
                  <a:pt x="721614" y="2190737"/>
                </a:lnTo>
                <a:lnTo>
                  <a:pt x="718972" y="2190737"/>
                </a:lnTo>
                <a:lnTo>
                  <a:pt x="717854" y="2191207"/>
                </a:lnTo>
                <a:lnTo>
                  <a:pt x="716000" y="2193074"/>
                </a:lnTo>
                <a:lnTo>
                  <a:pt x="715530" y="2194191"/>
                </a:lnTo>
                <a:lnTo>
                  <a:pt x="715530" y="2196820"/>
                </a:lnTo>
                <a:lnTo>
                  <a:pt x="716000" y="2197938"/>
                </a:lnTo>
                <a:lnTo>
                  <a:pt x="717854" y="2199805"/>
                </a:lnTo>
                <a:lnTo>
                  <a:pt x="718972" y="2200262"/>
                </a:lnTo>
                <a:lnTo>
                  <a:pt x="721614" y="2200262"/>
                </a:lnTo>
                <a:lnTo>
                  <a:pt x="722731" y="2199805"/>
                </a:lnTo>
                <a:lnTo>
                  <a:pt x="724585" y="2197938"/>
                </a:lnTo>
                <a:lnTo>
                  <a:pt x="725055" y="2196820"/>
                </a:lnTo>
                <a:lnTo>
                  <a:pt x="725055" y="2194191"/>
                </a:lnTo>
                <a:close/>
              </a:path>
              <a:path w="10296525" h="3486150">
                <a:moveTo>
                  <a:pt x="725055" y="2146566"/>
                </a:moveTo>
                <a:lnTo>
                  <a:pt x="724585" y="2145449"/>
                </a:lnTo>
                <a:lnTo>
                  <a:pt x="722731" y="2143582"/>
                </a:lnTo>
                <a:lnTo>
                  <a:pt x="721614" y="2143112"/>
                </a:lnTo>
                <a:lnTo>
                  <a:pt x="718972" y="2143112"/>
                </a:lnTo>
                <a:lnTo>
                  <a:pt x="717854" y="2143582"/>
                </a:lnTo>
                <a:lnTo>
                  <a:pt x="716000" y="2145449"/>
                </a:lnTo>
                <a:lnTo>
                  <a:pt x="715530" y="2146566"/>
                </a:lnTo>
                <a:lnTo>
                  <a:pt x="715530" y="2149195"/>
                </a:lnTo>
                <a:lnTo>
                  <a:pt x="716000" y="2150313"/>
                </a:lnTo>
                <a:lnTo>
                  <a:pt x="717854" y="2152180"/>
                </a:lnTo>
                <a:lnTo>
                  <a:pt x="718972" y="2152637"/>
                </a:lnTo>
                <a:lnTo>
                  <a:pt x="721614" y="2152637"/>
                </a:lnTo>
                <a:lnTo>
                  <a:pt x="722731" y="2152180"/>
                </a:lnTo>
                <a:lnTo>
                  <a:pt x="724585" y="2150313"/>
                </a:lnTo>
                <a:lnTo>
                  <a:pt x="725055" y="2149195"/>
                </a:lnTo>
                <a:lnTo>
                  <a:pt x="725055" y="2146566"/>
                </a:lnTo>
                <a:close/>
              </a:path>
              <a:path w="10296525" h="3486150">
                <a:moveTo>
                  <a:pt x="725055" y="2098941"/>
                </a:moveTo>
                <a:lnTo>
                  <a:pt x="724585" y="2097824"/>
                </a:lnTo>
                <a:lnTo>
                  <a:pt x="722731" y="2095957"/>
                </a:lnTo>
                <a:lnTo>
                  <a:pt x="721614" y="2095487"/>
                </a:lnTo>
                <a:lnTo>
                  <a:pt x="718972" y="2095487"/>
                </a:lnTo>
                <a:lnTo>
                  <a:pt x="717854" y="2095957"/>
                </a:lnTo>
                <a:lnTo>
                  <a:pt x="716000" y="2097824"/>
                </a:lnTo>
                <a:lnTo>
                  <a:pt x="715530" y="2098941"/>
                </a:lnTo>
                <a:lnTo>
                  <a:pt x="715530" y="2101570"/>
                </a:lnTo>
                <a:lnTo>
                  <a:pt x="716000" y="2102688"/>
                </a:lnTo>
                <a:lnTo>
                  <a:pt x="717854" y="2104555"/>
                </a:lnTo>
                <a:lnTo>
                  <a:pt x="718972" y="2105012"/>
                </a:lnTo>
                <a:lnTo>
                  <a:pt x="721614" y="2105012"/>
                </a:lnTo>
                <a:lnTo>
                  <a:pt x="722731" y="2104555"/>
                </a:lnTo>
                <a:lnTo>
                  <a:pt x="724585" y="2102688"/>
                </a:lnTo>
                <a:lnTo>
                  <a:pt x="725055" y="2101570"/>
                </a:lnTo>
                <a:lnTo>
                  <a:pt x="725055" y="2098941"/>
                </a:lnTo>
                <a:close/>
              </a:path>
              <a:path w="10296525" h="3486150">
                <a:moveTo>
                  <a:pt x="725055" y="2051316"/>
                </a:moveTo>
                <a:lnTo>
                  <a:pt x="724585" y="2050199"/>
                </a:lnTo>
                <a:lnTo>
                  <a:pt x="722731" y="2048332"/>
                </a:lnTo>
                <a:lnTo>
                  <a:pt x="721614" y="2047862"/>
                </a:lnTo>
                <a:lnTo>
                  <a:pt x="718972" y="2047862"/>
                </a:lnTo>
                <a:lnTo>
                  <a:pt x="717854" y="2048332"/>
                </a:lnTo>
                <a:lnTo>
                  <a:pt x="716000" y="2050199"/>
                </a:lnTo>
                <a:lnTo>
                  <a:pt x="715530" y="2051316"/>
                </a:lnTo>
                <a:lnTo>
                  <a:pt x="715530" y="2053945"/>
                </a:lnTo>
                <a:lnTo>
                  <a:pt x="716000" y="2055063"/>
                </a:lnTo>
                <a:lnTo>
                  <a:pt x="717854" y="2056930"/>
                </a:lnTo>
                <a:lnTo>
                  <a:pt x="718972" y="2057387"/>
                </a:lnTo>
                <a:lnTo>
                  <a:pt x="721614" y="2057387"/>
                </a:lnTo>
                <a:lnTo>
                  <a:pt x="722731" y="2056930"/>
                </a:lnTo>
                <a:lnTo>
                  <a:pt x="724585" y="2055063"/>
                </a:lnTo>
                <a:lnTo>
                  <a:pt x="725055" y="2053945"/>
                </a:lnTo>
                <a:lnTo>
                  <a:pt x="725055" y="2051316"/>
                </a:lnTo>
                <a:close/>
              </a:path>
              <a:path w="10296525" h="3486150">
                <a:moveTo>
                  <a:pt x="725055" y="2003691"/>
                </a:moveTo>
                <a:lnTo>
                  <a:pt x="724585" y="2002574"/>
                </a:lnTo>
                <a:lnTo>
                  <a:pt x="722731" y="2000707"/>
                </a:lnTo>
                <a:lnTo>
                  <a:pt x="721614" y="2000237"/>
                </a:lnTo>
                <a:lnTo>
                  <a:pt x="718972" y="2000237"/>
                </a:lnTo>
                <a:lnTo>
                  <a:pt x="717854" y="2000707"/>
                </a:lnTo>
                <a:lnTo>
                  <a:pt x="716000" y="2002574"/>
                </a:lnTo>
                <a:lnTo>
                  <a:pt x="715530" y="2003691"/>
                </a:lnTo>
                <a:lnTo>
                  <a:pt x="715530" y="2006320"/>
                </a:lnTo>
                <a:lnTo>
                  <a:pt x="716000" y="2007438"/>
                </a:lnTo>
                <a:lnTo>
                  <a:pt x="717854" y="2009305"/>
                </a:lnTo>
                <a:lnTo>
                  <a:pt x="718972" y="2009762"/>
                </a:lnTo>
                <a:lnTo>
                  <a:pt x="721614" y="2009762"/>
                </a:lnTo>
                <a:lnTo>
                  <a:pt x="722731" y="2009305"/>
                </a:lnTo>
                <a:lnTo>
                  <a:pt x="724585" y="2007438"/>
                </a:lnTo>
                <a:lnTo>
                  <a:pt x="725055" y="2006320"/>
                </a:lnTo>
                <a:lnTo>
                  <a:pt x="725055" y="2003691"/>
                </a:lnTo>
                <a:close/>
              </a:path>
              <a:path w="10296525" h="3486150">
                <a:moveTo>
                  <a:pt x="725055" y="1956066"/>
                </a:moveTo>
                <a:lnTo>
                  <a:pt x="724585" y="1954949"/>
                </a:lnTo>
                <a:lnTo>
                  <a:pt x="722731" y="1953082"/>
                </a:lnTo>
                <a:lnTo>
                  <a:pt x="721614" y="1952612"/>
                </a:lnTo>
                <a:lnTo>
                  <a:pt x="718972" y="1952612"/>
                </a:lnTo>
                <a:lnTo>
                  <a:pt x="717854" y="1953082"/>
                </a:lnTo>
                <a:lnTo>
                  <a:pt x="716000" y="1954949"/>
                </a:lnTo>
                <a:lnTo>
                  <a:pt x="715530" y="1956066"/>
                </a:lnTo>
                <a:lnTo>
                  <a:pt x="715530" y="1958695"/>
                </a:lnTo>
                <a:lnTo>
                  <a:pt x="716000" y="1959813"/>
                </a:lnTo>
                <a:lnTo>
                  <a:pt x="717854" y="1961680"/>
                </a:lnTo>
                <a:lnTo>
                  <a:pt x="718972" y="1962137"/>
                </a:lnTo>
                <a:lnTo>
                  <a:pt x="721614" y="1962137"/>
                </a:lnTo>
                <a:lnTo>
                  <a:pt x="722731" y="1961680"/>
                </a:lnTo>
                <a:lnTo>
                  <a:pt x="724585" y="1959813"/>
                </a:lnTo>
                <a:lnTo>
                  <a:pt x="725055" y="1958695"/>
                </a:lnTo>
                <a:lnTo>
                  <a:pt x="725055" y="1956066"/>
                </a:lnTo>
                <a:close/>
              </a:path>
              <a:path w="10296525" h="3486150">
                <a:moveTo>
                  <a:pt x="725055" y="1908441"/>
                </a:moveTo>
                <a:lnTo>
                  <a:pt x="724585" y="1907324"/>
                </a:lnTo>
                <a:lnTo>
                  <a:pt x="722731" y="1905457"/>
                </a:lnTo>
                <a:lnTo>
                  <a:pt x="721614" y="1904987"/>
                </a:lnTo>
                <a:lnTo>
                  <a:pt x="718972" y="1904987"/>
                </a:lnTo>
                <a:lnTo>
                  <a:pt x="717854" y="1905457"/>
                </a:lnTo>
                <a:lnTo>
                  <a:pt x="716000" y="1907324"/>
                </a:lnTo>
                <a:lnTo>
                  <a:pt x="715530" y="1908441"/>
                </a:lnTo>
                <a:lnTo>
                  <a:pt x="715530" y="1911070"/>
                </a:lnTo>
                <a:lnTo>
                  <a:pt x="716000" y="1912188"/>
                </a:lnTo>
                <a:lnTo>
                  <a:pt x="717854" y="1914055"/>
                </a:lnTo>
                <a:lnTo>
                  <a:pt x="718972" y="1914512"/>
                </a:lnTo>
                <a:lnTo>
                  <a:pt x="721614" y="1914512"/>
                </a:lnTo>
                <a:lnTo>
                  <a:pt x="722731" y="1914055"/>
                </a:lnTo>
                <a:lnTo>
                  <a:pt x="724585" y="1912188"/>
                </a:lnTo>
                <a:lnTo>
                  <a:pt x="725055" y="1911070"/>
                </a:lnTo>
                <a:lnTo>
                  <a:pt x="725055" y="1908441"/>
                </a:lnTo>
                <a:close/>
              </a:path>
              <a:path w="10296525" h="3486150">
                <a:moveTo>
                  <a:pt x="725055" y="1860816"/>
                </a:moveTo>
                <a:lnTo>
                  <a:pt x="724585" y="1859699"/>
                </a:lnTo>
                <a:lnTo>
                  <a:pt x="722731" y="1857832"/>
                </a:lnTo>
                <a:lnTo>
                  <a:pt x="721614" y="1857362"/>
                </a:lnTo>
                <a:lnTo>
                  <a:pt x="718972" y="1857362"/>
                </a:lnTo>
                <a:lnTo>
                  <a:pt x="717854" y="1857832"/>
                </a:lnTo>
                <a:lnTo>
                  <a:pt x="716000" y="1859699"/>
                </a:lnTo>
                <a:lnTo>
                  <a:pt x="715530" y="1860816"/>
                </a:lnTo>
                <a:lnTo>
                  <a:pt x="715530" y="1863445"/>
                </a:lnTo>
                <a:lnTo>
                  <a:pt x="716000" y="1864563"/>
                </a:lnTo>
                <a:lnTo>
                  <a:pt x="717854" y="1866430"/>
                </a:lnTo>
                <a:lnTo>
                  <a:pt x="718972" y="1866887"/>
                </a:lnTo>
                <a:lnTo>
                  <a:pt x="721614" y="1866887"/>
                </a:lnTo>
                <a:lnTo>
                  <a:pt x="722731" y="1866430"/>
                </a:lnTo>
                <a:lnTo>
                  <a:pt x="724585" y="1864563"/>
                </a:lnTo>
                <a:lnTo>
                  <a:pt x="725055" y="1863445"/>
                </a:lnTo>
                <a:lnTo>
                  <a:pt x="725055" y="1860816"/>
                </a:lnTo>
                <a:close/>
              </a:path>
              <a:path w="10296525" h="3486150">
                <a:moveTo>
                  <a:pt x="725055" y="1813191"/>
                </a:moveTo>
                <a:lnTo>
                  <a:pt x="724585" y="1812074"/>
                </a:lnTo>
                <a:lnTo>
                  <a:pt x="722731" y="1810207"/>
                </a:lnTo>
                <a:lnTo>
                  <a:pt x="721614" y="1809737"/>
                </a:lnTo>
                <a:lnTo>
                  <a:pt x="718972" y="1809737"/>
                </a:lnTo>
                <a:lnTo>
                  <a:pt x="717854" y="1810207"/>
                </a:lnTo>
                <a:lnTo>
                  <a:pt x="716000" y="1812074"/>
                </a:lnTo>
                <a:lnTo>
                  <a:pt x="715530" y="1813191"/>
                </a:lnTo>
                <a:lnTo>
                  <a:pt x="715530" y="1815820"/>
                </a:lnTo>
                <a:lnTo>
                  <a:pt x="716000" y="1816938"/>
                </a:lnTo>
                <a:lnTo>
                  <a:pt x="717854" y="1818805"/>
                </a:lnTo>
                <a:lnTo>
                  <a:pt x="718972" y="1819262"/>
                </a:lnTo>
                <a:lnTo>
                  <a:pt x="721614" y="1819262"/>
                </a:lnTo>
                <a:lnTo>
                  <a:pt x="722731" y="1818805"/>
                </a:lnTo>
                <a:lnTo>
                  <a:pt x="724585" y="1816938"/>
                </a:lnTo>
                <a:lnTo>
                  <a:pt x="725055" y="1815820"/>
                </a:lnTo>
                <a:lnTo>
                  <a:pt x="725055" y="1813191"/>
                </a:lnTo>
                <a:close/>
              </a:path>
              <a:path w="10296525" h="3486150">
                <a:moveTo>
                  <a:pt x="725055" y="1765566"/>
                </a:moveTo>
                <a:lnTo>
                  <a:pt x="724585" y="1764449"/>
                </a:lnTo>
                <a:lnTo>
                  <a:pt x="722731" y="1762582"/>
                </a:lnTo>
                <a:lnTo>
                  <a:pt x="721614" y="1762112"/>
                </a:lnTo>
                <a:lnTo>
                  <a:pt x="718972" y="1762112"/>
                </a:lnTo>
                <a:lnTo>
                  <a:pt x="717854" y="1762582"/>
                </a:lnTo>
                <a:lnTo>
                  <a:pt x="716000" y="1764449"/>
                </a:lnTo>
                <a:lnTo>
                  <a:pt x="715530" y="1765566"/>
                </a:lnTo>
                <a:lnTo>
                  <a:pt x="715530" y="1768195"/>
                </a:lnTo>
                <a:lnTo>
                  <a:pt x="716000" y="1769313"/>
                </a:lnTo>
                <a:lnTo>
                  <a:pt x="717854" y="1771180"/>
                </a:lnTo>
                <a:lnTo>
                  <a:pt x="718972" y="1771637"/>
                </a:lnTo>
                <a:lnTo>
                  <a:pt x="721614" y="1771637"/>
                </a:lnTo>
                <a:lnTo>
                  <a:pt x="722731" y="1771180"/>
                </a:lnTo>
                <a:lnTo>
                  <a:pt x="724585" y="1769313"/>
                </a:lnTo>
                <a:lnTo>
                  <a:pt x="725055" y="1768195"/>
                </a:lnTo>
                <a:lnTo>
                  <a:pt x="725055" y="1765566"/>
                </a:lnTo>
                <a:close/>
              </a:path>
              <a:path w="10296525" h="3486150">
                <a:moveTo>
                  <a:pt x="725055" y="1717941"/>
                </a:moveTo>
                <a:lnTo>
                  <a:pt x="724585" y="1716824"/>
                </a:lnTo>
                <a:lnTo>
                  <a:pt x="722731" y="1714957"/>
                </a:lnTo>
                <a:lnTo>
                  <a:pt x="721614" y="1714487"/>
                </a:lnTo>
                <a:lnTo>
                  <a:pt x="718972" y="1714487"/>
                </a:lnTo>
                <a:lnTo>
                  <a:pt x="717854" y="1714957"/>
                </a:lnTo>
                <a:lnTo>
                  <a:pt x="716000" y="1716824"/>
                </a:lnTo>
                <a:lnTo>
                  <a:pt x="715530" y="1717941"/>
                </a:lnTo>
                <a:lnTo>
                  <a:pt x="715530" y="1720570"/>
                </a:lnTo>
                <a:lnTo>
                  <a:pt x="716000" y="1721688"/>
                </a:lnTo>
                <a:lnTo>
                  <a:pt x="717854" y="1723555"/>
                </a:lnTo>
                <a:lnTo>
                  <a:pt x="718972" y="1724012"/>
                </a:lnTo>
                <a:lnTo>
                  <a:pt x="721614" y="1724012"/>
                </a:lnTo>
                <a:lnTo>
                  <a:pt x="722731" y="1723555"/>
                </a:lnTo>
                <a:lnTo>
                  <a:pt x="724585" y="1721688"/>
                </a:lnTo>
                <a:lnTo>
                  <a:pt x="725055" y="1720570"/>
                </a:lnTo>
                <a:lnTo>
                  <a:pt x="725055" y="1717941"/>
                </a:lnTo>
                <a:close/>
              </a:path>
              <a:path w="10296525" h="3486150">
                <a:moveTo>
                  <a:pt x="725055" y="1670316"/>
                </a:moveTo>
                <a:lnTo>
                  <a:pt x="724585" y="1669199"/>
                </a:lnTo>
                <a:lnTo>
                  <a:pt x="722731" y="1667332"/>
                </a:lnTo>
                <a:lnTo>
                  <a:pt x="721614" y="1666862"/>
                </a:lnTo>
                <a:lnTo>
                  <a:pt x="718972" y="1666862"/>
                </a:lnTo>
                <a:lnTo>
                  <a:pt x="717854" y="1667332"/>
                </a:lnTo>
                <a:lnTo>
                  <a:pt x="716000" y="1669199"/>
                </a:lnTo>
                <a:lnTo>
                  <a:pt x="715530" y="1670316"/>
                </a:lnTo>
                <a:lnTo>
                  <a:pt x="715530" y="1672945"/>
                </a:lnTo>
                <a:lnTo>
                  <a:pt x="716000" y="1674063"/>
                </a:lnTo>
                <a:lnTo>
                  <a:pt x="717854" y="1675930"/>
                </a:lnTo>
                <a:lnTo>
                  <a:pt x="718972" y="1676387"/>
                </a:lnTo>
                <a:lnTo>
                  <a:pt x="721614" y="1676387"/>
                </a:lnTo>
                <a:lnTo>
                  <a:pt x="722731" y="1675930"/>
                </a:lnTo>
                <a:lnTo>
                  <a:pt x="724585" y="1674063"/>
                </a:lnTo>
                <a:lnTo>
                  <a:pt x="725055" y="1672945"/>
                </a:lnTo>
                <a:lnTo>
                  <a:pt x="725055" y="1670316"/>
                </a:lnTo>
                <a:close/>
              </a:path>
              <a:path w="10296525" h="3486150">
                <a:moveTo>
                  <a:pt x="725055" y="1622691"/>
                </a:moveTo>
                <a:lnTo>
                  <a:pt x="724585" y="1621574"/>
                </a:lnTo>
                <a:lnTo>
                  <a:pt x="722731" y="1619707"/>
                </a:lnTo>
                <a:lnTo>
                  <a:pt x="721614" y="1619237"/>
                </a:lnTo>
                <a:lnTo>
                  <a:pt x="718972" y="1619237"/>
                </a:lnTo>
                <a:lnTo>
                  <a:pt x="717854" y="1619707"/>
                </a:lnTo>
                <a:lnTo>
                  <a:pt x="716000" y="1621574"/>
                </a:lnTo>
                <a:lnTo>
                  <a:pt x="715530" y="1622691"/>
                </a:lnTo>
                <a:lnTo>
                  <a:pt x="715530" y="1625320"/>
                </a:lnTo>
                <a:lnTo>
                  <a:pt x="716000" y="1626438"/>
                </a:lnTo>
                <a:lnTo>
                  <a:pt x="717854" y="1628305"/>
                </a:lnTo>
                <a:lnTo>
                  <a:pt x="718972" y="1628762"/>
                </a:lnTo>
                <a:lnTo>
                  <a:pt x="721614" y="1628762"/>
                </a:lnTo>
                <a:lnTo>
                  <a:pt x="722731" y="1628305"/>
                </a:lnTo>
                <a:lnTo>
                  <a:pt x="724585" y="1626438"/>
                </a:lnTo>
                <a:lnTo>
                  <a:pt x="725055" y="1625320"/>
                </a:lnTo>
                <a:lnTo>
                  <a:pt x="725055" y="1622691"/>
                </a:lnTo>
                <a:close/>
              </a:path>
              <a:path w="10296525" h="3486150">
                <a:moveTo>
                  <a:pt x="725055" y="1575066"/>
                </a:moveTo>
                <a:lnTo>
                  <a:pt x="724585" y="1573949"/>
                </a:lnTo>
                <a:lnTo>
                  <a:pt x="722731" y="1572082"/>
                </a:lnTo>
                <a:lnTo>
                  <a:pt x="721614" y="1571612"/>
                </a:lnTo>
                <a:lnTo>
                  <a:pt x="718972" y="1571612"/>
                </a:lnTo>
                <a:lnTo>
                  <a:pt x="717854" y="1572082"/>
                </a:lnTo>
                <a:lnTo>
                  <a:pt x="716000" y="1573949"/>
                </a:lnTo>
                <a:lnTo>
                  <a:pt x="715530" y="1575066"/>
                </a:lnTo>
                <a:lnTo>
                  <a:pt x="715530" y="1577695"/>
                </a:lnTo>
                <a:lnTo>
                  <a:pt x="716000" y="1578813"/>
                </a:lnTo>
                <a:lnTo>
                  <a:pt x="717854" y="1580680"/>
                </a:lnTo>
                <a:lnTo>
                  <a:pt x="718972" y="1581137"/>
                </a:lnTo>
                <a:lnTo>
                  <a:pt x="721614" y="1581137"/>
                </a:lnTo>
                <a:lnTo>
                  <a:pt x="722731" y="1580680"/>
                </a:lnTo>
                <a:lnTo>
                  <a:pt x="724585" y="1578813"/>
                </a:lnTo>
                <a:lnTo>
                  <a:pt x="725055" y="1577695"/>
                </a:lnTo>
                <a:lnTo>
                  <a:pt x="725055" y="1575066"/>
                </a:lnTo>
                <a:close/>
              </a:path>
              <a:path w="10296525" h="3486150">
                <a:moveTo>
                  <a:pt x="725055" y="1527441"/>
                </a:moveTo>
                <a:lnTo>
                  <a:pt x="724585" y="1526324"/>
                </a:lnTo>
                <a:lnTo>
                  <a:pt x="722731" y="1524457"/>
                </a:lnTo>
                <a:lnTo>
                  <a:pt x="721614" y="1523987"/>
                </a:lnTo>
                <a:lnTo>
                  <a:pt x="718972" y="1523987"/>
                </a:lnTo>
                <a:lnTo>
                  <a:pt x="717854" y="1524457"/>
                </a:lnTo>
                <a:lnTo>
                  <a:pt x="716000" y="1526324"/>
                </a:lnTo>
                <a:lnTo>
                  <a:pt x="715530" y="1527441"/>
                </a:lnTo>
                <a:lnTo>
                  <a:pt x="715530" y="1530070"/>
                </a:lnTo>
                <a:lnTo>
                  <a:pt x="716000" y="1531188"/>
                </a:lnTo>
                <a:lnTo>
                  <a:pt x="717854" y="1533055"/>
                </a:lnTo>
                <a:lnTo>
                  <a:pt x="718972" y="1533512"/>
                </a:lnTo>
                <a:lnTo>
                  <a:pt x="721614" y="1533512"/>
                </a:lnTo>
                <a:lnTo>
                  <a:pt x="722731" y="1533055"/>
                </a:lnTo>
                <a:lnTo>
                  <a:pt x="724585" y="1531188"/>
                </a:lnTo>
                <a:lnTo>
                  <a:pt x="725055" y="1530070"/>
                </a:lnTo>
                <a:lnTo>
                  <a:pt x="725055" y="1527441"/>
                </a:lnTo>
                <a:close/>
              </a:path>
              <a:path w="10296525" h="3486150">
                <a:moveTo>
                  <a:pt x="725055" y="1479816"/>
                </a:moveTo>
                <a:lnTo>
                  <a:pt x="724585" y="1478699"/>
                </a:lnTo>
                <a:lnTo>
                  <a:pt x="722731" y="1476832"/>
                </a:lnTo>
                <a:lnTo>
                  <a:pt x="721614" y="1476362"/>
                </a:lnTo>
                <a:lnTo>
                  <a:pt x="718972" y="1476362"/>
                </a:lnTo>
                <a:lnTo>
                  <a:pt x="717854" y="1476832"/>
                </a:lnTo>
                <a:lnTo>
                  <a:pt x="716000" y="1478699"/>
                </a:lnTo>
                <a:lnTo>
                  <a:pt x="715530" y="1479816"/>
                </a:lnTo>
                <a:lnTo>
                  <a:pt x="715530" y="1482445"/>
                </a:lnTo>
                <a:lnTo>
                  <a:pt x="716000" y="1483563"/>
                </a:lnTo>
                <a:lnTo>
                  <a:pt x="717854" y="1485430"/>
                </a:lnTo>
                <a:lnTo>
                  <a:pt x="718972" y="1485887"/>
                </a:lnTo>
                <a:lnTo>
                  <a:pt x="721614" y="1485887"/>
                </a:lnTo>
                <a:lnTo>
                  <a:pt x="722731" y="1485430"/>
                </a:lnTo>
                <a:lnTo>
                  <a:pt x="724585" y="1483563"/>
                </a:lnTo>
                <a:lnTo>
                  <a:pt x="725055" y="1482445"/>
                </a:lnTo>
                <a:lnTo>
                  <a:pt x="725055" y="1479816"/>
                </a:lnTo>
                <a:close/>
              </a:path>
              <a:path w="10296525" h="3486150">
                <a:moveTo>
                  <a:pt x="725055" y="1432191"/>
                </a:moveTo>
                <a:lnTo>
                  <a:pt x="724585" y="1431074"/>
                </a:lnTo>
                <a:lnTo>
                  <a:pt x="722731" y="1429207"/>
                </a:lnTo>
                <a:lnTo>
                  <a:pt x="721614" y="1428737"/>
                </a:lnTo>
                <a:lnTo>
                  <a:pt x="718972" y="1428737"/>
                </a:lnTo>
                <a:lnTo>
                  <a:pt x="717854" y="1429207"/>
                </a:lnTo>
                <a:lnTo>
                  <a:pt x="716000" y="1431074"/>
                </a:lnTo>
                <a:lnTo>
                  <a:pt x="715530" y="1432191"/>
                </a:lnTo>
                <a:lnTo>
                  <a:pt x="715530" y="1434820"/>
                </a:lnTo>
                <a:lnTo>
                  <a:pt x="716000" y="1435938"/>
                </a:lnTo>
                <a:lnTo>
                  <a:pt x="717854" y="1437805"/>
                </a:lnTo>
                <a:lnTo>
                  <a:pt x="718972" y="1438262"/>
                </a:lnTo>
                <a:lnTo>
                  <a:pt x="721614" y="1438262"/>
                </a:lnTo>
                <a:lnTo>
                  <a:pt x="722731" y="1437805"/>
                </a:lnTo>
                <a:lnTo>
                  <a:pt x="724585" y="1435938"/>
                </a:lnTo>
                <a:lnTo>
                  <a:pt x="725055" y="1434820"/>
                </a:lnTo>
                <a:lnTo>
                  <a:pt x="725055" y="1432191"/>
                </a:lnTo>
                <a:close/>
              </a:path>
              <a:path w="10296525" h="3486150">
                <a:moveTo>
                  <a:pt x="725055" y="1384566"/>
                </a:moveTo>
                <a:lnTo>
                  <a:pt x="724585" y="1383449"/>
                </a:lnTo>
                <a:lnTo>
                  <a:pt x="722731" y="1381582"/>
                </a:lnTo>
                <a:lnTo>
                  <a:pt x="721614" y="1381112"/>
                </a:lnTo>
                <a:lnTo>
                  <a:pt x="718972" y="1381112"/>
                </a:lnTo>
                <a:lnTo>
                  <a:pt x="717854" y="1381582"/>
                </a:lnTo>
                <a:lnTo>
                  <a:pt x="716000" y="1383449"/>
                </a:lnTo>
                <a:lnTo>
                  <a:pt x="715530" y="1384566"/>
                </a:lnTo>
                <a:lnTo>
                  <a:pt x="715530" y="1387195"/>
                </a:lnTo>
                <a:lnTo>
                  <a:pt x="716000" y="1388313"/>
                </a:lnTo>
                <a:lnTo>
                  <a:pt x="717854" y="1390180"/>
                </a:lnTo>
                <a:lnTo>
                  <a:pt x="718972" y="1390637"/>
                </a:lnTo>
                <a:lnTo>
                  <a:pt x="721614" y="1390637"/>
                </a:lnTo>
                <a:lnTo>
                  <a:pt x="722731" y="1390180"/>
                </a:lnTo>
                <a:lnTo>
                  <a:pt x="724585" y="1388313"/>
                </a:lnTo>
                <a:lnTo>
                  <a:pt x="725055" y="1387195"/>
                </a:lnTo>
                <a:lnTo>
                  <a:pt x="725055" y="1384566"/>
                </a:lnTo>
                <a:close/>
              </a:path>
              <a:path w="10296525" h="3486150">
                <a:moveTo>
                  <a:pt x="725055" y="1336941"/>
                </a:moveTo>
                <a:lnTo>
                  <a:pt x="724585" y="1335824"/>
                </a:lnTo>
                <a:lnTo>
                  <a:pt x="722731" y="1333957"/>
                </a:lnTo>
                <a:lnTo>
                  <a:pt x="721614" y="1333487"/>
                </a:lnTo>
                <a:lnTo>
                  <a:pt x="718972" y="1333487"/>
                </a:lnTo>
                <a:lnTo>
                  <a:pt x="717854" y="1333957"/>
                </a:lnTo>
                <a:lnTo>
                  <a:pt x="716000" y="1335824"/>
                </a:lnTo>
                <a:lnTo>
                  <a:pt x="715530" y="1336941"/>
                </a:lnTo>
                <a:lnTo>
                  <a:pt x="715530" y="1339570"/>
                </a:lnTo>
                <a:lnTo>
                  <a:pt x="716000" y="1340688"/>
                </a:lnTo>
                <a:lnTo>
                  <a:pt x="717854" y="1342555"/>
                </a:lnTo>
                <a:lnTo>
                  <a:pt x="718972" y="1343012"/>
                </a:lnTo>
                <a:lnTo>
                  <a:pt x="721614" y="1343012"/>
                </a:lnTo>
                <a:lnTo>
                  <a:pt x="722731" y="1342555"/>
                </a:lnTo>
                <a:lnTo>
                  <a:pt x="724585" y="1340688"/>
                </a:lnTo>
                <a:lnTo>
                  <a:pt x="725055" y="1339570"/>
                </a:lnTo>
                <a:lnTo>
                  <a:pt x="725055" y="1336941"/>
                </a:lnTo>
                <a:close/>
              </a:path>
              <a:path w="10296525" h="3486150">
                <a:moveTo>
                  <a:pt x="725055" y="1289316"/>
                </a:moveTo>
                <a:lnTo>
                  <a:pt x="724585" y="1288199"/>
                </a:lnTo>
                <a:lnTo>
                  <a:pt x="722731" y="1286332"/>
                </a:lnTo>
                <a:lnTo>
                  <a:pt x="721614" y="1285862"/>
                </a:lnTo>
                <a:lnTo>
                  <a:pt x="718972" y="1285862"/>
                </a:lnTo>
                <a:lnTo>
                  <a:pt x="717854" y="1286332"/>
                </a:lnTo>
                <a:lnTo>
                  <a:pt x="716000" y="1288199"/>
                </a:lnTo>
                <a:lnTo>
                  <a:pt x="715530" y="1289316"/>
                </a:lnTo>
                <a:lnTo>
                  <a:pt x="715530" y="1291945"/>
                </a:lnTo>
                <a:lnTo>
                  <a:pt x="716000" y="1293063"/>
                </a:lnTo>
                <a:lnTo>
                  <a:pt x="717854" y="1294930"/>
                </a:lnTo>
                <a:lnTo>
                  <a:pt x="718972" y="1295387"/>
                </a:lnTo>
                <a:lnTo>
                  <a:pt x="721614" y="1295387"/>
                </a:lnTo>
                <a:lnTo>
                  <a:pt x="722731" y="1294930"/>
                </a:lnTo>
                <a:lnTo>
                  <a:pt x="724585" y="1293063"/>
                </a:lnTo>
                <a:lnTo>
                  <a:pt x="725055" y="1291945"/>
                </a:lnTo>
                <a:lnTo>
                  <a:pt x="725055" y="1289316"/>
                </a:lnTo>
                <a:close/>
              </a:path>
              <a:path w="10296525" h="3486150">
                <a:moveTo>
                  <a:pt x="725055" y="1241691"/>
                </a:moveTo>
                <a:lnTo>
                  <a:pt x="724585" y="1240574"/>
                </a:lnTo>
                <a:lnTo>
                  <a:pt x="722731" y="1238707"/>
                </a:lnTo>
                <a:lnTo>
                  <a:pt x="721614" y="1238237"/>
                </a:lnTo>
                <a:lnTo>
                  <a:pt x="718972" y="1238237"/>
                </a:lnTo>
                <a:lnTo>
                  <a:pt x="717854" y="1238707"/>
                </a:lnTo>
                <a:lnTo>
                  <a:pt x="716000" y="1240574"/>
                </a:lnTo>
                <a:lnTo>
                  <a:pt x="715530" y="1241691"/>
                </a:lnTo>
                <a:lnTo>
                  <a:pt x="715530" y="1244320"/>
                </a:lnTo>
                <a:lnTo>
                  <a:pt x="716000" y="1245438"/>
                </a:lnTo>
                <a:lnTo>
                  <a:pt x="717854" y="1247305"/>
                </a:lnTo>
                <a:lnTo>
                  <a:pt x="718972" y="1247762"/>
                </a:lnTo>
                <a:lnTo>
                  <a:pt x="721614" y="1247762"/>
                </a:lnTo>
                <a:lnTo>
                  <a:pt x="722731" y="1247305"/>
                </a:lnTo>
                <a:lnTo>
                  <a:pt x="724585" y="1245438"/>
                </a:lnTo>
                <a:lnTo>
                  <a:pt x="725055" y="1244320"/>
                </a:lnTo>
                <a:lnTo>
                  <a:pt x="725055" y="1241691"/>
                </a:lnTo>
                <a:close/>
              </a:path>
              <a:path w="10296525" h="3486150">
                <a:moveTo>
                  <a:pt x="725055" y="1194066"/>
                </a:moveTo>
                <a:lnTo>
                  <a:pt x="724585" y="1192949"/>
                </a:lnTo>
                <a:lnTo>
                  <a:pt x="722731" y="1191082"/>
                </a:lnTo>
                <a:lnTo>
                  <a:pt x="721614" y="1190612"/>
                </a:lnTo>
                <a:lnTo>
                  <a:pt x="718972" y="1190612"/>
                </a:lnTo>
                <a:lnTo>
                  <a:pt x="717854" y="1191082"/>
                </a:lnTo>
                <a:lnTo>
                  <a:pt x="716000" y="1192949"/>
                </a:lnTo>
                <a:lnTo>
                  <a:pt x="715530" y="1194066"/>
                </a:lnTo>
                <a:lnTo>
                  <a:pt x="715530" y="1196695"/>
                </a:lnTo>
                <a:lnTo>
                  <a:pt x="716000" y="1197813"/>
                </a:lnTo>
                <a:lnTo>
                  <a:pt x="717854" y="1199680"/>
                </a:lnTo>
                <a:lnTo>
                  <a:pt x="718972" y="1200137"/>
                </a:lnTo>
                <a:lnTo>
                  <a:pt x="721614" y="1200137"/>
                </a:lnTo>
                <a:lnTo>
                  <a:pt x="722731" y="1199680"/>
                </a:lnTo>
                <a:lnTo>
                  <a:pt x="724585" y="1197813"/>
                </a:lnTo>
                <a:lnTo>
                  <a:pt x="725055" y="1196695"/>
                </a:lnTo>
                <a:lnTo>
                  <a:pt x="725055" y="1194066"/>
                </a:lnTo>
                <a:close/>
              </a:path>
              <a:path w="10296525" h="3486150">
                <a:moveTo>
                  <a:pt x="725055" y="1146441"/>
                </a:moveTo>
                <a:lnTo>
                  <a:pt x="724585" y="1145324"/>
                </a:lnTo>
                <a:lnTo>
                  <a:pt x="722731" y="1143457"/>
                </a:lnTo>
                <a:lnTo>
                  <a:pt x="721614" y="1142987"/>
                </a:lnTo>
                <a:lnTo>
                  <a:pt x="718972" y="1142987"/>
                </a:lnTo>
                <a:lnTo>
                  <a:pt x="717854" y="1143457"/>
                </a:lnTo>
                <a:lnTo>
                  <a:pt x="716000" y="1145324"/>
                </a:lnTo>
                <a:lnTo>
                  <a:pt x="715530" y="1146441"/>
                </a:lnTo>
                <a:lnTo>
                  <a:pt x="715530" y="1149070"/>
                </a:lnTo>
                <a:lnTo>
                  <a:pt x="716000" y="1150188"/>
                </a:lnTo>
                <a:lnTo>
                  <a:pt x="717854" y="1152055"/>
                </a:lnTo>
                <a:lnTo>
                  <a:pt x="718972" y="1152512"/>
                </a:lnTo>
                <a:lnTo>
                  <a:pt x="721614" y="1152512"/>
                </a:lnTo>
                <a:lnTo>
                  <a:pt x="722731" y="1152055"/>
                </a:lnTo>
                <a:lnTo>
                  <a:pt x="724585" y="1150188"/>
                </a:lnTo>
                <a:lnTo>
                  <a:pt x="725055" y="1149070"/>
                </a:lnTo>
                <a:lnTo>
                  <a:pt x="725055" y="1146441"/>
                </a:lnTo>
                <a:close/>
              </a:path>
              <a:path w="10296525" h="3486150">
                <a:moveTo>
                  <a:pt x="725055" y="1098816"/>
                </a:moveTo>
                <a:lnTo>
                  <a:pt x="724585" y="1097699"/>
                </a:lnTo>
                <a:lnTo>
                  <a:pt x="722731" y="1095832"/>
                </a:lnTo>
                <a:lnTo>
                  <a:pt x="721614" y="1095362"/>
                </a:lnTo>
                <a:lnTo>
                  <a:pt x="718972" y="1095362"/>
                </a:lnTo>
                <a:lnTo>
                  <a:pt x="717854" y="1095832"/>
                </a:lnTo>
                <a:lnTo>
                  <a:pt x="716000" y="1097699"/>
                </a:lnTo>
                <a:lnTo>
                  <a:pt x="715530" y="1098816"/>
                </a:lnTo>
                <a:lnTo>
                  <a:pt x="715530" y="1101445"/>
                </a:lnTo>
                <a:lnTo>
                  <a:pt x="716000" y="1102563"/>
                </a:lnTo>
                <a:lnTo>
                  <a:pt x="717854" y="1104430"/>
                </a:lnTo>
                <a:lnTo>
                  <a:pt x="718972" y="1104887"/>
                </a:lnTo>
                <a:lnTo>
                  <a:pt x="721614" y="1104887"/>
                </a:lnTo>
                <a:lnTo>
                  <a:pt x="722731" y="1104430"/>
                </a:lnTo>
                <a:lnTo>
                  <a:pt x="724585" y="1102563"/>
                </a:lnTo>
                <a:lnTo>
                  <a:pt x="725055" y="1101445"/>
                </a:lnTo>
                <a:lnTo>
                  <a:pt x="725055" y="1098816"/>
                </a:lnTo>
                <a:close/>
              </a:path>
              <a:path w="10296525" h="3486150">
                <a:moveTo>
                  <a:pt x="725055" y="1051191"/>
                </a:moveTo>
                <a:lnTo>
                  <a:pt x="724585" y="1050074"/>
                </a:lnTo>
                <a:lnTo>
                  <a:pt x="722731" y="1048207"/>
                </a:lnTo>
                <a:lnTo>
                  <a:pt x="721614" y="1047737"/>
                </a:lnTo>
                <a:lnTo>
                  <a:pt x="718972" y="1047737"/>
                </a:lnTo>
                <a:lnTo>
                  <a:pt x="717854" y="1048207"/>
                </a:lnTo>
                <a:lnTo>
                  <a:pt x="716000" y="1050074"/>
                </a:lnTo>
                <a:lnTo>
                  <a:pt x="715530" y="1051191"/>
                </a:lnTo>
                <a:lnTo>
                  <a:pt x="715530" y="1053820"/>
                </a:lnTo>
                <a:lnTo>
                  <a:pt x="716000" y="1054938"/>
                </a:lnTo>
                <a:lnTo>
                  <a:pt x="717854" y="1056805"/>
                </a:lnTo>
                <a:lnTo>
                  <a:pt x="718972" y="1057262"/>
                </a:lnTo>
                <a:lnTo>
                  <a:pt x="721614" y="1057262"/>
                </a:lnTo>
                <a:lnTo>
                  <a:pt x="722731" y="1056805"/>
                </a:lnTo>
                <a:lnTo>
                  <a:pt x="724585" y="1054938"/>
                </a:lnTo>
                <a:lnTo>
                  <a:pt x="725055" y="1053820"/>
                </a:lnTo>
                <a:lnTo>
                  <a:pt x="725055" y="1051191"/>
                </a:lnTo>
                <a:close/>
              </a:path>
              <a:path w="10296525" h="3486150">
                <a:moveTo>
                  <a:pt x="725055" y="1003566"/>
                </a:moveTo>
                <a:lnTo>
                  <a:pt x="724585" y="1002449"/>
                </a:lnTo>
                <a:lnTo>
                  <a:pt x="722731" y="1000582"/>
                </a:lnTo>
                <a:lnTo>
                  <a:pt x="721614" y="1000125"/>
                </a:lnTo>
                <a:lnTo>
                  <a:pt x="718972" y="1000125"/>
                </a:lnTo>
                <a:lnTo>
                  <a:pt x="717854" y="1000582"/>
                </a:lnTo>
                <a:lnTo>
                  <a:pt x="716000" y="1002449"/>
                </a:lnTo>
                <a:lnTo>
                  <a:pt x="715530" y="1003566"/>
                </a:lnTo>
                <a:lnTo>
                  <a:pt x="715530" y="1006195"/>
                </a:lnTo>
                <a:lnTo>
                  <a:pt x="716000" y="1007313"/>
                </a:lnTo>
                <a:lnTo>
                  <a:pt x="717854" y="1009180"/>
                </a:lnTo>
                <a:lnTo>
                  <a:pt x="718972" y="1009637"/>
                </a:lnTo>
                <a:lnTo>
                  <a:pt x="721614" y="1009637"/>
                </a:lnTo>
                <a:lnTo>
                  <a:pt x="722731" y="1009180"/>
                </a:lnTo>
                <a:lnTo>
                  <a:pt x="724585" y="1007313"/>
                </a:lnTo>
                <a:lnTo>
                  <a:pt x="725055" y="1006195"/>
                </a:lnTo>
                <a:lnTo>
                  <a:pt x="725055" y="1003566"/>
                </a:lnTo>
                <a:close/>
              </a:path>
              <a:path w="10296525" h="3486150">
                <a:moveTo>
                  <a:pt x="725055" y="955941"/>
                </a:moveTo>
                <a:lnTo>
                  <a:pt x="724585" y="954824"/>
                </a:lnTo>
                <a:lnTo>
                  <a:pt x="722731" y="952957"/>
                </a:lnTo>
                <a:lnTo>
                  <a:pt x="721614" y="952500"/>
                </a:lnTo>
                <a:lnTo>
                  <a:pt x="718972" y="952500"/>
                </a:lnTo>
                <a:lnTo>
                  <a:pt x="717854" y="952957"/>
                </a:lnTo>
                <a:lnTo>
                  <a:pt x="716000" y="954824"/>
                </a:lnTo>
                <a:lnTo>
                  <a:pt x="715530" y="955941"/>
                </a:lnTo>
                <a:lnTo>
                  <a:pt x="715530" y="958570"/>
                </a:lnTo>
                <a:lnTo>
                  <a:pt x="716000" y="959688"/>
                </a:lnTo>
                <a:lnTo>
                  <a:pt x="717854" y="961555"/>
                </a:lnTo>
                <a:lnTo>
                  <a:pt x="718972" y="962012"/>
                </a:lnTo>
                <a:lnTo>
                  <a:pt x="721614" y="962012"/>
                </a:lnTo>
                <a:lnTo>
                  <a:pt x="722731" y="961555"/>
                </a:lnTo>
                <a:lnTo>
                  <a:pt x="724585" y="959688"/>
                </a:lnTo>
                <a:lnTo>
                  <a:pt x="725055" y="958570"/>
                </a:lnTo>
                <a:lnTo>
                  <a:pt x="725055" y="955941"/>
                </a:lnTo>
                <a:close/>
              </a:path>
              <a:path w="10296525" h="3486150">
                <a:moveTo>
                  <a:pt x="725055" y="908316"/>
                </a:moveTo>
                <a:lnTo>
                  <a:pt x="724585" y="907199"/>
                </a:lnTo>
                <a:lnTo>
                  <a:pt x="722731" y="905332"/>
                </a:lnTo>
                <a:lnTo>
                  <a:pt x="721614" y="904862"/>
                </a:lnTo>
                <a:lnTo>
                  <a:pt x="718972" y="904862"/>
                </a:lnTo>
                <a:lnTo>
                  <a:pt x="717854" y="905332"/>
                </a:lnTo>
                <a:lnTo>
                  <a:pt x="716000" y="907199"/>
                </a:lnTo>
                <a:lnTo>
                  <a:pt x="715530" y="908316"/>
                </a:lnTo>
                <a:lnTo>
                  <a:pt x="715530" y="910945"/>
                </a:lnTo>
                <a:lnTo>
                  <a:pt x="716000" y="912063"/>
                </a:lnTo>
                <a:lnTo>
                  <a:pt x="717854" y="913930"/>
                </a:lnTo>
                <a:lnTo>
                  <a:pt x="718972" y="914387"/>
                </a:lnTo>
                <a:lnTo>
                  <a:pt x="721614" y="914387"/>
                </a:lnTo>
                <a:lnTo>
                  <a:pt x="722731" y="913930"/>
                </a:lnTo>
                <a:lnTo>
                  <a:pt x="724585" y="912063"/>
                </a:lnTo>
                <a:lnTo>
                  <a:pt x="725055" y="910945"/>
                </a:lnTo>
                <a:lnTo>
                  <a:pt x="725055" y="908316"/>
                </a:lnTo>
                <a:close/>
              </a:path>
              <a:path w="10296525" h="3486150">
                <a:moveTo>
                  <a:pt x="725055" y="860691"/>
                </a:moveTo>
                <a:lnTo>
                  <a:pt x="724585" y="859574"/>
                </a:lnTo>
                <a:lnTo>
                  <a:pt x="722731" y="857707"/>
                </a:lnTo>
                <a:lnTo>
                  <a:pt x="721614" y="857237"/>
                </a:lnTo>
                <a:lnTo>
                  <a:pt x="718972" y="857237"/>
                </a:lnTo>
                <a:lnTo>
                  <a:pt x="717854" y="857707"/>
                </a:lnTo>
                <a:lnTo>
                  <a:pt x="716000" y="859574"/>
                </a:lnTo>
                <a:lnTo>
                  <a:pt x="715530" y="860691"/>
                </a:lnTo>
                <a:lnTo>
                  <a:pt x="715530" y="863320"/>
                </a:lnTo>
                <a:lnTo>
                  <a:pt x="716000" y="864438"/>
                </a:lnTo>
                <a:lnTo>
                  <a:pt x="717854" y="866305"/>
                </a:lnTo>
                <a:lnTo>
                  <a:pt x="718972" y="866762"/>
                </a:lnTo>
                <a:lnTo>
                  <a:pt x="721614" y="866762"/>
                </a:lnTo>
                <a:lnTo>
                  <a:pt x="722731" y="866305"/>
                </a:lnTo>
                <a:lnTo>
                  <a:pt x="724585" y="864438"/>
                </a:lnTo>
                <a:lnTo>
                  <a:pt x="725055" y="863320"/>
                </a:lnTo>
                <a:lnTo>
                  <a:pt x="725055" y="860691"/>
                </a:lnTo>
                <a:close/>
              </a:path>
              <a:path w="10296525" h="3486150">
                <a:moveTo>
                  <a:pt x="725055" y="813066"/>
                </a:moveTo>
                <a:lnTo>
                  <a:pt x="724585" y="811949"/>
                </a:lnTo>
                <a:lnTo>
                  <a:pt x="722731" y="810082"/>
                </a:lnTo>
                <a:lnTo>
                  <a:pt x="721614" y="809625"/>
                </a:lnTo>
                <a:lnTo>
                  <a:pt x="718972" y="809625"/>
                </a:lnTo>
                <a:lnTo>
                  <a:pt x="717854" y="810082"/>
                </a:lnTo>
                <a:lnTo>
                  <a:pt x="716000" y="811949"/>
                </a:lnTo>
                <a:lnTo>
                  <a:pt x="715530" y="813066"/>
                </a:lnTo>
                <a:lnTo>
                  <a:pt x="715530" y="815695"/>
                </a:lnTo>
                <a:lnTo>
                  <a:pt x="716000" y="816813"/>
                </a:lnTo>
                <a:lnTo>
                  <a:pt x="717854" y="818680"/>
                </a:lnTo>
                <a:lnTo>
                  <a:pt x="718972" y="819137"/>
                </a:lnTo>
                <a:lnTo>
                  <a:pt x="721614" y="819137"/>
                </a:lnTo>
                <a:lnTo>
                  <a:pt x="722731" y="818680"/>
                </a:lnTo>
                <a:lnTo>
                  <a:pt x="724585" y="816813"/>
                </a:lnTo>
                <a:lnTo>
                  <a:pt x="725055" y="815695"/>
                </a:lnTo>
                <a:lnTo>
                  <a:pt x="725055" y="813066"/>
                </a:lnTo>
                <a:close/>
              </a:path>
              <a:path w="10296525" h="3486150">
                <a:moveTo>
                  <a:pt x="725055" y="765441"/>
                </a:moveTo>
                <a:lnTo>
                  <a:pt x="724585" y="764324"/>
                </a:lnTo>
                <a:lnTo>
                  <a:pt x="722731" y="762457"/>
                </a:lnTo>
                <a:lnTo>
                  <a:pt x="721614" y="762000"/>
                </a:lnTo>
                <a:lnTo>
                  <a:pt x="718972" y="762000"/>
                </a:lnTo>
                <a:lnTo>
                  <a:pt x="717854" y="762457"/>
                </a:lnTo>
                <a:lnTo>
                  <a:pt x="716000" y="764324"/>
                </a:lnTo>
                <a:lnTo>
                  <a:pt x="715530" y="765441"/>
                </a:lnTo>
                <a:lnTo>
                  <a:pt x="715530" y="768070"/>
                </a:lnTo>
                <a:lnTo>
                  <a:pt x="716000" y="769188"/>
                </a:lnTo>
                <a:lnTo>
                  <a:pt x="717854" y="771055"/>
                </a:lnTo>
                <a:lnTo>
                  <a:pt x="718972" y="771512"/>
                </a:lnTo>
                <a:lnTo>
                  <a:pt x="721614" y="771512"/>
                </a:lnTo>
                <a:lnTo>
                  <a:pt x="722731" y="771055"/>
                </a:lnTo>
                <a:lnTo>
                  <a:pt x="724585" y="769188"/>
                </a:lnTo>
                <a:lnTo>
                  <a:pt x="725055" y="768070"/>
                </a:lnTo>
                <a:lnTo>
                  <a:pt x="725055" y="765441"/>
                </a:lnTo>
                <a:close/>
              </a:path>
              <a:path w="10296525" h="3486150">
                <a:moveTo>
                  <a:pt x="725055" y="717816"/>
                </a:moveTo>
                <a:lnTo>
                  <a:pt x="724585" y="716699"/>
                </a:lnTo>
                <a:lnTo>
                  <a:pt x="722731" y="714832"/>
                </a:lnTo>
                <a:lnTo>
                  <a:pt x="721614" y="714375"/>
                </a:lnTo>
                <a:lnTo>
                  <a:pt x="718972" y="714375"/>
                </a:lnTo>
                <a:lnTo>
                  <a:pt x="717854" y="714832"/>
                </a:lnTo>
                <a:lnTo>
                  <a:pt x="716000" y="716699"/>
                </a:lnTo>
                <a:lnTo>
                  <a:pt x="715530" y="717816"/>
                </a:lnTo>
                <a:lnTo>
                  <a:pt x="715530" y="720445"/>
                </a:lnTo>
                <a:lnTo>
                  <a:pt x="716000" y="721563"/>
                </a:lnTo>
                <a:lnTo>
                  <a:pt x="717854" y="723430"/>
                </a:lnTo>
                <a:lnTo>
                  <a:pt x="718972" y="723887"/>
                </a:lnTo>
                <a:lnTo>
                  <a:pt x="721614" y="723887"/>
                </a:lnTo>
                <a:lnTo>
                  <a:pt x="722731" y="723430"/>
                </a:lnTo>
                <a:lnTo>
                  <a:pt x="724585" y="721563"/>
                </a:lnTo>
                <a:lnTo>
                  <a:pt x="725055" y="720445"/>
                </a:lnTo>
                <a:lnTo>
                  <a:pt x="725055" y="717816"/>
                </a:lnTo>
                <a:close/>
              </a:path>
              <a:path w="10296525" h="3486150">
                <a:moveTo>
                  <a:pt x="725055" y="670191"/>
                </a:moveTo>
                <a:lnTo>
                  <a:pt x="724585" y="669074"/>
                </a:lnTo>
                <a:lnTo>
                  <a:pt x="722731" y="667207"/>
                </a:lnTo>
                <a:lnTo>
                  <a:pt x="721614" y="666750"/>
                </a:lnTo>
                <a:lnTo>
                  <a:pt x="718972" y="666750"/>
                </a:lnTo>
                <a:lnTo>
                  <a:pt x="717854" y="667207"/>
                </a:lnTo>
                <a:lnTo>
                  <a:pt x="716000" y="669074"/>
                </a:lnTo>
                <a:lnTo>
                  <a:pt x="715530" y="670191"/>
                </a:lnTo>
                <a:lnTo>
                  <a:pt x="715530" y="672820"/>
                </a:lnTo>
                <a:lnTo>
                  <a:pt x="716000" y="673938"/>
                </a:lnTo>
                <a:lnTo>
                  <a:pt x="717854" y="675805"/>
                </a:lnTo>
                <a:lnTo>
                  <a:pt x="718972" y="676262"/>
                </a:lnTo>
                <a:lnTo>
                  <a:pt x="721614" y="676262"/>
                </a:lnTo>
                <a:lnTo>
                  <a:pt x="722731" y="675805"/>
                </a:lnTo>
                <a:lnTo>
                  <a:pt x="724585" y="673938"/>
                </a:lnTo>
                <a:lnTo>
                  <a:pt x="725055" y="672820"/>
                </a:lnTo>
                <a:lnTo>
                  <a:pt x="725055" y="670191"/>
                </a:lnTo>
                <a:close/>
              </a:path>
              <a:path w="10296525" h="3486150">
                <a:moveTo>
                  <a:pt x="725055" y="622566"/>
                </a:moveTo>
                <a:lnTo>
                  <a:pt x="724585" y="621449"/>
                </a:lnTo>
                <a:lnTo>
                  <a:pt x="722731" y="619582"/>
                </a:lnTo>
                <a:lnTo>
                  <a:pt x="721614" y="619112"/>
                </a:lnTo>
                <a:lnTo>
                  <a:pt x="718972" y="619112"/>
                </a:lnTo>
                <a:lnTo>
                  <a:pt x="717854" y="619582"/>
                </a:lnTo>
                <a:lnTo>
                  <a:pt x="716000" y="621449"/>
                </a:lnTo>
                <a:lnTo>
                  <a:pt x="715530" y="622566"/>
                </a:lnTo>
                <a:lnTo>
                  <a:pt x="715530" y="625195"/>
                </a:lnTo>
                <a:lnTo>
                  <a:pt x="716000" y="626313"/>
                </a:lnTo>
                <a:lnTo>
                  <a:pt x="717854" y="628180"/>
                </a:lnTo>
                <a:lnTo>
                  <a:pt x="718972" y="628637"/>
                </a:lnTo>
                <a:lnTo>
                  <a:pt x="721614" y="628637"/>
                </a:lnTo>
                <a:lnTo>
                  <a:pt x="722731" y="628180"/>
                </a:lnTo>
                <a:lnTo>
                  <a:pt x="724585" y="626313"/>
                </a:lnTo>
                <a:lnTo>
                  <a:pt x="725055" y="625195"/>
                </a:lnTo>
                <a:lnTo>
                  <a:pt x="725055" y="622566"/>
                </a:lnTo>
                <a:close/>
              </a:path>
              <a:path w="10296525" h="3486150">
                <a:moveTo>
                  <a:pt x="725055" y="574941"/>
                </a:moveTo>
                <a:lnTo>
                  <a:pt x="724585" y="573824"/>
                </a:lnTo>
                <a:lnTo>
                  <a:pt x="722731" y="571957"/>
                </a:lnTo>
                <a:lnTo>
                  <a:pt x="721614" y="571500"/>
                </a:lnTo>
                <a:lnTo>
                  <a:pt x="718972" y="571500"/>
                </a:lnTo>
                <a:lnTo>
                  <a:pt x="717854" y="571957"/>
                </a:lnTo>
                <a:lnTo>
                  <a:pt x="716000" y="573824"/>
                </a:lnTo>
                <a:lnTo>
                  <a:pt x="715530" y="574941"/>
                </a:lnTo>
                <a:lnTo>
                  <a:pt x="715530" y="577570"/>
                </a:lnTo>
                <a:lnTo>
                  <a:pt x="715937" y="578548"/>
                </a:lnTo>
                <a:lnTo>
                  <a:pt x="714844" y="579640"/>
                </a:lnTo>
                <a:lnTo>
                  <a:pt x="714375" y="580758"/>
                </a:lnTo>
                <a:lnTo>
                  <a:pt x="714375" y="583387"/>
                </a:lnTo>
                <a:lnTo>
                  <a:pt x="714844" y="584517"/>
                </a:lnTo>
                <a:lnTo>
                  <a:pt x="716711" y="586371"/>
                </a:lnTo>
                <a:lnTo>
                  <a:pt x="717829" y="586841"/>
                </a:lnTo>
                <a:lnTo>
                  <a:pt x="720458" y="586841"/>
                </a:lnTo>
                <a:lnTo>
                  <a:pt x="721575" y="586371"/>
                </a:lnTo>
                <a:lnTo>
                  <a:pt x="723442" y="584517"/>
                </a:lnTo>
                <a:lnTo>
                  <a:pt x="723900" y="583387"/>
                </a:lnTo>
                <a:lnTo>
                  <a:pt x="723900" y="580758"/>
                </a:lnTo>
                <a:lnTo>
                  <a:pt x="723493" y="579793"/>
                </a:lnTo>
                <a:lnTo>
                  <a:pt x="724585" y="578688"/>
                </a:lnTo>
                <a:lnTo>
                  <a:pt x="725055" y="577570"/>
                </a:lnTo>
                <a:lnTo>
                  <a:pt x="725055" y="574941"/>
                </a:lnTo>
                <a:close/>
              </a:path>
              <a:path w="10296525" h="3486150">
                <a:moveTo>
                  <a:pt x="725055" y="527316"/>
                </a:moveTo>
                <a:lnTo>
                  <a:pt x="724585" y="526199"/>
                </a:lnTo>
                <a:lnTo>
                  <a:pt x="722731" y="524332"/>
                </a:lnTo>
                <a:lnTo>
                  <a:pt x="721614" y="523875"/>
                </a:lnTo>
                <a:lnTo>
                  <a:pt x="718972" y="523875"/>
                </a:lnTo>
                <a:lnTo>
                  <a:pt x="717854" y="524332"/>
                </a:lnTo>
                <a:lnTo>
                  <a:pt x="716000" y="526199"/>
                </a:lnTo>
                <a:lnTo>
                  <a:pt x="715530" y="527316"/>
                </a:lnTo>
                <a:lnTo>
                  <a:pt x="715530" y="529945"/>
                </a:lnTo>
                <a:lnTo>
                  <a:pt x="716000" y="531063"/>
                </a:lnTo>
                <a:lnTo>
                  <a:pt x="717854" y="532930"/>
                </a:lnTo>
                <a:lnTo>
                  <a:pt x="718972" y="533387"/>
                </a:lnTo>
                <a:lnTo>
                  <a:pt x="721614" y="533387"/>
                </a:lnTo>
                <a:lnTo>
                  <a:pt x="722731" y="532930"/>
                </a:lnTo>
                <a:lnTo>
                  <a:pt x="724585" y="531063"/>
                </a:lnTo>
                <a:lnTo>
                  <a:pt x="725055" y="529945"/>
                </a:lnTo>
                <a:lnTo>
                  <a:pt x="725055" y="527316"/>
                </a:lnTo>
                <a:close/>
              </a:path>
              <a:path w="10296525" h="3486150">
                <a:moveTo>
                  <a:pt x="725055" y="479691"/>
                </a:moveTo>
                <a:lnTo>
                  <a:pt x="724585" y="478574"/>
                </a:lnTo>
                <a:lnTo>
                  <a:pt x="722731" y="476707"/>
                </a:lnTo>
                <a:lnTo>
                  <a:pt x="721614" y="476250"/>
                </a:lnTo>
                <a:lnTo>
                  <a:pt x="718972" y="476250"/>
                </a:lnTo>
                <a:lnTo>
                  <a:pt x="717854" y="476707"/>
                </a:lnTo>
                <a:lnTo>
                  <a:pt x="716000" y="478574"/>
                </a:lnTo>
                <a:lnTo>
                  <a:pt x="715530" y="479691"/>
                </a:lnTo>
                <a:lnTo>
                  <a:pt x="715530" y="482320"/>
                </a:lnTo>
                <a:lnTo>
                  <a:pt x="716000" y="483438"/>
                </a:lnTo>
                <a:lnTo>
                  <a:pt x="717854" y="485305"/>
                </a:lnTo>
                <a:lnTo>
                  <a:pt x="718972" y="485762"/>
                </a:lnTo>
                <a:lnTo>
                  <a:pt x="721614" y="485762"/>
                </a:lnTo>
                <a:lnTo>
                  <a:pt x="722731" y="485305"/>
                </a:lnTo>
                <a:lnTo>
                  <a:pt x="724585" y="483438"/>
                </a:lnTo>
                <a:lnTo>
                  <a:pt x="725055" y="482320"/>
                </a:lnTo>
                <a:lnTo>
                  <a:pt x="725055" y="479691"/>
                </a:lnTo>
                <a:close/>
              </a:path>
              <a:path w="10296525" h="3486150">
                <a:moveTo>
                  <a:pt x="725055" y="432066"/>
                </a:moveTo>
                <a:lnTo>
                  <a:pt x="724585" y="430949"/>
                </a:lnTo>
                <a:lnTo>
                  <a:pt x="722731" y="429082"/>
                </a:lnTo>
                <a:lnTo>
                  <a:pt x="721614" y="428625"/>
                </a:lnTo>
                <a:lnTo>
                  <a:pt x="718972" y="428625"/>
                </a:lnTo>
                <a:lnTo>
                  <a:pt x="717854" y="429082"/>
                </a:lnTo>
                <a:lnTo>
                  <a:pt x="716000" y="430949"/>
                </a:lnTo>
                <a:lnTo>
                  <a:pt x="715530" y="432066"/>
                </a:lnTo>
                <a:lnTo>
                  <a:pt x="715530" y="434695"/>
                </a:lnTo>
                <a:lnTo>
                  <a:pt x="716000" y="435813"/>
                </a:lnTo>
                <a:lnTo>
                  <a:pt x="717854" y="437680"/>
                </a:lnTo>
                <a:lnTo>
                  <a:pt x="718972" y="438137"/>
                </a:lnTo>
                <a:lnTo>
                  <a:pt x="721614" y="438137"/>
                </a:lnTo>
                <a:lnTo>
                  <a:pt x="722731" y="437680"/>
                </a:lnTo>
                <a:lnTo>
                  <a:pt x="724585" y="435813"/>
                </a:lnTo>
                <a:lnTo>
                  <a:pt x="725055" y="434695"/>
                </a:lnTo>
                <a:lnTo>
                  <a:pt x="725055" y="432066"/>
                </a:lnTo>
                <a:close/>
              </a:path>
              <a:path w="10296525" h="3486150">
                <a:moveTo>
                  <a:pt x="725055" y="384441"/>
                </a:moveTo>
                <a:lnTo>
                  <a:pt x="724585" y="383324"/>
                </a:lnTo>
                <a:lnTo>
                  <a:pt x="722731" y="381457"/>
                </a:lnTo>
                <a:lnTo>
                  <a:pt x="721614" y="380987"/>
                </a:lnTo>
                <a:lnTo>
                  <a:pt x="718972" y="380987"/>
                </a:lnTo>
                <a:lnTo>
                  <a:pt x="717854" y="381457"/>
                </a:lnTo>
                <a:lnTo>
                  <a:pt x="716000" y="383324"/>
                </a:lnTo>
                <a:lnTo>
                  <a:pt x="715530" y="384441"/>
                </a:lnTo>
                <a:lnTo>
                  <a:pt x="715530" y="387070"/>
                </a:lnTo>
                <a:lnTo>
                  <a:pt x="716000" y="388188"/>
                </a:lnTo>
                <a:lnTo>
                  <a:pt x="717854" y="390055"/>
                </a:lnTo>
                <a:lnTo>
                  <a:pt x="718972" y="390512"/>
                </a:lnTo>
                <a:lnTo>
                  <a:pt x="721614" y="390512"/>
                </a:lnTo>
                <a:lnTo>
                  <a:pt x="722731" y="390055"/>
                </a:lnTo>
                <a:lnTo>
                  <a:pt x="724585" y="388188"/>
                </a:lnTo>
                <a:lnTo>
                  <a:pt x="725055" y="387070"/>
                </a:lnTo>
                <a:lnTo>
                  <a:pt x="725055" y="384441"/>
                </a:lnTo>
                <a:close/>
              </a:path>
              <a:path w="10296525" h="3486150">
                <a:moveTo>
                  <a:pt x="725055" y="336816"/>
                </a:moveTo>
                <a:lnTo>
                  <a:pt x="724585" y="335699"/>
                </a:lnTo>
                <a:lnTo>
                  <a:pt x="722731" y="333832"/>
                </a:lnTo>
                <a:lnTo>
                  <a:pt x="721614" y="333375"/>
                </a:lnTo>
                <a:lnTo>
                  <a:pt x="718972" y="333375"/>
                </a:lnTo>
                <a:lnTo>
                  <a:pt x="717854" y="333832"/>
                </a:lnTo>
                <a:lnTo>
                  <a:pt x="716000" y="335699"/>
                </a:lnTo>
                <a:lnTo>
                  <a:pt x="715530" y="336816"/>
                </a:lnTo>
                <a:lnTo>
                  <a:pt x="715530" y="339445"/>
                </a:lnTo>
                <a:lnTo>
                  <a:pt x="716000" y="340563"/>
                </a:lnTo>
                <a:lnTo>
                  <a:pt x="717854" y="342430"/>
                </a:lnTo>
                <a:lnTo>
                  <a:pt x="718972" y="342887"/>
                </a:lnTo>
                <a:lnTo>
                  <a:pt x="721614" y="342887"/>
                </a:lnTo>
                <a:lnTo>
                  <a:pt x="722731" y="342430"/>
                </a:lnTo>
                <a:lnTo>
                  <a:pt x="724585" y="340563"/>
                </a:lnTo>
                <a:lnTo>
                  <a:pt x="725055" y="339445"/>
                </a:lnTo>
                <a:lnTo>
                  <a:pt x="725055" y="336816"/>
                </a:lnTo>
                <a:close/>
              </a:path>
              <a:path w="10296525" h="3486150">
                <a:moveTo>
                  <a:pt x="725055" y="289191"/>
                </a:moveTo>
                <a:lnTo>
                  <a:pt x="724585" y="288074"/>
                </a:lnTo>
                <a:lnTo>
                  <a:pt x="722731" y="286207"/>
                </a:lnTo>
                <a:lnTo>
                  <a:pt x="721614" y="285750"/>
                </a:lnTo>
                <a:lnTo>
                  <a:pt x="718972" y="285750"/>
                </a:lnTo>
                <a:lnTo>
                  <a:pt x="717854" y="286207"/>
                </a:lnTo>
                <a:lnTo>
                  <a:pt x="716000" y="288074"/>
                </a:lnTo>
                <a:lnTo>
                  <a:pt x="715530" y="289191"/>
                </a:lnTo>
                <a:lnTo>
                  <a:pt x="715530" y="291820"/>
                </a:lnTo>
                <a:lnTo>
                  <a:pt x="716000" y="292938"/>
                </a:lnTo>
                <a:lnTo>
                  <a:pt x="717854" y="294805"/>
                </a:lnTo>
                <a:lnTo>
                  <a:pt x="718972" y="295262"/>
                </a:lnTo>
                <a:lnTo>
                  <a:pt x="721614" y="295262"/>
                </a:lnTo>
                <a:lnTo>
                  <a:pt x="722731" y="294805"/>
                </a:lnTo>
                <a:lnTo>
                  <a:pt x="724585" y="292938"/>
                </a:lnTo>
                <a:lnTo>
                  <a:pt x="725055" y="291820"/>
                </a:lnTo>
                <a:lnTo>
                  <a:pt x="725055" y="289191"/>
                </a:lnTo>
                <a:close/>
              </a:path>
              <a:path w="10296525" h="3486150">
                <a:moveTo>
                  <a:pt x="725055" y="241566"/>
                </a:moveTo>
                <a:lnTo>
                  <a:pt x="724585" y="240449"/>
                </a:lnTo>
                <a:lnTo>
                  <a:pt x="722731" y="238582"/>
                </a:lnTo>
                <a:lnTo>
                  <a:pt x="721614" y="238125"/>
                </a:lnTo>
                <a:lnTo>
                  <a:pt x="718972" y="238125"/>
                </a:lnTo>
                <a:lnTo>
                  <a:pt x="717854" y="238582"/>
                </a:lnTo>
                <a:lnTo>
                  <a:pt x="716000" y="240449"/>
                </a:lnTo>
                <a:lnTo>
                  <a:pt x="715530" y="241566"/>
                </a:lnTo>
                <a:lnTo>
                  <a:pt x="715530" y="244195"/>
                </a:lnTo>
                <a:lnTo>
                  <a:pt x="716000" y="245313"/>
                </a:lnTo>
                <a:lnTo>
                  <a:pt x="717854" y="247180"/>
                </a:lnTo>
                <a:lnTo>
                  <a:pt x="718972" y="247637"/>
                </a:lnTo>
                <a:lnTo>
                  <a:pt x="721614" y="247637"/>
                </a:lnTo>
                <a:lnTo>
                  <a:pt x="722731" y="247180"/>
                </a:lnTo>
                <a:lnTo>
                  <a:pt x="724585" y="245313"/>
                </a:lnTo>
                <a:lnTo>
                  <a:pt x="725055" y="244195"/>
                </a:lnTo>
                <a:lnTo>
                  <a:pt x="725055" y="241566"/>
                </a:lnTo>
                <a:close/>
              </a:path>
              <a:path w="10296525" h="3486150">
                <a:moveTo>
                  <a:pt x="725055" y="193941"/>
                </a:moveTo>
                <a:lnTo>
                  <a:pt x="724585" y="192824"/>
                </a:lnTo>
                <a:lnTo>
                  <a:pt x="722731" y="190957"/>
                </a:lnTo>
                <a:lnTo>
                  <a:pt x="721614" y="190487"/>
                </a:lnTo>
                <a:lnTo>
                  <a:pt x="718972" y="190487"/>
                </a:lnTo>
                <a:lnTo>
                  <a:pt x="717854" y="190957"/>
                </a:lnTo>
                <a:lnTo>
                  <a:pt x="716000" y="192824"/>
                </a:lnTo>
                <a:lnTo>
                  <a:pt x="715530" y="193941"/>
                </a:lnTo>
                <a:lnTo>
                  <a:pt x="715530" y="196570"/>
                </a:lnTo>
                <a:lnTo>
                  <a:pt x="716000" y="197688"/>
                </a:lnTo>
                <a:lnTo>
                  <a:pt x="717854" y="199555"/>
                </a:lnTo>
                <a:lnTo>
                  <a:pt x="718972" y="200012"/>
                </a:lnTo>
                <a:lnTo>
                  <a:pt x="721614" y="200012"/>
                </a:lnTo>
                <a:lnTo>
                  <a:pt x="722731" y="199555"/>
                </a:lnTo>
                <a:lnTo>
                  <a:pt x="724585" y="197688"/>
                </a:lnTo>
                <a:lnTo>
                  <a:pt x="725055" y="196570"/>
                </a:lnTo>
                <a:lnTo>
                  <a:pt x="725055" y="193941"/>
                </a:lnTo>
                <a:close/>
              </a:path>
              <a:path w="10296525" h="3486150">
                <a:moveTo>
                  <a:pt x="725055" y="146316"/>
                </a:moveTo>
                <a:lnTo>
                  <a:pt x="724585" y="145199"/>
                </a:lnTo>
                <a:lnTo>
                  <a:pt x="722731" y="143332"/>
                </a:lnTo>
                <a:lnTo>
                  <a:pt x="721614" y="142862"/>
                </a:lnTo>
                <a:lnTo>
                  <a:pt x="718972" y="142862"/>
                </a:lnTo>
                <a:lnTo>
                  <a:pt x="717854" y="143332"/>
                </a:lnTo>
                <a:lnTo>
                  <a:pt x="716000" y="145199"/>
                </a:lnTo>
                <a:lnTo>
                  <a:pt x="715530" y="146316"/>
                </a:lnTo>
                <a:lnTo>
                  <a:pt x="715530" y="148945"/>
                </a:lnTo>
                <a:lnTo>
                  <a:pt x="716000" y="150063"/>
                </a:lnTo>
                <a:lnTo>
                  <a:pt x="717854" y="151930"/>
                </a:lnTo>
                <a:lnTo>
                  <a:pt x="718972" y="152387"/>
                </a:lnTo>
                <a:lnTo>
                  <a:pt x="721614" y="152387"/>
                </a:lnTo>
                <a:lnTo>
                  <a:pt x="722731" y="151930"/>
                </a:lnTo>
                <a:lnTo>
                  <a:pt x="724585" y="150063"/>
                </a:lnTo>
                <a:lnTo>
                  <a:pt x="725055" y="148945"/>
                </a:lnTo>
                <a:lnTo>
                  <a:pt x="725055" y="146316"/>
                </a:lnTo>
                <a:close/>
              </a:path>
              <a:path w="10296525" h="3486150">
                <a:moveTo>
                  <a:pt x="725055" y="98691"/>
                </a:moveTo>
                <a:lnTo>
                  <a:pt x="724585" y="97574"/>
                </a:lnTo>
                <a:lnTo>
                  <a:pt x="722731" y="95707"/>
                </a:lnTo>
                <a:lnTo>
                  <a:pt x="721614" y="95250"/>
                </a:lnTo>
                <a:lnTo>
                  <a:pt x="718972" y="95250"/>
                </a:lnTo>
                <a:lnTo>
                  <a:pt x="717854" y="95707"/>
                </a:lnTo>
                <a:lnTo>
                  <a:pt x="716000" y="97574"/>
                </a:lnTo>
                <a:lnTo>
                  <a:pt x="715530" y="98691"/>
                </a:lnTo>
                <a:lnTo>
                  <a:pt x="715530" y="101320"/>
                </a:lnTo>
                <a:lnTo>
                  <a:pt x="716000" y="102438"/>
                </a:lnTo>
                <a:lnTo>
                  <a:pt x="717854" y="104305"/>
                </a:lnTo>
                <a:lnTo>
                  <a:pt x="718972" y="104762"/>
                </a:lnTo>
                <a:lnTo>
                  <a:pt x="721614" y="104762"/>
                </a:lnTo>
                <a:lnTo>
                  <a:pt x="722731" y="104305"/>
                </a:lnTo>
                <a:lnTo>
                  <a:pt x="724585" y="102438"/>
                </a:lnTo>
                <a:lnTo>
                  <a:pt x="725055" y="101320"/>
                </a:lnTo>
                <a:lnTo>
                  <a:pt x="725055" y="98691"/>
                </a:lnTo>
                <a:close/>
              </a:path>
              <a:path w="10296525" h="3486150">
                <a:moveTo>
                  <a:pt x="725055" y="51066"/>
                </a:moveTo>
                <a:lnTo>
                  <a:pt x="724585" y="49949"/>
                </a:lnTo>
                <a:lnTo>
                  <a:pt x="722731" y="48082"/>
                </a:lnTo>
                <a:lnTo>
                  <a:pt x="721614" y="47625"/>
                </a:lnTo>
                <a:lnTo>
                  <a:pt x="718972" y="47625"/>
                </a:lnTo>
                <a:lnTo>
                  <a:pt x="717854" y="48082"/>
                </a:lnTo>
                <a:lnTo>
                  <a:pt x="716000" y="49949"/>
                </a:lnTo>
                <a:lnTo>
                  <a:pt x="715530" y="51066"/>
                </a:lnTo>
                <a:lnTo>
                  <a:pt x="715530" y="53695"/>
                </a:lnTo>
                <a:lnTo>
                  <a:pt x="716000" y="54813"/>
                </a:lnTo>
                <a:lnTo>
                  <a:pt x="717854" y="56680"/>
                </a:lnTo>
                <a:lnTo>
                  <a:pt x="718972" y="57137"/>
                </a:lnTo>
                <a:lnTo>
                  <a:pt x="721614" y="57137"/>
                </a:lnTo>
                <a:lnTo>
                  <a:pt x="722731" y="56680"/>
                </a:lnTo>
                <a:lnTo>
                  <a:pt x="724585" y="54813"/>
                </a:lnTo>
                <a:lnTo>
                  <a:pt x="725055" y="53695"/>
                </a:lnTo>
                <a:lnTo>
                  <a:pt x="725055" y="51066"/>
                </a:lnTo>
                <a:close/>
              </a:path>
              <a:path w="10296525" h="3486150">
                <a:moveTo>
                  <a:pt x="725055" y="3441"/>
                </a:moveTo>
                <a:lnTo>
                  <a:pt x="724585" y="2324"/>
                </a:lnTo>
                <a:lnTo>
                  <a:pt x="722731" y="457"/>
                </a:lnTo>
                <a:lnTo>
                  <a:pt x="721614" y="0"/>
                </a:lnTo>
                <a:lnTo>
                  <a:pt x="718972" y="0"/>
                </a:lnTo>
                <a:lnTo>
                  <a:pt x="717854" y="457"/>
                </a:lnTo>
                <a:lnTo>
                  <a:pt x="716000" y="2324"/>
                </a:lnTo>
                <a:lnTo>
                  <a:pt x="715530" y="3441"/>
                </a:lnTo>
                <a:lnTo>
                  <a:pt x="715530" y="6070"/>
                </a:lnTo>
                <a:lnTo>
                  <a:pt x="716000" y="7188"/>
                </a:lnTo>
                <a:lnTo>
                  <a:pt x="717854" y="9055"/>
                </a:lnTo>
                <a:lnTo>
                  <a:pt x="718972" y="9512"/>
                </a:lnTo>
                <a:lnTo>
                  <a:pt x="721614" y="9512"/>
                </a:lnTo>
                <a:lnTo>
                  <a:pt x="722731" y="9055"/>
                </a:lnTo>
                <a:lnTo>
                  <a:pt x="724585" y="7188"/>
                </a:lnTo>
                <a:lnTo>
                  <a:pt x="725055" y="6070"/>
                </a:lnTo>
                <a:lnTo>
                  <a:pt x="725055" y="3441"/>
                </a:lnTo>
                <a:close/>
              </a:path>
              <a:path w="10296525" h="3486150">
                <a:moveTo>
                  <a:pt x="771525" y="2751671"/>
                </a:moveTo>
                <a:lnTo>
                  <a:pt x="771067" y="2750540"/>
                </a:lnTo>
                <a:lnTo>
                  <a:pt x="769200" y="2748686"/>
                </a:lnTo>
                <a:lnTo>
                  <a:pt x="768083" y="2748216"/>
                </a:lnTo>
                <a:lnTo>
                  <a:pt x="765454" y="2748216"/>
                </a:lnTo>
                <a:lnTo>
                  <a:pt x="764336" y="2748686"/>
                </a:lnTo>
                <a:lnTo>
                  <a:pt x="762469" y="2750540"/>
                </a:lnTo>
                <a:lnTo>
                  <a:pt x="762000" y="2751671"/>
                </a:lnTo>
                <a:lnTo>
                  <a:pt x="762000" y="2754299"/>
                </a:lnTo>
                <a:lnTo>
                  <a:pt x="762469" y="2755417"/>
                </a:lnTo>
                <a:lnTo>
                  <a:pt x="764336" y="2757284"/>
                </a:lnTo>
                <a:lnTo>
                  <a:pt x="765454" y="2757741"/>
                </a:lnTo>
                <a:lnTo>
                  <a:pt x="768083" y="2757741"/>
                </a:lnTo>
                <a:lnTo>
                  <a:pt x="769200" y="2757284"/>
                </a:lnTo>
                <a:lnTo>
                  <a:pt x="771067" y="2755417"/>
                </a:lnTo>
                <a:lnTo>
                  <a:pt x="771525" y="2754299"/>
                </a:lnTo>
                <a:lnTo>
                  <a:pt x="771525" y="2751671"/>
                </a:lnTo>
                <a:close/>
              </a:path>
              <a:path w="10296525" h="3486150">
                <a:moveTo>
                  <a:pt x="771525" y="2028037"/>
                </a:moveTo>
                <a:lnTo>
                  <a:pt x="771067" y="2026907"/>
                </a:lnTo>
                <a:lnTo>
                  <a:pt x="769200" y="2025053"/>
                </a:lnTo>
                <a:lnTo>
                  <a:pt x="768083" y="2024583"/>
                </a:lnTo>
                <a:lnTo>
                  <a:pt x="765454" y="2024583"/>
                </a:lnTo>
                <a:lnTo>
                  <a:pt x="764336" y="2025053"/>
                </a:lnTo>
                <a:lnTo>
                  <a:pt x="762469" y="2026907"/>
                </a:lnTo>
                <a:lnTo>
                  <a:pt x="762000" y="2028037"/>
                </a:lnTo>
                <a:lnTo>
                  <a:pt x="762000" y="2030666"/>
                </a:lnTo>
                <a:lnTo>
                  <a:pt x="762469" y="2031784"/>
                </a:lnTo>
                <a:lnTo>
                  <a:pt x="764336" y="2033651"/>
                </a:lnTo>
                <a:lnTo>
                  <a:pt x="765454" y="2034108"/>
                </a:lnTo>
                <a:lnTo>
                  <a:pt x="768083" y="2034108"/>
                </a:lnTo>
                <a:lnTo>
                  <a:pt x="769200" y="2033651"/>
                </a:lnTo>
                <a:lnTo>
                  <a:pt x="771067" y="2031784"/>
                </a:lnTo>
                <a:lnTo>
                  <a:pt x="771525" y="2030666"/>
                </a:lnTo>
                <a:lnTo>
                  <a:pt x="771525" y="2028037"/>
                </a:lnTo>
                <a:close/>
              </a:path>
              <a:path w="10296525" h="3486150">
                <a:moveTo>
                  <a:pt x="771525" y="1304391"/>
                </a:moveTo>
                <a:lnTo>
                  <a:pt x="771067" y="1303274"/>
                </a:lnTo>
                <a:lnTo>
                  <a:pt x="769200" y="1301419"/>
                </a:lnTo>
                <a:lnTo>
                  <a:pt x="768083" y="1300949"/>
                </a:lnTo>
                <a:lnTo>
                  <a:pt x="765454" y="1300949"/>
                </a:lnTo>
                <a:lnTo>
                  <a:pt x="764336" y="1301419"/>
                </a:lnTo>
                <a:lnTo>
                  <a:pt x="762469" y="1303274"/>
                </a:lnTo>
                <a:lnTo>
                  <a:pt x="762000" y="1304391"/>
                </a:lnTo>
                <a:lnTo>
                  <a:pt x="762000" y="1307033"/>
                </a:lnTo>
                <a:lnTo>
                  <a:pt x="762469" y="1308150"/>
                </a:lnTo>
                <a:lnTo>
                  <a:pt x="764336" y="1310005"/>
                </a:lnTo>
                <a:lnTo>
                  <a:pt x="765454" y="1310474"/>
                </a:lnTo>
                <a:lnTo>
                  <a:pt x="768083" y="1310474"/>
                </a:lnTo>
                <a:lnTo>
                  <a:pt x="769200" y="1310005"/>
                </a:lnTo>
                <a:lnTo>
                  <a:pt x="771067" y="1308150"/>
                </a:lnTo>
                <a:lnTo>
                  <a:pt x="771525" y="1307033"/>
                </a:lnTo>
                <a:lnTo>
                  <a:pt x="771525" y="1304391"/>
                </a:lnTo>
                <a:close/>
              </a:path>
              <a:path w="10296525" h="3486150">
                <a:moveTo>
                  <a:pt x="771525" y="580758"/>
                </a:moveTo>
                <a:lnTo>
                  <a:pt x="771067" y="579640"/>
                </a:lnTo>
                <a:lnTo>
                  <a:pt x="769200" y="577773"/>
                </a:lnTo>
                <a:lnTo>
                  <a:pt x="768083" y="577316"/>
                </a:lnTo>
                <a:lnTo>
                  <a:pt x="765454" y="577316"/>
                </a:lnTo>
                <a:lnTo>
                  <a:pt x="764336" y="577773"/>
                </a:lnTo>
                <a:lnTo>
                  <a:pt x="762469" y="579640"/>
                </a:lnTo>
                <a:lnTo>
                  <a:pt x="762000" y="580758"/>
                </a:lnTo>
                <a:lnTo>
                  <a:pt x="762000" y="583387"/>
                </a:lnTo>
                <a:lnTo>
                  <a:pt x="762469" y="584517"/>
                </a:lnTo>
                <a:lnTo>
                  <a:pt x="764336" y="586371"/>
                </a:lnTo>
                <a:lnTo>
                  <a:pt x="765454" y="586841"/>
                </a:lnTo>
                <a:lnTo>
                  <a:pt x="768083" y="586841"/>
                </a:lnTo>
                <a:lnTo>
                  <a:pt x="769200" y="586371"/>
                </a:lnTo>
                <a:lnTo>
                  <a:pt x="771067" y="584517"/>
                </a:lnTo>
                <a:lnTo>
                  <a:pt x="771525" y="583387"/>
                </a:lnTo>
                <a:lnTo>
                  <a:pt x="771525" y="580758"/>
                </a:lnTo>
                <a:close/>
              </a:path>
              <a:path w="10296525" h="3486150">
                <a:moveTo>
                  <a:pt x="819150" y="2751671"/>
                </a:moveTo>
                <a:lnTo>
                  <a:pt x="818692" y="2750540"/>
                </a:lnTo>
                <a:lnTo>
                  <a:pt x="816825" y="2748686"/>
                </a:lnTo>
                <a:lnTo>
                  <a:pt x="815708" y="2748216"/>
                </a:lnTo>
                <a:lnTo>
                  <a:pt x="813079" y="2748216"/>
                </a:lnTo>
                <a:lnTo>
                  <a:pt x="811961" y="2748686"/>
                </a:lnTo>
                <a:lnTo>
                  <a:pt x="810094" y="2750540"/>
                </a:lnTo>
                <a:lnTo>
                  <a:pt x="809625" y="2751671"/>
                </a:lnTo>
                <a:lnTo>
                  <a:pt x="809625" y="2754299"/>
                </a:lnTo>
                <a:lnTo>
                  <a:pt x="810094" y="2755417"/>
                </a:lnTo>
                <a:lnTo>
                  <a:pt x="811961" y="2757284"/>
                </a:lnTo>
                <a:lnTo>
                  <a:pt x="813079" y="2757741"/>
                </a:lnTo>
                <a:lnTo>
                  <a:pt x="815708" y="2757741"/>
                </a:lnTo>
                <a:lnTo>
                  <a:pt x="816825" y="2757284"/>
                </a:lnTo>
                <a:lnTo>
                  <a:pt x="818692" y="2755417"/>
                </a:lnTo>
                <a:lnTo>
                  <a:pt x="819150" y="2754299"/>
                </a:lnTo>
                <a:lnTo>
                  <a:pt x="819150" y="2751671"/>
                </a:lnTo>
                <a:close/>
              </a:path>
              <a:path w="10296525" h="3486150">
                <a:moveTo>
                  <a:pt x="819150" y="2028037"/>
                </a:moveTo>
                <a:lnTo>
                  <a:pt x="818692" y="2026907"/>
                </a:lnTo>
                <a:lnTo>
                  <a:pt x="816825" y="2025053"/>
                </a:lnTo>
                <a:lnTo>
                  <a:pt x="815708" y="2024583"/>
                </a:lnTo>
                <a:lnTo>
                  <a:pt x="813079" y="2024583"/>
                </a:lnTo>
                <a:lnTo>
                  <a:pt x="811961" y="2025053"/>
                </a:lnTo>
                <a:lnTo>
                  <a:pt x="810094" y="2026907"/>
                </a:lnTo>
                <a:lnTo>
                  <a:pt x="809625" y="2028037"/>
                </a:lnTo>
                <a:lnTo>
                  <a:pt x="809625" y="2030666"/>
                </a:lnTo>
                <a:lnTo>
                  <a:pt x="810094" y="2031784"/>
                </a:lnTo>
                <a:lnTo>
                  <a:pt x="811961" y="2033651"/>
                </a:lnTo>
                <a:lnTo>
                  <a:pt x="813079" y="2034108"/>
                </a:lnTo>
                <a:lnTo>
                  <a:pt x="815708" y="2034108"/>
                </a:lnTo>
                <a:lnTo>
                  <a:pt x="816825" y="2033651"/>
                </a:lnTo>
                <a:lnTo>
                  <a:pt x="818692" y="2031784"/>
                </a:lnTo>
                <a:lnTo>
                  <a:pt x="819150" y="2030666"/>
                </a:lnTo>
                <a:lnTo>
                  <a:pt x="819150" y="2028037"/>
                </a:lnTo>
                <a:close/>
              </a:path>
              <a:path w="10296525" h="3486150">
                <a:moveTo>
                  <a:pt x="819150" y="1304391"/>
                </a:moveTo>
                <a:lnTo>
                  <a:pt x="818692" y="1303274"/>
                </a:lnTo>
                <a:lnTo>
                  <a:pt x="816825" y="1301419"/>
                </a:lnTo>
                <a:lnTo>
                  <a:pt x="815708" y="1300949"/>
                </a:lnTo>
                <a:lnTo>
                  <a:pt x="813079" y="1300949"/>
                </a:lnTo>
                <a:lnTo>
                  <a:pt x="811961" y="1301419"/>
                </a:lnTo>
                <a:lnTo>
                  <a:pt x="810094" y="1303274"/>
                </a:lnTo>
                <a:lnTo>
                  <a:pt x="809625" y="1304391"/>
                </a:lnTo>
                <a:lnTo>
                  <a:pt x="809625" y="1307033"/>
                </a:lnTo>
                <a:lnTo>
                  <a:pt x="810094" y="1308150"/>
                </a:lnTo>
                <a:lnTo>
                  <a:pt x="811961" y="1310005"/>
                </a:lnTo>
                <a:lnTo>
                  <a:pt x="813079" y="1310474"/>
                </a:lnTo>
                <a:lnTo>
                  <a:pt x="815708" y="1310474"/>
                </a:lnTo>
                <a:lnTo>
                  <a:pt x="816825" y="1310005"/>
                </a:lnTo>
                <a:lnTo>
                  <a:pt x="818692" y="1308150"/>
                </a:lnTo>
                <a:lnTo>
                  <a:pt x="819150" y="1307033"/>
                </a:lnTo>
                <a:lnTo>
                  <a:pt x="819150" y="1304391"/>
                </a:lnTo>
                <a:close/>
              </a:path>
              <a:path w="10296525" h="3486150">
                <a:moveTo>
                  <a:pt x="819150" y="580758"/>
                </a:moveTo>
                <a:lnTo>
                  <a:pt x="818692" y="579640"/>
                </a:lnTo>
                <a:lnTo>
                  <a:pt x="816825" y="577773"/>
                </a:lnTo>
                <a:lnTo>
                  <a:pt x="815708" y="577316"/>
                </a:lnTo>
                <a:lnTo>
                  <a:pt x="813079" y="577316"/>
                </a:lnTo>
                <a:lnTo>
                  <a:pt x="811961" y="577773"/>
                </a:lnTo>
                <a:lnTo>
                  <a:pt x="810094" y="579640"/>
                </a:lnTo>
                <a:lnTo>
                  <a:pt x="809625" y="580758"/>
                </a:lnTo>
                <a:lnTo>
                  <a:pt x="809625" y="583387"/>
                </a:lnTo>
                <a:lnTo>
                  <a:pt x="810094" y="584517"/>
                </a:lnTo>
                <a:lnTo>
                  <a:pt x="811961" y="586371"/>
                </a:lnTo>
                <a:lnTo>
                  <a:pt x="813079" y="586841"/>
                </a:lnTo>
                <a:lnTo>
                  <a:pt x="815708" y="586841"/>
                </a:lnTo>
                <a:lnTo>
                  <a:pt x="816825" y="586371"/>
                </a:lnTo>
                <a:lnTo>
                  <a:pt x="818692" y="584517"/>
                </a:lnTo>
                <a:lnTo>
                  <a:pt x="819150" y="583387"/>
                </a:lnTo>
                <a:lnTo>
                  <a:pt x="819150" y="580758"/>
                </a:lnTo>
                <a:close/>
              </a:path>
              <a:path w="10296525" h="3486150">
                <a:moveTo>
                  <a:pt x="866775" y="2751671"/>
                </a:moveTo>
                <a:lnTo>
                  <a:pt x="866317" y="2750540"/>
                </a:lnTo>
                <a:lnTo>
                  <a:pt x="864450" y="2748686"/>
                </a:lnTo>
                <a:lnTo>
                  <a:pt x="863333" y="2748216"/>
                </a:lnTo>
                <a:lnTo>
                  <a:pt x="860704" y="2748216"/>
                </a:lnTo>
                <a:lnTo>
                  <a:pt x="859586" y="2748686"/>
                </a:lnTo>
                <a:lnTo>
                  <a:pt x="857719" y="2750540"/>
                </a:lnTo>
                <a:lnTo>
                  <a:pt x="857250" y="2751671"/>
                </a:lnTo>
                <a:lnTo>
                  <a:pt x="857250" y="2754299"/>
                </a:lnTo>
                <a:lnTo>
                  <a:pt x="857719" y="2755417"/>
                </a:lnTo>
                <a:lnTo>
                  <a:pt x="859586" y="2757284"/>
                </a:lnTo>
                <a:lnTo>
                  <a:pt x="860704" y="2757741"/>
                </a:lnTo>
                <a:lnTo>
                  <a:pt x="863333" y="2757741"/>
                </a:lnTo>
                <a:lnTo>
                  <a:pt x="864450" y="2757284"/>
                </a:lnTo>
                <a:lnTo>
                  <a:pt x="866317" y="2755417"/>
                </a:lnTo>
                <a:lnTo>
                  <a:pt x="866775" y="2754299"/>
                </a:lnTo>
                <a:lnTo>
                  <a:pt x="866775" y="2751671"/>
                </a:lnTo>
                <a:close/>
              </a:path>
              <a:path w="10296525" h="3486150">
                <a:moveTo>
                  <a:pt x="866775" y="2028037"/>
                </a:moveTo>
                <a:lnTo>
                  <a:pt x="866317" y="2026907"/>
                </a:lnTo>
                <a:lnTo>
                  <a:pt x="864450" y="2025053"/>
                </a:lnTo>
                <a:lnTo>
                  <a:pt x="863333" y="2024583"/>
                </a:lnTo>
                <a:lnTo>
                  <a:pt x="860704" y="2024583"/>
                </a:lnTo>
                <a:lnTo>
                  <a:pt x="859586" y="2025053"/>
                </a:lnTo>
                <a:lnTo>
                  <a:pt x="857719" y="2026907"/>
                </a:lnTo>
                <a:lnTo>
                  <a:pt x="857250" y="2028037"/>
                </a:lnTo>
                <a:lnTo>
                  <a:pt x="857250" y="2030666"/>
                </a:lnTo>
                <a:lnTo>
                  <a:pt x="857719" y="2031784"/>
                </a:lnTo>
                <a:lnTo>
                  <a:pt x="859586" y="2033651"/>
                </a:lnTo>
                <a:lnTo>
                  <a:pt x="860704" y="2034108"/>
                </a:lnTo>
                <a:lnTo>
                  <a:pt x="863333" y="2034108"/>
                </a:lnTo>
                <a:lnTo>
                  <a:pt x="864450" y="2033651"/>
                </a:lnTo>
                <a:lnTo>
                  <a:pt x="866317" y="2031784"/>
                </a:lnTo>
                <a:lnTo>
                  <a:pt x="866775" y="2030666"/>
                </a:lnTo>
                <a:lnTo>
                  <a:pt x="866775" y="2028037"/>
                </a:lnTo>
                <a:close/>
              </a:path>
              <a:path w="10296525" h="3486150">
                <a:moveTo>
                  <a:pt x="866775" y="1304391"/>
                </a:moveTo>
                <a:lnTo>
                  <a:pt x="866317" y="1303274"/>
                </a:lnTo>
                <a:lnTo>
                  <a:pt x="864450" y="1301419"/>
                </a:lnTo>
                <a:lnTo>
                  <a:pt x="863333" y="1300949"/>
                </a:lnTo>
                <a:lnTo>
                  <a:pt x="860704" y="1300949"/>
                </a:lnTo>
                <a:lnTo>
                  <a:pt x="859586" y="1301419"/>
                </a:lnTo>
                <a:lnTo>
                  <a:pt x="857719" y="1303274"/>
                </a:lnTo>
                <a:lnTo>
                  <a:pt x="857250" y="1304391"/>
                </a:lnTo>
                <a:lnTo>
                  <a:pt x="857250" y="1307033"/>
                </a:lnTo>
                <a:lnTo>
                  <a:pt x="857719" y="1308150"/>
                </a:lnTo>
                <a:lnTo>
                  <a:pt x="859586" y="1310005"/>
                </a:lnTo>
                <a:lnTo>
                  <a:pt x="860704" y="1310474"/>
                </a:lnTo>
                <a:lnTo>
                  <a:pt x="863333" y="1310474"/>
                </a:lnTo>
                <a:lnTo>
                  <a:pt x="864450" y="1310005"/>
                </a:lnTo>
                <a:lnTo>
                  <a:pt x="866317" y="1308150"/>
                </a:lnTo>
                <a:lnTo>
                  <a:pt x="866775" y="1307033"/>
                </a:lnTo>
                <a:lnTo>
                  <a:pt x="866775" y="1304391"/>
                </a:lnTo>
                <a:close/>
              </a:path>
              <a:path w="10296525" h="3486150">
                <a:moveTo>
                  <a:pt x="866775" y="580758"/>
                </a:moveTo>
                <a:lnTo>
                  <a:pt x="866317" y="579640"/>
                </a:lnTo>
                <a:lnTo>
                  <a:pt x="864450" y="577773"/>
                </a:lnTo>
                <a:lnTo>
                  <a:pt x="863333" y="577316"/>
                </a:lnTo>
                <a:lnTo>
                  <a:pt x="860704" y="577316"/>
                </a:lnTo>
                <a:lnTo>
                  <a:pt x="859586" y="577773"/>
                </a:lnTo>
                <a:lnTo>
                  <a:pt x="857719" y="579640"/>
                </a:lnTo>
                <a:lnTo>
                  <a:pt x="857250" y="580758"/>
                </a:lnTo>
                <a:lnTo>
                  <a:pt x="857250" y="583387"/>
                </a:lnTo>
                <a:lnTo>
                  <a:pt x="857719" y="584517"/>
                </a:lnTo>
                <a:lnTo>
                  <a:pt x="859586" y="586371"/>
                </a:lnTo>
                <a:lnTo>
                  <a:pt x="860704" y="586841"/>
                </a:lnTo>
                <a:lnTo>
                  <a:pt x="863333" y="586841"/>
                </a:lnTo>
                <a:lnTo>
                  <a:pt x="864450" y="586371"/>
                </a:lnTo>
                <a:lnTo>
                  <a:pt x="866317" y="584517"/>
                </a:lnTo>
                <a:lnTo>
                  <a:pt x="866775" y="583387"/>
                </a:lnTo>
                <a:lnTo>
                  <a:pt x="866775" y="580758"/>
                </a:lnTo>
                <a:close/>
              </a:path>
              <a:path w="10296525" h="3486150">
                <a:moveTo>
                  <a:pt x="914400" y="2751671"/>
                </a:moveTo>
                <a:lnTo>
                  <a:pt x="913942" y="2750540"/>
                </a:lnTo>
                <a:lnTo>
                  <a:pt x="912075" y="2748686"/>
                </a:lnTo>
                <a:lnTo>
                  <a:pt x="910958" y="2748216"/>
                </a:lnTo>
                <a:lnTo>
                  <a:pt x="908329" y="2748216"/>
                </a:lnTo>
                <a:lnTo>
                  <a:pt x="907211" y="2748686"/>
                </a:lnTo>
                <a:lnTo>
                  <a:pt x="905344" y="2750540"/>
                </a:lnTo>
                <a:lnTo>
                  <a:pt x="904875" y="2751671"/>
                </a:lnTo>
                <a:lnTo>
                  <a:pt x="904875" y="2754299"/>
                </a:lnTo>
                <a:lnTo>
                  <a:pt x="905344" y="2755417"/>
                </a:lnTo>
                <a:lnTo>
                  <a:pt x="907211" y="2757284"/>
                </a:lnTo>
                <a:lnTo>
                  <a:pt x="908329" y="2757741"/>
                </a:lnTo>
                <a:lnTo>
                  <a:pt x="910958" y="2757741"/>
                </a:lnTo>
                <a:lnTo>
                  <a:pt x="912075" y="2757284"/>
                </a:lnTo>
                <a:lnTo>
                  <a:pt x="913942" y="2755417"/>
                </a:lnTo>
                <a:lnTo>
                  <a:pt x="914400" y="2754299"/>
                </a:lnTo>
                <a:lnTo>
                  <a:pt x="914400" y="2751671"/>
                </a:lnTo>
                <a:close/>
              </a:path>
              <a:path w="10296525" h="3486150">
                <a:moveTo>
                  <a:pt x="914400" y="2028037"/>
                </a:moveTo>
                <a:lnTo>
                  <a:pt x="913942" y="2026907"/>
                </a:lnTo>
                <a:lnTo>
                  <a:pt x="912075" y="2025053"/>
                </a:lnTo>
                <a:lnTo>
                  <a:pt x="910958" y="2024583"/>
                </a:lnTo>
                <a:lnTo>
                  <a:pt x="908329" y="2024583"/>
                </a:lnTo>
                <a:lnTo>
                  <a:pt x="907211" y="2025053"/>
                </a:lnTo>
                <a:lnTo>
                  <a:pt x="905344" y="2026907"/>
                </a:lnTo>
                <a:lnTo>
                  <a:pt x="904875" y="2028037"/>
                </a:lnTo>
                <a:lnTo>
                  <a:pt x="904875" y="2030666"/>
                </a:lnTo>
                <a:lnTo>
                  <a:pt x="905344" y="2031784"/>
                </a:lnTo>
                <a:lnTo>
                  <a:pt x="907211" y="2033651"/>
                </a:lnTo>
                <a:lnTo>
                  <a:pt x="908329" y="2034108"/>
                </a:lnTo>
                <a:lnTo>
                  <a:pt x="910958" y="2034108"/>
                </a:lnTo>
                <a:lnTo>
                  <a:pt x="912075" y="2033651"/>
                </a:lnTo>
                <a:lnTo>
                  <a:pt x="913942" y="2031784"/>
                </a:lnTo>
                <a:lnTo>
                  <a:pt x="914400" y="2030666"/>
                </a:lnTo>
                <a:lnTo>
                  <a:pt x="914400" y="2028037"/>
                </a:lnTo>
                <a:close/>
              </a:path>
              <a:path w="10296525" h="3486150">
                <a:moveTo>
                  <a:pt x="914400" y="1304391"/>
                </a:moveTo>
                <a:lnTo>
                  <a:pt x="913942" y="1303274"/>
                </a:lnTo>
                <a:lnTo>
                  <a:pt x="912075" y="1301419"/>
                </a:lnTo>
                <a:lnTo>
                  <a:pt x="910958" y="1300949"/>
                </a:lnTo>
                <a:lnTo>
                  <a:pt x="908329" y="1300949"/>
                </a:lnTo>
                <a:lnTo>
                  <a:pt x="907211" y="1301419"/>
                </a:lnTo>
                <a:lnTo>
                  <a:pt x="905344" y="1303274"/>
                </a:lnTo>
                <a:lnTo>
                  <a:pt x="904875" y="1304391"/>
                </a:lnTo>
                <a:lnTo>
                  <a:pt x="904875" y="1307033"/>
                </a:lnTo>
                <a:lnTo>
                  <a:pt x="905344" y="1308150"/>
                </a:lnTo>
                <a:lnTo>
                  <a:pt x="907211" y="1310005"/>
                </a:lnTo>
                <a:lnTo>
                  <a:pt x="908329" y="1310474"/>
                </a:lnTo>
                <a:lnTo>
                  <a:pt x="910958" y="1310474"/>
                </a:lnTo>
                <a:lnTo>
                  <a:pt x="912075" y="1310005"/>
                </a:lnTo>
                <a:lnTo>
                  <a:pt x="913942" y="1308150"/>
                </a:lnTo>
                <a:lnTo>
                  <a:pt x="914400" y="1307033"/>
                </a:lnTo>
                <a:lnTo>
                  <a:pt x="914400" y="1304391"/>
                </a:lnTo>
                <a:close/>
              </a:path>
              <a:path w="10296525" h="3486150">
                <a:moveTo>
                  <a:pt x="914400" y="580758"/>
                </a:moveTo>
                <a:lnTo>
                  <a:pt x="913942" y="579640"/>
                </a:lnTo>
                <a:lnTo>
                  <a:pt x="912075" y="577773"/>
                </a:lnTo>
                <a:lnTo>
                  <a:pt x="910958" y="577316"/>
                </a:lnTo>
                <a:lnTo>
                  <a:pt x="908329" y="577316"/>
                </a:lnTo>
                <a:lnTo>
                  <a:pt x="907211" y="577773"/>
                </a:lnTo>
                <a:lnTo>
                  <a:pt x="905344" y="579640"/>
                </a:lnTo>
                <a:lnTo>
                  <a:pt x="904875" y="580758"/>
                </a:lnTo>
                <a:lnTo>
                  <a:pt x="904875" y="583387"/>
                </a:lnTo>
                <a:lnTo>
                  <a:pt x="905344" y="584517"/>
                </a:lnTo>
                <a:lnTo>
                  <a:pt x="907211" y="586371"/>
                </a:lnTo>
                <a:lnTo>
                  <a:pt x="908329" y="586841"/>
                </a:lnTo>
                <a:lnTo>
                  <a:pt x="910958" y="586841"/>
                </a:lnTo>
                <a:lnTo>
                  <a:pt x="912075" y="586371"/>
                </a:lnTo>
                <a:lnTo>
                  <a:pt x="913942" y="584517"/>
                </a:lnTo>
                <a:lnTo>
                  <a:pt x="914400" y="583387"/>
                </a:lnTo>
                <a:lnTo>
                  <a:pt x="914400" y="580758"/>
                </a:lnTo>
                <a:close/>
              </a:path>
              <a:path w="10296525" h="3486150">
                <a:moveTo>
                  <a:pt x="962025" y="2751671"/>
                </a:moveTo>
                <a:lnTo>
                  <a:pt x="961567" y="2750540"/>
                </a:lnTo>
                <a:lnTo>
                  <a:pt x="959700" y="2748686"/>
                </a:lnTo>
                <a:lnTo>
                  <a:pt x="958583" y="2748216"/>
                </a:lnTo>
                <a:lnTo>
                  <a:pt x="955954" y="2748216"/>
                </a:lnTo>
                <a:lnTo>
                  <a:pt x="954836" y="2748686"/>
                </a:lnTo>
                <a:lnTo>
                  <a:pt x="952969" y="2750540"/>
                </a:lnTo>
                <a:lnTo>
                  <a:pt x="952500" y="2751671"/>
                </a:lnTo>
                <a:lnTo>
                  <a:pt x="952500" y="2754299"/>
                </a:lnTo>
                <a:lnTo>
                  <a:pt x="952969" y="2755417"/>
                </a:lnTo>
                <a:lnTo>
                  <a:pt x="954836" y="2757284"/>
                </a:lnTo>
                <a:lnTo>
                  <a:pt x="955954" y="2757741"/>
                </a:lnTo>
                <a:lnTo>
                  <a:pt x="958583" y="2757741"/>
                </a:lnTo>
                <a:lnTo>
                  <a:pt x="959700" y="2757284"/>
                </a:lnTo>
                <a:lnTo>
                  <a:pt x="961567" y="2755417"/>
                </a:lnTo>
                <a:lnTo>
                  <a:pt x="962025" y="2754299"/>
                </a:lnTo>
                <a:lnTo>
                  <a:pt x="962025" y="2751671"/>
                </a:lnTo>
                <a:close/>
              </a:path>
              <a:path w="10296525" h="3486150">
                <a:moveTo>
                  <a:pt x="962025" y="2028037"/>
                </a:moveTo>
                <a:lnTo>
                  <a:pt x="961567" y="2026907"/>
                </a:lnTo>
                <a:lnTo>
                  <a:pt x="959700" y="2025053"/>
                </a:lnTo>
                <a:lnTo>
                  <a:pt x="958583" y="2024583"/>
                </a:lnTo>
                <a:lnTo>
                  <a:pt x="955954" y="2024583"/>
                </a:lnTo>
                <a:lnTo>
                  <a:pt x="954836" y="2025053"/>
                </a:lnTo>
                <a:lnTo>
                  <a:pt x="952969" y="2026907"/>
                </a:lnTo>
                <a:lnTo>
                  <a:pt x="952500" y="2028037"/>
                </a:lnTo>
                <a:lnTo>
                  <a:pt x="952500" y="2030666"/>
                </a:lnTo>
                <a:lnTo>
                  <a:pt x="952969" y="2031784"/>
                </a:lnTo>
                <a:lnTo>
                  <a:pt x="954836" y="2033651"/>
                </a:lnTo>
                <a:lnTo>
                  <a:pt x="955954" y="2034108"/>
                </a:lnTo>
                <a:lnTo>
                  <a:pt x="958583" y="2034108"/>
                </a:lnTo>
                <a:lnTo>
                  <a:pt x="959700" y="2033651"/>
                </a:lnTo>
                <a:lnTo>
                  <a:pt x="961567" y="2031784"/>
                </a:lnTo>
                <a:lnTo>
                  <a:pt x="962025" y="2030666"/>
                </a:lnTo>
                <a:lnTo>
                  <a:pt x="962025" y="2028037"/>
                </a:lnTo>
                <a:close/>
              </a:path>
              <a:path w="10296525" h="3486150">
                <a:moveTo>
                  <a:pt x="962025" y="1304391"/>
                </a:moveTo>
                <a:lnTo>
                  <a:pt x="961567" y="1303274"/>
                </a:lnTo>
                <a:lnTo>
                  <a:pt x="959700" y="1301419"/>
                </a:lnTo>
                <a:lnTo>
                  <a:pt x="958583" y="1300949"/>
                </a:lnTo>
                <a:lnTo>
                  <a:pt x="955954" y="1300949"/>
                </a:lnTo>
                <a:lnTo>
                  <a:pt x="954836" y="1301419"/>
                </a:lnTo>
                <a:lnTo>
                  <a:pt x="952969" y="1303274"/>
                </a:lnTo>
                <a:lnTo>
                  <a:pt x="952500" y="1304391"/>
                </a:lnTo>
                <a:lnTo>
                  <a:pt x="952500" y="1307033"/>
                </a:lnTo>
                <a:lnTo>
                  <a:pt x="952969" y="1308150"/>
                </a:lnTo>
                <a:lnTo>
                  <a:pt x="954836" y="1310005"/>
                </a:lnTo>
                <a:lnTo>
                  <a:pt x="955954" y="1310474"/>
                </a:lnTo>
                <a:lnTo>
                  <a:pt x="958583" y="1310474"/>
                </a:lnTo>
                <a:lnTo>
                  <a:pt x="959700" y="1310005"/>
                </a:lnTo>
                <a:lnTo>
                  <a:pt x="961567" y="1308150"/>
                </a:lnTo>
                <a:lnTo>
                  <a:pt x="962025" y="1307033"/>
                </a:lnTo>
                <a:lnTo>
                  <a:pt x="962025" y="1304391"/>
                </a:lnTo>
                <a:close/>
              </a:path>
              <a:path w="10296525" h="3486150">
                <a:moveTo>
                  <a:pt x="962025" y="580758"/>
                </a:moveTo>
                <a:lnTo>
                  <a:pt x="961567" y="579640"/>
                </a:lnTo>
                <a:lnTo>
                  <a:pt x="959700" y="577773"/>
                </a:lnTo>
                <a:lnTo>
                  <a:pt x="958583" y="577316"/>
                </a:lnTo>
                <a:lnTo>
                  <a:pt x="955954" y="577316"/>
                </a:lnTo>
                <a:lnTo>
                  <a:pt x="954836" y="577773"/>
                </a:lnTo>
                <a:lnTo>
                  <a:pt x="952969" y="579640"/>
                </a:lnTo>
                <a:lnTo>
                  <a:pt x="952500" y="580758"/>
                </a:lnTo>
                <a:lnTo>
                  <a:pt x="952500" y="583387"/>
                </a:lnTo>
                <a:lnTo>
                  <a:pt x="952969" y="584517"/>
                </a:lnTo>
                <a:lnTo>
                  <a:pt x="954836" y="586371"/>
                </a:lnTo>
                <a:lnTo>
                  <a:pt x="955954" y="586841"/>
                </a:lnTo>
                <a:lnTo>
                  <a:pt x="958583" y="586841"/>
                </a:lnTo>
                <a:lnTo>
                  <a:pt x="959700" y="586371"/>
                </a:lnTo>
                <a:lnTo>
                  <a:pt x="961567" y="584517"/>
                </a:lnTo>
                <a:lnTo>
                  <a:pt x="962025" y="583387"/>
                </a:lnTo>
                <a:lnTo>
                  <a:pt x="962025" y="580758"/>
                </a:lnTo>
                <a:close/>
              </a:path>
              <a:path w="10296525" h="3486150">
                <a:moveTo>
                  <a:pt x="1009650" y="2751671"/>
                </a:moveTo>
                <a:lnTo>
                  <a:pt x="1009192" y="2750540"/>
                </a:lnTo>
                <a:lnTo>
                  <a:pt x="1007325" y="2748686"/>
                </a:lnTo>
                <a:lnTo>
                  <a:pt x="1006208" y="2748216"/>
                </a:lnTo>
                <a:lnTo>
                  <a:pt x="1003579" y="2748216"/>
                </a:lnTo>
                <a:lnTo>
                  <a:pt x="1002461" y="2748686"/>
                </a:lnTo>
                <a:lnTo>
                  <a:pt x="1000594" y="2750540"/>
                </a:lnTo>
                <a:lnTo>
                  <a:pt x="1000125" y="2751671"/>
                </a:lnTo>
                <a:lnTo>
                  <a:pt x="1000125" y="2754299"/>
                </a:lnTo>
                <a:lnTo>
                  <a:pt x="1000594" y="2755417"/>
                </a:lnTo>
                <a:lnTo>
                  <a:pt x="1002461" y="2757284"/>
                </a:lnTo>
                <a:lnTo>
                  <a:pt x="1003579" y="2757741"/>
                </a:lnTo>
                <a:lnTo>
                  <a:pt x="1006208" y="2757741"/>
                </a:lnTo>
                <a:lnTo>
                  <a:pt x="1007325" y="2757284"/>
                </a:lnTo>
                <a:lnTo>
                  <a:pt x="1009192" y="2755417"/>
                </a:lnTo>
                <a:lnTo>
                  <a:pt x="1009650" y="2754299"/>
                </a:lnTo>
                <a:lnTo>
                  <a:pt x="1009650" y="2751671"/>
                </a:lnTo>
                <a:close/>
              </a:path>
              <a:path w="10296525" h="3486150">
                <a:moveTo>
                  <a:pt x="1009650" y="2028037"/>
                </a:moveTo>
                <a:lnTo>
                  <a:pt x="1009192" y="2026907"/>
                </a:lnTo>
                <a:lnTo>
                  <a:pt x="1007325" y="2025053"/>
                </a:lnTo>
                <a:lnTo>
                  <a:pt x="1006208" y="2024583"/>
                </a:lnTo>
                <a:lnTo>
                  <a:pt x="1003579" y="2024583"/>
                </a:lnTo>
                <a:lnTo>
                  <a:pt x="1002461" y="2025053"/>
                </a:lnTo>
                <a:lnTo>
                  <a:pt x="1000594" y="2026907"/>
                </a:lnTo>
                <a:lnTo>
                  <a:pt x="1000125" y="2028037"/>
                </a:lnTo>
                <a:lnTo>
                  <a:pt x="1000125" y="2030666"/>
                </a:lnTo>
                <a:lnTo>
                  <a:pt x="1000594" y="2031784"/>
                </a:lnTo>
                <a:lnTo>
                  <a:pt x="1002461" y="2033651"/>
                </a:lnTo>
                <a:lnTo>
                  <a:pt x="1003579" y="2034108"/>
                </a:lnTo>
                <a:lnTo>
                  <a:pt x="1006208" y="2034108"/>
                </a:lnTo>
                <a:lnTo>
                  <a:pt x="1007325" y="2033651"/>
                </a:lnTo>
                <a:lnTo>
                  <a:pt x="1009192" y="2031784"/>
                </a:lnTo>
                <a:lnTo>
                  <a:pt x="1009650" y="2030666"/>
                </a:lnTo>
                <a:lnTo>
                  <a:pt x="1009650" y="2028037"/>
                </a:lnTo>
                <a:close/>
              </a:path>
              <a:path w="10296525" h="3486150">
                <a:moveTo>
                  <a:pt x="1009650" y="1304391"/>
                </a:moveTo>
                <a:lnTo>
                  <a:pt x="1009192" y="1303274"/>
                </a:lnTo>
                <a:lnTo>
                  <a:pt x="1007325" y="1301419"/>
                </a:lnTo>
                <a:lnTo>
                  <a:pt x="1006208" y="1300949"/>
                </a:lnTo>
                <a:lnTo>
                  <a:pt x="1003579" y="1300949"/>
                </a:lnTo>
                <a:lnTo>
                  <a:pt x="1002461" y="1301419"/>
                </a:lnTo>
                <a:lnTo>
                  <a:pt x="1000594" y="1303274"/>
                </a:lnTo>
                <a:lnTo>
                  <a:pt x="1000125" y="1304391"/>
                </a:lnTo>
                <a:lnTo>
                  <a:pt x="1000125" y="1307033"/>
                </a:lnTo>
                <a:lnTo>
                  <a:pt x="1000594" y="1308150"/>
                </a:lnTo>
                <a:lnTo>
                  <a:pt x="1002461" y="1310005"/>
                </a:lnTo>
                <a:lnTo>
                  <a:pt x="1003579" y="1310474"/>
                </a:lnTo>
                <a:lnTo>
                  <a:pt x="1006208" y="1310474"/>
                </a:lnTo>
                <a:lnTo>
                  <a:pt x="1007325" y="1310005"/>
                </a:lnTo>
                <a:lnTo>
                  <a:pt x="1009192" y="1308150"/>
                </a:lnTo>
                <a:lnTo>
                  <a:pt x="1009650" y="1307033"/>
                </a:lnTo>
                <a:lnTo>
                  <a:pt x="1009650" y="1304391"/>
                </a:lnTo>
                <a:close/>
              </a:path>
              <a:path w="10296525" h="3486150">
                <a:moveTo>
                  <a:pt x="1009650" y="580758"/>
                </a:moveTo>
                <a:lnTo>
                  <a:pt x="1009192" y="579640"/>
                </a:lnTo>
                <a:lnTo>
                  <a:pt x="1007325" y="577773"/>
                </a:lnTo>
                <a:lnTo>
                  <a:pt x="1006208" y="577316"/>
                </a:lnTo>
                <a:lnTo>
                  <a:pt x="1003579" y="577316"/>
                </a:lnTo>
                <a:lnTo>
                  <a:pt x="1002461" y="577773"/>
                </a:lnTo>
                <a:lnTo>
                  <a:pt x="1000594" y="579640"/>
                </a:lnTo>
                <a:lnTo>
                  <a:pt x="1000125" y="580758"/>
                </a:lnTo>
                <a:lnTo>
                  <a:pt x="1000125" y="583387"/>
                </a:lnTo>
                <a:lnTo>
                  <a:pt x="1000594" y="584517"/>
                </a:lnTo>
                <a:lnTo>
                  <a:pt x="1002461" y="586371"/>
                </a:lnTo>
                <a:lnTo>
                  <a:pt x="1003579" y="586841"/>
                </a:lnTo>
                <a:lnTo>
                  <a:pt x="1006208" y="586841"/>
                </a:lnTo>
                <a:lnTo>
                  <a:pt x="1007325" y="586371"/>
                </a:lnTo>
                <a:lnTo>
                  <a:pt x="1009192" y="584517"/>
                </a:lnTo>
                <a:lnTo>
                  <a:pt x="1009650" y="583387"/>
                </a:lnTo>
                <a:lnTo>
                  <a:pt x="1009650" y="580758"/>
                </a:lnTo>
                <a:close/>
              </a:path>
              <a:path w="10296525" h="3486150">
                <a:moveTo>
                  <a:pt x="1057275" y="2751671"/>
                </a:moveTo>
                <a:lnTo>
                  <a:pt x="1056817" y="2750540"/>
                </a:lnTo>
                <a:lnTo>
                  <a:pt x="1054950" y="2748686"/>
                </a:lnTo>
                <a:lnTo>
                  <a:pt x="1053833" y="2748216"/>
                </a:lnTo>
                <a:lnTo>
                  <a:pt x="1051204" y="2748216"/>
                </a:lnTo>
                <a:lnTo>
                  <a:pt x="1050086" y="2748686"/>
                </a:lnTo>
                <a:lnTo>
                  <a:pt x="1048219" y="2750540"/>
                </a:lnTo>
                <a:lnTo>
                  <a:pt x="1047750" y="2751671"/>
                </a:lnTo>
                <a:lnTo>
                  <a:pt x="1047750" y="2754299"/>
                </a:lnTo>
                <a:lnTo>
                  <a:pt x="1048219" y="2755417"/>
                </a:lnTo>
                <a:lnTo>
                  <a:pt x="1050086" y="2757284"/>
                </a:lnTo>
                <a:lnTo>
                  <a:pt x="1051204" y="2757741"/>
                </a:lnTo>
                <a:lnTo>
                  <a:pt x="1053833" y="2757741"/>
                </a:lnTo>
                <a:lnTo>
                  <a:pt x="1054950" y="2757284"/>
                </a:lnTo>
                <a:lnTo>
                  <a:pt x="1056817" y="2755417"/>
                </a:lnTo>
                <a:lnTo>
                  <a:pt x="1057275" y="2754299"/>
                </a:lnTo>
                <a:lnTo>
                  <a:pt x="1057275" y="2751671"/>
                </a:lnTo>
                <a:close/>
              </a:path>
              <a:path w="10296525" h="3486150">
                <a:moveTo>
                  <a:pt x="1057275" y="2028037"/>
                </a:moveTo>
                <a:lnTo>
                  <a:pt x="1056817" y="2026907"/>
                </a:lnTo>
                <a:lnTo>
                  <a:pt x="1054950" y="2025053"/>
                </a:lnTo>
                <a:lnTo>
                  <a:pt x="1053833" y="2024583"/>
                </a:lnTo>
                <a:lnTo>
                  <a:pt x="1051204" y="2024583"/>
                </a:lnTo>
                <a:lnTo>
                  <a:pt x="1050086" y="2025053"/>
                </a:lnTo>
                <a:lnTo>
                  <a:pt x="1048219" y="2026907"/>
                </a:lnTo>
                <a:lnTo>
                  <a:pt x="1047750" y="2028037"/>
                </a:lnTo>
                <a:lnTo>
                  <a:pt x="1047750" y="2030666"/>
                </a:lnTo>
                <a:lnTo>
                  <a:pt x="1048219" y="2031784"/>
                </a:lnTo>
                <a:lnTo>
                  <a:pt x="1050086" y="2033651"/>
                </a:lnTo>
                <a:lnTo>
                  <a:pt x="1051204" y="2034108"/>
                </a:lnTo>
                <a:lnTo>
                  <a:pt x="1053833" y="2034108"/>
                </a:lnTo>
                <a:lnTo>
                  <a:pt x="1054950" y="2033651"/>
                </a:lnTo>
                <a:lnTo>
                  <a:pt x="1056817" y="2031784"/>
                </a:lnTo>
                <a:lnTo>
                  <a:pt x="1057275" y="2030666"/>
                </a:lnTo>
                <a:lnTo>
                  <a:pt x="1057275" y="2028037"/>
                </a:lnTo>
                <a:close/>
              </a:path>
              <a:path w="10296525" h="3486150">
                <a:moveTo>
                  <a:pt x="1057275" y="1304391"/>
                </a:moveTo>
                <a:lnTo>
                  <a:pt x="1056817" y="1303274"/>
                </a:lnTo>
                <a:lnTo>
                  <a:pt x="1054950" y="1301419"/>
                </a:lnTo>
                <a:lnTo>
                  <a:pt x="1053833" y="1300949"/>
                </a:lnTo>
                <a:lnTo>
                  <a:pt x="1051204" y="1300949"/>
                </a:lnTo>
                <a:lnTo>
                  <a:pt x="1050086" y="1301419"/>
                </a:lnTo>
                <a:lnTo>
                  <a:pt x="1048219" y="1303274"/>
                </a:lnTo>
                <a:lnTo>
                  <a:pt x="1047750" y="1304391"/>
                </a:lnTo>
                <a:lnTo>
                  <a:pt x="1047750" y="1307033"/>
                </a:lnTo>
                <a:lnTo>
                  <a:pt x="1048219" y="1308150"/>
                </a:lnTo>
                <a:lnTo>
                  <a:pt x="1050086" y="1310005"/>
                </a:lnTo>
                <a:lnTo>
                  <a:pt x="1051204" y="1310474"/>
                </a:lnTo>
                <a:lnTo>
                  <a:pt x="1053833" y="1310474"/>
                </a:lnTo>
                <a:lnTo>
                  <a:pt x="1054950" y="1310005"/>
                </a:lnTo>
                <a:lnTo>
                  <a:pt x="1056817" y="1308150"/>
                </a:lnTo>
                <a:lnTo>
                  <a:pt x="1057275" y="1307033"/>
                </a:lnTo>
                <a:lnTo>
                  <a:pt x="1057275" y="1304391"/>
                </a:lnTo>
                <a:close/>
              </a:path>
              <a:path w="10296525" h="3486150">
                <a:moveTo>
                  <a:pt x="1057275" y="580758"/>
                </a:moveTo>
                <a:lnTo>
                  <a:pt x="1056817" y="579640"/>
                </a:lnTo>
                <a:lnTo>
                  <a:pt x="1054950" y="577773"/>
                </a:lnTo>
                <a:lnTo>
                  <a:pt x="1053833" y="577316"/>
                </a:lnTo>
                <a:lnTo>
                  <a:pt x="1051204" y="577316"/>
                </a:lnTo>
                <a:lnTo>
                  <a:pt x="1050086" y="577773"/>
                </a:lnTo>
                <a:lnTo>
                  <a:pt x="1048219" y="579640"/>
                </a:lnTo>
                <a:lnTo>
                  <a:pt x="1047750" y="580758"/>
                </a:lnTo>
                <a:lnTo>
                  <a:pt x="1047750" y="583387"/>
                </a:lnTo>
                <a:lnTo>
                  <a:pt x="1048219" y="584517"/>
                </a:lnTo>
                <a:lnTo>
                  <a:pt x="1050086" y="586371"/>
                </a:lnTo>
                <a:lnTo>
                  <a:pt x="1051204" y="586841"/>
                </a:lnTo>
                <a:lnTo>
                  <a:pt x="1053833" y="586841"/>
                </a:lnTo>
                <a:lnTo>
                  <a:pt x="1054950" y="586371"/>
                </a:lnTo>
                <a:lnTo>
                  <a:pt x="1056817" y="584517"/>
                </a:lnTo>
                <a:lnTo>
                  <a:pt x="1057275" y="583387"/>
                </a:lnTo>
                <a:lnTo>
                  <a:pt x="1057275" y="580758"/>
                </a:lnTo>
                <a:close/>
              </a:path>
              <a:path w="10296525" h="3486150">
                <a:moveTo>
                  <a:pt x="1104900" y="2751671"/>
                </a:moveTo>
                <a:lnTo>
                  <a:pt x="1104442" y="2750540"/>
                </a:lnTo>
                <a:lnTo>
                  <a:pt x="1102575" y="2748686"/>
                </a:lnTo>
                <a:lnTo>
                  <a:pt x="1101458" y="2748216"/>
                </a:lnTo>
                <a:lnTo>
                  <a:pt x="1098829" y="2748216"/>
                </a:lnTo>
                <a:lnTo>
                  <a:pt x="1097711" y="2748686"/>
                </a:lnTo>
                <a:lnTo>
                  <a:pt x="1095844" y="2750540"/>
                </a:lnTo>
                <a:lnTo>
                  <a:pt x="1095375" y="2751671"/>
                </a:lnTo>
                <a:lnTo>
                  <a:pt x="1095375" y="2754299"/>
                </a:lnTo>
                <a:lnTo>
                  <a:pt x="1095844" y="2755417"/>
                </a:lnTo>
                <a:lnTo>
                  <a:pt x="1097711" y="2757284"/>
                </a:lnTo>
                <a:lnTo>
                  <a:pt x="1098829" y="2757741"/>
                </a:lnTo>
                <a:lnTo>
                  <a:pt x="1101458" y="2757741"/>
                </a:lnTo>
                <a:lnTo>
                  <a:pt x="1102575" y="2757284"/>
                </a:lnTo>
                <a:lnTo>
                  <a:pt x="1104442" y="2755417"/>
                </a:lnTo>
                <a:lnTo>
                  <a:pt x="1104900" y="2754299"/>
                </a:lnTo>
                <a:lnTo>
                  <a:pt x="1104900" y="2751671"/>
                </a:lnTo>
                <a:close/>
              </a:path>
              <a:path w="10296525" h="3486150">
                <a:moveTo>
                  <a:pt x="1104900" y="2028037"/>
                </a:moveTo>
                <a:lnTo>
                  <a:pt x="1104442" y="2026907"/>
                </a:lnTo>
                <a:lnTo>
                  <a:pt x="1102575" y="2025053"/>
                </a:lnTo>
                <a:lnTo>
                  <a:pt x="1101458" y="2024583"/>
                </a:lnTo>
                <a:lnTo>
                  <a:pt x="1098829" y="2024583"/>
                </a:lnTo>
                <a:lnTo>
                  <a:pt x="1097711" y="2025053"/>
                </a:lnTo>
                <a:lnTo>
                  <a:pt x="1095844" y="2026907"/>
                </a:lnTo>
                <a:lnTo>
                  <a:pt x="1095375" y="2028037"/>
                </a:lnTo>
                <a:lnTo>
                  <a:pt x="1095375" y="2030666"/>
                </a:lnTo>
                <a:lnTo>
                  <a:pt x="1095844" y="2031784"/>
                </a:lnTo>
                <a:lnTo>
                  <a:pt x="1097711" y="2033651"/>
                </a:lnTo>
                <a:lnTo>
                  <a:pt x="1098829" y="2034108"/>
                </a:lnTo>
                <a:lnTo>
                  <a:pt x="1101458" y="2034108"/>
                </a:lnTo>
                <a:lnTo>
                  <a:pt x="1102575" y="2033651"/>
                </a:lnTo>
                <a:lnTo>
                  <a:pt x="1104442" y="2031784"/>
                </a:lnTo>
                <a:lnTo>
                  <a:pt x="1104900" y="2030666"/>
                </a:lnTo>
                <a:lnTo>
                  <a:pt x="1104900" y="2028037"/>
                </a:lnTo>
                <a:close/>
              </a:path>
              <a:path w="10296525" h="3486150">
                <a:moveTo>
                  <a:pt x="1104900" y="1304391"/>
                </a:moveTo>
                <a:lnTo>
                  <a:pt x="1104442" y="1303274"/>
                </a:lnTo>
                <a:lnTo>
                  <a:pt x="1102575" y="1301419"/>
                </a:lnTo>
                <a:lnTo>
                  <a:pt x="1101458" y="1300949"/>
                </a:lnTo>
                <a:lnTo>
                  <a:pt x="1098829" y="1300949"/>
                </a:lnTo>
                <a:lnTo>
                  <a:pt x="1097711" y="1301419"/>
                </a:lnTo>
                <a:lnTo>
                  <a:pt x="1095844" y="1303274"/>
                </a:lnTo>
                <a:lnTo>
                  <a:pt x="1095375" y="1304391"/>
                </a:lnTo>
                <a:lnTo>
                  <a:pt x="1095375" y="1307033"/>
                </a:lnTo>
                <a:lnTo>
                  <a:pt x="1095844" y="1308150"/>
                </a:lnTo>
                <a:lnTo>
                  <a:pt x="1097711" y="1310005"/>
                </a:lnTo>
                <a:lnTo>
                  <a:pt x="1098829" y="1310474"/>
                </a:lnTo>
                <a:lnTo>
                  <a:pt x="1101458" y="1310474"/>
                </a:lnTo>
                <a:lnTo>
                  <a:pt x="1102575" y="1310005"/>
                </a:lnTo>
                <a:lnTo>
                  <a:pt x="1104442" y="1308150"/>
                </a:lnTo>
                <a:lnTo>
                  <a:pt x="1104900" y="1307033"/>
                </a:lnTo>
                <a:lnTo>
                  <a:pt x="1104900" y="1304391"/>
                </a:lnTo>
                <a:close/>
              </a:path>
              <a:path w="10296525" h="3486150">
                <a:moveTo>
                  <a:pt x="1104900" y="580758"/>
                </a:moveTo>
                <a:lnTo>
                  <a:pt x="1104442" y="579640"/>
                </a:lnTo>
                <a:lnTo>
                  <a:pt x="1102575" y="577773"/>
                </a:lnTo>
                <a:lnTo>
                  <a:pt x="1101458" y="577316"/>
                </a:lnTo>
                <a:lnTo>
                  <a:pt x="1098829" y="577316"/>
                </a:lnTo>
                <a:lnTo>
                  <a:pt x="1097711" y="577773"/>
                </a:lnTo>
                <a:lnTo>
                  <a:pt x="1095844" y="579640"/>
                </a:lnTo>
                <a:lnTo>
                  <a:pt x="1095375" y="580758"/>
                </a:lnTo>
                <a:lnTo>
                  <a:pt x="1095375" y="583387"/>
                </a:lnTo>
                <a:lnTo>
                  <a:pt x="1095844" y="584517"/>
                </a:lnTo>
                <a:lnTo>
                  <a:pt x="1097711" y="586371"/>
                </a:lnTo>
                <a:lnTo>
                  <a:pt x="1098829" y="586841"/>
                </a:lnTo>
                <a:lnTo>
                  <a:pt x="1101458" y="586841"/>
                </a:lnTo>
                <a:lnTo>
                  <a:pt x="1102575" y="586371"/>
                </a:lnTo>
                <a:lnTo>
                  <a:pt x="1104442" y="584517"/>
                </a:lnTo>
                <a:lnTo>
                  <a:pt x="1104900" y="583387"/>
                </a:lnTo>
                <a:lnTo>
                  <a:pt x="1104900" y="580758"/>
                </a:lnTo>
                <a:close/>
              </a:path>
              <a:path w="10296525" h="3486150">
                <a:moveTo>
                  <a:pt x="1152525" y="2751671"/>
                </a:moveTo>
                <a:lnTo>
                  <a:pt x="1152067" y="2750540"/>
                </a:lnTo>
                <a:lnTo>
                  <a:pt x="1150200" y="2748686"/>
                </a:lnTo>
                <a:lnTo>
                  <a:pt x="1149083" y="2748216"/>
                </a:lnTo>
                <a:lnTo>
                  <a:pt x="1146454" y="2748216"/>
                </a:lnTo>
                <a:lnTo>
                  <a:pt x="1145336" y="2748686"/>
                </a:lnTo>
                <a:lnTo>
                  <a:pt x="1143469" y="2750540"/>
                </a:lnTo>
                <a:lnTo>
                  <a:pt x="1143000" y="2751671"/>
                </a:lnTo>
                <a:lnTo>
                  <a:pt x="1143000" y="2754299"/>
                </a:lnTo>
                <a:lnTo>
                  <a:pt x="1143469" y="2755417"/>
                </a:lnTo>
                <a:lnTo>
                  <a:pt x="1145336" y="2757284"/>
                </a:lnTo>
                <a:lnTo>
                  <a:pt x="1146454" y="2757741"/>
                </a:lnTo>
                <a:lnTo>
                  <a:pt x="1149083" y="2757741"/>
                </a:lnTo>
                <a:lnTo>
                  <a:pt x="1150200" y="2757284"/>
                </a:lnTo>
                <a:lnTo>
                  <a:pt x="1152067" y="2755417"/>
                </a:lnTo>
                <a:lnTo>
                  <a:pt x="1152525" y="2754299"/>
                </a:lnTo>
                <a:lnTo>
                  <a:pt x="1152525" y="2751671"/>
                </a:lnTo>
                <a:close/>
              </a:path>
              <a:path w="10296525" h="3486150">
                <a:moveTo>
                  <a:pt x="1152525" y="2028037"/>
                </a:moveTo>
                <a:lnTo>
                  <a:pt x="1152067" y="2026907"/>
                </a:lnTo>
                <a:lnTo>
                  <a:pt x="1150200" y="2025053"/>
                </a:lnTo>
                <a:lnTo>
                  <a:pt x="1149083" y="2024583"/>
                </a:lnTo>
                <a:lnTo>
                  <a:pt x="1146454" y="2024583"/>
                </a:lnTo>
                <a:lnTo>
                  <a:pt x="1145336" y="2025053"/>
                </a:lnTo>
                <a:lnTo>
                  <a:pt x="1143469" y="2026907"/>
                </a:lnTo>
                <a:lnTo>
                  <a:pt x="1143000" y="2028037"/>
                </a:lnTo>
                <a:lnTo>
                  <a:pt x="1143000" y="2030666"/>
                </a:lnTo>
                <a:lnTo>
                  <a:pt x="1143469" y="2031784"/>
                </a:lnTo>
                <a:lnTo>
                  <a:pt x="1145336" y="2033651"/>
                </a:lnTo>
                <a:lnTo>
                  <a:pt x="1146454" y="2034108"/>
                </a:lnTo>
                <a:lnTo>
                  <a:pt x="1149083" y="2034108"/>
                </a:lnTo>
                <a:lnTo>
                  <a:pt x="1150200" y="2033651"/>
                </a:lnTo>
                <a:lnTo>
                  <a:pt x="1152067" y="2031784"/>
                </a:lnTo>
                <a:lnTo>
                  <a:pt x="1152525" y="2030666"/>
                </a:lnTo>
                <a:lnTo>
                  <a:pt x="1152525" y="2028037"/>
                </a:lnTo>
                <a:close/>
              </a:path>
              <a:path w="10296525" h="3486150">
                <a:moveTo>
                  <a:pt x="1152525" y="1304391"/>
                </a:moveTo>
                <a:lnTo>
                  <a:pt x="1152067" y="1303274"/>
                </a:lnTo>
                <a:lnTo>
                  <a:pt x="1150200" y="1301419"/>
                </a:lnTo>
                <a:lnTo>
                  <a:pt x="1149083" y="1300949"/>
                </a:lnTo>
                <a:lnTo>
                  <a:pt x="1146454" y="1300949"/>
                </a:lnTo>
                <a:lnTo>
                  <a:pt x="1145336" y="1301419"/>
                </a:lnTo>
                <a:lnTo>
                  <a:pt x="1143469" y="1303274"/>
                </a:lnTo>
                <a:lnTo>
                  <a:pt x="1143000" y="1304391"/>
                </a:lnTo>
                <a:lnTo>
                  <a:pt x="1143000" y="1307033"/>
                </a:lnTo>
                <a:lnTo>
                  <a:pt x="1143469" y="1308150"/>
                </a:lnTo>
                <a:lnTo>
                  <a:pt x="1145336" y="1310005"/>
                </a:lnTo>
                <a:lnTo>
                  <a:pt x="1146454" y="1310474"/>
                </a:lnTo>
                <a:lnTo>
                  <a:pt x="1149083" y="1310474"/>
                </a:lnTo>
                <a:lnTo>
                  <a:pt x="1150200" y="1310005"/>
                </a:lnTo>
                <a:lnTo>
                  <a:pt x="1152067" y="1308150"/>
                </a:lnTo>
                <a:lnTo>
                  <a:pt x="1152525" y="1307033"/>
                </a:lnTo>
                <a:lnTo>
                  <a:pt x="1152525" y="1304391"/>
                </a:lnTo>
                <a:close/>
              </a:path>
              <a:path w="10296525" h="3486150">
                <a:moveTo>
                  <a:pt x="1152525" y="580758"/>
                </a:moveTo>
                <a:lnTo>
                  <a:pt x="1152067" y="579640"/>
                </a:lnTo>
                <a:lnTo>
                  <a:pt x="1150200" y="577773"/>
                </a:lnTo>
                <a:lnTo>
                  <a:pt x="1149083" y="577316"/>
                </a:lnTo>
                <a:lnTo>
                  <a:pt x="1146454" y="577316"/>
                </a:lnTo>
                <a:lnTo>
                  <a:pt x="1145336" y="577773"/>
                </a:lnTo>
                <a:lnTo>
                  <a:pt x="1143469" y="579640"/>
                </a:lnTo>
                <a:lnTo>
                  <a:pt x="1143000" y="580758"/>
                </a:lnTo>
                <a:lnTo>
                  <a:pt x="1143000" y="583387"/>
                </a:lnTo>
                <a:lnTo>
                  <a:pt x="1143469" y="584517"/>
                </a:lnTo>
                <a:lnTo>
                  <a:pt x="1145336" y="586371"/>
                </a:lnTo>
                <a:lnTo>
                  <a:pt x="1146454" y="586841"/>
                </a:lnTo>
                <a:lnTo>
                  <a:pt x="1149083" y="586841"/>
                </a:lnTo>
                <a:lnTo>
                  <a:pt x="1150200" y="586371"/>
                </a:lnTo>
                <a:lnTo>
                  <a:pt x="1152067" y="584517"/>
                </a:lnTo>
                <a:lnTo>
                  <a:pt x="1152525" y="583387"/>
                </a:lnTo>
                <a:lnTo>
                  <a:pt x="1152525" y="580758"/>
                </a:lnTo>
                <a:close/>
              </a:path>
              <a:path w="10296525" h="3486150">
                <a:moveTo>
                  <a:pt x="1200150" y="2751671"/>
                </a:moveTo>
                <a:lnTo>
                  <a:pt x="1199692" y="2750540"/>
                </a:lnTo>
                <a:lnTo>
                  <a:pt x="1197825" y="2748686"/>
                </a:lnTo>
                <a:lnTo>
                  <a:pt x="1196708" y="2748216"/>
                </a:lnTo>
                <a:lnTo>
                  <a:pt x="1194079" y="2748216"/>
                </a:lnTo>
                <a:lnTo>
                  <a:pt x="1192961" y="2748686"/>
                </a:lnTo>
                <a:lnTo>
                  <a:pt x="1191094" y="2750540"/>
                </a:lnTo>
                <a:lnTo>
                  <a:pt x="1190625" y="2751671"/>
                </a:lnTo>
                <a:lnTo>
                  <a:pt x="1190625" y="2754299"/>
                </a:lnTo>
                <a:lnTo>
                  <a:pt x="1191094" y="2755417"/>
                </a:lnTo>
                <a:lnTo>
                  <a:pt x="1192961" y="2757284"/>
                </a:lnTo>
                <a:lnTo>
                  <a:pt x="1194079" y="2757741"/>
                </a:lnTo>
                <a:lnTo>
                  <a:pt x="1196708" y="2757741"/>
                </a:lnTo>
                <a:lnTo>
                  <a:pt x="1197825" y="2757284"/>
                </a:lnTo>
                <a:lnTo>
                  <a:pt x="1199692" y="2755417"/>
                </a:lnTo>
                <a:lnTo>
                  <a:pt x="1200150" y="2754299"/>
                </a:lnTo>
                <a:lnTo>
                  <a:pt x="1200150" y="2751671"/>
                </a:lnTo>
                <a:close/>
              </a:path>
              <a:path w="10296525" h="3486150">
                <a:moveTo>
                  <a:pt x="1200150" y="2028037"/>
                </a:moveTo>
                <a:lnTo>
                  <a:pt x="1199692" y="2026907"/>
                </a:lnTo>
                <a:lnTo>
                  <a:pt x="1197825" y="2025053"/>
                </a:lnTo>
                <a:lnTo>
                  <a:pt x="1196708" y="2024583"/>
                </a:lnTo>
                <a:lnTo>
                  <a:pt x="1194079" y="2024583"/>
                </a:lnTo>
                <a:lnTo>
                  <a:pt x="1192961" y="2025053"/>
                </a:lnTo>
                <a:lnTo>
                  <a:pt x="1191094" y="2026907"/>
                </a:lnTo>
                <a:lnTo>
                  <a:pt x="1190625" y="2028037"/>
                </a:lnTo>
                <a:lnTo>
                  <a:pt x="1190625" y="2030666"/>
                </a:lnTo>
                <a:lnTo>
                  <a:pt x="1191094" y="2031784"/>
                </a:lnTo>
                <a:lnTo>
                  <a:pt x="1192961" y="2033651"/>
                </a:lnTo>
                <a:lnTo>
                  <a:pt x="1194079" y="2034108"/>
                </a:lnTo>
                <a:lnTo>
                  <a:pt x="1196708" y="2034108"/>
                </a:lnTo>
                <a:lnTo>
                  <a:pt x="1197825" y="2033651"/>
                </a:lnTo>
                <a:lnTo>
                  <a:pt x="1199692" y="2031784"/>
                </a:lnTo>
                <a:lnTo>
                  <a:pt x="1200150" y="2030666"/>
                </a:lnTo>
                <a:lnTo>
                  <a:pt x="1200150" y="2028037"/>
                </a:lnTo>
                <a:close/>
              </a:path>
              <a:path w="10296525" h="3486150">
                <a:moveTo>
                  <a:pt x="1200150" y="1304391"/>
                </a:moveTo>
                <a:lnTo>
                  <a:pt x="1199692" y="1303274"/>
                </a:lnTo>
                <a:lnTo>
                  <a:pt x="1197825" y="1301419"/>
                </a:lnTo>
                <a:lnTo>
                  <a:pt x="1196708" y="1300949"/>
                </a:lnTo>
                <a:lnTo>
                  <a:pt x="1194079" y="1300949"/>
                </a:lnTo>
                <a:lnTo>
                  <a:pt x="1192961" y="1301419"/>
                </a:lnTo>
                <a:lnTo>
                  <a:pt x="1191094" y="1303274"/>
                </a:lnTo>
                <a:lnTo>
                  <a:pt x="1190625" y="1304391"/>
                </a:lnTo>
                <a:lnTo>
                  <a:pt x="1190625" y="1307033"/>
                </a:lnTo>
                <a:lnTo>
                  <a:pt x="1191094" y="1308150"/>
                </a:lnTo>
                <a:lnTo>
                  <a:pt x="1192961" y="1310005"/>
                </a:lnTo>
                <a:lnTo>
                  <a:pt x="1194079" y="1310474"/>
                </a:lnTo>
                <a:lnTo>
                  <a:pt x="1196708" y="1310474"/>
                </a:lnTo>
                <a:lnTo>
                  <a:pt x="1197825" y="1310005"/>
                </a:lnTo>
                <a:lnTo>
                  <a:pt x="1199692" y="1308150"/>
                </a:lnTo>
                <a:lnTo>
                  <a:pt x="1200150" y="1307033"/>
                </a:lnTo>
                <a:lnTo>
                  <a:pt x="1200150" y="1304391"/>
                </a:lnTo>
                <a:close/>
              </a:path>
              <a:path w="10296525" h="3486150">
                <a:moveTo>
                  <a:pt x="1200150" y="580758"/>
                </a:moveTo>
                <a:lnTo>
                  <a:pt x="1199692" y="579640"/>
                </a:lnTo>
                <a:lnTo>
                  <a:pt x="1197825" y="577773"/>
                </a:lnTo>
                <a:lnTo>
                  <a:pt x="1196708" y="577316"/>
                </a:lnTo>
                <a:lnTo>
                  <a:pt x="1194079" y="577316"/>
                </a:lnTo>
                <a:lnTo>
                  <a:pt x="1192961" y="577773"/>
                </a:lnTo>
                <a:lnTo>
                  <a:pt x="1191094" y="579640"/>
                </a:lnTo>
                <a:lnTo>
                  <a:pt x="1190625" y="580758"/>
                </a:lnTo>
                <a:lnTo>
                  <a:pt x="1190625" y="583387"/>
                </a:lnTo>
                <a:lnTo>
                  <a:pt x="1191094" y="584517"/>
                </a:lnTo>
                <a:lnTo>
                  <a:pt x="1192961" y="586371"/>
                </a:lnTo>
                <a:lnTo>
                  <a:pt x="1194079" y="586841"/>
                </a:lnTo>
                <a:lnTo>
                  <a:pt x="1196708" y="586841"/>
                </a:lnTo>
                <a:lnTo>
                  <a:pt x="1197825" y="586371"/>
                </a:lnTo>
                <a:lnTo>
                  <a:pt x="1199692" y="584517"/>
                </a:lnTo>
                <a:lnTo>
                  <a:pt x="1200150" y="583387"/>
                </a:lnTo>
                <a:lnTo>
                  <a:pt x="1200150" y="580758"/>
                </a:lnTo>
                <a:close/>
              </a:path>
              <a:path w="10296525" h="3486150">
                <a:moveTo>
                  <a:pt x="1247775" y="2751671"/>
                </a:moveTo>
                <a:lnTo>
                  <a:pt x="1247317" y="2750540"/>
                </a:lnTo>
                <a:lnTo>
                  <a:pt x="1245450" y="2748686"/>
                </a:lnTo>
                <a:lnTo>
                  <a:pt x="1244333" y="2748216"/>
                </a:lnTo>
                <a:lnTo>
                  <a:pt x="1241704" y="2748216"/>
                </a:lnTo>
                <a:lnTo>
                  <a:pt x="1240586" y="2748686"/>
                </a:lnTo>
                <a:lnTo>
                  <a:pt x="1238719" y="2750540"/>
                </a:lnTo>
                <a:lnTo>
                  <a:pt x="1238250" y="2751671"/>
                </a:lnTo>
                <a:lnTo>
                  <a:pt x="1238250" y="2754299"/>
                </a:lnTo>
                <a:lnTo>
                  <a:pt x="1238719" y="2755417"/>
                </a:lnTo>
                <a:lnTo>
                  <a:pt x="1240586" y="2757284"/>
                </a:lnTo>
                <a:lnTo>
                  <a:pt x="1241704" y="2757741"/>
                </a:lnTo>
                <a:lnTo>
                  <a:pt x="1244333" y="2757741"/>
                </a:lnTo>
                <a:lnTo>
                  <a:pt x="1245450" y="2757284"/>
                </a:lnTo>
                <a:lnTo>
                  <a:pt x="1247317" y="2755417"/>
                </a:lnTo>
                <a:lnTo>
                  <a:pt x="1247775" y="2754299"/>
                </a:lnTo>
                <a:lnTo>
                  <a:pt x="1247775" y="2751671"/>
                </a:lnTo>
                <a:close/>
              </a:path>
              <a:path w="10296525" h="3486150">
                <a:moveTo>
                  <a:pt x="1247775" y="2028037"/>
                </a:moveTo>
                <a:lnTo>
                  <a:pt x="1247317" y="2026907"/>
                </a:lnTo>
                <a:lnTo>
                  <a:pt x="1245450" y="2025053"/>
                </a:lnTo>
                <a:lnTo>
                  <a:pt x="1244333" y="2024583"/>
                </a:lnTo>
                <a:lnTo>
                  <a:pt x="1241704" y="2024583"/>
                </a:lnTo>
                <a:lnTo>
                  <a:pt x="1240586" y="2025053"/>
                </a:lnTo>
                <a:lnTo>
                  <a:pt x="1238719" y="2026907"/>
                </a:lnTo>
                <a:lnTo>
                  <a:pt x="1238250" y="2028037"/>
                </a:lnTo>
                <a:lnTo>
                  <a:pt x="1238250" y="2030666"/>
                </a:lnTo>
                <a:lnTo>
                  <a:pt x="1238719" y="2031784"/>
                </a:lnTo>
                <a:lnTo>
                  <a:pt x="1240586" y="2033651"/>
                </a:lnTo>
                <a:lnTo>
                  <a:pt x="1241704" y="2034108"/>
                </a:lnTo>
                <a:lnTo>
                  <a:pt x="1244333" y="2034108"/>
                </a:lnTo>
                <a:lnTo>
                  <a:pt x="1245450" y="2033651"/>
                </a:lnTo>
                <a:lnTo>
                  <a:pt x="1247317" y="2031784"/>
                </a:lnTo>
                <a:lnTo>
                  <a:pt x="1247775" y="2030666"/>
                </a:lnTo>
                <a:lnTo>
                  <a:pt x="1247775" y="2028037"/>
                </a:lnTo>
                <a:close/>
              </a:path>
              <a:path w="10296525" h="3486150">
                <a:moveTo>
                  <a:pt x="1247775" y="1304391"/>
                </a:moveTo>
                <a:lnTo>
                  <a:pt x="1247317" y="1303274"/>
                </a:lnTo>
                <a:lnTo>
                  <a:pt x="1245450" y="1301419"/>
                </a:lnTo>
                <a:lnTo>
                  <a:pt x="1244333" y="1300949"/>
                </a:lnTo>
                <a:lnTo>
                  <a:pt x="1241704" y="1300949"/>
                </a:lnTo>
                <a:lnTo>
                  <a:pt x="1240586" y="1301419"/>
                </a:lnTo>
                <a:lnTo>
                  <a:pt x="1238719" y="1303274"/>
                </a:lnTo>
                <a:lnTo>
                  <a:pt x="1238250" y="1304391"/>
                </a:lnTo>
                <a:lnTo>
                  <a:pt x="1238250" y="1307033"/>
                </a:lnTo>
                <a:lnTo>
                  <a:pt x="1238719" y="1308150"/>
                </a:lnTo>
                <a:lnTo>
                  <a:pt x="1240586" y="1310005"/>
                </a:lnTo>
                <a:lnTo>
                  <a:pt x="1241704" y="1310474"/>
                </a:lnTo>
                <a:lnTo>
                  <a:pt x="1244333" y="1310474"/>
                </a:lnTo>
                <a:lnTo>
                  <a:pt x="1245450" y="1310005"/>
                </a:lnTo>
                <a:lnTo>
                  <a:pt x="1247317" y="1308150"/>
                </a:lnTo>
                <a:lnTo>
                  <a:pt x="1247775" y="1307033"/>
                </a:lnTo>
                <a:lnTo>
                  <a:pt x="1247775" y="1304391"/>
                </a:lnTo>
                <a:close/>
              </a:path>
              <a:path w="10296525" h="3486150">
                <a:moveTo>
                  <a:pt x="1247775" y="580758"/>
                </a:moveTo>
                <a:lnTo>
                  <a:pt x="1247317" y="579640"/>
                </a:lnTo>
                <a:lnTo>
                  <a:pt x="1245450" y="577773"/>
                </a:lnTo>
                <a:lnTo>
                  <a:pt x="1244333" y="577316"/>
                </a:lnTo>
                <a:lnTo>
                  <a:pt x="1241704" y="577316"/>
                </a:lnTo>
                <a:lnTo>
                  <a:pt x="1240586" y="577773"/>
                </a:lnTo>
                <a:lnTo>
                  <a:pt x="1238719" y="579640"/>
                </a:lnTo>
                <a:lnTo>
                  <a:pt x="1238250" y="580758"/>
                </a:lnTo>
                <a:lnTo>
                  <a:pt x="1238250" y="583387"/>
                </a:lnTo>
                <a:lnTo>
                  <a:pt x="1238719" y="584517"/>
                </a:lnTo>
                <a:lnTo>
                  <a:pt x="1240586" y="586371"/>
                </a:lnTo>
                <a:lnTo>
                  <a:pt x="1241704" y="586841"/>
                </a:lnTo>
                <a:lnTo>
                  <a:pt x="1244333" y="586841"/>
                </a:lnTo>
                <a:lnTo>
                  <a:pt x="1245450" y="586371"/>
                </a:lnTo>
                <a:lnTo>
                  <a:pt x="1247317" y="584517"/>
                </a:lnTo>
                <a:lnTo>
                  <a:pt x="1247775" y="583387"/>
                </a:lnTo>
                <a:lnTo>
                  <a:pt x="1247775" y="580758"/>
                </a:lnTo>
                <a:close/>
              </a:path>
              <a:path w="10296525" h="3486150">
                <a:moveTo>
                  <a:pt x="1295400" y="2751671"/>
                </a:moveTo>
                <a:lnTo>
                  <a:pt x="1294942" y="2750540"/>
                </a:lnTo>
                <a:lnTo>
                  <a:pt x="1293075" y="2748686"/>
                </a:lnTo>
                <a:lnTo>
                  <a:pt x="1291958" y="2748216"/>
                </a:lnTo>
                <a:lnTo>
                  <a:pt x="1289329" y="2748216"/>
                </a:lnTo>
                <a:lnTo>
                  <a:pt x="1288211" y="2748686"/>
                </a:lnTo>
                <a:lnTo>
                  <a:pt x="1286344" y="2750540"/>
                </a:lnTo>
                <a:lnTo>
                  <a:pt x="1285875" y="2751671"/>
                </a:lnTo>
                <a:lnTo>
                  <a:pt x="1285875" y="2754299"/>
                </a:lnTo>
                <a:lnTo>
                  <a:pt x="1286344" y="2755417"/>
                </a:lnTo>
                <a:lnTo>
                  <a:pt x="1288211" y="2757284"/>
                </a:lnTo>
                <a:lnTo>
                  <a:pt x="1289329" y="2757741"/>
                </a:lnTo>
                <a:lnTo>
                  <a:pt x="1291958" y="2757741"/>
                </a:lnTo>
                <a:lnTo>
                  <a:pt x="1293075" y="2757284"/>
                </a:lnTo>
                <a:lnTo>
                  <a:pt x="1294942" y="2755417"/>
                </a:lnTo>
                <a:lnTo>
                  <a:pt x="1295400" y="2754299"/>
                </a:lnTo>
                <a:lnTo>
                  <a:pt x="1295400" y="2751671"/>
                </a:lnTo>
                <a:close/>
              </a:path>
              <a:path w="10296525" h="3486150">
                <a:moveTo>
                  <a:pt x="1295400" y="2028037"/>
                </a:moveTo>
                <a:lnTo>
                  <a:pt x="1294942" y="2026907"/>
                </a:lnTo>
                <a:lnTo>
                  <a:pt x="1293075" y="2025053"/>
                </a:lnTo>
                <a:lnTo>
                  <a:pt x="1291958" y="2024583"/>
                </a:lnTo>
                <a:lnTo>
                  <a:pt x="1289329" y="2024583"/>
                </a:lnTo>
                <a:lnTo>
                  <a:pt x="1288211" y="2025053"/>
                </a:lnTo>
                <a:lnTo>
                  <a:pt x="1286344" y="2026907"/>
                </a:lnTo>
                <a:lnTo>
                  <a:pt x="1285875" y="2028037"/>
                </a:lnTo>
                <a:lnTo>
                  <a:pt x="1285875" y="2030666"/>
                </a:lnTo>
                <a:lnTo>
                  <a:pt x="1286344" y="2031784"/>
                </a:lnTo>
                <a:lnTo>
                  <a:pt x="1288211" y="2033651"/>
                </a:lnTo>
                <a:lnTo>
                  <a:pt x="1289329" y="2034108"/>
                </a:lnTo>
                <a:lnTo>
                  <a:pt x="1291958" y="2034108"/>
                </a:lnTo>
                <a:lnTo>
                  <a:pt x="1293075" y="2033651"/>
                </a:lnTo>
                <a:lnTo>
                  <a:pt x="1294942" y="2031784"/>
                </a:lnTo>
                <a:lnTo>
                  <a:pt x="1295400" y="2030666"/>
                </a:lnTo>
                <a:lnTo>
                  <a:pt x="1295400" y="2028037"/>
                </a:lnTo>
                <a:close/>
              </a:path>
              <a:path w="10296525" h="3486150">
                <a:moveTo>
                  <a:pt x="1295400" y="1304391"/>
                </a:moveTo>
                <a:lnTo>
                  <a:pt x="1294942" y="1303274"/>
                </a:lnTo>
                <a:lnTo>
                  <a:pt x="1293075" y="1301419"/>
                </a:lnTo>
                <a:lnTo>
                  <a:pt x="1291958" y="1300949"/>
                </a:lnTo>
                <a:lnTo>
                  <a:pt x="1289329" y="1300949"/>
                </a:lnTo>
                <a:lnTo>
                  <a:pt x="1288211" y="1301419"/>
                </a:lnTo>
                <a:lnTo>
                  <a:pt x="1286344" y="1303274"/>
                </a:lnTo>
                <a:lnTo>
                  <a:pt x="1285875" y="1304391"/>
                </a:lnTo>
                <a:lnTo>
                  <a:pt x="1285875" y="1307033"/>
                </a:lnTo>
                <a:lnTo>
                  <a:pt x="1286344" y="1308150"/>
                </a:lnTo>
                <a:lnTo>
                  <a:pt x="1288211" y="1310005"/>
                </a:lnTo>
                <a:lnTo>
                  <a:pt x="1289329" y="1310474"/>
                </a:lnTo>
                <a:lnTo>
                  <a:pt x="1291958" y="1310474"/>
                </a:lnTo>
                <a:lnTo>
                  <a:pt x="1293075" y="1310005"/>
                </a:lnTo>
                <a:lnTo>
                  <a:pt x="1294942" y="1308150"/>
                </a:lnTo>
                <a:lnTo>
                  <a:pt x="1295400" y="1307033"/>
                </a:lnTo>
                <a:lnTo>
                  <a:pt x="1295400" y="1304391"/>
                </a:lnTo>
                <a:close/>
              </a:path>
              <a:path w="10296525" h="3486150">
                <a:moveTo>
                  <a:pt x="1295400" y="580758"/>
                </a:moveTo>
                <a:lnTo>
                  <a:pt x="1294942" y="579640"/>
                </a:lnTo>
                <a:lnTo>
                  <a:pt x="1293075" y="577773"/>
                </a:lnTo>
                <a:lnTo>
                  <a:pt x="1291958" y="577316"/>
                </a:lnTo>
                <a:lnTo>
                  <a:pt x="1289329" y="577316"/>
                </a:lnTo>
                <a:lnTo>
                  <a:pt x="1288211" y="577773"/>
                </a:lnTo>
                <a:lnTo>
                  <a:pt x="1286344" y="579640"/>
                </a:lnTo>
                <a:lnTo>
                  <a:pt x="1285875" y="580758"/>
                </a:lnTo>
                <a:lnTo>
                  <a:pt x="1285875" y="583387"/>
                </a:lnTo>
                <a:lnTo>
                  <a:pt x="1286344" y="584517"/>
                </a:lnTo>
                <a:lnTo>
                  <a:pt x="1288211" y="586371"/>
                </a:lnTo>
                <a:lnTo>
                  <a:pt x="1289329" y="586841"/>
                </a:lnTo>
                <a:lnTo>
                  <a:pt x="1291958" y="586841"/>
                </a:lnTo>
                <a:lnTo>
                  <a:pt x="1293075" y="586371"/>
                </a:lnTo>
                <a:lnTo>
                  <a:pt x="1294942" y="584517"/>
                </a:lnTo>
                <a:lnTo>
                  <a:pt x="1295400" y="583387"/>
                </a:lnTo>
                <a:lnTo>
                  <a:pt x="1295400" y="580758"/>
                </a:lnTo>
                <a:close/>
              </a:path>
              <a:path w="10296525" h="3486150">
                <a:moveTo>
                  <a:pt x="1343025" y="2751671"/>
                </a:moveTo>
                <a:lnTo>
                  <a:pt x="1342567" y="2750540"/>
                </a:lnTo>
                <a:lnTo>
                  <a:pt x="1340700" y="2748686"/>
                </a:lnTo>
                <a:lnTo>
                  <a:pt x="1339583" y="2748216"/>
                </a:lnTo>
                <a:lnTo>
                  <a:pt x="1336954" y="2748216"/>
                </a:lnTo>
                <a:lnTo>
                  <a:pt x="1335836" y="2748686"/>
                </a:lnTo>
                <a:lnTo>
                  <a:pt x="1333969" y="2750540"/>
                </a:lnTo>
                <a:lnTo>
                  <a:pt x="1333500" y="2751671"/>
                </a:lnTo>
                <a:lnTo>
                  <a:pt x="1333500" y="2754299"/>
                </a:lnTo>
                <a:lnTo>
                  <a:pt x="1333969" y="2755417"/>
                </a:lnTo>
                <a:lnTo>
                  <a:pt x="1335836" y="2757284"/>
                </a:lnTo>
                <a:lnTo>
                  <a:pt x="1336954" y="2757741"/>
                </a:lnTo>
                <a:lnTo>
                  <a:pt x="1339583" y="2757741"/>
                </a:lnTo>
                <a:lnTo>
                  <a:pt x="1340700" y="2757284"/>
                </a:lnTo>
                <a:lnTo>
                  <a:pt x="1342567" y="2755417"/>
                </a:lnTo>
                <a:lnTo>
                  <a:pt x="1343025" y="2754299"/>
                </a:lnTo>
                <a:lnTo>
                  <a:pt x="1343025" y="2751671"/>
                </a:lnTo>
                <a:close/>
              </a:path>
              <a:path w="10296525" h="3486150">
                <a:moveTo>
                  <a:pt x="1343025" y="2028037"/>
                </a:moveTo>
                <a:lnTo>
                  <a:pt x="1342567" y="2026907"/>
                </a:lnTo>
                <a:lnTo>
                  <a:pt x="1340700" y="2025053"/>
                </a:lnTo>
                <a:lnTo>
                  <a:pt x="1339583" y="2024583"/>
                </a:lnTo>
                <a:lnTo>
                  <a:pt x="1336954" y="2024583"/>
                </a:lnTo>
                <a:lnTo>
                  <a:pt x="1335836" y="2025053"/>
                </a:lnTo>
                <a:lnTo>
                  <a:pt x="1333969" y="2026907"/>
                </a:lnTo>
                <a:lnTo>
                  <a:pt x="1333500" y="2028037"/>
                </a:lnTo>
                <a:lnTo>
                  <a:pt x="1333500" y="2030666"/>
                </a:lnTo>
                <a:lnTo>
                  <a:pt x="1333969" y="2031784"/>
                </a:lnTo>
                <a:lnTo>
                  <a:pt x="1335836" y="2033651"/>
                </a:lnTo>
                <a:lnTo>
                  <a:pt x="1336954" y="2034108"/>
                </a:lnTo>
                <a:lnTo>
                  <a:pt x="1339583" y="2034108"/>
                </a:lnTo>
                <a:lnTo>
                  <a:pt x="1340700" y="2033651"/>
                </a:lnTo>
                <a:lnTo>
                  <a:pt x="1342567" y="2031784"/>
                </a:lnTo>
                <a:lnTo>
                  <a:pt x="1343025" y="2030666"/>
                </a:lnTo>
                <a:lnTo>
                  <a:pt x="1343025" y="2028037"/>
                </a:lnTo>
                <a:close/>
              </a:path>
              <a:path w="10296525" h="3486150">
                <a:moveTo>
                  <a:pt x="1343025" y="1304391"/>
                </a:moveTo>
                <a:lnTo>
                  <a:pt x="1342567" y="1303274"/>
                </a:lnTo>
                <a:lnTo>
                  <a:pt x="1340700" y="1301419"/>
                </a:lnTo>
                <a:lnTo>
                  <a:pt x="1339583" y="1300949"/>
                </a:lnTo>
                <a:lnTo>
                  <a:pt x="1336954" y="1300949"/>
                </a:lnTo>
                <a:lnTo>
                  <a:pt x="1335836" y="1301419"/>
                </a:lnTo>
                <a:lnTo>
                  <a:pt x="1333969" y="1303274"/>
                </a:lnTo>
                <a:lnTo>
                  <a:pt x="1333500" y="1304391"/>
                </a:lnTo>
                <a:lnTo>
                  <a:pt x="1333500" y="1307033"/>
                </a:lnTo>
                <a:lnTo>
                  <a:pt x="1333969" y="1308150"/>
                </a:lnTo>
                <a:lnTo>
                  <a:pt x="1335836" y="1310005"/>
                </a:lnTo>
                <a:lnTo>
                  <a:pt x="1336954" y="1310474"/>
                </a:lnTo>
                <a:lnTo>
                  <a:pt x="1339583" y="1310474"/>
                </a:lnTo>
                <a:lnTo>
                  <a:pt x="1340700" y="1310005"/>
                </a:lnTo>
                <a:lnTo>
                  <a:pt x="1342567" y="1308150"/>
                </a:lnTo>
                <a:lnTo>
                  <a:pt x="1343025" y="1307033"/>
                </a:lnTo>
                <a:lnTo>
                  <a:pt x="1343025" y="1304391"/>
                </a:lnTo>
                <a:close/>
              </a:path>
              <a:path w="10296525" h="3486150">
                <a:moveTo>
                  <a:pt x="1343025" y="580758"/>
                </a:moveTo>
                <a:lnTo>
                  <a:pt x="1342567" y="579640"/>
                </a:lnTo>
                <a:lnTo>
                  <a:pt x="1340700" y="577773"/>
                </a:lnTo>
                <a:lnTo>
                  <a:pt x="1339583" y="577316"/>
                </a:lnTo>
                <a:lnTo>
                  <a:pt x="1336954" y="577316"/>
                </a:lnTo>
                <a:lnTo>
                  <a:pt x="1335836" y="577773"/>
                </a:lnTo>
                <a:lnTo>
                  <a:pt x="1333969" y="579640"/>
                </a:lnTo>
                <a:lnTo>
                  <a:pt x="1333500" y="580758"/>
                </a:lnTo>
                <a:lnTo>
                  <a:pt x="1333500" y="583387"/>
                </a:lnTo>
                <a:lnTo>
                  <a:pt x="1333969" y="584517"/>
                </a:lnTo>
                <a:lnTo>
                  <a:pt x="1335836" y="586371"/>
                </a:lnTo>
                <a:lnTo>
                  <a:pt x="1336954" y="586841"/>
                </a:lnTo>
                <a:lnTo>
                  <a:pt x="1339583" y="586841"/>
                </a:lnTo>
                <a:lnTo>
                  <a:pt x="1340700" y="586371"/>
                </a:lnTo>
                <a:lnTo>
                  <a:pt x="1342567" y="584517"/>
                </a:lnTo>
                <a:lnTo>
                  <a:pt x="1343025" y="583387"/>
                </a:lnTo>
                <a:lnTo>
                  <a:pt x="1343025" y="580758"/>
                </a:lnTo>
                <a:close/>
              </a:path>
              <a:path w="10296525" h="3486150">
                <a:moveTo>
                  <a:pt x="1390650" y="2751671"/>
                </a:moveTo>
                <a:lnTo>
                  <a:pt x="1390192" y="2750540"/>
                </a:lnTo>
                <a:lnTo>
                  <a:pt x="1388325" y="2748686"/>
                </a:lnTo>
                <a:lnTo>
                  <a:pt x="1387208" y="2748216"/>
                </a:lnTo>
                <a:lnTo>
                  <a:pt x="1384579" y="2748216"/>
                </a:lnTo>
                <a:lnTo>
                  <a:pt x="1383461" y="2748686"/>
                </a:lnTo>
                <a:lnTo>
                  <a:pt x="1381594" y="2750540"/>
                </a:lnTo>
                <a:lnTo>
                  <a:pt x="1381125" y="2751671"/>
                </a:lnTo>
                <a:lnTo>
                  <a:pt x="1381125" y="2754299"/>
                </a:lnTo>
                <a:lnTo>
                  <a:pt x="1381594" y="2755417"/>
                </a:lnTo>
                <a:lnTo>
                  <a:pt x="1383461" y="2757284"/>
                </a:lnTo>
                <a:lnTo>
                  <a:pt x="1384579" y="2757741"/>
                </a:lnTo>
                <a:lnTo>
                  <a:pt x="1387208" y="2757741"/>
                </a:lnTo>
                <a:lnTo>
                  <a:pt x="1388325" y="2757284"/>
                </a:lnTo>
                <a:lnTo>
                  <a:pt x="1390192" y="2755417"/>
                </a:lnTo>
                <a:lnTo>
                  <a:pt x="1390650" y="2754299"/>
                </a:lnTo>
                <a:lnTo>
                  <a:pt x="1390650" y="2751671"/>
                </a:lnTo>
                <a:close/>
              </a:path>
              <a:path w="10296525" h="3486150">
                <a:moveTo>
                  <a:pt x="1390650" y="2028037"/>
                </a:moveTo>
                <a:lnTo>
                  <a:pt x="1390192" y="2026907"/>
                </a:lnTo>
                <a:lnTo>
                  <a:pt x="1388325" y="2025053"/>
                </a:lnTo>
                <a:lnTo>
                  <a:pt x="1387208" y="2024583"/>
                </a:lnTo>
                <a:lnTo>
                  <a:pt x="1384579" y="2024583"/>
                </a:lnTo>
                <a:lnTo>
                  <a:pt x="1383461" y="2025053"/>
                </a:lnTo>
                <a:lnTo>
                  <a:pt x="1381594" y="2026907"/>
                </a:lnTo>
                <a:lnTo>
                  <a:pt x="1381125" y="2028037"/>
                </a:lnTo>
                <a:lnTo>
                  <a:pt x="1381125" y="2030666"/>
                </a:lnTo>
                <a:lnTo>
                  <a:pt x="1381594" y="2031784"/>
                </a:lnTo>
                <a:lnTo>
                  <a:pt x="1383461" y="2033651"/>
                </a:lnTo>
                <a:lnTo>
                  <a:pt x="1384579" y="2034108"/>
                </a:lnTo>
                <a:lnTo>
                  <a:pt x="1387208" y="2034108"/>
                </a:lnTo>
                <a:lnTo>
                  <a:pt x="1388325" y="2033651"/>
                </a:lnTo>
                <a:lnTo>
                  <a:pt x="1390192" y="2031784"/>
                </a:lnTo>
                <a:lnTo>
                  <a:pt x="1390650" y="2030666"/>
                </a:lnTo>
                <a:lnTo>
                  <a:pt x="1390650" y="2028037"/>
                </a:lnTo>
                <a:close/>
              </a:path>
              <a:path w="10296525" h="3486150">
                <a:moveTo>
                  <a:pt x="1390650" y="1304391"/>
                </a:moveTo>
                <a:lnTo>
                  <a:pt x="1390192" y="1303274"/>
                </a:lnTo>
                <a:lnTo>
                  <a:pt x="1388325" y="1301419"/>
                </a:lnTo>
                <a:lnTo>
                  <a:pt x="1387208" y="1300949"/>
                </a:lnTo>
                <a:lnTo>
                  <a:pt x="1384579" y="1300949"/>
                </a:lnTo>
                <a:lnTo>
                  <a:pt x="1383461" y="1301419"/>
                </a:lnTo>
                <a:lnTo>
                  <a:pt x="1381594" y="1303274"/>
                </a:lnTo>
                <a:lnTo>
                  <a:pt x="1381125" y="1304391"/>
                </a:lnTo>
                <a:lnTo>
                  <a:pt x="1381125" y="1307033"/>
                </a:lnTo>
                <a:lnTo>
                  <a:pt x="1381594" y="1308150"/>
                </a:lnTo>
                <a:lnTo>
                  <a:pt x="1383461" y="1310005"/>
                </a:lnTo>
                <a:lnTo>
                  <a:pt x="1384579" y="1310474"/>
                </a:lnTo>
                <a:lnTo>
                  <a:pt x="1387208" y="1310474"/>
                </a:lnTo>
                <a:lnTo>
                  <a:pt x="1388325" y="1310005"/>
                </a:lnTo>
                <a:lnTo>
                  <a:pt x="1390192" y="1308150"/>
                </a:lnTo>
                <a:lnTo>
                  <a:pt x="1390650" y="1307033"/>
                </a:lnTo>
                <a:lnTo>
                  <a:pt x="1390650" y="1304391"/>
                </a:lnTo>
                <a:close/>
              </a:path>
              <a:path w="10296525" h="3486150">
                <a:moveTo>
                  <a:pt x="1390650" y="580758"/>
                </a:moveTo>
                <a:lnTo>
                  <a:pt x="1390192" y="579640"/>
                </a:lnTo>
                <a:lnTo>
                  <a:pt x="1388325" y="577773"/>
                </a:lnTo>
                <a:lnTo>
                  <a:pt x="1387208" y="577316"/>
                </a:lnTo>
                <a:lnTo>
                  <a:pt x="1384579" y="577316"/>
                </a:lnTo>
                <a:lnTo>
                  <a:pt x="1383461" y="577773"/>
                </a:lnTo>
                <a:lnTo>
                  <a:pt x="1381594" y="579640"/>
                </a:lnTo>
                <a:lnTo>
                  <a:pt x="1381125" y="580758"/>
                </a:lnTo>
                <a:lnTo>
                  <a:pt x="1381125" y="583387"/>
                </a:lnTo>
                <a:lnTo>
                  <a:pt x="1381594" y="584517"/>
                </a:lnTo>
                <a:lnTo>
                  <a:pt x="1383461" y="586371"/>
                </a:lnTo>
                <a:lnTo>
                  <a:pt x="1384579" y="586841"/>
                </a:lnTo>
                <a:lnTo>
                  <a:pt x="1387208" y="586841"/>
                </a:lnTo>
                <a:lnTo>
                  <a:pt x="1388325" y="586371"/>
                </a:lnTo>
                <a:lnTo>
                  <a:pt x="1390192" y="584517"/>
                </a:lnTo>
                <a:lnTo>
                  <a:pt x="1390650" y="583387"/>
                </a:lnTo>
                <a:lnTo>
                  <a:pt x="1390650" y="580758"/>
                </a:lnTo>
                <a:close/>
              </a:path>
              <a:path w="10296525" h="3486150">
                <a:moveTo>
                  <a:pt x="1438275" y="2751671"/>
                </a:moveTo>
                <a:lnTo>
                  <a:pt x="1437817" y="2750540"/>
                </a:lnTo>
                <a:lnTo>
                  <a:pt x="1435950" y="2748686"/>
                </a:lnTo>
                <a:lnTo>
                  <a:pt x="1434833" y="2748216"/>
                </a:lnTo>
                <a:lnTo>
                  <a:pt x="1432204" y="2748216"/>
                </a:lnTo>
                <a:lnTo>
                  <a:pt x="1431086" y="2748686"/>
                </a:lnTo>
                <a:lnTo>
                  <a:pt x="1429219" y="2750540"/>
                </a:lnTo>
                <a:lnTo>
                  <a:pt x="1428750" y="2751671"/>
                </a:lnTo>
                <a:lnTo>
                  <a:pt x="1428750" y="2754299"/>
                </a:lnTo>
                <a:lnTo>
                  <a:pt x="1429219" y="2755417"/>
                </a:lnTo>
                <a:lnTo>
                  <a:pt x="1431086" y="2757284"/>
                </a:lnTo>
                <a:lnTo>
                  <a:pt x="1432204" y="2757741"/>
                </a:lnTo>
                <a:lnTo>
                  <a:pt x="1434833" y="2757741"/>
                </a:lnTo>
                <a:lnTo>
                  <a:pt x="1435950" y="2757284"/>
                </a:lnTo>
                <a:lnTo>
                  <a:pt x="1437817" y="2755417"/>
                </a:lnTo>
                <a:lnTo>
                  <a:pt x="1438275" y="2754299"/>
                </a:lnTo>
                <a:lnTo>
                  <a:pt x="1438275" y="2751671"/>
                </a:lnTo>
                <a:close/>
              </a:path>
              <a:path w="10296525" h="3486150">
                <a:moveTo>
                  <a:pt x="1438275" y="2028037"/>
                </a:moveTo>
                <a:lnTo>
                  <a:pt x="1437817" y="2026907"/>
                </a:lnTo>
                <a:lnTo>
                  <a:pt x="1435950" y="2025053"/>
                </a:lnTo>
                <a:lnTo>
                  <a:pt x="1434833" y="2024583"/>
                </a:lnTo>
                <a:lnTo>
                  <a:pt x="1432204" y="2024583"/>
                </a:lnTo>
                <a:lnTo>
                  <a:pt x="1431086" y="2025053"/>
                </a:lnTo>
                <a:lnTo>
                  <a:pt x="1429219" y="2026907"/>
                </a:lnTo>
                <a:lnTo>
                  <a:pt x="1428750" y="2028037"/>
                </a:lnTo>
                <a:lnTo>
                  <a:pt x="1428750" y="2030666"/>
                </a:lnTo>
                <a:lnTo>
                  <a:pt x="1429219" y="2031784"/>
                </a:lnTo>
                <a:lnTo>
                  <a:pt x="1431086" y="2033651"/>
                </a:lnTo>
                <a:lnTo>
                  <a:pt x="1432204" y="2034108"/>
                </a:lnTo>
                <a:lnTo>
                  <a:pt x="1434833" y="2034108"/>
                </a:lnTo>
                <a:lnTo>
                  <a:pt x="1435950" y="2033651"/>
                </a:lnTo>
                <a:lnTo>
                  <a:pt x="1437817" y="2031784"/>
                </a:lnTo>
                <a:lnTo>
                  <a:pt x="1438275" y="2030666"/>
                </a:lnTo>
                <a:lnTo>
                  <a:pt x="1438275" y="2028037"/>
                </a:lnTo>
                <a:close/>
              </a:path>
              <a:path w="10296525" h="3486150">
                <a:moveTo>
                  <a:pt x="1438275" y="1304391"/>
                </a:moveTo>
                <a:lnTo>
                  <a:pt x="1437817" y="1303274"/>
                </a:lnTo>
                <a:lnTo>
                  <a:pt x="1435950" y="1301419"/>
                </a:lnTo>
                <a:lnTo>
                  <a:pt x="1434833" y="1300949"/>
                </a:lnTo>
                <a:lnTo>
                  <a:pt x="1432204" y="1300949"/>
                </a:lnTo>
                <a:lnTo>
                  <a:pt x="1431086" y="1301419"/>
                </a:lnTo>
                <a:lnTo>
                  <a:pt x="1429219" y="1303274"/>
                </a:lnTo>
                <a:lnTo>
                  <a:pt x="1428750" y="1304391"/>
                </a:lnTo>
                <a:lnTo>
                  <a:pt x="1428750" y="1307033"/>
                </a:lnTo>
                <a:lnTo>
                  <a:pt x="1429219" y="1308150"/>
                </a:lnTo>
                <a:lnTo>
                  <a:pt x="1431086" y="1310005"/>
                </a:lnTo>
                <a:lnTo>
                  <a:pt x="1432204" y="1310474"/>
                </a:lnTo>
                <a:lnTo>
                  <a:pt x="1434833" y="1310474"/>
                </a:lnTo>
                <a:lnTo>
                  <a:pt x="1435950" y="1310005"/>
                </a:lnTo>
                <a:lnTo>
                  <a:pt x="1437817" y="1308150"/>
                </a:lnTo>
                <a:lnTo>
                  <a:pt x="1438275" y="1307033"/>
                </a:lnTo>
                <a:lnTo>
                  <a:pt x="1438275" y="1304391"/>
                </a:lnTo>
                <a:close/>
              </a:path>
              <a:path w="10296525" h="3486150">
                <a:moveTo>
                  <a:pt x="1438275" y="580758"/>
                </a:moveTo>
                <a:lnTo>
                  <a:pt x="1437817" y="579640"/>
                </a:lnTo>
                <a:lnTo>
                  <a:pt x="1435950" y="577773"/>
                </a:lnTo>
                <a:lnTo>
                  <a:pt x="1434833" y="577316"/>
                </a:lnTo>
                <a:lnTo>
                  <a:pt x="1432204" y="577316"/>
                </a:lnTo>
                <a:lnTo>
                  <a:pt x="1431086" y="577773"/>
                </a:lnTo>
                <a:lnTo>
                  <a:pt x="1429219" y="579640"/>
                </a:lnTo>
                <a:lnTo>
                  <a:pt x="1428750" y="580758"/>
                </a:lnTo>
                <a:lnTo>
                  <a:pt x="1428750" y="583387"/>
                </a:lnTo>
                <a:lnTo>
                  <a:pt x="1429219" y="584517"/>
                </a:lnTo>
                <a:lnTo>
                  <a:pt x="1431086" y="586371"/>
                </a:lnTo>
                <a:lnTo>
                  <a:pt x="1432204" y="586841"/>
                </a:lnTo>
                <a:lnTo>
                  <a:pt x="1434833" y="586841"/>
                </a:lnTo>
                <a:lnTo>
                  <a:pt x="1435950" y="586371"/>
                </a:lnTo>
                <a:lnTo>
                  <a:pt x="1437817" y="584517"/>
                </a:lnTo>
                <a:lnTo>
                  <a:pt x="1438275" y="583387"/>
                </a:lnTo>
                <a:lnTo>
                  <a:pt x="1438275" y="580758"/>
                </a:lnTo>
                <a:close/>
              </a:path>
              <a:path w="10296525" h="3486150">
                <a:moveTo>
                  <a:pt x="1485900" y="2751671"/>
                </a:moveTo>
                <a:lnTo>
                  <a:pt x="1485442" y="2750540"/>
                </a:lnTo>
                <a:lnTo>
                  <a:pt x="1483575" y="2748686"/>
                </a:lnTo>
                <a:lnTo>
                  <a:pt x="1482458" y="2748216"/>
                </a:lnTo>
                <a:lnTo>
                  <a:pt x="1479829" y="2748216"/>
                </a:lnTo>
                <a:lnTo>
                  <a:pt x="1478711" y="2748686"/>
                </a:lnTo>
                <a:lnTo>
                  <a:pt x="1476844" y="2750540"/>
                </a:lnTo>
                <a:lnTo>
                  <a:pt x="1476375" y="2751671"/>
                </a:lnTo>
                <a:lnTo>
                  <a:pt x="1476375" y="2754299"/>
                </a:lnTo>
                <a:lnTo>
                  <a:pt x="1476844" y="2755417"/>
                </a:lnTo>
                <a:lnTo>
                  <a:pt x="1478711" y="2757284"/>
                </a:lnTo>
                <a:lnTo>
                  <a:pt x="1479829" y="2757741"/>
                </a:lnTo>
                <a:lnTo>
                  <a:pt x="1482458" y="2757741"/>
                </a:lnTo>
                <a:lnTo>
                  <a:pt x="1483575" y="2757284"/>
                </a:lnTo>
                <a:lnTo>
                  <a:pt x="1485442" y="2755417"/>
                </a:lnTo>
                <a:lnTo>
                  <a:pt x="1485900" y="2754299"/>
                </a:lnTo>
                <a:lnTo>
                  <a:pt x="1485900" y="2751671"/>
                </a:lnTo>
                <a:close/>
              </a:path>
              <a:path w="10296525" h="3486150">
                <a:moveTo>
                  <a:pt x="1485900" y="2028037"/>
                </a:moveTo>
                <a:lnTo>
                  <a:pt x="1485442" y="2026907"/>
                </a:lnTo>
                <a:lnTo>
                  <a:pt x="1483575" y="2025053"/>
                </a:lnTo>
                <a:lnTo>
                  <a:pt x="1482458" y="2024583"/>
                </a:lnTo>
                <a:lnTo>
                  <a:pt x="1479829" y="2024583"/>
                </a:lnTo>
                <a:lnTo>
                  <a:pt x="1478711" y="2025053"/>
                </a:lnTo>
                <a:lnTo>
                  <a:pt x="1476844" y="2026907"/>
                </a:lnTo>
                <a:lnTo>
                  <a:pt x="1476375" y="2028037"/>
                </a:lnTo>
                <a:lnTo>
                  <a:pt x="1476375" y="2030666"/>
                </a:lnTo>
                <a:lnTo>
                  <a:pt x="1476844" y="2031784"/>
                </a:lnTo>
                <a:lnTo>
                  <a:pt x="1478711" y="2033651"/>
                </a:lnTo>
                <a:lnTo>
                  <a:pt x="1479829" y="2034108"/>
                </a:lnTo>
                <a:lnTo>
                  <a:pt x="1482458" y="2034108"/>
                </a:lnTo>
                <a:lnTo>
                  <a:pt x="1483575" y="2033651"/>
                </a:lnTo>
                <a:lnTo>
                  <a:pt x="1485442" y="2031784"/>
                </a:lnTo>
                <a:lnTo>
                  <a:pt x="1485900" y="2030666"/>
                </a:lnTo>
                <a:lnTo>
                  <a:pt x="1485900" y="2028037"/>
                </a:lnTo>
                <a:close/>
              </a:path>
              <a:path w="10296525" h="3486150">
                <a:moveTo>
                  <a:pt x="1485900" y="1304391"/>
                </a:moveTo>
                <a:lnTo>
                  <a:pt x="1485442" y="1303274"/>
                </a:lnTo>
                <a:lnTo>
                  <a:pt x="1483575" y="1301419"/>
                </a:lnTo>
                <a:lnTo>
                  <a:pt x="1482458" y="1300949"/>
                </a:lnTo>
                <a:lnTo>
                  <a:pt x="1479829" y="1300949"/>
                </a:lnTo>
                <a:lnTo>
                  <a:pt x="1478711" y="1301419"/>
                </a:lnTo>
                <a:lnTo>
                  <a:pt x="1476844" y="1303274"/>
                </a:lnTo>
                <a:lnTo>
                  <a:pt x="1476375" y="1304391"/>
                </a:lnTo>
                <a:lnTo>
                  <a:pt x="1476375" y="1307033"/>
                </a:lnTo>
                <a:lnTo>
                  <a:pt x="1476844" y="1308150"/>
                </a:lnTo>
                <a:lnTo>
                  <a:pt x="1478711" y="1310005"/>
                </a:lnTo>
                <a:lnTo>
                  <a:pt x="1479829" y="1310474"/>
                </a:lnTo>
                <a:lnTo>
                  <a:pt x="1482458" y="1310474"/>
                </a:lnTo>
                <a:lnTo>
                  <a:pt x="1483575" y="1310005"/>
                </a:lnTo>
                <a:lnTo>
                  <a:pt x="1485442" y="1308150"/>
                </a:lnTo>
                <a:lnTo>
                  <a:pt x="1485900" y="1307033"/>
                </a:lnTo>
                <a:lnTo>
                  <a:pt x="1485900" y="1304391"/>
                </a:lnTo>
                <a:close/>
              </a:path>
              <a:path w="10296525" h="3486150">
                <a:moveTo>
                  <a:pt x="1485900" y="580758"/>
                </a:moveTo>
                <a:lnTo>
                  <a:pt x="1485442" y="579640"/>
                </a:lnTo>
                <a:lnTo>
                  <a:pt x="1483575" y="577773"/>
                </a:lnTo>
                <a:lnTo>
                  <a:pt x="1482458" y="577316"/>
                </a:lnTo>
                <a:lnTo>
                  <a:pt x="1479829" y="577316"/>
                </a:lnTo>
                <a:lnTo>
                  <a:pt x="1478711" y="577773"/>
                </a:lnTo>
                <a:lnTo>
                  <a:pt x="1476844" y="579640"/>
                </a:lnTo>
                <a:lnTo>
                  <a:pt x="1476375" y="580758"/>
                </a:lnTo>
                <a:lnTo>
                  <a:pt x="1476375" y="583387"/>
                </a:lnTo>
                <a:lnTo>
                  <a:pt x="1476844" y="584517"/>
                </a:lnTo>
                <a:lnTo>
                  <a:pt x="1478711" y="586371"/>
                </a:lnTo>
                <a:lnTo>
                  <a:pt x="1479829" y="586841"/>
                </a:lnTo>
                <a:lnTo>
                  <a:pt x="1482458" y="586841"/>
                </a:lnTo>
                <a:lnTo>
                  <a:pt x="1483575" y="586371"/>
                </a:lnTo>
                <a:lnTo>
                  <a:pt x="1485442" y="584517"/>
                </a:lnTo>
                <a:lnTo>
                  <a:pt x="1485900" y="583387"/>
                </a:lnTo>
                <a:lnTo>
                  <a:pt x="1485900" y="580758"/>
                </a:lnTo>
                <a:close/>
              </a:path>
              <a:path w="10296525" h="3486150">
                <a:moveTo>
                  <a:pt x="1533525" y="2751671"/>
                </a:moveTo>
                <a:lnTo>
                  <a:pt x="1533067" y="2750540"/>
                </a:lnTo>
                <a:lnTo>
                  <a:pt x="1531200" y="2748686"/>
                </a:lnTo>
                <a:lnTo>
                  <a:pt x="1530083" y="2748216"/>
                </a:lnTo>
                <a:lnTo>
                  <a:pt x="1527454" y="2748216"/>
                </a:lnTo>
                <a:lnTo>
                  <a:pt x="1526336" y="2748686"/>
                </a:lnTo>
                <a:lnTo>
                  <a:pt x="1524469" y="2750540"/>
                </a:lnTo>
                <a:lnTo>
                  <a:pt x="1524000" y="2751671"/>
                </a:lnTo>
                <a:lnTo>
                  <a:pt x="1524000" y="2754299"/>
                </a:lnTo>
                <a:lnTo>
                  <a:pt x="1524469" y="2755417"/>
                </a:lnTo>
                <a:lnTo>
                  <a:pt x="1526336" y="2757284"/>
                </a:lnTo>
                <a:lnTo>
                  <a:pt x="1527454" y="2757741"/>
                </a:lnTo>
                <a:lnTo>
                  <a:pt x="1530083" y="2757741"/>
                </a:lnTo>
                <a:lnTo>
                  <a:pt x="1531200" y="2757284"/>
                </a:lnTo>
                <a:lnTo>
                  <a:pt x="1533067" y="2755417"/>
                </a:lnTo>
                <a:lnTo>
                  <a:pt x="1533525" y="2754299"/>
                </a:lnTo>
                <a:lnTo>
                  <a:pt x="1533525" y="2751671"/>
                </a:lnTo>
                <a:close/>
              </a:path>
              <a:path w="10296525" h="3486150">
                <a:moveTo>
                  <a:pt x="1533525" y="2028037"/>
                </a:moveTo>
                <a:lnTo>
                  <a:pt x="1533067" y="2026907"/>
                </a:lnTo>
                <a:lnTo>
                  <a:pt x="1531200" y="2025053"/>
                </a:lnTo>
                <a:lnTo>
                  <a:pt x="1530083" y="2024583"/>
                </a:lnTo>
                <a:lnTo>
                  <a:pt x="1527454" y="2024583"/>
                </a:lnTo>
                <a:lnTo>
                  <a:pt x="1526336" y="2025053"/>
                </a:lnTo>
                <a:lnTo>
                  <a:pt x="1524469" y="2026907"/>
                </a:lnTo>
                <a:lnTo>
                  <a:pt x="1524000" y="2028037"/>
                </a:lnTo>
                <a:lnTo>
                  <a:pt x="1524000" y="2030666"/>
                </a:lnTo>
                <a:lnTo>
                  <a:pt x="1524469" y="2031784"/>
                </a:lnTo>
                <a:lnTo>
                  <a:pt x="1526336" y="2033651"/>
                </a:lnTo>
                <a:lnTo>
                  <a:pt x="1527454" y="2034108"/>
                </a:lnTo>
                <a:lnTo>
                  <a:pt x="1530083" y="2034108"/>
                </a:lnTo>
                <a:lnTo>
                  <a:pt x="1531200" y="2033651"/>
                </a:lnTo>
                <a:lnTo>
                  <a:pt x="1533067" y="2031784"/>
                </a:lnTo>
                <a:lnTo>
                  <a:pt x="1533525" y="2030666"/>
                </a:lnTo>
                <a:lnTo>
                  <a:pt x="1533525" y="2028037"/>
                </a:lnTo>
                <a:close/>
              </a:path>
              <a:path w="10296525" h="3486150">
                <a:moveTo>
                  <a:pt x="1533525" y="1304391"/>
                </a:moveTo>
                <a:lnTo>
                  <a:pt x="1533067" y="1303274"/>
                </a:lnTo>
                <a:lnTo>
                  <a:pt x="1531200" y="1301419"/>
                </a:lnTo>
                <a:lnTo>
                  <a:pt x="1530083" y="1300949"/>
                </a:lnTo>
                <a:lnTo>
                  <a:pt x="1527454" y="1300949"/>
                </a:lnTo>
                <a:lnTo>
                  <a:pt x="1526336" y="1301419"/>
                </a:lnTo>
                <a:lnTo>
                  <a:pt x="1524469" y="1303274"/>
                </a:lnTo>
                <a:lnTo>
                  <a:pt x="1524000" y="1304391"/>
                </a:lnTo>
                <a:lnTo>
                  <a:pt x="1524000" y="1307033"/>
                </a:lnTo>
                <a:lnTo>
                  <a:pt x="1524469" y="1308150"/>
                </a:lnTo>
                <a:lnTo>
                  <a:pt x="1526336" y="1310005"/>
                </a:lnTo>
                <a:lnTo>
                  <a:pt x="1527454" y="1310474"/>
                </a:lnTo>
                <a:lnTo>
                  <a:pt x="1530083" y="1310474"/>
                </a:lnTo>
                <a:lnTo>
                  <a:pt x="1531200" y="1310005"/>
                </a:lnTo>
                <a:lnTo>
                  <a:pt x="1533067" y="1308150"/>
                </a:lnTo>
                <a:lnTo>
                  <a:pt x="1533525" y="1307033"/>
                </a:lnTo>
                <a:lnTo>
                  <a:pt x="1533525" y="1304391"/>
                </a:lnTo>
                <a:close/>
              </a:path>
              <a:path w="10296525" h="3486150">
                <a:moveTo>
                  <a:pt x="1533525" y="580758"/>
                </a:moveTo>
                <a:lnTo>
                  <a:pt x="1533067" y="579640"/>
                </a:lnTo>
                <a:lnTo>
                  <a:pt x="1531200" y="577773"/>
                </a:lnTo>
                <a:lnTo>
                  <a:pt x="1530083" y="577316"/>
                </a:lnTo>
                <a:lnTo>
                  <a:pt x="1527454" y="577316"/>
                </a:lnTo>
                <a:lnTo>
                  <a:pt x="1526336" y="577773"/>
                </a:lnTo>
                <a:lnTo>
                  <a:pt x="1524469" y="579640"/>
                </a:lnTo>
                <a:lnTo>
                  <a:pt x="1524000" y="580758"/>
                </a:lnTo>
                <a:lnTo>
                  <a:pt x="1524000" y="583387"/>
                </a:lnTo>
                <a:lnTo>
                  <a:pt x="1524469" y="584517"/>
                </a:lnTo>
                <a:lnTo>
                  <a:pt x="1526336" y="586371"/>
                </a:lnTo>
                <a:lnTo>
                  <a:pt x="1527454" y="586841"/>
                </a:lnTo>
                <a:lnTo>
                  <a:pt x="1530083" y="586841"/>
                </a:lnTo>
                <a:lnTo>
                  <a:pt x="1531200" y="586371"/>
                </a:lnTo>
                <a:lnTo>
                  <a:pt x="1533067" y="584517"/>
                </a:lnTo>
                <a:lnTo>
                  <a:pt x="1533525" y="583387"/>
                </a:lnTo>
                <a:lnTo>
                  <a:pt x="1533525" y="580758"/>
                </a:lnTo>
                <a:close/>
              </a:path>
              <a:path w="10296525" h="3486150">
                <a:moveTo>
                  <a:pt x="1581150" y="2751671"/>
                </a:moveTo>
                <a:lnTo>
                  <a:pt x="1580692" y="2750540"/>
                </a:lnTo>
                <a:lnTo>
                  <a:pt x="1578825" y="2748686"/>
                </a:lnTo>
                <a:lnTo>
                  <a:pt x="1577708" y="2748216"/>
                </a:lnTo>
                <a:lnTo>
                  <a:pt x="1575079" y="2748216"/>
                </a:lnTo>
                <a:lnTo>
                  <a:pt x="1573961" y="2748686"/>
                </a:lnTo>
                <a:lnTo>
                  <a:pt x="1572094" y="2750540"/>
                </a:lnTo>
                <a:lnTo>
                  <a:pt x="1571625" y="2751671"/>
                </a:lnTo>
                <a:lnTo>
                  <a:pt x="1571625" y="2754299"/>
                </a:lnTo>
                <a:lnTo>
                  <a:pt x="1572094" y="2755417"/>
                </a:lnTo>
                <a:lnTo>
                  <a:pt x="1573961" y="2757284"/>
                </a:lnTo>
                <a:lnTo>
                  <a:pt x="1575079" y="2757741"/>
                </a:lnTo>
                <a:lnTo>
                  <a:pt x="1577708" y="2757741"/>
                </a:lnTo>
                <a:lnTo>
                  <a:pt x="1578825" y="2757284"/>
                </a:lnTo>
                <a:lnTo>
                  <a:pt x="1580692" y="2755417"/>
                </a:lnTo>
                <a:lnTo>
                  <a:pt x="1581150" y="2754299"/>
                </a:lnTo>
                <a:lnTo>
                  <a:pt x="1581150" y="2751671"/>
                </a:lnTo>
                <a:close/>
              </a:path>
              <a:path w="10296525" h="3486150">
                <a:moveTo>
                  <a:pt x="1581150" y="2028037"/>
                </a:moveTo>
                <a:lnTo>
                  <a:pt x="1580692" y="2026907"/>
                </a:lnTo>
                <a:lnTo>
                  <a:pt x="1578825" y="2025053"/>
                </a:lnTo>
                <a:lnTo>
                  <a:pt x="1577708" y="2024583"/>
                </a:lnTo>
                <a:lnTo>
                  <a:pt x="1575079" y="2024583"/>
                </a:lnTo>
                <a:lnTo>
                  <a:pt x="1573961" y="2025053"/>
                </a:lnTo>
                <a:lnTo>
                  <a:pt x="1572094" y="2026907"/>
                </a:lnTo>
                <a:lnTo>
                  <a:pt x="1571625" y="2028037"/>
                </a:lnTo>
                <a:lnTo>
                  <a:pt x="1571625" y="2030666"/>
                </a:lnTo>
                <a:lnTo>
                  <a:pt x="1572094" y="2031784"/>
                </a:lnTo>
                <a:lnTo>
                  <a:pt x="1573961" y="2033651"/>
                </a:lnTo>
                <a:lnTo>
                  <a:pt x="1575079" y="2034108"/>
                </a:lnTo>
                <a:lnTo>
                  <a:pt x="1577708" y="2034108"/>
                </a:lnTo>
                <a:lnTo>
                  <a:pt x="1578825" y="2033651"/>
                </a:lnTo>
                <a:lnTo>
                  <a:pt x="1580692" y="2031784"/>
                </a:lnTo>
                <a:lnTo>
                  <a:pt x="1581150" y="2030666"/>
                </a:lnTo>
                <a:lnTo>
                  <a:pt x="1581150" y="2028037"/>
                </a:lnTo>
                <a:close/>
              </a:path>
              <a:path w="10296525" h="3486150">
                <a:moveTo>
                  <a:pt x="1581150" y="1304391"/>
                </a:moveTo>
                <a:lnTo>
                  <a:pt x="1580692" y="1303274"/>
                </a:lnTo>
                <a:lnTo>
                  <a:pt x="1578825" y="1301419"/>
                </a:lnTo>
                <a:lnTo>
                  <a:pt x="1577708" y="1300949"/>
                </a:lnTo>
                <a:lnTo>
                  <a:pt x="1575079" y="1300949"/>
                </a:lnTo>
                <a:lnTo>
                  <a:pt x="1573961" y="1301419"/>
                </a:lnTo>
                <a:lnTo>
                  <a:pt x="1572094" y="1303274"/>
                </a:lnTo>
                <a:lnTo>
                  <a:pt x="1571625" y="1304391"/>
                </a:lnTo>
                <a:lnTo>
                  <a:pt x="1571625" y="1307033"/>
                </a:lnTo>
                <a:lnTo>
                  <a:pt x="1572094" y="1308150"/>
                </a:lnTo>
                <a:lnTo>
                  <a:pt x="1573961" y="1310005"/>
                </a:lnTo>
                <a:lnTo>
                  <a:pt x="1575079" y="1310474"/>
                </a:lnTo>
                <a:lnTo>
                  <a:pt x="1577708" y="1310474"/>
                </a:lnTo>
                <a:lnTo>
                  <a:pt x="1578825" y="1310005"/>
                </a:lnTo>
                <a:lnTo>
                  <a:pt x="1580692" y="1308150"/>
                </a:lnTo>
                <a:lnTo>
                  <a:pt x="1581150" y="1307033"/>
                </a:lnTo>
                <a:lnTo>
                  <a:pt x="1581150" y="1304391"/>
                </a:lnTo>
                <a:close/>
              </a:path>
              <a:path w="10296525" h="3486150">
                <a:moveTo>
                  <a:pt x="1581150" y="580758"/>
                </a:moveTo>
                <a:lnTo>
                  <a:pt x="1580692" y="579640"/>
                </a:lnTo>
                <a:lnTo>
                  <a:pt x="1578825" y="577773"/>
                </a:lnTo>
                <a:lnTo>
                  <a:pt x="1577708" y="577316"/>
                </a:lnTo>
                <a:lnTo>
                  <a:pt x="1575079" y="577316"/>
                </a:lnTo>
                <a:lnTo>
                  <a:pt x="1573961" y="577773"/>
                </a:lnTo>
                <a:lnTo>
                  <a:pt x="1572094" y="579640"/>
                </a:lnTo>
                <a:lnTo>
                  <a:pt x="1571625" y="580758"/>
                </a:lnTo>
                <a:lnTo>
                  <a:pt x="1571625" y="583387"/>
                </a:lnTo>
                <a:lnTo>
                  <a:pt x="1572094" y="584517"/>
                </a:lnTo>
                <a:lnTo>
                  <a:pt x="1573961" y="586371"/>
                </a:lnTo>
                <a:lnTo>
                  <a:pt x="1575079" y="586841"/>
                </a:lnTo>
                <a:lnTo>
                  <a:pt x="1577708" y="586841"/>
                </a:lnTo>
                <a:lnTo>
                  <a:pt x="1578825" y="586371"/>
                </a:lnTo>
                <a:lnTo>
                  <a:pt x="1580692" y="584517"/>
                </a:lnTo>
                <a:lnTo>
                  <a:pt x="1581150" y="583387"/>
                </a:lnTo>
                <a:lnTo>
                  <a:pt x="1581150" y="580758"/>
                </a:lnTo>
                <a:close/>
              </a:path>
              <a:path w="10296525" h="3486150">
                <a:moveTo>
                  <a:pt x="1628775" y="2751671"/>
                </a:moveTo>
                <a:lnTo>
                  <a:pt x="1628317" y="2750540"/>
                </a:lnTo>
                <a:lnTo>
                  <a:pt x="1626450" y="2748686"/>
                </a:lnTo>
                <a:lnTo>
                  <a:pt x="1625333" y="2748216"/>
                </a:lnTo>
                <a:lnTo>
                  <a:pt x="1622704" y="2748216"/>
                </a:lnTo>
                <a:lnTo>
                  <a:pt x="1621586" y="2748686"/>
                </a:lnTo>
                <a:lnTo>
                  <a:pt x="1619719" y="2750540"/>
                </a:lnTo>
                <a:lnTo>
                  <a:pt x="1619250" y="2751671"/>
                </a:lnTo>
                <a:lnTo>
                  <a:pt x="1619250" y="2754299"/>
                </a:lnTo>
                <a:lnTo>
                  <a:pt x="1619719" y="2755417"/>
                </a:lnTo>
                <a:lnTo>
                  <a:pt x="1621586" y="2757284"/>
                </a:lnTo>
                <a:lnTo>
                  <a:pt x="1622704" y="2757741"/>
                </a:lnTo>
                <a:lnTo>
                  <a:pt x="1625333" y="2757741"/>
                </a:lnTo>
                <a:lnTo>
                  <a:pt x="1626450" y="2757284"/>
                </a:lnTo>
                <a:lnTo>
                  <a:pt x="1628317" y="2755417"/>
                </a:lnTo>
                <a:lnTo>
                  <a:pt x="1628775" y="2754299"/>
                </a:lnTo>
                <a:lnTo>
                  <a:pt x="1628775" y="2751671"/>
                </a:lnTo>
                <a:close/>
              </a:path>
              <a:path w="10296525" h="3486150">
                <a:moveTo>
                  <a:pt x="1628775" y="2028037"/>
                </a:moveTo>
                <a:lnTo>
                  <a:pt x="1628317" y="2026907"/>
                </a:lnTo>
                <a:lnTo>
                  <a:pt x="1626450" y="2025053"/>
                </a:lnTo>
                <a:lnTo>
                  <a:pt x="1625333" y="2024583"/>
                </a:lnTo>
                <a:lnTo>
                  <a:pt x="1622704" y="2024583"/>
                </a:lnTo>
                <a:lnTo>
                  <a:pt x="1621586" y="2025053"/>
                </a:lnTo>
                <a:lnTo>
                  <a:pt x="1619719" y="2026907"/>
                </a:lnTo>
                <a:lnTo>
                  <a:pt x="1619250" y="2028037"/>
                </a:lnTo>
                <a:lnTo>
                  <a:pt x="1619250" y="2030666"/>
                </a:lnTo>
                <a:lnTo>
                  <a:pt x="1619719" y="2031784"/>
                </a:lnTo>
                <a:lnTo>
                  <a:pt x="1621586" y="2033651"/>
                </a:lnTo>
                <a:lnTo>
                  <a:pt x="1622704" y="2034108"/>
                </a:lnTo>
                <a:lnTo>
                  <a:pt x="1625333" y="2034108"/>
                </a:lnTo>
                <a:lnTo>
                  <a:pt x="1626450" y="2033651"/>
                </a:lnTo>
                <a:lnTo>
                  <a:pt x="1628317" y="2031784"/>
                </a:lnTo>
                <a:lnTo>
                  <a:pt x="1628775" y="2030666"/>
                </a:lnTo>
                <a:lnTo>
                  <a:pt x="1628775" y="2028037"/>
                </a:lnTo>
                <a:close/>
              </a:path>
              <a:path w="10296525" h="3486150">
                <a:moveTo>
                  <a:pt x="1628775" y="1304391"/>
                </a:moveTo>
                <a:lnTo>
                  <a:pt x="1628317" y="1303274"/>
                </a:lnTo>
                <a:lnTo>
                  <a:pt x="1626450" y="1301419"/>
                </a:lnTo>
                <a:lnTo>
                  <a:pt x="1625333" y="1300949"/>
                </a:lnTo>
                <a:lnTo>
                  <a:pt x="1622704" y="1300949"/>
                </a:lnTo>
                <a:lnTo>
                  <a:pt x="1621586" y="1301419"/>
                </a:lnTo>
                <a:lnTo>
                  <a:pt x="1619719" y="1303274"/>
                </a:lnTo>
                <a:lnTo>
                  <a:pt x="1619250" y="1304391"/>
                </a:lnTo>
                <a:lnTo>
                  <a:pt x="1619250" y="1307033"/>
                </a:lnTo>
                <a:lnTo>
                  <a:pt x="1619719" y="1308150"/>
                </a:lnTo>
                <a:lnTo>
                  <a:pt x="1621586" y="1310005"/>
                </a:lnTo>
                <a:lnTo>
                  <a:pt x="1622704" y="1310474"/>
                </a:lnTo>
                <a:lnTo>
                  <a:pt x="1625333" y="1310474"/>
                </a:lnTo>
                <a:lnTo>
                  <a:pt x="1626450" y="1310005"/>
                </a:lnTo>
                <a:lnTo>
                  <a:pt x="1628317" y="1308150"/>
                </a:lnTo>
                <a:lnTo>
                  <a:pt x="1628775" y="1307033"/>
                </a:lnTo>
                <a:lnTo>
                  <a:pt x="1628775" y="1304391"/>
                </a:lnTo>
                <a:close/>
              </a:path>
              <a:path w="10296525" h="3486150">
                <a:moveTo>
                  <a:pt x="1628775" y="580758"/>
                </a:moveTo>
                <a:lnTo>
                  <a:pt x="1628317" y="579640"/>
                </a:lnTo>
                <a:lnTo>
                  <a:pt x="1626450" y="577773"/>
                </a:lnTo>
                <a:lnTo>
                  <a:pt x="1625333" y="577316"/>
                </a:lnTo>
                <a:lnTo>
                  <a:pt x="1622704" y="577316"/>
                </a:lnTo>
                <a:lnTo>
                  <a:pt x="1621586" y="577773"/>
                </a:lnTo>
                <a:lnTo>
                  <a:pt x="1619719" y="579640"/>
                </a:lnTo>
                <a:lnTo>
                  <a:pt x="1619250" y="580758"/>
                </a:lnTo>
                <a:lnTo>
                  <a:pt x="1619250" y="583387"/>
                </a:lnTo>
                <a:lnTo>
                  <a:pt x="1619719" y="584517"/>
                </a:lnTo>
                <a:lnTo>
                  <a:pt x="1621586" y="586371"/>
                </a:lnTo>
                <a:lnTo>
                  <a:pt x="1622704" y="586841"/>
                </a:lnTo>
                <a:lnTo>
                  <a:pt x="1625333" y="586841"/>
                </a:lnTo>
                <a:lnTo>
                  <a:pt x="1626450" y="586371"/>
                </a:lnTo>
                <a:lnTo>
                  <a:pt x="1628317" y="584517"/>
                </a:lnTo>
                <a:lnTo>
                  <a:pt x="1628775" y="583387"/>
                </a:lnTo>
                <a:lnTo>
                  <a:pt x="1628775" y="580758"/>
                </a:lnTo>
                <a:close/>
              </a:path>
              <a:path w="10296525" h="3486150">
                <a:moveTo>
                  <a:pt x="1676400" y="2751671"/>
                </a:moveTo>
                <a:lnTo>
                  <a:pt x="1675942" y="2750540"/>
                </a:lnTo>
                <a:lnTo>
                  <a:pt x="1674075" y="2748686"/>
                </a:lnTo>
                <a:lnTo>
                  <a:pt x="1672958" y="2748216"/>
                </a:lnTo>
                <a:lnTo>
                  <a:pt x="1670329" y="2748216"/>
                </a:lnTo>
                <a:lnTo>
                  <a:pt x="1669211" y="2748686"/>
                </a:lnTo>
                <a:lnTo>
                  <a:pt x="1667344" y="2750540"/>
                </a:lnTo>
                <a:lnTo>
                  <a:pt x="1666875" y="2751671"/>
                </a:lnTo>
                <a:lnTo>
                  <a:pt x="1666875" y="2754299"/>
                </a:lnTo>
                <a:lnTo>
                  <a:pt x="1667344" y="2755417"/>
                </a:lnTo>
                <a:lnTo>
                  <a:pt x="1669211" y="2757284"/>
                </a:lnTo>
                <a:lnTo>
                  <a:pt x="1670329" y="2757741"/>
                </a:lnTo>
                <a:lnTo>
                  <a:pt x="1672958" y="2757741"/>
                </a:lnTo>
                <a:lnTo>
                  <a:pt x="1674075" y="2757284"/>
                </a:lnTo>
                <a:lnTo>
                  <a:pt x="1675942" y="2755417"/>
                </a:lnTo>
                <a:lnTo>
                  <a:pt x="1676400" y="2754299"/>
                </a:lnTo>
                <a:lnTo>
                  <a:pt x="1676400" y="2751671"/>
                </a:lnTo>
                <a:close/>
              </a:path>
              <a:path w="10296525" h="3486150">
                <a:moveTo>
                  <a:pt x="1676400" y="2028037"/>
                </a:moveTo>
                <a:lnTo>
                  <a:pt x="1675942" y="2026907"/>
                </a:lnTo>
                <a:lnTo>
                  <a:pt x="1674075" y="2025053"/>
                </a:lnTo>
                <a:lnTo>
                  <a:pt x="1672958" y="2024583"/>
                </a:lnTo>
                <a:lnTo>
                  <a:pt x="1670329" y="2024583"/>
                </a:lnTo>
                <a:lnTo>
                  <a:pt x="1669211" y="2025053"/>
                </a:lnTo>
                <a:lnTo>
                  <a:pt x="1667344" y="2026907"/>
                </a:lnTo>
                <a:lnTo>
                  <a:pt x="1666875" y="2028037"/>
                </a:lnTo>
                <a:lnTo>
                  <a:pt x="1666875" y="2030666"/>
                </a:lnTo>
                <a:lnTo>
                  <a:pt x="1667344" y="2031784"/>
                </a:lnTo>
                <a:lnTo>
                  <a:pt x="1669211" y="2033651"/>
                </a:lnTo>
                <a:lnTo>
                  <a:pt x="1670329" y="2034108"/>
                </a:lnTo>
                <a:lnTo>
                  <a:pt x="1672958" y="2034108"/>
                </a:lnTo>
                <a:lnTo>
                  <a:pt x="1674075" y="2033651"/>
                </a:lnTo>
                <a:lnTo>
                  <a:pt x="1675942" y="2031784"/>
                </a:lnTo>
                <a:lnTo>
                  <a:pt x="1676400" y="2030666"/>
                </a:lnTo>
                <a:lnTo>
                  <a:pt x="1676400" y="2028037"/>
                </a:lnTo>
                <a:close/>
              </a:path>
              <a:path w="10296525" h="3486150">
                <a:moveTo>
                  <a:pt x="1676400" y="1304391"/>
                </a:moveTo>
                <a:lnTo>
                  <a:pt x="1675942" y="1303274"/>
                </a:lnTo>
                <a:lnTo>
                  <a:pt x="1674075" y="1301419"/>
                </a:lnTo>
                <a:lnTo>
                  <a:pt x="1672958" y="1300949"/>
                </a:lnTo>
                <a:lnTo>
                  <a:pt x="1670329" y="1300949"/>
                </a:lnTo>
                <a:lnTo>
                  <a:pt x="1669211" y="1301419"/>
                </a:lnTo>
                <a:lnTo>
                  <a:pt x="1667344" y="1303274"/>
                </a:lnTo>
                <a:lnTo>
                  <a:pt x="1666875" y="1304391"/>
                </a:lnTo>
                <a:lnTo>
                  <a:pt x="1666875" y="1307033"/>
                </a:lnTo>
                <a:lnTo>
                  <a:pt x="1667344" y="1308150"/>
                </a:lnTo>
                <a:lnTo>
                  <a:pt x="1669211" y="1310005"/>
                </a:lnTo>
                <a:lnTo>
                  <a:pt x="1670329" y="1310474"/>
                </a:lnTo>
                <a:lnTo>
                  <a:pt x="1672958" y="1310474"/>
                </a:lnTo>
                <a:lnTo>
                  <a:pt x="1674075" y="1310005"/>
                </a:lnTo>
                <a:lnTo>
                  <a:pt x="1675942" y="1308150"/>
                </a:lnTo>
                <a:lnTo>
                  <a:pt x="1676400" y="1307033"/>
                </a:lnTo>
                <a:lnTo>
                  <a:pt x="1676400" y="1304391"/>
                </a:lnTo>
                <a:close/>
              </a:path>
              <a:path w="10296525" h="3486150">
                <a:moveTo>
                  <a:pt x="1676400" y="580758"/>
                </a:moveTo>
                <a:lnTo>
                  <a:pt x="1675942" y="579640"/>
                </a:lnTo>
                <a:lnTo>
                  <a:pt x="1674075" y="577773"/>
                </a:lnTo>
                <a:lnTo>
                  <a:pt x="1672958" y="577316"/>
                </a:lnTo>
                <a:lnTo>
                  <a:pt x="1670329" y="577316"/>
                </a:lnTo>
                <a:lnTo>
                  <a:pt x="1669211" y="577773"/>
                </a:lnTo>
                <a:lnTo>
                  <a:pt x="1667344" y="579640"/>
                </a:lnTo>
                <a:lnTo>
                  <a:pt x="1666875" y="580758"/>
                </a:lnTo>
                <a:lnTo>
                  <a:pt x="1666875" y="583387"/>
                </a:lnTo>
                <a:lnTo>
                  <a:pt x="1667344" y="584517"/>
                </a:lnTo>
                <a:lnTo>
                  <a:pt x="1669211" y="586371"/>
                </a:lnTo>
                <a:lnTo>
                  <a:pt x="1670329" y="586841"/>
                </a:lnTo>
                <a:lnTo>
                  <a:pt x="1672958" y="586841"/>
                </a:lnTo>
                <a:lnTo>
                  <a:pt x="1674075" y="586371"/>
                </a:lnTo>
                <a:lnTo>
                  <a:pt x="1675942" y="584517"/>
                </a:lnTo>
                <a:lnTo>
                  <a:pt x="1676400" y="583387"/>
                </a:lnTo>
                <a:lnTo>
                  <a:pt x="1676400" y="580758"/>
                </a:lnTo>
                <a:close/>
              </a:path>
              <a:path w="10296525" h="3486150">
                <a:moveTo>
                  <a:pt x="1724025" y="2751671"/>
                </a:moveTo>
                <a:lnTo>
                  <a:pt x="1723567" y="2750540"/>
                </a:lnTo>
                <a:lnTo>
                  <a:pt x="1721700" y="2748686"/>
                </a:lnTo>
                <a:lnTo>
                  <a:pt x="1720583" y="2748216"/>
                </a:lnTo>
                <a:lnTo>
                  <a:pt x="1717954" y="2748216"/>
                </a:lnTo>
                <a:lnTo>
                  <a:pt x="1716836" y="2748686"/>
                </a:lnTo>
                <a:lnTo>
                  <a:pt x="1714969" y="2750540"/>
                </a:lnTo>
                <a:lnTo>
                  <a:pt x="1714500" y="2751671"/>
                </a:lnTo>
                <a:lnTo>
                  <a:pt x="1714500" y="2754299"/>
                </a:lnTo>
                <a:lnTo>
                  <a:pt x="1714969" y="2755417"/>
                </a:lnTo>
                <a:lnTo>
                  <a:pt x="1716836" y="2757284"/>
                </a:lnTo>
                <a:lnTo>
                  <a:pt x="1717954" y="2757741"/>
                </a:lnTo>
                <a:lnTo>
                  <a:pt x="1720583" y="2757741"/>
                </a:lnTo>
                <a:lnTo>
                  <a:pt x="1721700" y="2757284"/>
                </a:lnTo>
                <a:lnTo>
                  <a:pt x="1723567" y="2755417"/>
                </a:lnTo>
                <a:lnTo>
                  <a:pt x="1724025" y="2754299"/>
                </a:lnTo>
                <a:lnTo>
                  <a:pt x="1724025" y="2751671"/>
                </a:lnTo>
                <a:close/>
              </a:path>
              <a:path w="10296525" h="3486150">
                <a:moveTo>
                  <a:pt x="1724025" y="2028037"/>
                </a:moveTo>
                <a:lnTo>
                  <a:pt x="1723567" y="2026907"/>
                </a:lnTo>
                <a:lnTo>
                  <a:pt x="1721700" y="2025053"/>
                </a:lnTo>
                <a:lnTo>
                  <a:pt x="1720583" y="2024583"/>
                </a:lnTo>
                <a:lnTo>
                  <a:pt x="1717954" y="2024583"/>
                </a:lnTo>
                <a:lnTo>
                  <a:pt x="1716836" y="2025053"/>
                </a:lnTo>
                <a:lnTo>
                  <a:pt x="1714969" y="2026907"/>
                </a:lnTo>
                <a:lnTo>
                  <a:pt x="1714500" y="2028037"/>
                </a:lnTo>
                <a:lnTo>
                  <a:pt x="1714500" y="2030666"/>
                </a:lnTo>
                <a:lnTo>
                  <a:pt x="1714969" y="2031784"/>
                </a:lnTo>
                <a:lnTo>
                  <a:pt x="1716836" y="2033651"/>
                </a:lnTo>
                <a:lnTo>
                  <a:pt x="1717954" y="2034108"/>
                </a:lnTo>
                <a:lnTo>
                  <a:pt x="1720583" y="2034108"/>
                </a:lnTo>
                <a:lnTo>
                  <a:pt x="1721700" y="2033651"/>
                </a:lnTo>
                <a:lnTo>
                  <a:pt x="1723567" y="2031784"/>
                </a:lnTo>
                <a:lnTo>
                  <a:pt x="1724025" y="2030666"/>
                </a:lnTo>
                <a:lnTo>
                  <a:pt x="1724025" y="2028037"/>
                </a:lnTo>
                <a:close/>
              </a:path>
              <a:path w="10296525" h="3486150">
                <a:moveTo>
                  <a:pt x="1724025" y="1304391"/>
                </a:moveTo>
                <a:lnTo>
                  <a:pt x="1723567" y="1303274"/>
                </a:lnTo>
                <a:lnTo>
                  <a:pt x="1721700" y="1301419"/>
                </a:lnTo>
                <a:lnTo>
                  <a:pt x="1720583" y="1300949"/>
                </a:lnTo>
                <a:lnTo>
                  <a:pt x="1717954" y="1300949"/>
                </a:lnTo>
                <a:lnTo>
                  <a:pt x="1716836" y="1301419"/>
                </a:lnTo>
                <a:lnTo>
                  <a:pt x="1714969" y="1303274"/>
                </a:lnTo>
                <a:lnTo>
                  <a:pt x="1714500" y="1304391"/>
                </a:lnTo>
                <a:lnTo>
                  <a:pt x="1714500" y="1307033"/>
                </a:lnTo>
                <a:lnTo>
                  <a:pt x="1714969" y="1308150"/>
                </a:lnTo>
                <a:lnTo>
                  <a:pt x="1716836" y="1310005"/>
                </a:lnTo>
                <a:lnTo>
                  <a:pt x="1717954" y="1310474"/>
                </a:lnTo>
                <a:lnTo>
                  <a:pt x="1720583" y="1310474"/>
                </a:lnTo>
                <a:lnTo>
                  <a:pt x="1721700" y="1310005"/>
                </a:lnTo>
                <a:lnTo>
                  <a:pt x="1723567" y="1308150"/>
                </a:lnTo>
                <a:lnTo>
                  <a:pt x="1724025" y="1307033"/>
                </a:lnTo>
                <a:lnTo>
                  <a:pt x="1724025" y="1304391"/>
                </a:lnTo>
                <a:close/>
              </a:path>
              <a:path w="10296525" h="3486150">
                <a:moveTo>
                  <a:pt x="1724025" y="580758"/>
                </a:moveTo>
                <a:lnTo>
                  <a:pt x="1723567" y="579640"/>
                </a:lnTo>
                <a:lnTo>
                  <a:pt x="1721700" y="577773"/>
                </a:lnTo>
                <a:lnTo>
                  <a:pt x="1720583" y="577316"/>
                </a:lnTo>
                <a:lnTo>
                  <a:pt x="1717954" y="577316"/>
                </a:lnTo>
                <a:lnTo>
                  <a:pt x="1716836" y="577773"/>
                </a:lnTo>
                <a:lnTo>
                  <a:pt x="1714969" y="579640"/>
                </a:lnTo>
                <a:lnTo>
                  <a:pt x="1714500" y="580758"/>
                </a:lnTo>
                <a:lnTo>
                  <a:pt x="1714500" y="583387"/>
                </a:lnTo>
                <a:lnTo>
                  <a:pt x="1714969" y="584517"/>
                </a:lnTo>
                <a:lnTo>
                  <a:pt x="1716836" y="586371"/>
                </a:lnTo>
                <a:lnTo>
                  <a:pt x="1717954" y="586841"/>
                </a:lnTo>
                <a:lnTo>
                  <a:pt x="1720583" y="586841"/>
                </a:lnTo>
                <a:lnTo>
                  <a:pt x="1721700" y="586371"/>
                </a:lnTo>
                <a:lnTo>
                  <a:pt x="1723567" y="584517"/>
                </a:lnTo>
                <a:lnTo>
                  <a:pt x="1724025" y="583387"/>
                </a:lnTo>
                <a:lnTo>
                  <a:pt x="1724025" y="580758"/>
                </a:lnTo>
                <a:close/>
              </a:path>
              <a:path w="10296525" h="3486150">
                <a:moveTo>
                  <a:pt x="1771650" y="2751671"/>
                </a:moveTo>
                <a:lnTo>
                  <a:pt x="1771192" y="2750540"/>
                </a:lnTo>
                <a:lnTo>
                  <a:pt x="1769325" y="2748686"/>
                </a:lnTo>
                <a:lnTo>
                  <a:pt x="1768208" y="2748216"/>
                </a:lnTo>
                <a:lnTo>
                  <a:pt x="1765579" y="2748216"/>
                </a:lnTo>
                <a:lnTo>
                  <a:pt x="1764461" y="2748686"/>
                </a:lnTo>
                <a:lnTo>
                  <a:pt x="1762594" y="2750540"/>
                </a:lnTo>
                <a:lnTo>
                  <a:pt x="1762125" y="2751671"/>
                </a:lnTo>
                <a:lnTo>
                  <a:pt x="1762125" y="2754299"/>
                </a:lnTo>
                <a:lnTo>
                  <a:pt x="1762594" y="2755417"/>
                </a:lnTo>
                <a:lnTo>
                  <a:pt x="1764461" y="2757284"/>
                </a:lnTo>
                <a:lnTo>
                  <a:pt x="1765579" y="2757741"/>
                </a:lnTo>
                <a:lnTo>
                  <a:pt x="1768208" y="2757741"/>
                </a:lnTo>
                <a:lnTo>
                  <a:pt x="1769325" y="2757284"/>
                </a:lnTo>
                <a:lnTo>
                  <a:pt x="1771192" y="2755417"/>
                </a:lnTo>
                <a:lnTo>
                  <a:pt x="1771650" y="2754299"/>
                </a:lnTo>
                <a:lnTo>
                  <a:pt x="1771650" y="2751671"/>
                </a:lnTo>
                <a:close/>
              </a:path>
              <a:path w="10296525" h="3486150">
                <a:moveTo>
                  <a:pt x="1771650" y="2028037"/>
                </a:moveTo>
                <a:lnTo>
                  <a:pt x="1771192" y="2026907"/>
                </a:lnTo>
                <a:lnTo>
                  <a:pt x="1769325" y="2025053"/>
                </a:lnTo>
                <a:lnTo>
                  <a:pt x="1768208" y="2024583"/>
                </a:lnTo>
                <a:lnTo>
                  <a:pt x="1765579" y="2024583"/>
                </a:lnTo>
                <a:lnTo>
                  <a:pt x="1764461" y="2025053"/>
                </a:lnTo>
                <a:lnTo>
                  <a:pt x="1762594" y="2026907"/>
                </a:lnTo>
                <a:lnTo>
                  <a:pt x="1762125" y="2028037"/>
                </a:lnTo>
                <a:lnTo>
                  <a:pt x="1762125" y="2030666"/>
                </a:lnTo>
                <a:lnTo>
                  <a:pt x="1762594" y="2031784"/>
                </a:lnTo>
                <a:lnTo>
                  <a:pt x="1764461" y="2033651"/>
                </a:lnTo>
                <a:lnTo>
                  <a:pt x="1765579" y="2034108"/>
                </a:lnTo>
                <a:lnTo>
                  <a:pt x="1768208" y="2034108"/>
                </a:lnTo>
                <a:lnTo>
                  <a:pt x="1769325" y="2033651"/>
                </a:lnTo>
                <a:lnTo>
                  <a:pt x="1771192" y="2031784"/>
                </a:lnTo>
                <a:lnTo>
                  <a:pt x="1771650" y="2030666"/>
                </a:lnTo>
                <a:lnTo>
                  <a:pt x="1771650" y="2028037"/>
                </a:lnTo>
                <a:close/>
              </a:path>
              <a:path w="10296525" h="3486150">
                <a:moveTo>
                  <a:pt x="1771650" y="1304391"/>
                </a:moveTo>
                <a:lnTo>
                  <a:pt x="1771192" y="1303274"/>
                </a:lnTo>
                <a:lnTo>
                  <a:pt x="1769325" y="1301419"/>
                </a:lnTo>
                <a:lnTo>
                  <a:pt x="1768208" y="1300949"/>
                </a:lnTo>
                <a:lnTo>
                  <a:pt x="1765579" y="1300949"/>
                </a:lnTo>
                <a:lnTo>
                  <a:pt x="1764461" y="1301419"/>
                </a:lnTo>
                <a:lnTo>
                  <a:pt x="1762594" y="1303274"/>
                </a:lnTo>
                <a:lnTo>
                  <a:pt x="1762125" y="1304391"/>
                </a:lnTo>
                <a:lnTo>
                  <a:pt x="1762125" y="1307033"/>
                </a:lnTo>
                <a:lnTo>
                  <a:pt x="1762594" y="1308150"/>
                </a:lnTo>
                <a:lnTo>
                  <a:pt x="1764461" y="1310005"/>
                </a:lnTo>
                <a:lnTo>
                  <a:pt x="1765579" y="1310474"/>
                </a:lnTo>
                <a:lnTo>
                  <a:pt x="1768208" y="1310474"/>
                </a:lnTo>
                <a:lnTo>
                  <a:pt x="1769325" y="1310005"/>
                </a:lnTo>
                <a:lnTo>
                  <a:pt x="1771192" y="1308150"/>
                </a:lnTo>
                <a:lnTo>
                  <a:pt x="1771650" y="1307033"/>
                </a:lnTo>
                <a:lnTo>
                  <a:pt x="1771650" y="1304391"/>
                </a:lnTo>
                <a:close/>
              </a:path>
              <a:path w="10296525" h="3486150">
                <a:moveTo>
                  <a:pt x="1771650" y="580758"/>
                </a:moveTo>
                <a:lnTo>
                  <a:pt x="1771192" y="579640"/>
                </a:lnTo>
                <a:lnTo>
                  <a:pt x="1769325" y="577773"/>
                </a:lnTo>
                <a:lnTo>
                  <a:pt x="1768208" y="577316"/>
                </a:lnTo>
                <a:lnTo>
                  <a:pt x="1765579" y="577316"/>
                </a:lnTo>
                <a:lnTo>
                  <a:pt x="1764461" y="577773"/>
                </a:lnTo>
                <a:lnTo>
                  <a:pt x="1762594" y="579640"/>
                </a:lnTo>
                <a:lnTo>
                  <a:pt x="1762125" y="580758"/>
                </a:lnTo>
                <a:lnTo>
                  <a:pt x="1762125" y="583387"/>
                </a:lnTo>
                <a:lnTo>
                  <a:pt x="1762594" y="584517"/>
                </a:lnTo>
                <a:lnTo>
                  <a:pt x="1764461" y="586371"/>
                </a:lnTo>
                <a:lnTo>
                  <a:pt x="1765579" y="586841"/>
                </a:lnTo>
                <a:lnTo>
                  <a:pt x="1768208" y="586841"/>
                </a:lnTo>
                <a:lnTo>
                  <a:pt x="1769325" y="586371"/>
                </a:lnTo>
                <a:lnTo>
                  <a:pt x="1771192" y="584517"/>
                </a:lnTo>
                <a:lnTo>
                  <a:pt x="1771650" y="583387"/>
                </a:lnTo>
                <a:lnTo>
                  <a:pt x="1771650" y="580758"/>
                </a:lnTo>
                <a:close/>
              </a:path>
              <a:path w="10296525" h="3486150">
                <a:moveTo>
                  <a:pt x="1819275" y="2751671"/>
                </a:moveTo>
                <a:lnTo>
                  <a:pt x="1818817" y="2750540"/>
                </a:lnTo>
                <a:lnTo>
                  <a:pt x="1816950" y="2748686"/>
                </a:lnTo>
                <a:lnTo>
                  <a:pt x="1815833" y="2748216"/>
                </a:lnTo>
                <a:lnTo>
                  <a:pt x="1813204" y="2748216"/>
                </a:lnTo>
                <a:lnTo>
                  <a:pt x="1812086" y="2748686"/>
                </a:lnTo>
                <a:lnTo>
                  <a:pt x="1810219" y="2750540"/>
                </a:lnTo>
                <a:lnTo>
                  <a:pt x="1809750" y="2751671"/>
                </a:lnTo>
                <a:lnTo>
                  <a:pt x="1809750" y="2754299"/>
                </a:lnTo>
                <a:lnTo>
                  <a:pt x="1810219" y="2755417"/>
                </a:lnTo>
                <a:lnTo>
                  <a:pt x="1812086" y="2757284"/>
                </a:lnTo>
                <a:lnTo>
                  <a:pt x="1813204" y="2757741"/>
                </a:lnTo>
                <a:lnTo>
                  <a:pt x="1815833" y="2757741"/>
                </a:lnTo>
                <a:lnTo>
                  <a:pt x="1816950" y="2757284"/>
                </a:lnTo>
                <a:lnTo>
                  <a:pt x="1818817" y="2755417"/>
                </a:lnTo>
                <a:lnTo>
                  <a:pt x="1819275" y="2754299"/>
                </a:lnTo>
                <a:lnTo>
                  <a:pt x="1819275" y="2751671"/>
                </a:lnTo>
                <a:close/>
              </a:path>
              <a:path w="10296525" h="3486150">
                <a:moveTo>
                  <a:pt x="1819275" y="2028037"/>
                </a:moveTo>
                <a:lnTo>
                  <a:pt x="1818817" y="2026907"/>
                </a:lnTo>
                <a:lnTo>
                  <a:pt x="1816950" y="2025053"/>
                </a:lnTo>
                <a:lnTo>
                  <a:pt x="1815833" y="2024583"/>
                </a:lnTo>
                <a:lnTo>
                  <a:pt x="1813204" y="2024583"/>
                </a:lnTo>
                <a:lnTo>
                  <a:pt x="1812086" y="2025053"/>
                </a:lnTo>
                <a:lnTo>
                  <a:pt x="1810219" y="2026907"/>
                </a:lnTo>
                <a:lnTo>
                  <a:pt x="1809750" y="2028037"/>
                </a:lnTo>
                <a:lnTo>
                  <a:pt x="1809750" y="2030666"/>
                </a:lnTo>
                <a:lnTo>
                  <a:pt x="1810219" y="2031784"/>
                </a:lnTo>
                <a:lnTo>
                  <a:pt x="1812086" y="2033651"/>
                </a:lnTo>
                <a:lnTo>
                  <a:pt x="1813204" y="2034108"/>
                </a:lnTo>
                <a:lnTo>
                  <a:pt x="1815833" y="2034108"/>
                </a:lnTo>
                <a:lnTo>
                  <a:pt x="1816950" y="2033651"/>
                </a:lnTo>
                <a:lnTo>
                  <a:pt x="1818817" y="2031784"/>
                </a:lnTo>
                <a:lnTo>
                  <a:pt x="1819275" y="2030666"/>
                </a:lnTo>
                <a:lnTo>
                  <a:pt x="1819275" y="2028037"/>
                </a:lnTo>
                <a:close/>
              </a:path>
              <a:path w="10296525" h="3486150">
                <a:moveTo>
                  <a:pt x="1819275" y="1304391"/>
                </a:moveTo>
                <a:lnTo>
                  <a:pt x="1818817" y="1303274"/>
                </a:lnTo>
                <a:lnTo>
                  <a:pt x="1816950" y="1301419"/>
                </a:lnTo>
                <a:lnTo>
                  <a:pt x="1815833" y="1300949"/>
                </a:lnTo>
                <a:lnTo>
                  <a:pt x="1813204" y="1300949"/>
                </a:lnTo>
                <a:lnTo>
                  <a:pt x="1812086" y="1301419"/>
                </a:lnTo>
                <a:lnTo>
                  <a:pt x="1810219" y="1303274"/>
                </a:lnTo>
                <a:lnTo>
                  <a:pt x="1809750" y="1304391"/>
                </a:lnTo>
                <a:lnTo>
                  <a:pt x="1809750" y="1307033"/>
                </a:lnTo>
                <a:lnTo>
                  <a:pt x="1810219" y="1308150"/>
                </a:lnTo>
                <a:lnTo>
                  <a:pt x="1812086" y="1310005"/>
                </a:lnTo>
                <a:lnTo>
                  <a:pt x="1813204" y="1310474"/>
                </a:lnTo>
                <a:lnTo>
                  <a:pt x="1815833" y="1310474"/>
                </a:lnTo>
                <a:lnTo>
                  <a:pt x="1816950" y="1310005"/>
                </a:lnTo>
                <a:lnTo>
                  <a:pt x="1818817" y="1308150"/>
                </a:lnTo>
                <a:lnTo>
                  <a:pt x="1819275" y="1307033"/>
                </a:lnTo>
                <a:lnTo>
                  <a:pt x="1819275" y="1304391"/>
                </a:lnTo>
                <a:close/>
              </a:path>
              <a:path w="10296525" h="3486150">
                <a:moveTo>
                  <a:pt x="1819275" y="580758"/>
                </a:moveTo>
                <a:lnTo>
                  <a:pt x="1818817" y="579640"/>
                </a:lnTo>
                <a:lnTo>
                  <a:pt x="1816950" y="577773"/>
                </a:lnTo>
                <a:lnTo>
                  <a:pt x="1815833" y="577316"/>
                </a:lnTo>
                <a:lnTo>
                  <a:pt x="1813204" y="577316"/>
                </a:lnTo>
                <a:lnTo>
                  <a:pt x="1812086" y="577773"/>
                </a:lnTo>
                <a:lnTo>
                  <a:pt x="1810219" y="579640"/>
                </a:lnTo>
                <a:lnTo>
                  <a:pt x="1809750" y="580758"/>
                </a:lnTo>
                <a:lnTo>
                  <a:pt x="1809750" y="583387"/>
                </a:lnTo>
                <a:lnTo>
                  <a:pt x="1810219" y="584517"/>
                </a:lnTo>
                <a:lnTo>
                  <a:pt x="1812086" y="586371"/>
                </a:lnTo>
                <a:lnTo>
                  <a:pt x="1813204" y="586841"/>
                </a:lnTo>
                <a:lnTo>
                  <a:pt x="1815833" y="586841"/>
                </a:lnTo>
                <a:lnTo>
                  <a:pt x="1816950" y="586371"/>
                </a:lnTo>
                <a:lnTo>
                  <a:pt x="1818817" y="584517"/>
                </a:lnTo>
                <a:lnTo>
                  <a:pt x="1819275" y="583387"/>
                </a:lnTo>
                <a:lnTo>
                  <a:pt x="1819275" y="580758"/>
                </a:lnTo>
                <a:close/>
              </a:path>
              <a:path w="10296525" h="3486150">
                <a:moveTo>
                  <a:pt x="1866900" y="2751671"/>
                </a:moveTo>
                <a:lnTo>
                  <a:pt x="1866442" y="2750540"/>
                </a:lnTo>
                <a:lnTo>
                  <a:pt x="1864575" y="2748686"/>
                </a:lnTo>
                <a:lnTo>
                  <a:pt x="1863458" y="2748216"/>
                </a:lnTo>
                <a:lnTo>
                  <a:pt x="1860829" y="2748216"/>
                </a:lnTo>
                <a:lnTo>
                  <a:pt x="1859711" y="2748686"/>
                </a:lnTo>
                <a:lnTo>
                  <a:pt x="1857844" y="2750540"/>
                </a:lnTo>
                <a:lnTo>
                  <a:pt x="1857375" y="2751671"/>
                </a:lnTo>
                <a:lnTo>
                  <a:pt x="1857375" y="2754299"/>
                </a:lnTo>
                <a:lnTo>
                  <a:pt x="1857844" y="2755417"/>
                </a:lnTo>
                <a:lnTo>
                  <a:pt x="1859711" y="2757284"/>
                </a:lnTo>
                <a:lnTo>
                  <a:pt x="1860829" y="2757741"/>
                </a:lnTo>
                <a:lnTo>
                  <a:pt x="1863458" y="2757741"/>
                </a:lnTo>
                <a:lnTo>
                  <a:pt x="1864575" y="2757284"/>
                </a:lnTo>
                <a:lnTo>
                  <a:pt x="1866442" y="2755417"/>
                </a:lnTo>
                <a:lnTo>
                  <a:pt x="1866900" y="2754299"/>
                </a:lnTo>
                <a:lnTo>
                  <a:pt x="1866900" y="2751671"/>
                </a:lnTo>
                <a:close/>
              </a:path>
              <a:path w="10296525" h="3486150">
                <a:moveTo>
                  <a:pt x="1866900" y="2028037"/>
                </a:moveTo>
                <a:lnTo>
                  <a:pt x="1866442" y="2026907"/>
                </a:lnTo>
                <a:lnTo>
                  <a:pt x="1864575" y="2025053"/>
                </a:lnTo>
                <a:lnTo>
                  <a:pt x="1863458" y="2024583"/>
                </a:lnTo>
                <a:lnTo>
                  <a:pt x="1860829" y="2024583"/>
                </a:lnTo>
                <a:lnTo>
                  <a:pt x="1859711" y="2025053"/>
                </a:lnTo>
                <a:lnTo>
                  <a:pt x="1857844" y="2026907"/>
                </a:lnTo>
                <a:lnTo>
                  <a:pt x="1857375" y="2028037"/>
                </a:lnTo>
                <a:lnTo>
                  <a:pt x="1857375" y="2030666"/>
                </a:lnTo>
                <a:lnTo>
                  <a:pt x="1857844" y="2031784"/>
                </a:lnTo>
                <a:lnTo>
                  <a:pt x="1859711" y="2033651"/>
                </a:lnTo>
                <a:lnTo>
                  <a:pt x="1860829" y="2034108"/>
                </a:lnTo>
                <a:lnTo>
                  <a:pt x="1863458" y="2034108"/>
                </a:lnTo>
                <a:lnTo>
                  <a:pt x="1864575" y="2033651"/>
                </a:lnTo>
                <a:lnTo>
                  <a:pt x="1866442" y="2031784"/>
                </a:lnTo>
                <a:lnTo>
                  <a:pt x="1866900" y="2030666"/>
                </a:lnTo>
                <a:lnTo>
                  <a:pt x="1866900" y="2028037"/>
                </a:lnTo>
                <a:close/>
              </a:path>
              <a:path w="10296525" h="3486150">
                <a:moveTo>
                  <a:pt x="1866900" y="1304391"/>
                </a:moveTo>
                <a:lnTo>
                  <a:pt x="1866442" y="1303274"/>
                </a:lnTo>
                <a:lnTo>
                  <a:pt x="1864575" y="1301419"/>
                </a:lnTo>
                <a:lnTo>
                  <a:pt x="1863458" y="1300949"/>
                </a:lnTo>
                <a:lnTo>
                  <a:pt x="1860829" y="1300949"/>
                </a:lnTo>
                <a:lnTo>
                  <a:pt x="1859711" y="1301419"/>
                </a:lnTo>
                <a:lnTo>
                  <a:pt x="1857844" y="1303274"/>
                </a:lnTo>
                <a:lnTo>
                  <a:pt x="1857375" y="1304391"/>
                </a:lnTo>
                <a:lnTo>
                  <a:pt x="1857375" y="1307033"/>
                </a:lnTo>
                <a:lnTo>
                  <a:pt x="1857844" y="1308150"/>
                </a:lnTo>
                <a:lnTo>
                  <a:pt x="1859711" y="1310005"/>
                </a:lnTo>
                <a:lnTo>
                  <a:pt x="1860829" y="1310474"/>
                </a:lnTo>
                <a:lnTo>
                  <a:pt x="1863458" y="1310474"/>
                </a:lnTo>
                <a:lnTo>
                  <a:pt x="1864575" y="1310005"/>
                </a:lnTo>
                <a:lnTo>
                  <a:pt x="1866442" y="1308150"/>
                </a:lnTo>
                <a:lnTo>
                  <a:pt x="1866900" y="1307033"/>
                </a:lnTo>
                <a:lnTo>
                  <a:pt x="1866900" y="1304391"/>
                </a:lnTo>
                <a:close/>
              </a:path>
              <a:path w="10296525" h="3486150">
                <a:moveTo>
                  <a:pt x="1866900" y="580758"/>
                </a:moveTo>
                <a:lnTo>
                  <a:pt x="1866442" y="579640"/>
                </a:lnTo>
                <a:lnTo>
                  <a:pt x="1864575" y="577773"/>
                </a:lnTo>
                <a:lnTo>
                  <a:pt x="1863458" y="577316"/>
                </a:lnTo>
                <a:lnTo>
                  <a:pt x="1860829" y="577316"/>
                </a:lnTo>
                <a:lnTo>
                  <a:pt x="1859711" y="577773"/>
                </a:lnTo>
                <a:lnTo>
                  <a:pt x="1857844" y="579640"/>
                </a:lnTo>
                <a:lnTo>
                  <a:pt x="1857375" y="580758"/>
                </a:lnTo>
                <a:lnTo>
                  <a:pt x="1857375" y="583387"/>
                </a:lnTo>
                <a:lnTo>
                  <a:pt x="1857844" y="584517"/>
                </a:lnTo>
                <a:lnTo>
                  <a:pt x="1859711" y="586371"/>
                </a:lnTo>
                <a:lnTo>
                  <a:pt x="1860829" y="586841"/>
                </a:lnTo>
                <a:lnTo>
                  <a:pt x="1863458" y="586841"/>
                </a:lnTo>
                <a:lnTo>
                  <a:pt x="1864575" y="586371"/>
                </a:lnTo>
                <a:lnTo>
                  <a:pt x="1866442" y="584517"/>
                </a:lnTo>
                <a:lnTo>
                  <a:pt x="1866900" y="583387"/>
                </a:lnTo>
                <a:lnTo>
                  <a:pt x="1866900" y="580758"/>
                </a:lnTo>
                <a:close/>
              </a:path>
              <a:path w="10296525" h="3486150">
                <a:moveTo>
                  <a:pt x="1914525" y="2751671"/>
                </a:moveTo>
                <a:lnTo>
                  <a:pt x="1914067" y="2750540"/>
                </a:lnTo>
                <a:lnTo>
                  <a:pt x="1912200" y="2748686"/>
                </a:lnTo>
                <a:lnTo>
                  <a:pt x="1911083" y="2748216"/>
                </a:lnTo>
                <a:lnTo>
                  <a:pt x="1908454" y="2748216"/>
                </a:lnTo>
                <a:lnTo>
                  <a:pt x="1907336" y="2748686"/>
                </a:lnTo>
                <a:lnTo>
                  <a:pt x="1905469" y="2750540"/>
                </a:lnTo>
                <a:lnTo>
                  <a:pt x="1905000" y="2751671"/>
                </a:lnTo>
                <a:lnTo>
                  <a:pt x="1905000" y="2754299"/>
                </a:lnTo>
                <a:lnTo>
                  <a:pt x="1905469" y="2755417"/>
                </a:lnTo>
                <a:lnTo>
                  <a:pt x="1907336" y="2757284"/>
                </a:lnTo>
                <a:lnTo>
                  <a:pt x="1908454" y="2757741"/>
                </a:lnTo>
                <a:lnTo>
                  <a:pt x="1911083" y="2757741"/>
                </a:lnTo>
                <a:lnTo>
                  <a:pt x="1912200" y="2757284"/>
                </a:lnTo>
                <a:lnTo>
                  <a:pt x="1914067" y="2755417"/>
                </a:lnTo>
                <a:lnTo>
                  <a:pt x="1914525" y="2754299"/>
                </a:lnTo>
                <a:lnTo>
                  <a:pt x="1914525" y="2751671"/>
                </a:lnTo>
                <a:close/>
              </a:path>
              <a:path w="10296525" h="3486150">
                <a:moveTo>
                  <a:pt x="1914525" y="2028037"/>
                </a:moveTo>
                <a:lnTo>
                  <a:pt x="1914067" y="2026907"/>
                </a:lnTo>
                <a:lnTo>
                  <a:pt x="1912200" y="2025053"/>
                </a:lnTo>
                <a:lnTo>
                  <a:pt x="1911083" y="2024583"/>
                </a:lnTo>
                <a:lnTo>
                  <a:pt x="1908454" y="2024583"/>
                </a:lnTo>
                <a:lnTo>
                  <a:pt x="1907336" y="2025053"/>
                </a:lnTo>
                <a:lnTo>
                  <a:pt x="1905469" y="2026907"/>
                </a:lnTo>
                <a:lnTo>
                  <a:pt x="1905000" y="2028037"/>
                </a:lnTo>
                <a:lnTo>
                  <a:pt x="1905000" y="2030666"/>
                </a:lnTo>
                <a:lnTo>
                  <a:pt x="1905469" y="2031784"/>
                </a:lnTo>
                <a:lnTo>
                  <a:pt x="1907336" y="2033651"/>
                </a:lnTo>
                <a:lnTo>
                  <a:pt x="1908454" y="2034108"/>
                </a:lnTo>
                <a:lnTo>
                  <a:pt x="1911083" y="2034108"/>
                </a:lnTo>
                <a:lnTo>
                  <a:pt x="1912200" y="2033651"/>
                </a:lnTo>
                <a:lnTo>
                  <a:pt x="1914067" y="2031784"/>
                </a:lnTo>
                <a:lnTo>
                  <a:pt x="1914525" y="2030666"/>
                </a:lnTo>
                <a:lnTo>
                  <a:pt x="1914525" y="2028037"/>
                </a:lnTo>
                <a:close/>
              </a:path>
              <a:path w="10296525" h="3486150">
                <a:moveTo>
                  <a:pt x="1914525" y="1304391"/>
                </a:moveTo>
                <a:lnTo>
                  <a:pt x="1914067" y="1303274"/>
                </a:lnTo>
                <a:lnTo>
                  <a:pt x="1912200" y="1301419"/>
                </a:lnTo>
                <a:lnTo>
                  <a:pt x="1911083" y="1300949"/>
                </a:lnTo>
                <a:lnTo>
                  <a:pt x="1908454" y="1300949"/>
                </a:lnTo>
                <a:lnTo>
                  <a:pt x="1907336" y="1301419"/>
                </a:lnTo>
                <a:lnTo>
                  <a:pt x="1905469" y="1303274"/>
                </a:lnTo>
                <a:lnTo>
                  <a:pt x="1905000" y="1304391"/>
                </a:lnTo>
                <a:lnTo>
                  <a:pt x="1905000" y="1307033"/>
                </a:lnTo>
                <a:lnTo>
                  <a:pt x="1905469" y="1308150"/>
                </a:lnTo>
                <a:lnTo>
                  <a:pt x="1907336" y="1310005"/>
                </a:lnTo>
                <a:lnTo>
                  <a:pt x="1908454" y="1310474"/>
                </a:lnTo>
                <a:lnTo>
                  <a:pt x="1911083" y="1310474"/>
                </a:lnTo>
                <a:lnTo>
                  <a:pt x="1912200" y="1310005"/>
                </a:lnTo>
                <a:lnTo>
                  <a:pt x="1914067" y="1308150"/>
                </a:lnTo>
                <a:lnTo>
                  <a:pt x="1914525" y="1307033"/>
                </a:lnTo>
                <a:lnTo>
                  <a:pt x="1914525" y="1304391"/>
                </a:lnTo>
                <a:close/>
              </a:path>
              <a:path w="10296525" h="3486150">
                <a:moveTo>
                  <a:pt x="1914525" y="580758"/>
                </a:moveTo>
                <a:lnTo>
                  <a:pt x="1914067" y="579640"/>
                </a:lnTo>
                <a:lnTo>
                  <a:pt x="1912200" y="577773"/>
                </a:lnTo>
                <a:lnTo>
                  <a:pt x="1911083" y="577316"/>
                </a:lnTo>
                <a:lnTo>
                  <a:pt x="1908454" y="577316"/>
                </a:lnTo>
                <a:lnTo>
                  <a:pt x="1907336" y="577773"/>
                </a:lnTo>
                <a:lnTo>
                  <a:pt x="1905469" y="579640"/>
                </a:lnTo>
                <a:lnTo>
                  <a:pt x="1905000" y="580758"/>
                </a:lnTo>
                <a:lnTo>
                  <a:pt x="1905000" y="583387"/>
                </a:lnTo>
                <a:lnTo>
                  <a:pt x="1905469" y="584517"/>
                </a:lnTo>
                <a:lnTo>
                  <a:pt x="1907336" y="586371"/>
                </a:lnTo>
                <a:lnTo>
                  <a:pt x="1908454" y="586841"/>
                </a:lnTo>
                <a:lnTo>
                  <a:pt x="1911083" y="586841"/>
                </a:lnTo>
                <a:lnTo>
                  <a:pt x="1912200" y="586371"/>
                </a:lnTo>
                <a:lnTo>
                  <a:pt x="1914067" y="584517"/>
                </a:lnTo>
                <a:lnTo>
                  <a:pt x="1914525" y="583387"/>
                </a:lnTo>
                <a:lnTo>
                  <a:pt x="1914525" y="580758"/>
                </a:lnTo>
                <a:close/>
              </a:path>
              <a:path w="10296525" h="3486150">
                <a:moveTo>
                  <a:pt x="1962150" y="2751671"/>
                </a:moveTo>
                <a:lnTo>
                  <a:pt x="1961692" y="2750540"/>
                </a:lnTo>
                <a:lnTo>
                  <a:pt x="1959825" y="2748686"/>
                </a:lnTo>
                <a:lnTo>
                  <a:pt x="1958708" y="2748216"/>
                </a:lnTo>
                <a:lnTo>
                  <a:pt x="1956079" y="2748216"/>
                </a:lnTo>
                <a:lnTo>
                  <a:pt x="1954961" y="2748686"/>
                </a:lnTo>
                <a:lnTo>
                  <a:pt x="1953094" y="2750540"/>
                </a:lnTo>
                <a:lnTo>
                  <a:pt x="1952625" y="2751671"/>
                </a:lnTo>
                <a:lnTo>
                  <a:pt x="1952625" y="2754299"/>
                </a:lnTo>
                <a:lnTo>
                  <a:pt x="1953094" y="2755417"/>
                </a:lnTo>
                <a:lnTo>
                  <a:pt x="1954961" y="2757284"/>
                </a:lnTo>
                <a:lnTo>
                  <a:pt x="1956079" y="2757741"/>
                </a:lnTo>
                <a:lnTo>
                  <a:pt x="1958708" y="2757741"/>
                </a:lnTo>
                <a:lnTo>
                  <a:pt x="1959825" y="2757284"/>
                </a:lnTo>
                <a:lnTo>
                  <a:pt x="1961692" y="2755417"/>
                </a:lnTo>
                <a:lnTo>
                  <a:pt x="1962150" y="2754299"/>
                </a:lnTo>
                <a:lnTo>
                  <a:pt x="1962150" y="2751671"/>
                </a:lnTo>
                <a:close/>
              </a:path>
              <a:path w="10296525" h="3486150">
                <a:moveTo>
                  <a:pt x="1962150" y="2028037"/>
                </a:moveTo>
                <a:lnTo>
                  <a:pt x="1961692" y="2026907"/>
                </a:lnTo>
                <a:lnTo>
                  <a:pt x="1959825" y="2025053"/>
                </a:lnTo>
                <a:lnTo>
                  <a:pt x="1958708" y="2024583"/>
                </a:lnTo>
                <a:lnTo>
                  <a:pt x="1956079" y="2024583"/>
                </a:lnTo>
                <a:lnTo>
                  <a:pt x="1954961" y="2025053"/>
                </a:lnTo>
                <a:lnTo>
                  <a:pt x="1953094" y="2026907"/>
                </a:lnTo>
                <a:lnTo>
                  <a:pt x="1952625" y="2028037"/>
                </a:lnTo>
                <a:lnTo>
                  <a:pt x="1952625" y="2030666"/>
                </a:lnTo>
                <a:lnTo>
                  <a:pt x="1953094" y="2031784"/>
                </a:lnTo>
                <a:lnTo>
                  <a:pt x="1954961" y="2033651"/>
                </a:lnTo>
                <a:lnTo>
                  <a:pt x="1956079" y="2034108"/>
                </a:lnTo>
                <a:lnTo>
                  <a:pt x="1958708" y="2034108"/>
                </a:lnTo>
                <a:lnTo>
                  <a:pt x="1959825" y="2033651"/>
                </a:lnTo>
                <a:lnTo>
                  <a:pt x="1961692" y="2031784"/>
                </a:lnTo>
                <a:lnTo>
                  <a:pt x="1962150" y="2030666"/>
                </a:lnTo>
                <a:lnTo>
                  <a:pt x="1962150" y="2028037"/>
                </a:lnTo>
                <a:close/>
              </a:path>
              <a:path w="10296525" h="3486150">
                <a:moveTo>
                  <a:pt x="1962150" y="1304391"/>
                </a:moveTo>
                <a:lnTo>
                  <a:pt x="1961692" y="1303274"/>
                </a:lnTo>
                <a:lnTo>
                  <a:pt x="1959825" y="1301419"/>
                </a:lnTo>
                <a:lnTo>
                  <a:pt x="1958708" y="1300949"/>
                </a:lnTo>
                <a:lnTo>
                  <a:pt x="1956079" y="1300949"/>
                </a:lnTo>
                <a:lnTo>
                  <a:pt x="1954961" y="1301419"/>
                </a:lnTo>
                <a:lnTo>
                  <a:pt x="1953094" y="1303274"/>
                </a:lnTo>
                <a:lnTo>
                  <a:pt x="1952625" y="1304391"/>
                </a:lnTo>
                <a:lnTo>
                  <a:pt x="1952625" y="1307033"/>
                </a:lnTo>
                <a:lnTo>
                  <a:pt x="1953094" y="1308150"/>
                </a:lnTo>
                <a:lnTo>
                  <a:pt x="1954961" y="1310005"/>
                </a:lnTo>
                <a:lnTo>
                  <a:pt x="1956079" y="1310474"/>
                </a:lnTo>
                <a:lnTo>
                  <a:pt x="1958708" y="1310474"/>
                </a:lnTo>
                <a:lnTo>
                  <a:pt x="1959825" y="1310005"/>
                </a:lnTo>
                <a:lnTo>
                  <a:pt x="1961692" y="1308150"/>
                </a:lnTo>
                <a:lnTo>
                  <a:pt x="1962150" y="1307033"/>
                </a:lnTo>
                <a:lnTo>
                  <a:pt x="1962150" y="1304391"/>
                </a:lnTo>
                <a:close/>
              </a:path>
              <a:path w="10296525" h="3486150">
                <a:moveTo>
                  <a:pt x="1962150" y="580758"/>
                </a:moveTo>
                <a:lnTo>
                  <a:pt x="1961692" y="579640"/>
                </a:lnTo>
                <a:lnTo>
                  <a:pt x="1959825" y="577773"/>
                </a:lnTo>
                <a:lnTo>
                  <a:pt x="1958708" y="577316"/>
                </a:lnTo>
                <a:lnTo>
                  <a:pt x="1956079" y="577316"/>
                </a:lnTo>
                <a:lnTo>
                  <a:pt x="1954961" y="577773"/>
                </a:lnTo>
                <a:lnTo>
                  <a:pt x="1953094" y="579640"/>
                </a:lnTo>
                <a:lnTo>
                  <a:pt x="1952625" y="580758"/>
                </a:lnTo>
                <a:lnTo>
                  <a:pt x="1952625" y="583387"/>
                </a:lnTo>
                <a:lnTo>
                  <a:pt x="1953094" y="584517"/>
                </a:lnTo>
                <a:lnTo>
                  <a:pt x="1954961" y="586371"/>
                </a:lnTo>
                <a:lnTo>
                  <a:pt x="1956079" y="586841"/>
                </a:lnTo>
                <a:lnTo>
                  <a:pt x="1958708" y="586841"/>
                </a:lnTo>
                <a:lnTo>
                  <a:pt x="1959825" y="586371"/>
                </a:lnTo>
                <a:lnTo>
                  <a:pt x="1961692" y="584517"/>
                </a:lnTo>
                <a:lnTo>
                  <a:pt x="1962150" y="583387"/>
                </a:lnTo>
                <a:lnTo>
                  <a:pt x="1962150" y="580758"/>
                </a:lnTo>
                <a:close/>
              </a:path>
              <a:path w="10296525" h="3486150">
                <a:moveTo>
                  <a:pt x="2009775" y="2751671"/>
                </a:moveTo>
                <a:lnTo>
                  <a:pt x="2009317" y="2750540"/>
                </a:lnTo>
                <a:lnTo>
                  <a:pt x="2007450" y="2748686"/>
                </a:lnTo>
                <a:lnTo>
                  <a:pt x="2006333" y="2748216"/>
                </a:lnTo>
                <a:lnTo>
                  <a:pt x="2003704" y="2748216"/>
                </a:lnTo>
                <a:lnTo>
                  <a:pt x="2002586" y="2748686"/>
                </a:lnTo>
                <a:lnTo>
                  <a:pt x="2000719" y="2750540"/>
                </a:lnTo>
                <a:lnTo>
                  <a:pt x="2000250" y="2751671"/>
                </a:lnTo>
                <a:lnTo>
                  <a:pt x="2000250" y="2754299"/>
                </a:lnTo>
                <a:lnTo>
                  <a:pt x="2000719" y="2755417"/>
                </a:lnTo>
                <a:lnTo>
                  <a:pt x="2002586" y="2757284"/>
                </a:lnTo>
                <a:lnTo>
                  <a:pt x="2003704" y="2757741"/>
                </a:lnTo>
                <a:lnTo>
                  <a:pt x="2006333" y="2757741"/>
                </a:lnTo>
                <a:lnTo>
                  <a:pt x="2007450" y="2757284"/>
                </a:lnTo>
                <a:lnTo>
                  <a:pt x="2009317" y="2755417"/>
                </a:lnTo>
                <a:lnTo>
                  <a:pt x="2009775" y="2754299"/>
                </a:lnTo>
                <a:lnTo>
                  <a:pt x="2009775" y="2751671"/>
                </a:lnTo>
                <a:close/>
              </a:path>
              <a:path w="10296525" h="3486150">
                <a:moveTo>
                  <a:pt x="2009775" y="2028037"/>
                </a:moveTo>
                <a:lnTo>
                  <a:pt x="2009317" y="2026907"/>
                </a:lnTo>
                <a:lnTo>
                  <a:pt x="2007450" y="2025053"/>
                </a:lnTo>
                <a:lnTo>
                  <a:pt x="2006333" y="2024583"/>
                </a:lnTo>
                <a:lnTo>
                  <a:pt x="2003704" y="2024583"/>
                </a:lnTo>
                <a:lnTo>
                  <a:pt x="2002586" y="2025053"/>
                </a:lnTo>
                <a:lnTo>
                  <a:pt x="2000719" y="2026907"/>
                </a:lnTo>
                <a:lnTo>
                  <a:pt x="2000250" y="2028037"/>
                </a:lnTo>
                <a:lnTo>
                  <a:pt x="2000250" y="2030666"/>
                </a:lnTo>
                <a:lnTo>
                  <a:pt x="2000719" y="2031784"/>
                </a:lnTo>
                <a:lnTo>
                  <a:pt x="2002586" y="2033651"/>
                </a:lnTo>
                <a:lnTo>
                  <a:pt x="2003704" y="2034108"/>
                </a:lnTo>
                <a:lnTo>
                  <a:pt x="2006333" y="2034108"/>
                </a:lnTo>
                <a:lnTo>
                  <a:pt x="2007450" y="2033651"/>
                </a:lnTo>
                <a:lnTo>
                  <a:pt x="2009317" y="2031784"/>
                </a:lnTo>
                <a:lnTo>
                  <a:pt x="2009775" y="2030666"/>
                </a:lnTo>
                <a:lnTo>
                  <a:pt x="2009775" y="2028037"/>
                </a:lnTo>
                <a:close/>
              </a:path>
              <a:path w="10296525" h="3486150">
                <a:moveTo>
                  <a:pt x="2009775" y="1304391"/>
                </a:moveTo>
                <a:lnTo>
                  <a:pt x="2009317" y="1303274"/>
                </a:lnTo>
                <a:lnTo>
                  <a:pt x="2007450" y="1301419"/>
                </a:lnTo>
                <a:lnTo>
                  <a:pt x="2006333" y="1300949"/>
                </a:lnTo>
                <a:lnTo>
                  <a:pt x="2003704" y="1300949"/>
                </a:lnTo>
                <a:lnTo>
                  <a:pt x="2002586" y="1301419"/>
                </a:lnTo>
                <a:lnTo>
                  <a:pt x="2000719" y="1303274"/>
                </a:lnTo>
                <a:lnTo>
                  <a:pt x="2000250" y="1304391"/>
                </a:lnTo>
                <a:lnTo>
                  <a:pt x="2000250" y="1307033"/>
                </a:lnTo>
                <a:lnTo>
                  <a:pt x="2000719" y="1308150"/>
                </a:lnTo>
                <a:lnTo>
                  <a:pt x="2002586" y="1310005"/>
                </a:lnTo>
                <a:lnTo>
                  <a:pt x="2003704" y="1310474"/>
                </a:lnTo>
                <a:lnTo>
                  <a:pt x="2006333" y="1310474"/>
                </a:lnTo>
                <a:lnTo>
                  <a:pt x="2007450" y="1310005"/>
                </a:lnTo>
                <a:lnTo>
                  <a:pt x="2009317" y="1308150"/>
                </a:lnTo>
                <a:lnTo>
                  <a:pt x="2009775" y="1307033"/>
                </a:lnTo>
                <a:lnTo>
                  <a:pt x="2009775" y="1304391"/>
                </a:lnTo>
                <a:close/>
              </a:path>
              <a:path w="10296525" h="3486150">
                <a:moveTo>
                  <a:pt x="2009775" y="580758"/>
                </a:moveTo>
                <a:lnTo>
                  <a:pt x="2009317" y="579640"/>
                </a:lnTo>
                <a:lnTo>
                  <a:pt x="2007450" y="577773"/>
                </a:lnTo>
                <a:lnTo>
                  <a:pt x="2006333" y="577316"/>
                </a:lnTo>
                <a:lnTo>
                  <a:pt x="2003704" y="577316"/>
                </a:lnTo>
                <a:lnTo>
                  <a:pt x="2002586" y="577773"/>
                </a:lnTo>
                <a:lnTo>
                  <a:pt x="2000719" y="579640"/>
                </a:lnTo>
                <a:lnTo>
                  <a:pt x="2000250" y="580758"/>
                </a:lnTo>
                <a:lnTo>
                  <a:pt x="2000250" y="583387"/>
                </a:lnTo>
                <a:lnTo>
                  <a:pt x="2000719" y="584517"/>
                </a:lnTo>
                <a:lnTo>
                  <a:pt x="2002586" y="586371"/>
                </a:lnTo>
                <a:lnTo>
                  <a:pt x="2003704" y="586841"/>
                </a:lnTo>
                <a:lnTo>
                  <a:pt x="2006333" y="586841"/>
                </a:lnTo>
                <a:lnTo>
                  <a:pt x="2007450" y="586371"/>
                </a:lnTo>
                <a:lnTo>
                  <a:pt x="2009317" y="584517"/>
                </a:lnTo>
                <a:lnTo>
                  <a:pt x="2009775" y="583387"/>
                </a:lnTo>
                <a:lnTo>
                  <a:pt x="2009775" y="580758"/>
                </a:lnTo>
                <a:close/>
              </a:path>
              <a:path w="10296525" h="3486150">
                <a:moveTo>
                  <a:pt x="2057400" y="2751671"/>
                </a:moveTo>
                <a:lnTo>
                  <a:pt x="2056942" y="2750540"/>
                </a:lnTo>
                <a:lnTo>
                  <a:pt x="2055075" y="2748686"/>
                </a:lnTo>
                <a:lnTo>
                  <a:pt x="2053958" y="2748216"/>
                </a:lnTo>
                <a:lnTo>
                  <a:pt x="2051329" y="2748216"/>
                </a:lnTo>
                <a:lnTo>
                  <a:pt x="2050211" y="2748686"/>
                </a:lnTo>
                <a:lnTo>
                  <a:pt x="2048344" y="2750540"/>
                </a:lnTo>
                <a:lnTo>
                  <a:pt x="2047875" y="2751671"/>
                </a:lnTo>
                <a:lnTo>
                  <a:pt x="2047875" y="2754299"/>
                </a:lnTo>
                <a:lnTo>
                  <a:pt x="2048344" y="2755417"/>
                </a:lnTo>
                <a:lnTo>
                  <a:pt x="2050211" y="2757284"/>
                </a:lnTo>
                <a:lnTo>
                  <a:pt x="2051329" y="2757741"/>
                </a:lnTo>
                <a:lnTo>
                  <a:pt x="2053958" y="2757741"/>
                </a:lnTo>
                <a:lnTo>
                  <a:pt x="2055075" y="2757284"/>
                </a:lnTo>
                <a:lnTo>
                  <a:pt x="2056942" y="2755417"/>
                </a:lnTo>
                <a:lnTo>
                  <a:pt x="2057400" y="2754299"/>
                </a:lnTo>
                <a:lnTo>
                  <a:pt x="2057400" y="2751671"/>
                </a:lnTo>
                <a:close/>
              </a:path>
              <a:path w="10296525" h="3486150">
                <a:moveTo>
                  <a:pt x="2057400" y="2028037"/>
                </a:moveTo>
                <a:lnTo>
                  <a:pt x="2056942" y="2026907"/>
                </a:lnTo>
                <a:lnTo>
                  <a:pt x="2055075" y="2025053"/>
                </a:lnTo>
                <a:lnTo>
                  <a:pt x="2053958" y="2024583"/>
                </a:lnTo>
                <a:lnTo>
                  <a:pt x="2051329" y="2024583"/>
                </a:lnTo>
                <a:lnTo>
                  <a:pt x="2050211" y="2025053"/>
                </a:lnTo>
                <a:lnTo>
                  <a:pt x="2048344" y="2026907"/>
                </a:lnTo>
                <a:lnTo>
                  <a:pt x="2047875" y="2028037"/>
                </a:lnTo>
                <a:lnTo>
                  <a:pt x="2047875" y="2030666"/>
                </a:lnTo>
                <a:lnTo>
                  <a:pt x="2048344" y="2031784"/>
                </a:lnTo>
                <a:lnTo>
                  <a:pt x="2050211" y="2033651"/>
                </a:lnTo>
                <a:lnTo>
                  <a:pt x="2051329" y="2034108"/>
                </a:lnTo>
                <a:lnTo>
                  <a:pt x="2053958" y="2034108"/>
                </a:lnTo>
                <a:lnTo>
                  <a:pt x="2055075" y="2033651"/>
                </a:lnTo>
                <a:lnTo>
                  <a:pt x="2056942" y="2031784"/>
                </a:lnTo>
                <a:lnTo>
                  <a:pt x="2057400" y="2030666"/>
                </a:lnTo>
                <a:lnTo>
                  <a:pt x="2057400" y="2028037"/>
                </a:lnTo>
                <a:close/>
              </a:path>
              <a:path w="10296525" h="3486150">
                <a:moveTo>
                  <a:pt x="2057400" y="1304391"/>
                </a:moveTo>
                <a:lnTo>
                  <a:pt x="2056942" y="1303274"/>
                </a:lnTo>
                <a:lnTo>
                  <a:pt x="2055075" y="1301419"/>
                </a:lnTo>
                <a:lnTo>
                  <a:pt x="2053958" y="1300949"/>
                </a:lnTo>
                <a:lnTo>
                  <a:pt x="2051329" y="1300949"/>
                </a:lnTo>
                <a:lnTo>
                  <a:pt x="2050211" y="1301419"/>
                </a:lnTo>
                <a:lnTo>
                  <a:pt x="2048344" y="1303274"/>
                </a:lnTo>
                <a:lnTo>
                  <a:pt x="2047875" y="1304391"/>
                </a:lnTo>
                <a:lnTo>
                  <a:pt x="2047875" y="1307033"/>
                </a:lnTo>
                <a:lnTo>
                  <a:pt x="2048344" y="1308150"/>
                </a:lnTo>
                <a:lnTo>
                  <a:pt x="2050211" y="1310005"/>
                </a:lnTo>
                <a:lnTo>
                  <a:pt x="2051329" y="1310474"/>
                </a:lnTo>
                <a:lnTo>
                  <a:pt x="2053958" y="1310474"/>
                </a:lnTo>
                <a:lnTo>
                  <a:pt x="2055075" y="1310005"/>
                </a:lnTo>
                <a:lnTo>
                  <a:pt x="2056942" y="1308150"/>
                </a:lnTo>
                <a:lnTo>
                  <a:pt x="2057400" y="1307033"/>
                </a:lnTo>
                <a:lnTo>
                  <a:pt x="2057400" y="1304391"/>
                </a:lnTo>
                <a:close/>
              </a:path>
              <a:path w="10296525" h="3486150">
                <a:moveTo>
                  <a:pt x="2057400" y="580758"/>
                </a:moveTo>
                <a:lnTo>
                  <a:pt x="2056942" y="579640"/>
                </a:lnTo>
                <a:lnTo>
                  <a:pt x="2055075" y="577773"/>
                </a:lnTo>
                <a:lnTo>
                  <a:pt x="2053958" y="577316"/>
                </a:lnTo>
                <a:lnTo>
                  <a:pt x="2051329" y="577316"/>
                </a:lnTo>
                <a:lnTo>
                  <a:pt x="2050211" y="577773"/>
                </a:lnTo>
                <a:lnTo>
                  <a:pt x="2048344" y="579640"/>
                </a:lnTo>
                <a:lnTo>
                  <a:pt x="2047875" y="580758"/>
                </a:lnTo>
                <a:lnTo>
                  <a:pt x="2047875" y="583387"/>
                </a:lnTo>
                <a:lnTo>
                  <a:pt x="2048344" y="584517"/>
                </a:lnTo>
                <a:lnTo>
                  <a:pt x="2050211" y="586371"/>
                </a:lnTo>
                <a:lnTo>
                  <a:pt x="2051329" y="586841"/>
                </a:lnTo>
                <a:lnTo>
                  <a:pt x="2053958" y="586841"/>
                </a:lnTo>
                <a:lnTo>
                  <a:pt x="2055075" y="586371"/>
                </a:lnTo>
                <a:lnTo>
                  <a:pt x="2056942" y="584517"/>
                </a:lnTo>
                <a:lnTo>
                  <a:pt x="2057400" y="583387"/>
                </a:lnTo>
                <a:lnTo>
                  <a:pt x="2057400" y="580758"/>
                </a:lnTo>
                <a:close/>
              </a:path>
              <a:path w="10296525" h="3486150">
                <a:moveTo>
                  <a:pt x="2105025" y="2751671"/>
                </a:moveTo>
                <a:lnTo>
                  <a:pt x="2104567" y="2750540"/>
                </a:lnTo>
                <a:lnTo>
                  <a:pt x="2102700" y="2748686"/>
                </a:lnTo>
                <a:lnTo>
                  <a:pt x="2101583" y="2748216"/>
                </a:lnTo>
                <a:lnTo>
                  <a:pt x="2098954" y="2748216"/>
                </a:lnTo>
                <a:lnTo>
                  <a:pt x="2097836" y="2748686"/>
                </a:lnTo>
                <a:lnTo>
                  <a:pt x="2095969" y="2750540"/>
                </a:lnTo>
                <a:lnTo>
                  <a:pt x="2095500" y="2751671"/>
                </a:lnTo>
                <a:lnTo>
                  <a:pt x="2095500" y="2754299"/>
                </a:lnTo>
                <a:lnTo>
                  <a:pt x="2095969" y="2755417"/>
                </a:lnTo>
                <a:lnTo>
                  <a:pt x="2097836" y="2757284"/>
                </a:lnTo>
                <a:lnTo>
                  <a:pt x="2098954" y="2757741"/>
                </a:lnTo>
                <a:lnTo>
                  <a:pt x="2101583" y="2757741"/>
                </a:lnTo>
                <a:lnTo>
                  <a:pt x="2102700" y="2757284"/>
                </a:lnTo>
                <a:lnTo>
                  <a:pt x="2104567" y="2755417"/>
                </a:lnTo>
                <a:lnTo>
                  <a:pt x="2105025" y="2754299"/>
                </a:lnTo>
                <a:lnTo>
                  <a:pt x="2105025" y="2751671"/>
                </a:lnTo>
                <a:close/>
              </a:path>
              <a:path w="10296525" h="3486150">
                <a:moveTo>
                  <a:pt x="2105025" y="2028037"/>
                </a:moveTo>
                <a:lnTo>
                  <a:pt x="2104567" y="2026907"/>
                </a:lnTo>
                <a:lnTo>
                  <a:pt x="2102700" y="2025053"/>
                </a:lnTo>
                <a:lnTo>
                  <a:pt x="2101583" y="2024583"/>
                </a:lnTo>
                <a:lnTo>
                  <a:pt x="2098954" y="2024583"/>
                </a:lnTo>
                <a:lnTo>
                  <a:pt x="2097836" y="2025053"/>
                </a:lnTo>
                <a:lnTo>
                  <a:pt x="2095969" y="2026907"/>
                </a:lnTo>
                <a:lnTo>
                  <a:pt x="2095500" y="2028037"/>
                </a:lnTo>
                <a:lnTo>
                  <a:pt x="2095500" y="2030666"/>
                </a:lnTo>
                <a:lnTo>
                  <a:pt x="2095969" y="2031784"/>
                </a:lnTo>
                <a:lnTo>
                  <a:pt x="2097836" y="2033651"/>
                </a:lnTo>
                <a:lnTo>
                  <a:pt x="2098954" y="2034108"/>
                </a:lnTo>
                <a:lnTo>
                  <a:pt x="2101583" y="2034108"/>
                </a:lnTo>
                <a:lnTo>
                  <a:pt x="2102700" y="2033651"/>
                </a:lnTo>
                <a:lnTo>
                  <a:pt x="2104567" y="2031784"/>
                </a:lnTo>
                <a:lnTo>
                  <a:pt x="2105025" y="2030666"/>
                </a:lnTo>
                <a:lnTo>
                  <a:pt x="2105025" y="2028037"/>
                </a:lnTo>
                <a:close/>
              </a:path>
              <a:path w="10296525" h="3486150">
                <a:moveTo>
                  <a:pt x="2105025" y="1304391"/>
                </a:moveTo>
                <a:lnTo>
                  <a:pt x="2104567" y="1303274"/>
                </a:lnTo>
                <a:lnTo>
                  <a:pt x="2102700" y="1301419"/>
                </a:lnTo>
                <a:lnTo>
                  <a:pt x="2101583" y="1300949"/>
                </a:lnTo>
                <a:lnTo>
                  <a:pt x="2098954" y="1300949"/>
                </a:lnTo>
                <a:lnTo>
                  <a:pt x="2097836" y="1301419"/>
                </a:lnTo>
                <a:lnTo>
                  <a:pt x="2095969" y="1303274"/>
                </a:lnTo>
                <a:lnTo>
                  <a:pt x="2095500" y="1304391"/>
                </a:lnTo>
                <a:lnTo>
                  <a:pt x="2095500" y="1307033"/>
                </a:lnTo>
                <a:lnTo>
                  <a:pt x="2095969" y="1308150"/>
                </a:lnTo>
                <a:lnTo>
                  <a:pt x="2097836" y="1310005"/>
                </a:lnTo>
                <a:lnTo>
                  <a:pt x="2098954" y="1310474"/>
                </a:lnTo>
                <a:lnTo>
                  <a:pt x="2101583" y="1310474"/>
                </a:lnTo>
                <a:lnTo>
                  <a:pt x="2102700" y="1310005"/>
                </a:lnTo>
                <a:lnTo>
                  <a:pt x="2104567" y="1308150"/>
                </a:lnTo>
                <a:lnTo>
                  <a:pt x="2105025" y="1307033"/>
                </a:lnTo>
                <a:lnTo>
                  <a:pt x="2105025" y="1304391"/>
                </a:lnTo>
                <a:close/>
              </a:path>
              <a:path w="10296525" h="3486150">
                <a:moveTo>
                  <a:pt x="2105025" y="580758"/>
                </a:moveTo>
                <a:lnTo>
                  <a:pt x="2104567" y="579640"/>
                </a:lnTo>
                <a:lnTo>
                  <a:pt x="2102700" y="577773"/>
                </a:lnTo>
                <a:lnTo>
                  <a:pt x="2101583" y="577316"/>
                </a:lnTo>
                <a:lnTo>
                  <a:pt x="2098954" y="577316"/>
                </a:lnTo>
                <a:lnTo>
                  <a:pt x="2097836" y="577773"/>
                </a:lnTo>
                <a:lnTo>
                  <a:pt x="2095969" y="579640"/>
                </a:lnTo>
                <a:lnTo>
                  <a:pt x="2095500" y="580758"/>
                </a:lnTo>
                <a:lnTo>
                  <a:pt x="2095500" y="583387"/>
                </a:lnTo>
                <a:lnTo>
                  <a:pt x="2095969" y="584517"/>
                </a:lnTo>
                <a:lnTo>
                  <a:pt x="2097836" y="586371"/>
                </a:lnTo>
                <a:lnTo>
                  <a:pt x="2098954" y="586841"/>
                </a:lnTo>
                <a:lnTo>
                  <a:pt x="2101583" y="586841"/>
                </a:lnTo>
                <a:lnTo>
                  <a:pt x="2102700" y="586371"/>
                </a:lnTo>
                <a:lnTo>
                  <a:pt x="2104567" y="584517"/>
                </a:lnTo>
                <a:lnTo>
                  <a:pt x="2105025" y="583387"/>
                </a:lnTo>
                <a:lnTo>
                  <a:pt x="2105025" y="580758"/>
                </a:lnTo>
                <a:close/>
              </a:path>
              <a:path w="10296525" h="3486150">
                <a:moveTo>
                  <a:pt x="2152650" y="2751671"/>
                </a:moveTo>
                <a:lnTo>
                  <a:pt x="2152192" y="2750540"/>
                </a:lnTo>
                <a:lnTo>
                  <a:pt x="2150326" y="2748686"/>
                </a:lnTo>
                <a:lnTo>
                  <a:pt x="2149208" y="2748216"/>
                </a:lnTo>
                <a:lnTo>
                  <a:pt x="2146579" y="2748216"/>
                </a:lnTo>
                <a:lnTo>
                  <a:pt x="2145461" y="2748686"/>
                </a:lnTo>
                <a:lnTo>
                  <a:pt x="2143595" y="2750540"/>
                </a:lnTo>
                <a:lnTo>
                  <a:pt x="2143125" y="2751671"/>
                </a:lnTo>
                <a:lnTo>
                  <a:pt x="2143125" y="2754299"/>
                </a:lnTo>
                <a:lnTo>
                  <a:pt x="2143595" y="2755417"/>
                </a:lnTo>
                <a:lnTo>
                  <a:pt x="2145461" y="2757284"/>
                </a:lnTo>
                <a:lnTo>
                  <a:pt x="2146579" y="2757741"/>
                </a:lnTo>
                <a:lnTo>
                  <a:pt x="2149208" y="2757741"/>
                </a:lnTo>
                <a:lnTo>
                  <a:pt x="2150326" y="2757284"/>
                </a:lnTo>
                <a:lnTo>
                  <a:pt x="2152192" y="2755417"/>
                </a:lnTo>
                <a:lnTo>
                  <a:pt x="2152650" y="2754299"/>
                </a:lnTo>
                <a:lnTo>
                  <a:pt x="2152650" y="2751671"/>
                </a:lnTo>
                <a:close/>
              </a:path>
              <a:path w="10296525" h="3486150">
                <a:moveTo>
                  <a:pt x="2152650" y="2028037"/>
                </a:moveTo>
                <a:lnTo>
                  <a:pt x="2152192" y="2026907"/>
                </a:lnTo>
                <a:lnTo>
                  <a:pt x="2150326" y="2025053"/>
                </a:lnTo>
                <a:lnTo>
                  <a:pt x="2149208" y="2024583"/>
                </a:lnTo>
                <a:lnTo>
                  <a:pt x="2146579" y="2024583"/>
                </a:lnTo>
                <a:lnTo>
                  <a:pt x="2145461" y="2025053"/>
                </a:lnTo>
                <a:lnTo>
                  <a:pt x="2143595" y="2026907"/>
                </a:lnTo>
                <a:lnTo>
                  <a:pt x="2143125" y="2028037"/>
                </a:lnTo>
                <a:lnTo>
                  <a:pt x="2143125" y="2030666"/>
                </a:lnTo>
                <a:lnTo>
                  <a:pt x="2143595" y="2031784"/>
                </a:lnTo>
                <a:lnTo>
                  <a:pt x="2145461" y="2033651"/>
                </a:lnTo>
                <a:lnTo>
                  <a:pt x="2146579" y="2034108"/>
                </a:lnTo>
                <a:lnTo>
                  <a:pt x="2149208" y="2034108"/>
                </a:lnTo>
                <a:lnTo>
                  <a:pt x="2150326" y="2033651"/>
                </a:lnTo>
                <a:lnTo>
                  <a:pt x="2152192" y="2031784"/>
                </a:lnTo>
                <a:lnTo>
                  <a:pt x="2152650" y="2030666"/>
                </a:lnTo>
                <a:lnTo>
                  <a:pt x="2152650" y="2028037"/>
                </a:lnTo>
                <a:close/>
              </a:path>
              <a:path w="10296525" h="3486150">
                <a:moveTo>
                  <a:pt x="2152650" y="1304391"/>
                </a:moveTo>
                <a:lnTo>
                  <a:pt x="2152192" y="1303274"/>
                </a:lnTo>
                <a:lnTo>
                  <a:pt x="2150326" y="1301419"/>
                </a:lnTo>
                <a:lnTo>
                  <a:pt x="2149208" y="1300949"/>
                </a:lnTo>
                <a:lnTo>
                  <a:pt x="2146579" y="1300949"/>
                </a:lnTo>
                <a:lnTo>
                  <a:pt x="2145461" y="1301419"/>
                </a:lnTo>
                <a:lnTo>
                  <a:pt x="2143595" y="1303274"/>
                </a:lnTo>
                <a:lnTo>
                  <a:pt x="2143125" y="1304391"/>
                </a:lnTo>
                <a:lnTo>
                  <a:pt x="2143125" y="1307033"/>
                </a:lnTo>
                <a:lnTo>
                  <a:pt x="2143595" y="1308150"/>
                </a:lnTo>
                <a:lnTo>
                  <a:pt x="2145461" y="1310005"/>
                </a:lnTo>
                <a:lnTo>
                  <a:pt x="2146579" y="1310474"/>
                </a:lnTo>
                <a:lnTo>
                  <a:pt x="2149208" y="1310474"/>
                </a:lnTo>
                <a:lnTo>
                  <a:pt x="2150326" y="1310005"/>
                </a:lnTo>
                <a:lnTo>
                  <a:pt x="2152192" y="1308150"/>
                </a:lnTo>
                <a:lnTo>
                  <a:pt x="2152650" y="1307033"/>
                </a:lnTo>
                <a:lnTo>
                  <a:pt x="2152650" y="1304391"/>
                </a:lnTo>
                <a:close/>
              </a:path>
              <a:path w="10296525" h="3486150">
                <a:moveTo>
                  <a:pt x="2152650" y="580758"/>
                </a:moveTo>
                <a:lnTo>
                  <a:pt x="2152192" y="579640"/>
                </a:lnTo>
                <a:lnTo>
                  <a:pt x="2150326" y="577773"/>
                </a:lnTo>
                <a:lnTo>
                  <a:pt x="2149208" y="577316"/>
                </a:lnTo>
                <a:lnTo>
                  <a:pt x="2146579" y="577316"/>
                </a:lnTo>
                <a:lnTo>
                  <a:pt x="2145461" y="577773"/>
                </a:lnTo>
                <a:lnTo>
                  <a:pt x="2143595" y="579640"/>
                </a:lnTo>
                <a:lnTo>
                  <a:pt x="2143125" y="580758"/>
                </a:lnTo>
                <a:lnTo>
                  <a:pt x="2143125" y="583387"/>
                </a:lnTo>
                <a:lnTo>
                  <a:pt x="2143595" y="584517"/>
                </a:lnTo>
                <a:lnTo>
                  <a:pt x="2145461" y="586371"/>
                </a:lnTo>
                <a:lnTo>
                  <a:pt x="2146579" y="586841"/>
                </a:lnTo>
                <a:lnTo>
                  <a:pt x="2149208" y="586841"/>
                </a:lnTo>
                <a:lnTo>
                  <a:pt x="2150326" y="586371"/>
                </a:lnTo>
                <a:lnTo>
                  <a:pt x="2152192" y="584517"/>
                </a:lnTo>
                <a:lnTo>
                  <a:pt x="2152650" y="583387"/>
                </a:lnTo>
                <a:lnTo>
                  <a:pt x="2152650" y="580758"/>
                </a:lnTo>
                <a:close/>
              </a:path>
              <a:path w="10296525" h="3486150">
                <a:moveTo>
                  <a:pt x="2200275" y="2751671"/>
                </a:moveTo>
                <a:lnTo>
                  <a:pt x="2199817" y="2750540"/>
                </a:lnTo>
                <a:lnTo>
                  <a:pt x="2197951" y="2748686"/>
                </a:lnTo>
                <a:lnTo>
                  <a:pt x="2196833" y="2748216"/>
                </a:lnTo>
                <a:lnTo>
                  <a:pt x="2194204" y="2748216"/>
                </a:lnTo>
                <a:lnTo>
                  <a:pt x="2193086" y="2748686"/>
                </a:lnTo>
                <a:lnTo>
                  <a:pt x="2191220" y="2750540"/>
                </a:lnTo>
                <a:lnTo>
                  <a:pt x="2190750" y="2751671"/>
                </a:lnTo>
                <a:lnTo>
                  <a:pt x="2190750" y="2754299"/>
                </a:lnTo>
                <a:lnTo>
                  <a:pt x="2191220" y="2755417"/>
                </a:lnTo>
                <a:lnTo>
                  <a:pt x="2193086" y="2757284"/>
                </a:lnTo>
                <a:lnTo>
                  <a:pt x="2194204" y="2757741"/>
                </a:lnTo>
                <a:lnTo>
                  <a:pt x="2196833" y="2757741"/>
                </a:lnTo>
                <a:lnTo>
                  <a:pt x="2197951" y="2757284"/>
                </a:lnTo>
                <a:lnTo>
                  <a:pt x="2199817" y="2755417"/>
                </a:lnTo>
                <a:lnTo>
                  <a:pt x="2200275" y="2754299"/>
                </a:lnTo>
                <a:lnTo>
                  <a:pt x="2200275" y="2751671"/>
                </a:lnTo>
                <a:close/>
              </a:path>
              <a:path w="10296525" h="3486150">
                <a:moveTo>
                  <a:pt x="2200275" y="2028037"/>
                </a:moveTo>
                <a:lnTo>
                  <a:pt x="2199817" y="2026907"/>
                </a:lnTo>
                <a:lnTo>
                  <a:pt x="2197951" y="2025053"/>
                </a:lnTo>
                <a:lnTo>
                  <a:pt x="2196833" y="2024583"/>
                </a:lnTo>
                <a:lnTo>
                  <a:pt x="2194204" y="2024583"/>
                </a:lnTo>
                <a:lnTo>
                  <a:pt x="2193086" y="2025053"/>
                </a:lnTo>
                <a:lnTo>
                  <a:pt x="2191220" y="2026907"/>
                </a:lnTo>
                <a:lnTo>
                  <a:pt x="2190750" y="2028037"/>
                </a:lnTo>
                <a:lnTo>
                  <a:pt x="2190750" y="2030666"/>
                </a:lnTo>
                <a:lnTo>
                  <a:pt x="2191220" y="2031784"/>
                </a:lnTo>
                <a:lnTo>
                  <a:pt x="2193086" y="2033651"/>
                </a:lnTo>
                <a:lnTo>
                  <a:pt x="2194204" y="2034108"/>
                </a:lnTo>
                <a:lnTo>
                  <a:pt x="2196833" y="2034108"/>
                </a:lnTo>
                <a:lnTo>
                  <a:pt x="2197951" y="2033651"/>
                </a:lnTo>
                <a:lnTo>
                  <a:pt x="2199817" y="2031784"/>
                </a:lnTo>
                <a:lnTo>
                  <a:pt x="2200275" y="2030666"/>
                </a:lnTo>
                <a:lnTo>
                  <a:pt x="2200275" y="2028037"/>
                </a:lnTo>
                <a:close/>
              </a:path>
              <a:path w="10296525" h="3486150">
                <a:moveTo>
                  <a:pt x="2200275" y="1304391"/>
                </a:moveTo>
                <a:lnTo>
                  <a:pt x="2199817" y="1303274"/>
                </a:lnTo>
                <a:lnTo>
                  <a:pt x="2197951" y="1301419"/>
                </a:lnTo>
                <a:lnTo>
                  <a:pt x="2196833" y="1300949"/>
                </a:lnTo>
                <a:lnTo>
                  <a:pt x="2194204" y="1300949"/>
                </a:lnTo>
                <a:lnTo>
                  <a:pt x="2193086" y="1301419"/>
                </a:lnTo>
                <a:lnTo>
                  <a:pt x="2191220" y="1303274"/>
                </a:lnTo>
                <a:lnTo>
                  <a:pt x="2190750" y="1304391"/>
                </a:lnTo>
                <a:lnTo>
                  <a:pt x="2190750" y="1307033"/>
                </a:lnTo>
                <a:lnTo>
                  <a:pt x="2191220" y="1308150"/>
                </a:lnTo>
                <a:lnTo>
                  <a:pt x="2193086" y="1310005"/>
                </a:lnTo>
                <a:lnTo>
                  <a:pt x="2194204" y="1310474"/>
                </a:lnTo>
                <a:lnTo>
                  <a:pt x="2196833" y="1310474"/>
                </a:lnTo>
                <a:lnTo>
                  <a:pt x="2197951" y="1310005"/>
                </a:lnTo>
                <a:lnTo>
                  <a:pt x="2199817" y="1308150"/>
                </a:lnTo>
                <a:lnTo>
                  <a:pt x="2200275" y="1307033"/>
                </a:lnTo>
                <a:lnTo>
                  <a:pt x="2200275" y="1304391"/>
                </a:lnTo>
                <a:close/>
              </a:path>
              <a:path w="10296525" h="3486150">
                <a:moveTo>
                  <a:pt x="2200275" y="580758"/>
                </a:moveTo>
                <a:lnTo>
                  <a:pt x="2199817" y="579640"/>
                </a:lnTo>
                <a:lnTo>
                  <a:pt x="2197951" y="577773"/>
                </a:lnTo>
                <a:lnTo>
                  <a:pt x="2196833" y="577316"/>
                </a:lnTo>
                <a:lnTo>
                  <a:pt x="2194204" y="577316"/>
                </a:lnTo>
                <a:lnTo>
                  <a:pt x="2193086" y="577773"/>
                </a:lnTo>
                <a:lnTo>
                  <a:pt x="2191220" y="579640"/>
                </a:lnTo>
                <a:lnTo>
                  <a:pt x="2190750" y="580758"/>
                </a:lnTo>
                <a:lnTo>
                  <a:pt x="2190750" y="583387"/>
                </a:lnTo>
                <a:lnTo>
                  <a:pt x="2191220" y="584517"/>
                </a:lnTo>
                <a:lnTo>
                  <a:pt x="2193086" y="586371"/>
                </a:lnTo>
                <a:lnTo>
                  <a:pt x="2194204" y="586841"/>
                </a:lnTo>
                <a:lnTo>
                  <a:pt x="2196833" y="586841"/>
                </a:lnTo>
                <a:lnTo>
                  <a:pt x="2197951" y="586371"/>
                </a:lnTo>
                <a:lnTo>
                  <a:pt x="2199817" y="584517"/>
                </a:lnTo>
                <a:lnTo>
                  <a:pt x="2200275" y="583387"/>
                </a:lnTo>
                <a:lnTo>
                  <a:pt x="2200275" y="580758"/>
                </a:lnTo>
                <a:close/>
              </a:path>
              <a:path w="10296525" h="3486150">
                <a:moveTo>
                  <a:pt x="2247900" y="2751671"/>
                </a:moveTo>
                <a:lnTo>
                  <a:pt x="2247442" y="2750540"/>
                </a:lnTo>
                <a:lnTo>
                  <a:pt x="2245576" y="2748686"/>
                </a:lnTo>
                <a:lnTo>
                  <a:pt x="2244458" y="2748216"/>
                </a:lnTo>
                <a:lnTo>
                  <a:pt x="2241829" y="2748216"/>
                </a:lnTo>
                <a:lnTo>
                  <a:pt x="2240711" y="2748686"/>
                </a:lnTo>
                <a:lnTo>
                  <a:pt x="2238845" y="2750540"/>
                </a:lnTo>
                <a:lnTo>
                  <a:pt x="2238375" y="2751671"/>
                </a:lnTo>
                <a:lnTo>
                  <a:pt x="2238375" y="2754299"/>
                </a:lnTo>
                <a:lnTo>
                  <a:pt x="2238845" y="2755417"/>
                </a:lnTo>
                <a:lnTo>
                  <a:pt x="2240711" y="2757284"/>
                </a:lnTo>
                <a:lnTo>
                  <a:pt x="2241829" y="2757741"/>
                </a:lnTo>
                <a:lnTo>
                  <a:pt x="2244458" y="2757741"/>
                </a:lnTo>
                <a:lnTo>
                  <a:pt x="2245576" y="2757284"/>
                </a:lnTo>
                <a:lnTo>
                  <a:pt x="2247442" y="2755417"/>
                </a:lnTo>
                <a:lnTo>
                  <a:pt x="2247900" y="2754299"/>
                </a:lnTo>
                <a:lnTo>
                  <a:pt x="2247900" y="2751671"/>
                </a:lnTo>
                <a:close/>
              </a:path>
              <a:path w="10296525" h="3486150">
                <a:moveTo>
                  <a:pt x="2247900" y="2028037"/>
                </a:moveTo>
                <a:lnTo>
                  <a:pt x="2247442" y="2026907"/>
                </a:lnTo>
                <a:lnTo>
                  <a:pt x="2245576" y="2025053"/>
                </a:lnTo>
                <a:lnTo>
                  <a:pt x="2244458" y="2024583"/>
                </a:lnTo>
                <a:lnTo>
                  <a:pt x="2241829" y="2024583"/>
                </a:lnTo>
                <a:lnTo>
                  <a:pt x="2240711" y="2025053"/>
                </a:lnTo>
                <a:lnTo>
                  <a:pt x="2238845" y="2026907"/>
                </a:lnTo>
                <a:lnTo>
                  <a:pt x="2238375" y="2028037"/>
                </a:lnTo>
                <a:lnTo>
                  <a:pt x="2238375" y="2030666"/>
                </a:lnTo>
                <a:lnTo>
                  <a:pt x="2238845" y="2031784"/>
                </a:lnTo>
                <a:lnTo>
                  <a:pt x="2240711" y="2033651"/>
                </a:lnTo>
                <a:lnTo>
                  <a:pt x="2241829" y="2034108"/>
                </a:lnTo>
                <a:lnTo>
                  <a:pt x="2244458" y="2034108"/>
                </a:lnTo>
                <a:lnTo>
                  <a:pt x="2245576" y="2033651"/>
                </a:lnTo>
                <a:lnTo>
                  <a:pt x="2247442" y="2031784"/>
                </a:lnTo>
                <a:lnTo>
                  <a:pt x="2247900" y="2030666"/>
                </a:lnTo>
                <a:lnTo>
                  <a:pt x="2247900" y="2028037"/>
                </a:lnTo>
                <a:close/>
              </a:path>
              <a:path w="10296525" h="3486150">
                <a:moveTo>
                  <a:pt x="2247900" y="1304391"/>
                </a:moveTo>
                <a:lnTo>
                  <a:pt x="2247442" y="1303274"/>
                </a:lnTo>
                <a:lnTo>
                  <a:pt x="2245576" y="1301419"/>
                </a:lnTo>
                <a:lnTo>
                  <a:pt x="2244458" y="1300949"/>
                </a:lnTo>
                <a:lnTo>
                  <a:pt x="2241829" y="1300949"/>
                </a:lnTo>
                <a:lnTo>
                  <a:pt x="2240711" y="1301419"/>
                </a:lnTo>
                <a:lnTo>
                  <a:pt x="2238845" y="1303274"/>
                </a:lnTo>
                <a:lnTo>
                  <a:pt x="2238375" y="1304391"/>
                </a:lnTo>
                <a:lnTo>
                  <a:pt x="2238375" y="1307033"/>
                </a:lnTo>
                <a:lnTo>
                  <a:pt x="2238845" y="1308150"/>
                </a:lnTo>
                <a:lnTo>
                  <a:pt x="2240711" y="1310005"/>
                </a:lnTo>
                <a:lnTo>
                  <a:pt x="2241829" y="1310474"/>
                </a:lnTo>
                <a:lnTo>
                  <a:pt x="2244458" y="1310474"/>
                </a:lnTo>
                <a:lnTo>
                  <a:pt x="2245576" y="1310005"/>
                </a:lnTo>
                <a:lnTo>
                  <a:pt x="2247442" y="1308150"/>
                </a:lnTo>
                <a:lnTo>
                  <a:pt x="2247900" y="1307033"/>
                </a:lnTo>
                <a:lnTo>
                  <a:pt x="2247900" y="1304391"/>
                </a:lnTo>
                <a:close/>
              </a:path>
              <a:path w="10296525" h="3486150">
                <a:moveTo>
                  <a:pt x="2247900" y="580758"/>
                </a:moveTo>
                <a:lnTo>
                  <a:pt x="2247442" y="579640"/>
                </a:lnTo>
                <a:lnTo>
                  <a:pt x="2245576" y="577773"/>
                </a:lnTo>
                <a:lnTo>
                  <a:pt x="2244458" y="577316"/>
                </a:lnTo>
                <a:lnTo>
                  <a:pt x="2241829" y="577316"/>
                </a:lnTo>
                <a:lnTo>
                  <a:pt x="2240711" y="577773"/>
                </a:lnTo>
                <a:lnTo>
                  <a:pt x="2238845" y="579640"/>
                </a:lnTo>
                <a:lnTo>
                  <a:pt x="2238375" y="580758"/>
                </a:lnTo>
                <a:lnTo>
                  <a:pt x="2238375" y="583387"/>
                </a:lnTo>
                <a:lnTo>
                  <a:pt x="2238845" y="584517"/>
                </a:lnTo>
                <a:lnTo>
                  <a:pt x="2240711" y="586371"/>
                </a:lnTo>
                <a:lnTo>
                  <a:pt x="2241829" y="586841"/>
                </a:lnTo>
                <a:lnTo>
                  <a:pt x="2244458" y="586841"/>
                </a:lnTo>
                <a:lnTo>
                  <a:pt x="2245576" y="586371"/>
                </a:lnTo>
                <a:lnTo>
                  <a:pt x="2247442" y="584517"/>
                </a:lnTo>
                <a:lnTo>
                  <a:pt x="2247900" y="583387"/>
                </a:lnTo>
                <a:lnTo>
                  <a:pt x="2247900" y="580758"/>
                </a:lnTo>
                <a:close/>
              </a:path>
              <a:path w="10296525" h="3486150">
                <a:moveTo>
                  <a:pt x="2295525" y="2751671"/>
                </a:moveTo>
                <a:lnTo>
                  <a:pt x="2295067" y="2750540"/>
                </a:lnTo>
                <a:lnTo>
                  <a:pt x="2293201" y="2748686"/>
                </a:lnTo>
                <a:lnTo>
                  <a:pt x="2292083" y="2748216"/>
                </a:lnTo>
                <a:lnTo>
                  <a:pt x="2289454" y="2748216"/>
                </a:lnTo>
                <a:lnTo>
                  <a:pt x="2288336" y="2748686"/>
                </a:lnTo>
                <a:lnTo>
                  <a:pt x="2286470" y="2750540"/>
                </a:lnTo>
                <a:lnTo>
                  <a:pt x="2286000" y="2751671"/>
                </a:lnTo>
                <a:lnTo>
                  <a:pt x="2286000" y="2754299"/>
                </a:lnTo>
                <a:lnTo>
                  <a:pt x="2286470" y="2755417"/>
                </a:lnTo>
                <a:lnTo>
                  <a:pt x="2288336" y="2757284"/>
                </a:lnTo>
                <a:lnTo>
                  <a:pt x="2289454" y="2757741"/>
                </a:lnTo>
                <a:lnTo>
                  <a:pt x="2292083" y="2757741"/>
                </a:lnTo>
                <a:lnTo>
                  <a:pt x="2293201" y="2757284"/>
                </a:lnTo>
                <a:lnTo>
                  <a:pt x="2295067" y="2755417"/>
                </a:lnTo>
                <a:lnTo>
                  <a:pt x="2295525" y="2754299"/>
                </a:lnTo>
                <a:lnTo>
                  <a:pt x="2295525" y="2751671"/>
                </a:lnTo>
                <a:close/>
              </a:path>
              <a:path w="10296525" h="3486150">
                <a:moveTo>
                  <a:pt x="2295525" y="2028037"/>
                </a:moveTo>
                <a:lnTo>
                  <a:pt x="2295067" y="2026907"/>
                </a:lnTo>
                <a:lnTo>
                  <a:pt x="2293201" y="2025053"/>
                </a:lnTo>
                <a:lnTo>
                  <a:pt x="2292083" y="2024583"/>
                </a:lnTo>
                <a:lnTo>
                  <a:pt x="2289454" y="2024583"/>
                </a:lnTo>
                <a:lnTo>
                  <a:pt x="2288336" y="2025053"/>
                </a:lnTo>
                <a:lnTo>
                  <a:pt x="2286470" y="2026907"/>
                </a:lnTo>
                <a:lnTo>
                  <a:pt x="2286000" y="2028037"/>
                </a:lnTo>
                <a:lnTo>
                  <a:pt x="2286000" y="2030666"/>
                </a:lnTo>
                <a:lnTo>
                  <a:pt x="2286470" y="2031784"/>
                </a:lnTo>
                <a:lnTo>
                  <a:pt x="2288336" y="2033651"/>
                </a:lnTo>
                <a:lnTo>
                  <a:pt x="2289454" y="2034108"/>
                </a:lnTo>
                <a:lnTo>
                  <a:pt x="2292083" y="2034108"/>
                </a:lnTo>
                <a:lnTo>
                  <a:pt x="2293201" y="2033651"/>
                </a:lnTo>
                <a:lnTo>
                  <a:pt x="2295067" y="2031784"/>
                </a:lnTo>
                <a:lnTo>
                  <a:pt x="2295525" y="2030666"/>
                </a:lnTo>
                <a:lnTo>
                  <a:pt x="2295525" y="2028037"/>
                </a:lnTo>
                <a:close/>
              </a:path>
              <a:path w="10296525" h="3486150">
                <a:moveTo>
                  <a:pt x="2295525" y="1304391"/>
                </a:moveTo>
                <a:lnTo>
                  <a:pt x="2295067" y="1303274"/>
                </a:lnTo>
                <a:lnTo>
                  <a:pt x="2293201" y="1301419"/>
                </a:lnTo>
                <a:lnTo>
                  <a:pt x="2292083" y="1300949"/>
                </a:lnTo>
                <a:lnTo>
                  <a:pt x="2289454" y="1300949"/>
                </a:lnTo>
                <a:lnTo>
                  <a:pt x="2288336" y="1301419"/>
                </a:lnTo>
                <a:lnTo>
                  <a:pt x="2286470" y="1303274"/>
                </a:lnTo>
                <a:lnTo>
                  <a:pt x="2286000" y="1304391"/>
                </a:lnTo>
                <a:lnTo>
                  <a:pt x="2286000" y="1307033"/>
                </a:lnTo>
                <a:lnTo>
                  <a:pt x="2286470" y="1308150"/>
                </a:lnTo>
                <a:lnTo>
                  <a:pt x="2288336" y="1310005"/>
                </a:lnTo>
                <a:lnTo>
                  <a:pt x="2289454" y="1310474"/>
                </a:lnTo>
                <a:lnTo>
                  <a:pt x="2292083" y="1310474"/>
                </a:lnTo>
                <a:lnTo>
                  <a:pt x="2293201" y="1310005"/>
                </a:lnTo>
                <a:lnTo>
                  <a:pt x="2295067" y="1308150"/>
                </a:lnTo>
                <a:lnTo>
                  <a:pt x="2295525" y="1307033"/>
                </a:lnTo>
                <a:lnTo>
                  <a:pt x="2295525" y="1304391"/>
                </a:lnTo>
                <a:close/>
              </a:path>
              <a:path w="10296525" h="3486150">
                <a:moveTo>
                  <a:pt x="2295525" y="580758"/>
                </a:moveTo>
                <a:lnTo>
                  <a:pt x="2295067" y="579640"/>
                </a:lnTo>
                <a:lnTo>
                  <a:pt x="2293201" y="577773"/>
                </a:lnTo>
                <a:lnTo>
                  <a:pt x="2292083" y="577316"/>
                </a:lnTo>
                <a:lnTo>
                  <a:pt x="2289454" y="577316"/>
                </a:lnTo>
                <a:lnTo>
                  <a:pt x="2288336" y="577773"/>
                </a:lnTo>
                <a:lnTo>
                  <a:pt x="2286470" y="579640"/>
                </a:lnTo>
                <a:lnTo>
                  <a:pt x="2286000" y="580758"/>
                </a:lnTo>
                <a:lnTo>
                  <a:pt x="2286000" y="583387"/>
                </a:lnTo>
                <a:lnTo>
                  <a:pt x="2286470" y="584517"/>
                </a:lnTo>
                <a:lnTo>
                  <a:pt x="2288336" y="586371"/>
                </a:lnTo>
                <a:lnTo>
                  <a:pt x="2289454" y="586841"/>
                </a:lnTo>
                <a:lnTo>
                  <a:pt x="2292083" y="586841"/>
                </a:lnTo>
                <a:lnTo>
                  <a:pt x="2293201" y="586371"/>
                </a:lnTo>
                <a:lnTo>
                  <a:pt x="2295067" y="584517"/>
                </a:lnTo>
                <a:lnTo>
                  <a:pt x="2295525" y="583387"/>
                </a:lnTo>
                <a:lnTo>
                  <a:pt x="2295525" y="580758"/>
                </a:lnTo>
                <a:close/>
              </a:path>
              <a:path w="10296525" h="3486150">
                <a:moveTo>
                  <a:pt x="2343150" y="2751671"/>
                </a:moveTo>
                <a:lnTo>
                  <a:pt x="2342692" y="2750540"/>
                </a:lnTo>
                <a:lnTo>
                  <a:pt x="2340826" y="2748686"/>
                </a:lnTo>
                <a:lnTo>
                  <a:pt x="2339708" y="2748216"/>
                </a:lnTo>
                <a:lnTo>
                  <a:pt x="2337079" y="2748216"/>
                </a:lnTo>
                <a:lnTo>
                  <a:pt x="2335961" y="2748686"/>
                </a:lnTo>
                <a:lnTo>
                  <a:pt x="2334095" y="2750540"/>
                </a:lnTo>
                <a:lnTo>
                  <a:pt x="2333625" y="2751671"/>
                </a:lnTo>
                <a:lnTo>
                  <a:pt x="2333625" y="2754299"/>
                </a:lnTo>
                <a:lnTo>
                  <a:pt x="2334095" y="2755417"/>
                </a:lnTo>
                <a:lnTo>
                  <a:pt x="2335961" y="2757284"/>
                </a:lnTo>
                <a:lnTo>
                  <a:pt x="2337079" y="2757741"/>
                </a:lnTo>
                <a:lnTo>
                  <a:pt x="2339708" y="2757741"/>
                </a:lnTo>
                <a:lnTo>
                  <a:pt x="2340826" y="2757284"/>
                </a:lnTo>
                <a:lnTo>
                  <a:pt x="2342692" y="2755417"/>
                </a:lnTo>
                <a:lnTo>
                  <a:pt x="2343150" y="2754299"/>
                </a:lnTo>
                <a:lnTo>
                  <a:pt x="2343150" y="2751671"/>
                </a:lnTo>
                <a:close/>
              </a:path>
              <a:path w="10296525" h="3486150">
                <a:moveTo>
                  <a:pt x="2343150" y="2028037"/>
                </a:moveTo>
                <a:lnTo>
                  <a:pt x="2342692" y="2026907"/>
                </a:lnTo>
                <a:lnTo>
                  <a:pt x="2340826" y="2025053"/>
                </a:lnTo>
                <a:lnTo>
                  <a:pt x="2339708" y="2024583"/>
                </a:lnTo>
                <a:lnTo>
                  <a:pt x="2337079" y="2024583"/>
                </a:lnTo>
                <a:lnTo>
                  <a:pt x="2335961" y="2025053"/>
                </a:lnTo>
                <a:lnTo>
                  <a:pt x="2334095" y="2026907"/>
                </a:lnTo>
                <a:lnTo>
                  <a:pt x="2333625" y="2028037"/>
                </a:lnTo>
                <a:lnTo>
                  <a:pt x="2333625" y="2030666"/>
                </a:lnTo>
                <a:lnTo>
                  <a:pt x="2334095" y="2031784"/>
                </a:lnTo>
                <a:lnTo>
                  <a:pt x="2335961" y="2033651"/>
                </a:lnTo>
                <a:lnTo>
                  <a:pt x="2337079" y="2034108"/>
                </a:lnTo>
                <a:lnTo>
                  <a:pt x="2339708" y="2034108"/>
                </a:lnTo>
                <a:lnTo>
                  <a:pt x="2340826" y="2033651"/>
                </a:lnTo>
                <a:lnTo>
                  <a:pt x="2342692" y="2031784"/>
                </a:lnTo>
                <a:lnTo>
                  <a:pt x="2343150" y="2030666"/>
                </a:lnTo>
                <a:lnTo>
                  <a:pt x="2343150" y="2028037"/>
                </a:lnTo>
                <a:close/>
              </a:path>
              <a:path w="10296525" h="3486150">
                <a:moveTo>
                  <a:pt x="2343150" y="1304391"/>
                </a:moveTo>
                <a:lnTo>
                  <a:pt x="2342692" y="1303274"/>
                </a:lnTo>
                <a:lnTo>
                  <a:pt x="2340826" y="1301419"/>
                </a:lnTo>
                <a:lnTo>
                  <a:pt x="2339708" y="1300949"/>
                </a:lnTo>
                <a:lnTo>
                  <a:pt x="2337079" y="1300949"/>
                </a:lnTo>
                <a:lnTo>
                  <a:pt x="2335961" y="1301419"/>
                </a:lnTo>
                <a:lnTo>
                  <a:pt x="2334095" y="1303274"/>
                </a:lnTo>
                <a:lnTo>
                  <a:pt x="2333625" y="1304391"/>
                </a:lnTo>
                <a:lnTo>
                  <a:pt x="2333625" y="1307033"/>
                </a:lnTo>
                <a:lnTo>
                  <a:pt x="2334095" y="1308150"/>
                </a:lnTo>
                <a:lnTo>
                  <a:pt x="2335961" y="1310005"/>
                </a:lnTo>
                <a:lnTo>
                  <a:pt x="2337079" y="1310474"/>
                </a:lnTo>
                <a:lnTo>
                  <a:pt x="2339708" y="1310474"/>
                </a:lnTo>
                <a:lnTo>
                  <a:pt x="2340826" y="1310005"/>
                </a:lnTo>
                <a:lnTo>
                  <a:pt x="2342692" y="1308150"/>
                </a:lnTo>
                <a:lnTo>
                  <a:pt x="2343150" y="1307033"/>
                </a:lnTo>
                <a:lnTo>
                  <a:pt x="2343150" y="1304391"/>
                </a:lnTo>
                <a:close/>
              </a:path>
              <a:path w="10296525" h="3486150">
                <a:moveTo>
                  <a:pt x="2343150" y="580758"/>
                </a:moveTo>
                <a:lnTo>
                  <a:pt x="2342692" y="579640"/>
                </a:lnTo>
                <a:lnTo>
                  <a:pt x="2340826" y="577773"/>
                </a:lnTo>
                <a:lnTo>
                  <a:pt x="2339708" y="577316"/>
                </a:lnTo>
                <a:lnTo>
                  <a:pt x="2337079" y="577316"/>
                </a:lnTo>
                <a:lnTo>
                  <a:pt x="2335961" y="577773"/>
                </a:lnTo>
                <a:lnTo>
                  <a:pt x="2334095" y="579640"/>
                </a:lnTo>
                <a:lnTo>
                  <a:pt x="2333625" y="580758"/>
                </a:lnTo>
                <a:lnTo>
                  <a:pt x="2333625" y="583387"/>
                </a:lnTo>
                <a:lnTo>
                  <a:pt x="2334095" y="584517"/>
                </a:lnTo>
                <a:lnTo>
                  <a:pt x="2335961" y="586371"/>
                </a:lnTo>
                <a:lnTo>
                  <a:pt x="2337079" y="586841"/>
                </a:lnTo>
                <a:lnTo>
                  <a:pt x="2339708" y="586841"/>
                </a:lnTo>
                <a:lnTo>
                  <a:pt x="2340826" y="586371"/>
                </a:lnTo>
                <a:lnTo>
                  <a:pt x="2342692" y="584517"/>
                </a:lnTo>
                <a:lnTo>
                  <a:pt x="2343150" y="583387"/>
                </a:lnTo>
                <a:lnTo>
                  <a:pt x="2343150" y="580758"/>
                </a:lnTo>
                <a:close/>
              </a:path>
              <a:path w="10296525" h="3486150">
                <a:moveTo>
                  <a:pt x="2390775" y="2751671"/>
                </a:moveTo>
                <a:lnTo>
                  <a:pt x="2390317" y="2750540"/>
                </a:lnTo>
                <a:lnTo>
                  <a:pt x="2388451" y="2748686"/>
                </a:lnTo>
                <a:lnTo>
                  <a:pt x="2387333" y="2748216"/>
                </a:lnTo>
                <a:lnTo>
                  <a:pt x="2384704" y="2748216"/>
                </a:lnTo>
                <a:lnTo>
                  <a:pt x="2383586" y="2748686"/>
                </a:lnTo>
                <a:lnTo>
                  <a:pt x="2381720" y="2750540"/>
                </a:lnTo>
                <a:lnTo>
                  <a:pt x="2381250" y="2751671"/>
                </a:lnTo>
                <a:lnTo>
                  <a:pt x="2381250" y="2754299"/>
                </a:lnTo>
                <a:lnTo>
                  <a:pt x="2381720" y="2755417"/>
                </a:lnTo>
                <a:lnTo>
                  <a:pt x="2383586" y="2757284"/>
                </a:lnTo>
                <a:lnTo>
                  <a:pt x="2384704" y="2757741"/>
                </a:lnTo>
                <a:lnTo>
                  <a:pt x="2387333" y="2757741"/>
                </a:lnTo>
                <a:lnTo>
                  <a:pt x="2388451" y="2757284"/>
                </a:lnTo>
                <a:lnTo>
                  <a:pt x="2390317" y="2755417"/>
                </a:lnTo>
                <a:lnTo>
                  <a:pt x="2390775" y="2754299"/>
                </a:lnTo>
                <a:lnTo>
                  <a:pt x="2390775" y="2751671"/>
                </a:lnTo>
                <a:close/>
              </a:path>
              <a:path w="10296525" h="3486150">
                <a:moveTo>
                  <a:pt x="2390775" y="2028037"/>
                </a:moveTo>
                <a:lnTo>
                  <a:pt x="2390317" y="2026907"/>
                </a:lnTo>
                <a:lnTo>
                  <a:pt x="2388451" y="2025053"/>
                </a:lnTo>
                <a:lnTo>
                  <a:pt x="2387333" y="2024583"/>
                </a:lnTo>
                <a:lnTo>
                  <a:pt x="2384704" y="2024583"/>
                </a:lnTo>
                <a:lnTo>
                  <a:pt x="2383586" y="2025053"/>
                </a:lnTo>
                <a:lnTo>
                  <a:pt x="2381720" y="2026907"/>
                </a:lnTo>
                <a:lnTo>
                  <a:pt x="2381250" y="2028037"/>
                </a:lnTo>
                <a:lnTo>
                  <a:pt x="2381250" y="2030666"/>
                </a:lnTo>
                <a:lnTo>
                  <a:pt x="2381720" y="2031784"/>
                </a:lnTo>
                <a:lnTo>
                  <a:pt x="2383586" y="2033651"/>
                </a:lnTo>
                <a:lnTo>
                  <a:pt x="2384704" y="2034108"/>
                </a:lnTo>
                <a:lnTo>
                  <a:pt x="2387333" y="2034108"/>
                </a:lnTo>
                <a:lnTo>
                  <a:pt x="2388451" y="2033651"/>
                </a:lnTo>
                <a:lnTo>
                  <a:pt x="2390317" y="2031784"/>
                </a:lnTo>
                <a:lnTo>
                  <a:pt x="2390775" y="2030666"/>
                </a:lnTo>
                <a:lnTo>
                  <a:pt x="2390775" y="2028037"/>
                </a:lnTo>
                <a:close/>
              </a:path>
              <a:path w="10296525" h="3486150">
                <a:moveTo>
                  <a:pt x="2390775" y="1304391"/>
                </a:moveTo>
                <a:lnTo>
                  <a:pt x="2390317" y="1303274"/>
                </a:lnTo>
                <a:lnTo>
                  <a:pt x="2388451" y="1301419"/>
                </a:lnTo>
                <a:lnTo>
                  <a:pt x="2387333" y="1300949"/>
                </a:lnTo>
                <a:lnTo>
                  <a:pt x="2384704" y="1300949"/>
                </a:lnTo>
                <a:lnTo>
                  <a:pt x="2383586" y="1301419"/>
                </a:lnTo>
                <a:lnTo>
                  <a:pt x="2381720" y="1303274"/>
                </a:lnTo>
                <a:lnTo>
                  <a:pt x="2381250" y="1304391"/>
                </a:lnTo>
                <a:lnTo>
                  <a:pt x="2381250" y="1307033"/>
                </a:lnTo>
                <a:lnTo>
                  <a:pt x="2381720" y="1308150"/>
                </a:lnTo>
                <a:lnTo>
                  <a:pt x="2383586" y="1310005"/>
                </a:lnTo>
                <a:lnTo>
                  <a:pt x="2384704" y="1310474"/>
                </a:lnTo>
                <a:lnTo>
                  <a:pt x="2387333" y="1310474"/>
                </a:lnTo>
                <a:lnTo>
                  <a:pt x="2388451" y="1310005"/>
                </a:lnTo>
                <a:lnTo>
                  <a:pt x="2390317" y="1308150"/>
                </a:lnTo>
                <a:lnTo>
                  <a:pt x="2390775" y="1307033"/>
                </a:lnTo>
                <a:lnTo>
                  <a:pt x="2390775" y="1304391"/>
                </a:lnTo>
                <a:close/>
              </a:path>
              <a:path w="10296525" h="3486150">
                <a:moveTo>
                  <a:pt x="2390775" y="580758"/>
                </a:moveTo>
                <a:lnTo>
                  <a:pt x="2390317" y="579640"/>
                </a:lnTo>
                <a:lnTo>
                  <a:pt x="2388451" y="577773"/>
                </a:lnTo>
                <a:lnTo>
                  <a:pt x="2387333" y="577316"/>
                </a:lnTo>
                <a:lnTo>
                  <a:pt x="2384704" y="577316"/>
                </a:lnTo>
                <a:lnTo>
                  <a:pt x="2383586" y="577773"/>
                </a:lnTo>
                <a:lnTo>
                  <a:pt x="2381720" y="579640"/>
                </a:lnTo>
                <a:lnTo>
                  <a:pt x="2381250" y="580758"/>
                </a:lnTo>
                <a:lnTo>
                  <a:pt x="2381250" y="583387"/>
                </a:lnTo>
                <a:lnTo>
                  <a:pt x="2381720" y="584517"/>
                </a:lnTo>
                <a:lnTo>
                  <a:pt x="2383586" y="586371"/>
                </a:lnTo>
                <a:lnTo>
                  <a:pt x="2384704" y="586841"/>
                </a:lnTo>
                <a:lnTo>
                  <a:pt x="2387333" y="586841"/>
                </a:lnTo>
                <a:lnTo>
                  <a:pt x="2388451" y="586371"/>
                </a:lnTo>
                <a:lnTo>
                  <a:pt x="2390317" y="584517"/>
                </a:lnTo>
                <a:lnTo>
                  <a:pt x="2390775" y="583387"/>
                </a:lnTo>
                <a:lnTo>
                  <a:pt x="2390775" y="580758"/>
                </a:lnTo>
                <a:close/>
              </a:path>
              <a:path w="10296525" h="3486150">
                <a:moveTo>
                  <a:pt x="2438400" y="2751671"/>
                </a:moveTo>
                <a:lnTo>
                  <a:pt x="2437942" y="2750540"/>
                </a:lnTo>
                <a:lnTo>
                  <a:pt x="2436076" y="2748686"/>
                </a:lnTo>
                <a:lnTo>
                  <a:pt x="2434958" y="2748216"/>
                </a:lnTo>
                <a:lnTo>
                  <a:pt x="2432329" y="2748216"/>
                </a:lnTo>
                <a:lnTo>
                  <a:pt x="2431211" y="2748686"/>
                </a:lnTo>
                <a:lnTo>
                  <a:pt x="2429345" y="2750540"/>
                </a:lnTo>
                <a:lnTo>
                  <a:pt x="2428875" y="2751671"/>
                </a:lnTo>
                <a:lnTo>
                  <a:pt x="2428875" y="2754299"/>
                </a:lnTo>
                <a:lnTo>
                  <a:pt x="2429345" y="2755417"/>
                </a:lnTo>
                <a:lnTo>
                  <a:pt x="2431211" y="2757284"/>
                </a:lnTo>
                <a:lnTo>
                  <a:pt x="2432329" y="2757741"/>
                </a:lnTo>
                <a:lnTo>
                  <a:pt x="2434958" y="2757741"/>
                </a:lnTo>
                <a:lnTo>
                  <a:pt x="2436076" y="2757284"/>
                </a:lnTo>
                <a:lnTo>
                  <a:pt x="2437942" y="2755417"/>
                </a:lnTo>
                <a:lnTo>
                  <a:pt x="2438400" y="2754299"/>
                </a:lnTo>
                <a:lnTo>
                  <a:pt x="2438400" y="2751671"/>
                </a:lnTo>
                <a:close/>
              </a:path>
              <a:path w="10296525" h="3486150">
                <a:moveTo>
                  <a:pt x="2438400" y="2028037"/>
                </a:moveTo>
                <a:lnTo>
                  <a:pt x="2437942" y="2026907"/>
                </a:lnTo>
                <a:lnTo>
                  <a:pt x="2436076" y="2025053"/>
                </a:lnTo>
                <a:lnTo>
                  <a:pt x="2434958" y="2024583"/>
                </a:lnTo>
                <a:lnTo>
                  <a:pt x="2432329" y="2024583"/>
                </a:lnTo>
                <a:lnTo>
                  <a:pt x="2431211" y="2025053"/>
                </a:lnTo>
                <a:lnTo>
                  <a:pt x="2429345" y="2026907"/>
                </a:lnTo>
                <a:lnTo>
                  <a:pt x="2428875" y="2028037"/>
                </a:lnTo>
                <a:lnTo>
                  <a:pt x="2428875" y="2030666"/>
                </a:lnTo>
                <a:lnTo>
                  <a:pt x="2429345" y="2031784"/>
                </a:lnTo>
                <a:lnTo>
                  <a:pt x="2431211" y="2033651"/>
                </a:lnTo>
                <a:lnTo>
                  <a:pt x="2432329" y="2034108"/>
                </a:lnTo>
                <a:lnTo>
                  <a:pt x="2434958" y="2034108"/>
                </a:lnTo>
                <a:lnTo>
                  <a:pt x="2436076" y="2033651"/>
                </a:lnTo>
                <a:lnTo>
                  <a:pt x="2437942" y="2031784"/>
                </a:lnTo>
                <a:lnTo>
                  <a:pt x="2438400" y="2030666"/>
                </a:lnTo>
                <a:lnTo>
                  <a:pt x="2438400" y="2028037"/>
                </a:lnTo>
                <a:close/>
              </a:path>
              <a:path w="10296525" h="3486150">
                <a:moveTo>
                  <a:pt x="2438400" y="1304391"/>
                </a:moveTo>
                <a:lnTo>
                  <a:pt x="2437942" y="1303274"/>
                </a:lnTo>
                <a:lnTo>
                  <a:pt x="2436076" y="1301419"/>
                </a:lnTo>
                <a:lnTo>
                  <a:pt x="2434958" y="1300949"/>
                </a:lnTo>
                <a:lnTo>
                  <a:pt x="2432329" y="1300949"/>
                </a:lnTo>
                <a:lnTo>
                  <a:pt x="2431211" y="1301419"/>
                </a:lnTo>
                <a:lnTo>
                  <a:pt x="2429345" y="1303274"/>
                </a:lnTo>
                <a:lnTo>
                  <a:pt x="2428875" y="1304391"/>
                </a:lnTo>
                <a:lnTo>
                  <a:pt x="2428875" y="1307033"/>
                </a:lnTo>
                <a:lnTo>
                  <a:pt x="2429345" y="1308150"/>
                </a:lnTo>
                <a:lnTo>
                  <a:pt x="2431211" y="1310005"/>
                </a:lnTo>
                <a:lnTo>
                  <a:pt x="2432329" y="1310474"/>
                </a:lnTo>
                <a:lnTo>
                  <a:pt x="2434958" y="1310474"/>
                </a:lnTo>
                <a:lnTo>
                  <a:pt x="2436076" y="1310005"/>
                </a:lnTo>
                <a:lnTo>
                  <a:pt x="2437942" y="1308150"/>
                </a:lnTo>
                <a:lnTo>
                  <a:pt x="2438400" y="1307033"/>
                </a:lnTo>
                <a:lnTo>
                  <a:pt x="2438400" y="1304391"/>
                </a:lnTo>
                <a:close/>
              </a:path>
              <a:path w="10296525" h="3486150">
                <a:moveTo>
                  <a:pt x="2438400" y="580758"/>
                </a:moveTo>
                <a:lnTo>
                  <a:pt x="2437942" y="579640"/>
                </a:lnTo>
                <a:lnTo>
                  <a:pt x="2436076" y="577773"/>
                </a:lnTo>
                <a:lnTo>
                  <a:pt x="2434958" y="577316"/>
                </a:lnTo>
                <a:lnTo>
                  <a:pt x="2432329" y="577316"/>
                </a:lnTo>
                <a:lnTo>
                  <a:pt x="2431211" y="577773"/>
                </a:lnTo>
                <a:lnTo>
                  <a:pt x="2429345" y="579640"/>
                </a:lnTo>
                <a:lnTo>
                  <a:pt x="2428875" y="580758"/>
                </a:lnTo>
                <a:lnTo>
                  <a:pt x="2428875" y="583387"/>
                </a:lnTo>
                <a:lnTo>
                  <a:pt x="2429345" y="584517"/>
                </a:lnTo>
                <a:lnTo>
                  <a:pt x="2431211" y="586371"/>
                </a:lnTo>
                <a:lnTo>
                  <a:pt x="2432329" y="586841"/>
                </a:lnTo>
                <a:lnTo>
                  <a:pt x="2434958" y="586841"/>
                </a:lnTo>
                <a:lnTo>
                  <a:pt x="2436076" y="586371"/>
                </a:lnTo>
                <a:lnTo>
                  <a:pt x="2437942" y="584517"/>
                </a:lnTo>
                <a:lnTo>
                  <a:pt x="2438400" y="583387"/>
                </a:lnTo>
                <a:lnTo>
                  <a:pt x="2438400" y="580758"/>
                </a:lnTo>
                <a:close/>
              </a:path>
              <a:path w="10296525" h="3486150">
                <a:moveTo>
                  <a:pt x="2486025" y="2751671"/>
                </a:moveTo>
                <a:lnTo>
                  <a:pt x="2485567" y="2750540"/>
                </a:lnTo>
                <a:lnTo>
                  <a:pt x="2483701" y="2748686"/>
                </a:lnTo>
                <a:lnTo>
                  <a:pt x="2482583" y="2748216"/>
                </a:lnTo>
                <a:lnTo>
                  <a:pt x="2479954" y="2748216"/>
                </a:lnTo>
                <a:lnTo>
                  <a:pt x="2478836" y="2748686"/>
                </a:lnTo>
                <a:lnTo>
                  <a:pt x="2476970" y="2750540"/>
                </a:lnTo>
                <a:lnTo>
                  <a:pt x="2476500" y="2751671"/>
                </a:lnTo>
                <a:lnTo>
                  <a:pt x="2476500" y="2754299"/>
                </a:lnTo>
                <a:lnTo>
                  <a:pt x="2476970" y="2755417"/>
                </a:lnTo>
                <a:lnTo>
                  <a:pt x="2478836" y="2757284"/>
                </a:lnTo>
                <a:lnTo>
                  <a:pt x="2479954" y="2757741"/>
                </a:lnTo>
                <a:lnTo>
                  <a:pt x="2482583" y="2757741"/>
                </a:lnTo>
                <a:lnTo>
                  <a:pt x="2483701" y="2757284"/>
                </a:lnTo>
                <a:lnTo>
                  <a:pt x="2485567" y="2755417"/>
                </a:lnTo>
                <a:lnTo>
                  <a:pt x="2486025" y="2754299"/>
                </a:lnTo>
                <a:lnTo>
                  <a:pt x="2486025" y="2751671"/>
                </a:lnTo>
                <a:close/>
              </a:path>
              <a:path w="10296525" h="3486150">
                <a:moveTo>
                  <a:pt x="2486025" y="2028037"/>
                </a:moveTo>
                <a:lnTo>
                  <a:pt x="2485567" y="2026907"/>
                </a:lnTo>
                <a:lnTo>
                  <a:pt x="2483701" y="2025053"/>
                </a:lnTo>
                <a:lnTo>
                  <a:pt x="2482583" y="2024583"/>
                </a:lnTo>
                <a:lnTo>
                  <a:pt x="2479954" y="2024583"/>
                </a:lnTo>
                <a:lnTo>
                  <a:pt x="2478836" y="2025053"/>
                </a:lnTo>
                <a:lnTo>
                  <a:pt x="2476970" y="2026907"/>
                </a:lnTo>
                <a:lnTo>
                  <a:pt x="2476500" y="2028037"/>
                </a:lnTo>
                <a:lnTo>
                  <a:pt x="2476500" y="2030666"/>
                </a:lnTo>
                <a:lnTo>
                  <a:pt x="2476970" y="2031784"/>
                </a:lnTo>
                <a:lnTo>
                  <a:pt x="2478836" y="2033651"/>
                </a:lnTo>
                <a:lnTo>
                  <a:pt x="2479954" y="2034108"/>
                </a:lnTo>
                <a:lnTo>
                  <a:pt x="2482583" y="2034108"/>
                </a:lnTo>
                <a:lnTo>
                  <a:pt x="2483701" y="2033651"/>
                </a:lnTo>
                <a:lnTo>
                  <a:pt x="2485567" y="2031784"/>
                </a:lnTo>
                <a:lnTo>
                  <a:pt x="2486025" y="2030666"/>
                </a:lnTo>
                <a:lnTo>
                  <a:pt x="2486025" y="2028037"/>
                </a:lnTo>
                <a:close/>
              </a:path>
              <a:path w="10296525" h="3486150">
                <a:moveTo>
                  <a:pt x="2486025" y="1304391"/>
                </a:moveTo>
                <a:lnTo>
                  <a:pt x="2485567" y="1303274"/>
                </a:lnTo>
                <a:lnTo>
                  <a:pt x="2483701" y="1301419"/>
                </a:lnTo>
                <a:lnTo>
                  <a:pt x="2482583" y="1300949"/>
                </a:lnTo>
                <a:lnTo>
                  <a:pt x="2479954" y="1300949"/>
                </a:lnTo>
                <a:lnTo>
                  <a:pt x="2478836" y="1301419"/>
                </a:lnTo>
                <a:lnTo>
                  <a:pt x="2476970" y="1303274"/>
                </a:lnTo>
                <a:lnTo>
                  <a:pt x="2476500" y="1304391"/>
                </a:lnTo>
                <a:lnTo>
                  <a:pt x="2476500" y="1307033"/>
                </a:lnTo>
                <a:lnTo>
                  <a:pt x="2476970" y="1308150"/>
                </a:lnTo>
                <a:lnTo>
                  <a:pt x="2478836" y="1310005"/>
                </a:lnTo>
                <a:lnTo>
                  <a:pt x="2479954" y="1310474"/>
                </a:lnTo>
                <a:lnTo>
                  <a:pt x="2482583" y="1310474"/>
                </a:lnTo>
                <a:lnTo>
                  <a:pt x="2483701" y="1310005"/>
                </a:lnTo>
                <a:lnTo>
                  <a:pt x="2485567" y="1308150"/>
                </a:lnTo>
                <a:lnTo>
                  <a:pt x="2486025" y="1307033"/>
                </a:lnTo>
                <a:lnTo>
                  <a:pt x="2486025" y="1304391"/>
                </a:lnTo>
                <a:close/>
              </a:path>
              <a:path w="10296525" h="3486150">
                <a:moveTo>
                  <a:pt x="2486025" y="580758"/>
                </a:moveTo>
                <a:lnTo>
                  <a:pt x="2485567" y="579640"/>
                </a:lnTo>
                <a:lnTo>
                  <a:pt x="2483701" y="577773"/>
                </a:lnTo>
                <a:lnTo>
                  <a:pt x="2482583" y="577316"/>
                </a:lnTo>
                <a:lnTo>
                  <a:pt x="2479954" y="577316"/>
                </a:lnTo>
                <a:lnTo>
                  <a:pt x="2478836" y="577773"/>
                </a:lnTo>
                <a:lnTo>
                  <a:pt x="2476970" y="579640"/>
                </a:lnTo>
                <a:lnTo>
                  <a:pt x="2476500" y="580758"/>
                </a:lnTo>
                <a:lnTo>
                  <a:pt x="2476500" y="583387"/>
                </a:lnTo>
                <a:lnTo>
                  <a:pt x="2476970" y="584517"/>
                </a:lnTo>
                <a:lnTo>
                  <a:pt x="2478836" y="586371"/>
                </a:lnTo>
                <a:lnTo>
                  <a:pt x="2479954" y="586841"/>
                </a:lnTo>
                <a:lnTo>
                  <a:pt x="2482583" y="586841"/>
                </a:lnTo>
                <a:lnTo>
                  <a:pt x="2483701" y="586371"/>
                </a:lnTo>
                <a:lnTo>
                  <a:pt x="2485567" y="584517"/>
                </a:lnTo>
                <a:lnTo>
                  <a:pt x="2486025" y="583387"/>
                </a:lnTo>
                <a:lnTo>
                  <a:pt x="2486025" y="580758"/>
                </a:lnTo>
                <a:close/>
              </a:path>
              <a:path w="10296525" h="3486150">
                <a:moveTo>
                  <a:pt x="2533650" y="2751671"/>
                </a:moveTo>
                <a:lnTo>
                  <a:pt x="2533192" y="2750540"/>
                </a:lnTo>
                <a:lnTo>
                  <a:pt x="2531326" y="2748686"/>
                </a:lnTo>
                <a:lnTo>
                  <a:pt x="2530208" y="2748216"/>
                </a:lnTo>
                <a:lnTo>
                  <a:pt x="2527579" y="2748216"/>
                </a:lnTo>
                <a:lnTo>
                  <a:pt x="2526461" y="2748686"/>
                </a:lnTo>
                <a:lnTo>
                  <a:pt x="2524595" y="2750540"/>
                </a:lnTo>
                <a:lnTo>
                  <a:pt x="2524125" y="2751671"/>
                </a:lnTo>
                <a:lnTo>
                  <a:pt x="2524125" y="2754299"/>
                </a:lnTo>
                <a:lnTo>
                  <a:pt x="2524595" y="2755417"/>
                </a:lnTo>
                <a:lnTo>
                  <a:pt x="2526461" y="2757284"/>
                </a:lnTo>
                <a:lnTo>
                  <a:pt x="2527579" y="2757741"/>
                </a:lnTo>
                <a:lnTo>
                  <a:pt x="2530208" y="2757741"/>
                </a:lnTo>
                <a:lnTo>
                  <a:pt x="2531326" y="2757284"/>
                </a:lnTo>
                <a:lnTo>
                  <a:pt x="2533192" y="2755417"/>
                </a:lnTo>
                <a:lnTo>
                  <a:pt x="2533650" y="2754299"/>
                </a:lnTo>
                <a:lnTo>
                  <a:pt x="2533650" y="2751671"/>
                </a:lnTo>
                <a:close/>
              </a:path>
              <a:path w="10296525" h="3486150">
                <a:moveTo>
                  <a:pt x="2533650" y="2028037"/>
                </a:moveTo>
                <a:lnTo>
                  <a:pt x="2533192" y="2026907"/>
                </a:lnTo>
                <a:lnTo>
                  <a:pt x="2531326" y="2025053"/>
                </a:lnTo>
                <a:lnTo>
                  <a:pt x="2530208" y="2024583"/>
                </a:lnTo>
                <a:lnTo>
                  <a:pt x="2527579" y="2024583"/>
                </a:lnTo>
                <a:lnTo>
                  <a:pt x="2526461" y="2025053"/>
                </a:lnTo>
                <a:lnTo>
                  <a:pt x="2524595" y="2026907"/>
                </a:lnTo>
                <a:lnTo>
                  <a:pt x="2524125" y="2028037"/>
                </a:lnTo>
                <a:lnTo>
                  <a:pt x="2524125" y="2030666"/>
                </a:lnTo>
                <a:lnTo>
                  <a:pt x="2524595" y="2031784"/>
                </a:lnTo>
                <a:lnTo>
                  <a:pt x="2526461" y="2033651"/>
                </a:lnTo>
                <a:lnTo>
                  <a:pt x="2527579" y="2034108"/>
                </a:lnTo>
                <a:lnTo>
                  <a:pt x="2530208" y="2034108"/>
                </a:lnTo>
                <a:lnTo>
                  <a:pt x="2531326" y="2033651"/>
                </a:lnTo>
                <a:lnTo>
                  <a:pt x="2533192" y="2031784"/>
                </a:lnTo>
                <a:lnTo>
                  <a:pt x="2533650" y="2030666"/>
                </a:lnTo>
                <a:lnTo>
                  <a:pt x="2533650" y="2028037"/>
                </a:lnTo>
                <a:close/>
              </a:path>
              <a:path w="10296525" h="3486150">
                <a:moveTo>
                  <a:pt x="2533650" y="1304391"/>
                </a:moveTo>
                <a:lnTo>
                  <a:pt x="2533192" y="1303274"/>
                </a:lnTo>
                <a:lnTo>
                  <a:pt x="2531326" y="1301419"/>
                </a:lnTo>
                <a:lnTo>
                  <a:pt x="2530208" y="1300949"/>
                </a:lnTo>
                <a:lnTo>
                  <a:pt x="2527579" y="1300949"/>
                </a:lnTo>
                <a:lnTo>
                  <a:pt x="2526461" y="1301419"/>
                </a:lnTo>
                <a:lnTo>
                  <a:pt x="2524595" y="1303274"/>
                </a:lnTo>
                <a:lnTo>
                  <a:pt x="2524125" y="1304391"/>
                </a:lnTo>
                <a:lnTo>
                  <a:pt x="2524125" y="1307033"/>
                </a:lnTo>
                <a:lnTo>
                  <a:pt x="2524595" y="1308150"/>
                </a:lnTo>
                <a:lnTo>
                  <a:pt x="2526461" y="1310005"/>
                </a:lnTo>
                <a:lnTo>
                  <a:pt x="2527579" y="1310474"/>
                </a:lnTo>
                <a:lnTo>
                  <a:pt x="2530208" y="1310474"/>
                </a:lnTo>
                <a:lnTo>
                  <a:pt x="2531326" y="1310005"/>
                </a:lnTo>
                <a:lnTo>
                  <a:pt x="2533192" y="1308150"/>
                </a:lnTo>
                <a:lnTo>
                  <a:pt x="2533650" y="1307033"/>
                </a:lnTo>
                <a:lnTo>
                  <a:pt x="2533650" y="1304391"/>
                </a:lnTo>
                <a:close/>
              </a:path>
              <a:path w="10296525" h="3486150">
                <a:moveTo>
                  <a:pt x="2533650" y="580758"/>
                </a:moveTo>
                <a:lnTo>
                  <a:pt x="2533192" y="579640"/>
                </a:lnTo>
                <a:lnTo>
                  <a:pt x="2531326" y="577773"/>
                </a:lnTo>
                <a:lnTo>
                  <a:pt x="2530208" y="577316"/>
                </a:lnTo>
                <a:lnTo>
                  <a:pt x="2527579" y="577316"/>
                </a:lnTo>
                <a:lnTo>
                  <a:pt x="2526461" y="577773"/>
                </a:lnTo>
                <a:lnTo>
                  <a:pt x="2524595" y="579640"/>
                </a:lnTo>
                <a:lnTo>
                  <a:pt x="2524125" y="580758"/>
                </a:lnTo>
                <a:lnTo>
                  <a:pt x="2524125" y="583387"/>
                </a:lnTo>
                <a:lnTo>
                  <a:pt x="2524595" y="584517"/>
                </a:lnTo>
                <a:lnTo>
                  <a:pt x="2526461" y="586371"/>
                </a:lnTo>
                <a:lnTo>
                  <a:pt x="2527579" y="586841"/>
                </a:lnTo>
                <a:lnTo>
                  <a:pt x="2530208" y="586841"/>
                </a:lnTo>
                <a:lnTo>
                  <a:pt x="2531326" y="586371"/>
                </a:lnTo>
                <a:lnTo>
                  <a:pt x="2533192" y="584517"/>
                </a:lnTo>
                <a:lnTo>
                  <a:pt x="2533650" y="583387"/>
                </a:lnTo>
                <a:lnTo>
                  <a:pt x="2533650" y="580758"/>
                </a:lnTo>
                <a:close/>
              </a:path>
              <a:path w="10296525" h="3486150">
                <a:moveTo>
                  <a:pt x="2581275" y="2751671"/>
                </a:moveTo>
                <a:lnTo>
                  <a:pt x="2580817" y="2750540"/>
                </a:lnTo>
                <a:lnTo>
                  <a:pt x="2578951" y="2748686"/>
                </a:lnTo>
                <a:lnTo>
                  <a:pt x="2577833" y="2748216"/>
                </a:lnTo>
                <a:lnTo>
                  <a:pt x="2575204" y="2748216"/>
                </a:lnTo>
                <a:lnTo>
                  <a:pt x="2574086" y="2748686"/>
                </a:lnTo>
                <a:lnTo>
                  <a:pt x="2572220" y="2750540"/>
                </a:lnTo>
                <a:lnTo>
                  <a:pt x="2571750" y="2751671"/>
                </a:lnTo>
                <a:lnTo>
                  <a:pt x="2571750" y="2754299"/>
                </a:lnTo>
                <a:lnTo>
                  <a:pt x="2572220" y="2755417"/>
                </a:lnTo>
                <a:lnTo>
                  <a:pt x="2574086" y="2757284"/>
                </a:lnTo>
                <a:lnTo>
                  <a:pt x="2575204" y="2757741"/>
                </a:lnTo>
                <a:lnTo>
                  <a:pt x="2577833" y="2757741"/>
                </a:lnTo>
                <a:lnTo>
                  <a:pt x="2578951" y="2757284"/>
                </a:lnTo>
                <a:lnTo>
                  <a:pt x="2580817" y="2755417"/>
                </a:lnTo>
                <a:lnTo>
                  <a:pt x="2581275" y="2754299"/>
                </a:lnTo>
                <a:lnTo>
                  <a:pt x="2581275" y="2751671"/>
                </a:lnTo>
                <a:close/>
              </a:path>
              <a:path w="10296525" h="3486150">
                <a:moveTo>
                  <a:pt x="2581275" y="2028037"/>
                </a:moveTo>
                <a:lnTo>
                  <a:pt x="2580817" y="2026907"/>
                </a:lnTo>
                <a:lnTo>
                  <a:pt x="2578951" y="2025053"/>
                </a:lnTo>
                <a:lnTo>
                  <a:pt x="2577833" y="2024583"/>
                </a:lnTo>
                <a:lnTo>
                  <a:pt x="2575204" y="2024583"/>
                </a:lnTo>
                <a:lnTo>
                  <a:pt x="2574086" y="2025053"/>
                </a:lnTo>
                <a:lnTo>
                  <a:pt x="2572220" y="2026907"/>
                </a:lnTo>
                <a:lnTo>
                  <a:pt x="2571750" y="2028037"/>
                </a:lnTo>
                <a:lnTo>
                  <a:pt x="2571750" y="2030666"/>
                </a:lnTo>
                <a:lnTo>
                  <a:pt x="2572220" y="2031784"/>
                </a:lnTo>
                <a:lnTo>
                  <a:pt x="2574086" y="2033651"/>
                </a:lnTo>
                <a:lnTo>
                  <a:pt x="2575204" y="2034108"/>
                </a:lnTo>
                <a:lnTo>
                  <a:pt x="2577833" y="2034108"/>
                </a:lnTo>
                <a:lnTo>
                  <a:pt x="2578951" y="2033651"/>
                </a:lnTo>
                <a:lnTo>
                  <a:pt x="2580817" y="2031784"/>
                </a:lnTo>
                <a:lnTo>
                  <a:pt x="2581275" y="2030666"/>
                </a:lnTo>
                <a:lnTo>
                  <a:pt x="2581275" y="2028037"/>
                </a:lnTo>
                <a:close/>
              </a:path>
              <a:path w="10296525" h="3486150">
                <a:moveTo>
                  <a:pt x="2581275" y="1304391"/>
                </a:moveTo>
                <a:lnTo>
                  <a:pt x="2580817" y="1303274"/>
                </a:lnTo>
                <a:lnTo>
                  <a:pt x="2578951" y="1301419"/>
                </a:lnTo>
                <a:lnTo>
                  <a:pt x="2577833" y="1300949"/>
                </a:lnTo>
                <a:lnTo>
                  <a:pt x="2575204" y="1300949"/>
                </a:lnTo>
                <a:lnTo>
                  <a:pt x="2574086" y="1301419"/>
                </a:lnTo>
                <a:lnTo>
                  <a:pt x="2572220" y="1303274"/>
                </a:lnTo>
                <a:lnTo>
                  <a:pt x="2571750" y="1304391"/>
                </a:lnTo>
                <a:lnTo>
                  <a:pt x="2571750" y="1307033"/>
                </a:lnTo>
                <a:lnTo>
                  <a:pt x="2572220" y="1308150"/>
                </a:lnTo>
                <a:lnTo>
                  <a:pt x="2574086" y="1310005"/>
                </a:lnTo>
                <a:lnTo>
                  <a:pt x="2575204" y="1310474"/>
                </a:lnTo>
                <a:lnTo>
                  <a:pt x="2577833" y="1310474"/>
                </a:lnTo>
                <a:lnTo>
                  <a:pt x="2578951" y="1310005"/>
                </a:lnTo>
                <a:lnTo>
                  <a:pt x="2580817" y="1308150"/>
                </a:lnTo>
                <a:lnTo>
                  <a:pt x="2581275" y="1307033"/>
                </a:lnTo>
                <a:lnTo>
                  <a:pt x="2581275" y="1304391"/>
                </a:lnTo>
                <a:close/>
              </a:path>
              <a:path w="10296525" h="3486150">
                <a:moveTo>
                  <a:pt x="2581275" y="580758"/>
                </a:moveTo>
                <a:lnTo>
                  <a:pt x="2580817" y="579640"/>
                </a:lnTo>
                <a:lnTo>
                  <a:pt x="2578951" y="577773"/>
                </a:lnTo>
                <a:lnTo>
                  <a:pt x="2577833" y="577316"/>
                </a:lnTo>
                <a:lnTo>
                  <a:pt x="2575204" y="577316"/>
                </a:lnTo>
                <a:lnTo>
                  <a:pt x="2574086" y="577773"/>
                </a:lnTo>
                <a:lnTo>
                  <a:pt x="2572220" y="579640"/>
                </a:lnTo>
                <a:lnTo>
                  <a:pt x="2571750" y="580758"/>
                </a:lnTo>
                <a:lnTo>
                  <a:pt x="2571750" y="583387"/>
                </a:lnTo>
                <a:lnTo>
                  <a:pt x="2572220" y="584517"/>
                </a:lnTo>
                <a:lnTo>
                  <a:pt x="2574086" y="586371"/>
                </a:lnTo>
                <a:lnTo>
                  <a:pt x="2575204" y="586841"/>
                </a:lnTo>
                <a:lnTo>
                  <a:pt x="2577833" y="586841"/>
                </a:lnTo>
                <a:lnTo>
                  <a:pt x="2578951" y="586371"/>
                </a:lnTo>
                <a:lnTo>
                  <a:pt x="2580817" y="584517"/>
                </a:lnTo>
                <a:lnTo>
                  <a:pt x="2581275" y="583387"/>
                </a:lnTo>
                <a:lnTo>
                  <a:pt x="2581275" y="580758"/>
                </a:lnTo>
                <a:close/>
              </a:path>
              <a:path w="10296525" h="3486150">
                <a:moveTo>
                  <a:pt x="2628900" y="2751671"/>
                </a:moveTo>
                <a:lnTo>
                  <a:pt x="2628442" y="2750540"/>
                </a:lnTo>
                <a:lnTo>
                  <a:pt x="2626576" y="2748686"/>
                </a:lnTo>
                <a:lnTo>
                  <a:pt x="2625458" y="2748216"/>
                </a:lnTo>
                <a:lnTo>
                  <a:pt x="2622829" y="2748216"/>
                </a:lnTo>
                <a:lnTo>
                  <a:pt x="2621711" y="2748686"/>
                </a:lnTo>
                <a:lnTo>
                  <a:pt x="2619845" y="2750540"/>
                </a:lnTo>
                <a:lnTo>
                  <a:pt x="2619375" y="2751671"/>
                </a:lnTo>
                <a:lnTo>
                  <a:pt x="2619375" y="2754299"/>
                </a:lnTo>
                <a:lnTo>
                  <a:pt x="2619845" y="2755417"/>
                </a:lnTo>
                <a:lnTo>
                  <a:pt x="2621711" y="2757284"/>
                </a:lnTo>
                <a:lnTo>
                  <a:pt x="2622829" y="2757741"/>
                </a:lnTo>
                <a:lnTo>
                  <a:pt x="2625458" y="2757741"/>
                </a:lnTo>
                <a:lnTo>
                  <a:pt x="2626576" y="2757284"/>
                </a:lnTo>
                <a:lnTo>
                  <a:pt x="2628442" y="2755417"/>
                </a:lnTo>
                <a:lnTo>
                  <a:pt x="2628900" y="2754299"/>
                </a:lnTo>
                <a:lnTo>
                  <a:pt x="2628900" y="2751671"/>
                </a:lnTo>
                <a:close/>
              </a:path>
              <a:path w="10296525" h="3486150">
                <a:moveTo>
                  <a:pt x="2628900" y="2028037"/>
                </a:moveTo>
                <a:lnTo>
                  <a:pt x="2628442" y="2026907"/>
                </a:lnTo>
                <a:lnTo>
                  <a:pt x="2626576" y="2025053"/>
                </a:lnTo>
                <a:lnTo>
                  <a:pt x="2625458" y="2024583"/>
                </a:lnTo>
                <a:lnTo>
                  <a:pt x="2622829" y="2024583"/>
                </a:lnTo>
                <a:lnTo>
                  <a:pt x="2621711" y="2025053"/>
                </a:lnTo>
                <a:lnTo>
                  <a:pt x="2619845" y="2026907"/>
                </a:lnTo>
                <a:lnTo>
                  <a:pt x="2619375" y="2028037"/>
                </a:lnTo>
                <a:lnTo>
                  <a:pt x="2619375" y="2030666"/>
                </a:lnTo>
                <a:lnTo>
                  <a:pt x="2619845" y="2031784"/>
                </a:lnTo>
                <a:lnTo>
                  <a:pt x="2621711" y="2033651"/>
                </a:lnTo>
                <a:lnTo>
                  <a:pt x="2622829" y="2034108"/>
                </a:lnTo>
                <a:lnTo>
                  <a:pt x="2625458" y="2034108"/>
                </a:lnTo>
                <a:lnTo>
                  <a:pt x="2626576" y="2033651"/>
                </a:lnTo>
                <a:lnTo>
                  <a:pt x="2628442" y="2031784"/>
                </a:lnTo>
                <a:lnTo>
                  <a:pt x="2628900" y="2030666"/>
                </a:lnTo>
                <a:lnTo>
                  <a:pt x="2628900" y="2028037"/>
                </a:lnTo>
                <a:close/>
              </a:path>
              <a:path w="10296525" h="3486150">
                <a:moveTo>
                  <a:pt x="2628900" y="1304391"/>
                </a:moveTo>
                <a:lnTo>
                  <a:pt x="2628442" y="1303274"/>
                </a:lnTo>
                <a:lnTo>
                  <a:pt x="2626576" y="1301419"/>
                </a:lnTo>
                <a:lnTo>
                  <a:pt x="2625458" y="1300949"/>
                </a:lnTo>
                <a:lnTo>
                  <a:pt x="2622829" y="1300949"/>
                </a:lnTo>
                <a:lnTo>
                  <a:pt x="2621711" y="1301419"/>
                </a:lnTo>
                <a:lnTo>
                  <a:pt x="2619845" y="1303274"/>
                </a:lnTo>
                <a:lnTo>
                  <a:pt x="2619375" y="1304391"/>
                </a:lnTo>
                <a:lnTo>
                  <a:pt x="2619375" y="1307033"/>
                </a:lnTo>
                <a:lnTo>
                  <a:pt x="2619845" y="1308150"/>
                </a:lnTo>
                <a:lnTo>
                  <a:pt x="2621711" y="1310005"/>
                </a:lnTo>
                <a:lnTo>
                  <a:pt x="2622829" y="1310474"/>
                </a:lnTo>
                <a:lnTo>
                  <a:pt x="2625458" y="1310474"/>
                </a:lnTo>
                <a:lnTo>
                  <a:pt x="2626576" y="1310005"/>
                </a:lnTo>
                <a:lnTo>
                  <a:pt x="2628442" y="1308150"/>
                </a:lnTo>
                <a:lnTo>
                  <a:pt x="2628900" y="1307033"/>
                </a:lnTo>
                <a:lnTo>
                  <a:pt x="2628900" y="1304391"/>
                </a:lnTo>
                <a:close/>
              </a:path>
              <a:path w="10296525" h="3486150">
                <a:moveTo>
                  <a:pt x="2628900" y="580758"/>
                </a:moveTo>
                <a:lnTo>
                  <a:pt x="2628442" y="579640"/>
                </a:lnTo>
                <a:lnTo>
                  <a:pt x="2626576" y="577773"/>
                </a:lnTo>
                <a:lnTo>
                  <a:pt x="2625458" y="577316"/>
                </a:lnTo>
                <a:lnTo>
                  <a:pt x="2622829" y="577316"/>
                </a:lnTo>
                <a:lnTo>
                  <a:pt x="2621711" y="577773"/>
                </a:lnTo>
                <a:lnTo>
                  <a:pt x="2619845" y="579640"/>
                </a:lnTo>
                <a:lnTo>
                  <a:pt x="2619375" y="580758"/>
                </a:lnTo>
                <a:lnTo>
                  <a:pt x="2619375" y="583387"/>
                </a:lnTo>
                <a:lnTo>
                  <a:pt x="2619845" y="584517"/>
                </a:lnTo>
                <a:lnTo>
                  <a:pt x="2621711" y="586371"/>
                </a:lnTo>
                <a:lnTo>
                  <a:pt x="2622829" y="586841"/>
                </a:lnTo>
                <a:lnTo>
                  <a:pt x="2625458" y="586841"/>
                </a:lnTo>
                <a:lnTo>
                  <a:pt x="2626576" y="586371"/>
                </a:lnTo>
                <a:lnTo>
                  <a:pt x="2628442" y="584517"/>
                </a:lnTo>
                <a:lnTo>
                  <a:pt x="2628900" y="583387"/>
                </a:lnTo>
                <a:lnTo>
                  <a:pt x="2628900" y="580758"/>
                </a:lnTo>
                <a:close/>
              </a:path>
              <a:path w="10296525" h="3486150">
                <a:moveTo>
                  <a:pt x="2676525" y="2751671"/>
                </a:moveTo>
                <a:lnTo>
                  <a:pt x="2676067" y="2750540"/>
                </a:lnTo>
                <a:lnTo>
                  <a:pt x="2674201" y="2748686"/>
                </a:lnTo>
                <a:lnTo>
                  <a:pt x="2673083" y="2748216"/>
                </a:lnTo>
                <a:lnTo>
                  <a:pt x="2670454" y="2748216"/>
                </a:lnTo>
                <a:lnTo>
                  <a:pt x="2669336" y="2748686"/>
                </a:lnTo>
                <a:lnTo>
                  <a:pt x="2667470" y="2750540"/>
                </a:lnTo>
                <a:lnTo>
                  <a:pt x="2667000" y="2751671"/>
                </a:lnTo>
                <a:lnTo>
                  <a:pt x="2667000" y="2754299"/>
                </a:lnTo>
                <a:lnTo>
                  <a:pt x="2667470" y="2755417"/>
                </a:lnTo>
                <a:lnTo>
                  <a:pt x="2669336" y="2757284"/>
                </a:lnTo>
                <a:lnTo>
                  <a:pt x="2670454" y="2757741"/>
                </a:lnTo>
                <a:lnTo>
                  <a:pt x="2673083" y="2757741"/>
                </a:lnTo>
                <a:lnTo>
                  <a:pt x="2674201" y="2757284"/>
                </a:lnTo>
                <a:lnTo>
                  <a:pt x="2676067" y="2755417"/>
                </a:lnTo>
                <a:lnTo>
                  <a:pt x="2676525" y="2754299"/>
                </a:lnTo>
                <a:lnTo>
                  <a:pt x="2676525" y="2751671"/>
                </a:lnTo>
                <a:close/>
              </a:path>
              <a:path w="10296525" h="3486150">
                <a:moveTo>
                  <a:pt x="2676525" y="2028037"/>
                </a:moveTo>
                <a:lnTo>
                  <a:pt x="2676067" y="2026907"/>
                </a:lnTo>
                <a:lnTo>
                  <a:pt x="2674201" y="2025053"/>
                </a:lnTo>
                <a:lnTo>
                  <a:pt x="2673083" y="2024583"/>
                </a:lnTo>
                <a:lnTo>
                  <a:pt x="2670454" y="2024583"/>
                </a:lnTo>
                <a:lnTo>
                  <a:pt x="2669336" y="2025053"/>
                </a:lnTo>
                <a:lnTo>
                  <a:pt x="2667470" y="2026907"/>
                </a:lnTo>
                <a:lnTo>
                  <a:pt x="2667000" y="2028037"/>
                </a:lnTo>
                <a:lnTo>
                  <a:pt x="2667000" y="2030666"/>
                </a:lnTo>
                <a:lnTo>
                  <a:pt x="2667470" y="2031784"/>
                </a:lnTo>
                <a:lnTo>
                  <a:pt x="2669336" y="2033651"/>
                </a:lnTo>
                <a:lnTo>
                  <a:pt x="2670454" y="2034108"/>
                </a:lnTo>
                <a:lnTo>
                  <a:pt x="2673083" y="2034108"/>
                </a:lnTo>
                <a:lnTo>
                  <a:pt x="2674201" y="2033651"/>
                </a:lnTo>
                <a:lnTo>
                  <a:pt x="2676067" y="2031784"/>
                </a:lnTo>
                <a:lnTo>
                  <a:pt x="2676525" y="2030666"/>
                </a:lnTo>
                <a:lnTo>
                  <a:pt x="2676525" y="2028037"/>
                </a:lnTo>
                <a:close/>
              </a:path>
              <a:path w="10296525" h="3486150">
                <a:moveTo>
                  <a:pt x="2676525" y="1304391"/>
                </a:moveTo>
                <a:lnTo>
                  <a:pt x="2676067" y="1303274"/>
                </a:lnTo>
                <a:lnTo>
                  <a:pt x="2674201" y="1301419"/>
                </a:lnTo>
                <a:lnTo>
                  <a:pt x="2673083" y="1300949"/>
                </a:lnTo>
                <a:lnTo>
                  <a:pt x="2670454" y="1300949"/>
                </a:lnTo>
                <a:lnTo>
                  <a:pt x="2669336" y="1301419"/>
                </a:lnTo>
                <a:lnTo>
                  <a:pt x="2667470" y="1303274"/>
                </a:lnTo>
                <a:lnTo>
                  <a:pt x="2667000" y="1304391"/>
                </a:lnTo>
                <a:lnTo>
                  <a:pt x="2667000" y="1307033"/>
                </a:lnTo>
                <a:lnTo>
                  <a:pt x="2667470" y="1308150"/>
                </a:lnTo>
                <a:lnTo>
                  <a:pt x="2669336" y="1310005"/>
                </a:lnTo>
                <a:lnTo>
                  <a:pt x="2670454" y="1310474"/>
                </a:lnTo>
                <a:lnTo>
                  <a:pt x="2673083" y="1310474"/>
                </a:lnTo>
                <a:lnTo>
                  <a:pt x="2674201" y="1310005"/>
                </a:lnTo>
                <a:lnTo>
                  <a:pt x="2676067" y="1308150"/>
                </a:lnTo>
                <a:lnTo>
                  <a:pt x="2676525" y="1307033"/>
                </a:lnTo>
                <a:lnTo>
                  <a:pt x="2676525" y="1304391"/>
                </a:lnTo>
                <a:close/>
              </a:path>
              <a:path w="10296525" h="3486150">
                <a:moveTo>
                  <a:pt x="2676525" y="580758"/>
                </a:moveTo>
                <a:lnTo>
                  <a:pt x="2676067" y="579640"/>
                </a:lnTo>
                <a:lnTo>
                  <a:pt x="2674201" y="577773"/>
                </a:lnTo>
                <a:lnTo>
                  <a:pt x="2673083" y="577316"/>
                </a:lnTo>
                <a:lnTo>
                  <a:pt x="2670454" y="577316"/>
                </a:lnTo>
                <a:lnTo>
                  <a:pt x="2669336" y="577773"/>
                </a:lnTo>
                <a:lnTo>
                  <a:pt x="2667470" y="579640"/>
                </a:lnTo>
                <a:lnTo>
                  <a:pt x="2667000" y="580758"/>
                </a:lnTo>
                <a:lnTo>
                  <a:pt x="2667000" y="583387"/>
                </a:lnTo>
                <a:lnTo>
                  <a:pt x="2667470" y="584517"/>
                </a:lnTo>
                <a:lnTo>
                  <a:pt x="2669336" y="586371"/>
                </a:lnTo>
                <a:lnTo>
                  <a:pt x="2670454" y="586841"/>
                </a:lnTo>
                <a:lnTo>
                  <a:pt x="2673083" y="586841"/>
                </a:lnTo>
                <a:lnTo>
                  <a:pt x="2674201" y="586371"/>
                </a:lnTo>
                <a:lnTo>
                  <a:pt x="2676067" y="584517"/>
                </a:lnTo>
                <a:lnTo>
                  <a:pt x="2676525" y="583387"/>
                </a:lnTo>
                <a:lnTo>
                  <a:pt x="2676525" y="580758"/>
                </a:lnTo>
                <a:close/>
              </a:path>
              <a:path w="10296525" h="3486150">
                <a:moveTo>
                  <a:pt x="2724150" y="2751671"/>
                </a:moveTo>
                <a:lnTo>
                  <a:pt x="2723692" y="2750540"/>
                </a:lnTo>
                <a:lnTo>
                  <a:pt x="2721826" y="2748686"/>
                </a:lnTo>
                <a:lnTo>
                  <a:pt x="2720708" y="2748216"/>
                </a:lnTo>
                <a:lnTo>
                  <a:pt x="2718079" y="2748216"/>
                </a:lnTo>
                <a:lnTo>
                  <a:pt x="2716961" y="2748686"/>
                </a:lnTo>
                <a:lnTo>
                  <a:pt x="2715095" y="2750540"/>
                </a:lnTo>
                <a:lnTo>
                  <a:pt x="2714625" y="2751671"/>
                </a:lnTo>
                <a:lnTo>
                  <a:pt x="2714625" y="2754299"/>
                </a:lnTo>
                <a:lnTo>
                  <a:pt x="2715095" y="2755417"/>
                </a:lnTo>
                <a:lnTo>
                  <a:pt x="2716961" y="2757284"/>
                </a:lnTo>
                <a:lnTo>
                  <a:pt x="2718079" y="2757741"/>
                </a:lnTo>
                <a:lnTo>
                  <a:pt x="2720708" y="2757741"/>
                </a:lnTo>
                <a:lnTo>
                  <a:pt x="2721826" y="2757284"/>
                </a:lnTo>
                <a:lnTo>
                  <a:pt x="2723692" y="2755417"/>
                </a:lnTo>
                <a:lnTo>
                  <a:pt x="2724150" y="2754299"/>
                </a:lnTo>
                <a:lnTo>
                  <a:pt x="2724150" y="2751671"/>
                </a:lnTo>
                <a:close/>
              </a:path>
              <a:path w="10296525" h="3486150">
                <a:moveTo>
                  <a:pt x="2724150" y="2028037"/>
                </a:moveTo>
                <a:lnTo>
                  <a:pt x="2723692" y="2026907"/>
                </a:lnTo>
                <a:lnTo>
                  <a:pt x="2721826" y="2025053"/>
                </a:lnTo>
                <a:lnTo>
                  <a:pt x="2720708" y="2024583"/>
                </a:lnTo>
                <a:lnTo>
                  <a:pt x="2718079" y="2024583"/>
                </a:lnTo>
                <a:lnTo>
                  <a:pt x="2716961" y="2025053"/>
                </a:lnTo>
                <a:lnTo>
                  <a:pt x="2715095" y="2026907"/>
                </a:lnTo>
                <a:lnTo>
                  <a:pt x="2714625" y="2028037"/>
                </a:lnTo>
                <a:lnTo>
                  <a:pt x="2714625" y="2030666"/>
                </a:lnTo>
                <a:lnTo>
                  <a:pt x="2715095" y="2031784"/>
                </a:lnTo>
                <a:lnTo>
                  <a:pt x="2716961" y="2033651"/>
                </a:lnTo>
                <a:lnTo>
                  <a:pt x="2718079" y="2034108"/>
                </a:lnTo>
                <a:lnTo>
                  <a:pt x="2720708" y="2034108"/>
                </a:lnTo>
                <a:lnTo>
                  <a:pt x="2721826" y="2033651"/>
                </a:lnTo>
                <a:lnTo>
                  <a:pt x="2723692" y="2031784"/>
                </a:lnTo>
                <a:lnTo>
                  <a:pt x="2724150" y="2030666"/>
                </a:lnTo>
                <a:lnTo>
                  <a:pt x="2724150" y="2028037"/>
                </a:lnTo>
                <a:close/>
              </a:path>
              <a:path w="10296525" h="3486150">
                <a:moveTo>
                  <a:pt x="2724150" y="1304391"/>
                </a:moveTo>
                <a:lnTo>
                  <a:pt x="2723692" y="1303274"/>
                </a:lnTo>
                <a:lnTo>
                  <a:pt x="2721826" y="1301419"/>
                </a:lnTo>
                <a:lnTo>
                  <a:pt x="2720708" y="1300949"/>
                </a:lnTo>
                <a:lnTo>
                  <a:pt x="2718079" y="1300949"/>
                </a:lnTo>
                <a:lnTo>
                  <a:pt x="2716961" y="1301419"/>
                </a:lnTo>
                <a:lnTo>
                  <a:pt x="2715095" y="1303274"/>
                </a:lnTo>
                <a:lnTo>
                  <a:pt x="2714625" y="1304391"/>
                </a:lnTo>
                <a:lnTo>
                  <a:pt x="2714625" y="1307033"/>
                </a:lnTo>
                <a:lnTo>
                  <a:pt x="2715095" y="1308150"/>
                </a:lnTo>
                <a:lnTo>
                  <a:pt x="2716961" y="1310005"/>
                </a:lnTo>
                <a:lnTo>
                  <a:pt x="2718079" y="1310474"/>
                </a:lnTo>
                <a:lnTo>
                  <a:pt x="2720708" y="1310474"/>
                </a:lnTo>
                <a:lnTo>
                  <a:pt x="2721826" y="1310005"/>
                </a:lnTo>
                <a:lnTo>
                  <a:pt x="2723692" y="1308150"/>
                </a:lnTo>
                <a:lnTo>
                  <a:pt x="2724150" y="1307033"/>
                </a:lnTo>
                <a:lnTo>
                  <a:pt x="2724150" y="1304391"/>
                </a:lnTo>
                <a:close/>
              </a:path>
              <a:path w="10296525" h="3486150">
                <a:moveTo>
                  <a:pt x="2724150" y="580758"/>
                </a:moveTo>
                <a:lnTo>
                  <a:pt x="2723692" y="579640"/>
                </a:lnTo>
                <a:lnTo>
                  <a:pt x="2721826" y="577773"/>
                </a:lnTo>
                <a:lnTo>
                  <a:pt x="2720708" y="577316"/>
                </a:lnTo>
                <a:lnTo>
                  <a:pt x="2718079" y="577316"/>
                </a:lnTo>
                <a:lnTo>
                  <a:pt x="2716961" y="577773"/>
                </a:lnTo>
                <a:lnTo>
                  <a:pt x="2715095" y="579640"/>
                </a:lnTo>
                <a:lnTo>
                  <a:pt x="2714625" y="580758"/>
                </a:lnTo>
                <a:lnTo>
                  <a:pt x="2714625" y="583387"/>
                </a:lnTo>
                <a:lnTo>
                  <a:pt x="2715095" y="584517"/>
                </a:lnTo>
                <a:lnTo>
                  <a:pt x="2716961" y="586371"/>
                </a:lnTo>
                <a:lnTo>
                  <a:pt x="2718079" y="586841"/>
                </a:lnTo>
                <a:lnTo>
                  <a:pt x="2720708" y="586841"/>
                </a:lnTo>
                <a:lnTo>
                  <a:pt x="2721826" y="586371"/>
                </a:lnTo>
                <a:lnTo>
                  <a:pt x="2723692" y="584517"/>
                </a:lnTo>
                <a:lnTo>
                  <a:pt x="2724150" y="583387"/>
                </a:lnTo>
                <a:lnTo>
                  <a:pt x="2724150" y="580758"/>
                </a:lnTo>
                <a:close/>
              </a:path>
              <a:path w="10296525" h="3486150">
                <a:moveTo>
                  <a:pt x="2771775" y="2751671"/>
                </a:moveTo>
                <a:lnTo>
                  <a:pt x="2771317" y="2750540"/>
                </a:lnTo>
                <a:lnTo>
                  <a:pt x="2769451" y="2748686"/>
                </a:lnTo>
                <a:lnTo>
                  <a:pt x="2768333" y="2748216"/>
                </a:lnTo>
                <a:lnTo>
                  <a:pt x="2765704" y="2748216"/>
                </a:lnTo>
                <a:lnTo>
                  <a:pt x="2764586" y="2748686"/>
                </a:lnTo>
                <a:lnTo>
                  <a:pt x="2762720" y="2750540"/>
                </a:lnTo>
                <a:lnTo>
                  <a:pt x="2762250" y="2751671"/>
                </a:lnTo>
                <a:lnTo>
                  <a:pt x="2762250" y="2754299"/>
                </a:lnTo>
                <a:lnTo>
                  <a:pt x="2762720" y="2755417"/>
                </a:lnTo>
                <a:lnTo>
                  <a:pt x="2764586" y="2757284"/>
                </a:lnTo>
                <a:lnTo>
                  <a:pt x="2765704" y="2757741"/>
                </a:lnTo>
                <a:lnTo>
                  <a:pt x="2768333" y="2757741"/>
                </a:lnTo>
                <a:lnTo>
                  <a:pt x="2769451" y="2757284"/>
                </a:lnTo>
                <a:lnTo>
                  <a:pt x="2771317" y="2755417"/>
                </a:lnTo>
                <a:lnTo>
                  <a:pt x="2771775" y="2754299"/>
                </a:lnTo>
                <a:lnTo>
                  <a:pt x="2771775" y="2751671"/>
                </a:lnTo>
                <a:close/>
              </a:path>
              <a:path w="10296525" h="3486150">
                <a:moveTo>
                  <a:pt x="2771775" y="2028037"/>
                </a:moveTo>
                <a:lnTo>
                  <a:pt x="2771317" y="2026907"/>
                </a:lnTo>
                <a:lnTo>
                  <a:pt x="2769451" y="2025053"/>
                </a:lnTo>
                <a:lnTo>
                  <a:pt x="2768333" y="2024583"/>
                </a:lnTo>
                <a:lnTo>
                  <a:pt x="2765704" y="2024583"/>
                </a:lnTo>
                <a:lnTo>
                  <a:pt x="2764586" y="2025053"/>
                </a:lnTo>
                <a:lnTo>
                  <a:pt x="2762720" y="2026907"/>
                </a:lnTo>
                <a:lnTo>
                  <a:pt x="2762250" y="2028037"/>
                </a:lnTo>
                <a:lnTo>
                  <a:pt x="2762250" y="2030666"/>
                </a:lnTo>
                <a:lnTo>
                  <a:pt x="2762720" y="2031784"/>
                </a:lnTo>
                <a:lnTo>
                  <a:pt x="2764586" y="2033651"/>
                </a:lnTo>
                <a:lnTo>
                  <a:pt x="2765704" y="2034108"/>
                </a:lnTo>
                <a:lnTo>
                  <a:pt x="2768333" y="2034108"/>
                </a:lnTo>
                <a:lnTo>
                  <a:pt x="2769451" y="2033651"/>
                </a:lnTo>
                <a:lnTo>
                  <a:pt x="2771317" y="2031784"/>
                </a:lnTo>
                <a:lnTo>
                  <a:pt x="2771775" y="2030666"/>
                </a:lnTo>
                <a:lnTo>
                  <a:pt x="2771775" y="2028037"/>
                </a:lnTo>
                <a:close/>
              </a:path>
              <a:path w="10296525" h="3486150">
                <a:moveTo>
                  <a:pt x="2771775" y="1304391"/>
                </a:moveTo>
                <a:lnTo>
                  <a:pt x="2771317" y="1303274"/>
                </a:lnTo>
                <a:lnTo>
                  <a:pt x="2769451" y="1301419"/>
                </a:lnTo>
                <a:lnTo>
                  <a:pt x="2768333" y="1300949"/>
                </a:lnTo>
                <a:lnTo>
                  <a:pt x="2765704" y="1300949"/>
                </a:lnTo>
                <a:lnTo>
                  <a:pt x="2764586" y="1301419"/>
                </a:lnTo>
                <a:lnTo>
                  <a:pt x="2762720" y="1303274"/>
                </a:lnTo>
                <a:lnTo>
                  <a:pt x="2762250" y="1304391"/>
                </a:lnTo>
                <a:lnTo>
                  <a:pt x="2762250" y="1307033"/>
                </a:lnTo>
                <a:lnTo>
                  <a:pt x="2762720" y="1308150"/>
                </a:lnTo>
                <a:lnTo>
                  <a:pt x="2764586" y="1310005"/>
                </a:lnTo>
                <a:lnTo>
                  <a:pt x="2765704" y="1310474"/>
                </a:lnTo>
                <a:lnTo>
                  <a:pt x="2768333" y="1310474"/>
                </a:lnTo>
                <a:lnTo>
                  <a:pt x="2769451" y="1310005"/>
                </a:lnTo>
                <a:lnTo>
                  <a:pt x="2771317" y="1308150"/>
                </a:lnTo>
                <a:lnTo>
                  <a:pt x="2771775" y="1307033"/>
                </a:lnTo>
                <a:lnTo>
                  <a:pt x="2771775" y="1304391"/>
                </a:lnTo>
                <a:close/>
              </a:path>
              <a:path w="10296525" h="3486150">
                <a:moveTo>
                  <a:pt x="2771775" y="580758"/>
                </a:moveTo>
                <a:lnTo>
                  <a:pt x="2771317" y="579640"/>
                </a:lnTo>
                <a:lnTo>
                  <a:pt x="2769451" y="577773"/>
                </a:lnTo>
                <a:lnTo>
                  <a:pt x="2768333" y="577316"/>
                </a:lnTo>
                <a:lnTo>
                  <a:pt x="2765704" y="577316"/>
                </a:lnTo>
                <a:lnTo>
                  <a:pt x="2764586" y="577773"/>
                </a:lnTo>
                <a:lnTo>
                  <a:pt x="2762720" y="579640"/>
                </a:lnTo>
                <a:lnTo>
                  <a:pt x="2762250" y="580758"/>
                </a:lnTo>
                <a:lnTo>
                  <a:pt x="2762250" y="583387"/>
                </a:lnTo>
                <a:lnTo>
                  <a:pt x="2762720" y="584517"/>
                </a:lnTo>
                <a:lnTo>
                  <a:pt x="2764586" y="586371"/>
                </a:lnTo>
                <a:lnTo>
                  <a:pt x="2765704" y="586841"/>
                </a:lnTo>
                <a:lnTo>
                  <a:pt x="2768333" y="586841"/>
                </a:lnTo>
                <a:lnTo>
                  <a:pt x="2769451" y="586371"/>
                </a:lnTo>
                <a:lnTo>
                  <a:pt x="2771317" y="584517"/>
                </a:lnTo>
                <a:lnTo>
                  <a:pt x="2771775" y="583387"/>
                </a:lnTo>
                <a:lnTo>
                  <a:pt x="2771775" y="580758"/>
                </a:lnTo>
                <a:close/>
              </a:path>
              <a:path w="10296525" h="3486150">
                <a:moveTo>
                  <a:pt x="2819400" y="2751671"/>
                </a:moveTo>
                <a:lnTo>
                  <a:pt x="2818942" y="2750540"/>
                </a:lnTo>
                <a:lnTo>
                  <a:pt x="2817076" y="2748686"/>
                </a:lnTo>
                <a:lnTo>
                  <a:pt x="2815958" y="2748216"/>
                </a:lnTo>
                <a:lnTo>
                  <a:pt x="2813329" y="2748216"/>
                </a:lnTo>
                <a:lnTo>
                  <a:pt x="2812211" y="2748686"/>
                </a:lnTo>
                <a:lnTo>
                  <a:pt x="2810345" y="2750540"/>
                </a:lnTo>
                <a:lnTo>
                  <a:pt x="2809875" y="2751671"/>
                </a:lnTo>
                <a:lnTo>
                  <a:pt x="2809875" y="2754299"/>
                </a:lnTo>
                <a:lnTo>
                  <a:pt x="2810345" y="2755417"/>
                </a:lnTo>
                <a:lnTo>
                  <a:pt x="2812211" y="2757284"/>
                </a:lnTo>
                <a:lnTo>
                  <a:pt x="2813329" y="2757741"/>
                </a:lnTo>
                <a:lnTo>
                  <a:pt x="2815958" y="2757741"/>
                </a:lnTo>
                <a:lnTo>
                  <a:pt x="2817076" y="2757284"/>
                </a:lnTo>
                <a:lnTo>
                  <a:pt x="2818942" y="2755417"/>
                </a:lnTo>
                <a:lnTo>
                  <a:pt x="2819400" y="2754299"/>
                </a:lnTo>
                <a:lnTo>
                  <a:pt x="2819400" y="2751671"/>
                </a:lnTo>
                <a:close/>
              </a:path>
              <a:path w="10296525" h="3486150">
                <a:moveTo>
                  <a:pt x="2819400" y="2028037"/>
                </a:moveTo>
                <a:lnTo>
                  <a:pt x="2818942" y="2026907"/>
                </a:lnTo>
                <a:lnTo>
                  <a:pt x="2817076" y="2025053"/>
                </a:lnTo>
                <a:lnTo>
                  <a:pt x="2815958" y="2024583"/>
                </a:lnTo>
                <a:lnTo>
                  <a:pt x="2813329" y="2024583"/>
                </a:lnTo>
                <a:lnTo>
                  <a:pt x="2812211" y="2025053"/>
                </a:lnTo>
                <a:lnTo>
                  <a:pt x="2810345" y="2026907"/>
                </a:lnTo>
                <a:lnTo>
                  <a:pt x="2809875" y="2028037"/>
                </a:lnTo>
                <a:lnTo>
                  <a:pt x="2809875" y="2030666"/>
                </a:lnTo>
                <a:lnTo>
                  <a:pt x="2810345" y="2031784"/>
                </a:lnTo>
                <a:lnTo>
                  <a:pt x="2812211" y="2033651"/>
                </a:lnTo>
                <a:lnTo>
                  <a:pt x="2813329" y="2034108"/>
                </a:lnTo>
                <a:lnTo>
                  <a:pt x="2815958" y="2034108"/>
                </a:lnTo>
                <a:lnTo>
                  <a:pt x="2817076" y="2033651"/>
                </a:lnTo>
                <a:lnTo>
                  <a:pt x="2818942" y="2031784"/>
                </a:lnTo>
                <a:lnTo>
                  <a:pt x="2819400" y="2030666"/>
                </a:lnTo>
                <a:lnTo>
                  <a:pt x="2819400" y="2028037"/>
                </a:lnTo>
                <a:close/>
              </a:path>
              <a:path w="10296525" h="3486150">
                <a:moveTo>
                  <a:pt x="2819400" y="1304391"/>
                </a:moveTo>
                <a:lnTo>
                  <a:pt x="2818942" y="1303274"/>
                </a:lnTo>
                <a:lnTo>
                  <a:pt x="2817076" y="1301419"/>
                </a:lnTo>
                <a:lnTo>
                  <a:pt x="2815958" y="1300949"/>
                </a:lnTo>
                <a:lnTo>
                  <a:pt x="2813329" y="1300949"/>
                </a:lnTo>
                <a:lnTo>
                  <a:pt x="2812211" y="1301419"/>
                </a:lnTo>
                <a:lnTo>
                  <a:pt x="2810345" y="1303274"/>
                </a:lnTo>
                <a:lnTo>
                  <a:pt x="2809875" y="1304391"/>
                </a:lnTo>
                <a:lnTo>
                  <a:pt x="2809875" y="1307033"/>
                </a:lnTo>
                <a:lnTo>
                  <a:pt x="2810345" y="1308150"/>
                </a:lnTo>
                <a:lnTo>
                  <a:pt x="2812211" y="1310005"/>
                </a:lnTo>
                <a:lnTo>
                  <a:pt x="2813329" y="1310474"/>
                </a:lnTo>
                <a:lnTo>
                  <a:pt x="2815958" y="1310474"/>
                </a:lnTo>
                <a:lnTo>
                  <a:pt x="2817076" y="1310005"/>
                </a:lnTo>
                <a:lnTo>
                  <a:pt x="2818942" y="1308150"/>
                </a:lnTo>
                <a:lnTo>
                  <a:pt x="2819400" y="1307033"/>
                </a:lnTo>
                <a:lnTo>
                  <a:pt x="2819400" y="1304391"/>
                </a:lnTo>
                <a:close/>
              </a:path>
              <a:path w="10296525" h="3486150">
                <a:moveTo>
                  <a:pt x="2819400" y="580758"/>
                </a:moveTo>
                <a:lnTo>
                  <a:pt x="2818942" y="579640"/>
                </a:lnTo>
                <a:lnTo>
                  <a:pt x="2817076" y="577773"/>
                </a:lnTo>
                <a:lnTo>
                  <a:pt x="2815958" y="577316"/>
                </a:lnTo>
                <a:lnTo>
                  <a:pt x="2813329" y="577316"/>
                </a:lnTo>
                <a:lnTo>
                  <a:pt x="2812211" y="577773"/>
                </a:lnTo>
                <a:lnTo>
                  <a:pt x="2810345" y="579640"/>
                </a:lnTo>
                <a:lnTo>
                  <a:pt x="2809875" y="580758"/>
                </a:lnTo>
                <a:lnTo>
                  <a:pt x="2809875" y="583387"/>
                </a:lnTo>
                <a:lnTo>
                  <a:pt x="2810345" y="584517"/>
                </a:lnTo>
                <a:lnTo>
                  <a:pt x="2812211" y="586371"/>
                </a:lnTo>
                <a:lnTo>
                  <a:pt x="2813329" y="586841"/>
                </a:lnTo>
                <a:lnTo>
                  <a:pt x="2815958" y="586841"/>
                </a:lnTo>
                <a:lnTo>
                  <a:pt x="2817076" y="586371"/>
                </a:lnTo>
                <a:lnTo>
                  <a:pt x="2818942" y="584517"/>
                </a:lnTo>
                <a:lnTo>
                  <a:pt x="2819400" y="583387"/>
                </a:lnTo>
                <a:lnTo>
                  <a:pt x="2819400" y="580758"/>
                </a:lnTo>
                <a:close/>
              </a:path>
              <a:path w="10296525" h="3486150">
                <a:moveTo>
                  <a:pt x="2867025" y="2751671"/>
                </a:moveTo>
                <a:lnTo>
                  <a:pt x="2866567" y="2750540"/>
                </a:lnTo>
                <a:lnTo>
                  <a:pt x="2864701" y="2748686"/>
                </a:lnTo>
                <a:lnTo>
                  <a:pt x="2863583" y="2748216"/>
                </a:lnTo>
                <a:lnTo>
                  <a:pt x="2860954" y="2748216"/>
                </a:lnTo>
                <a:lnTo>
                  <a:pt x="2859836" y="2748686"/>
                </a:lnTo>
                <a:lnTo>
                  <a:pt x="2857970" y="2750540"/>
                </a:lnTo>
                <a:lnTo>
                  <a:pt x="2857500" y="2751671"/>
                </a:lnTo>
                <a:lnTo>
                  <a:pt x="2857500" y="2754299"/>
                </a:lnTo>
                <a:lnTo>
                  <a:pt x="2857970" y="2755417"/>
                </a:lnTo>
                <a:lnTo>
                  <a:pt x="2859836" y="2757284"/>
                </a:lnTo>
                <a:lnTo>
                  <a:pt x="2860954" y="2757741"/>
                </a:lnTo>
                <a:lnTo>
                  <a:pt x="2863583" y="2757741"/>
                </a:lnTo>
                <a:lnTo>
                  <a:pt x="2864701" y="2757284"/>
                </a:lnTo>
                <a:lnTo>
                  <a:pt x="2866567" y="2755417"/>
                </a:lnTo>
                <a:lnTo>
                  <a:pt x="2867025" y="2754299"/>
                </a:lnTo>
                <a:lnTo>
                  <a:pt x="2867025" y="2751671"/>
                </a:lnTo>
                <a:close/>
              </a:path>
              <a:path w="10296525" h="3486150">
                <a:moveTo>
                  <a:pt x="2867025" y="2028037"/>
                </a:moveTo>
                <a:lnTo>
                  <a:pt x="2866567" y="2026907"/>
                </a:lnTo>
                <a:lnTo>
                  <a:pt x="2864701" y="2025053"/>
                </a:lnTo>
                <a:lnTo>
                  <a:pt x="2863583" y="2024583"/>
                </a:lnTo>
                <a:lnTo>
                  <a:pt x="2860954" y="2024583"/>
                </a:lnTo>
                <a:lnTo>
                  <a:pt x="2859836" y="2025053"/>
                </a:lnTo>
                <a:lnTo>
                  <a:pt x="2857970" y="2026907"/>
                </a:lnTo>
                <a:lnTo>
                  <a:pt x="2857500" y="2028037"/>
                </a:lnTo>
                <a:lnTo>
                  <a:pt x="2857500" y="2030666"/>
                </a:lnTo>
                <a:lnTo>
                  <a:pt x="2857970" y="2031784"/>
                </a:lnTo>
                <a:lnTo>
                  <a:pt x="2859836" y="2033651"/>
                </a:lnTo>
                <a:lnTo>
                  <a:pt x="2860954" y="2034108"/>
                </a:lnTo>
                <a:lnTo>
                  <a:pt x="2863583" y="2034108"/>
                </a:lnTo>
                <a:lnTo>
                  <a:pt x="2864701" y="2033651"/>
                </a:lnTo>
                <a:lnTo>
                  <a:pt x="2866567" y="2031784"/>
                </a:lnTo>
                <a:lnTo>
                  <a:pt x="2867025" y="2030666"/>
                </a:lnTo>
                <a:lnTo>
                  <a:pt x="2867025" y="2028037"/>
                </a:lnTo>
                <a:close/>
              </a:path>
              <a:path w="10296525" h="3486150">
                <a:moveTo>
                  <a:pt x="2867025" y="1304391"/>
                </a:moveTo>
                <a:lnTo>
                  <a:pt x="2866567" y="1303274"/>
                </a:lnTo>
                <a:lnTo>
                  <a:pt x="2864701" y="1301419"/>
                </a:lnTo>
                <a:lnTo>
                  <a:pt x="2863583" y="1300949"/>
                </a:lnTo>
                <a:lnTo>
                  <a:pt x="2860954" y="1300949"/>
                </a:lnTo>
                <a:lnTo>
                  <a:pt x="2859836" y="1301419"/>
                </a:lnTo>
                <a:lnTo>
                  <a:pt x="2857970" y="1303274"/>
                </a:lnTo>
                <a:lnTo>
                  <a:pt x="2857500" y="1304391"/>
                </a:lnTo>
                <a:lnTo>
                  <a:pt x="2857500" y="1307033"/>
                </a:lnTo>
                <a:lnTo>
                  <a:pt x="2857970" y="1308150"/>
                </a:lnTo>
                <a:lnTo>
                  <a:pt x="2859836" y="1310005"/>
                </a:lnTo>
                <a:lnTo>
                  <a:pt x="2860954" y="1310474"/>
                </a:lnTo>
                <a:lnTo>
                  <a:pt x="2863583" y="1310474"/>
                </a:lnTo>
                <a:lnTo>
                  <a:pt x="2864701" y="1310005"/>
                </a:lnTo>
                <a:lnTo>
                  <a:pt x="2866567" y="1308150"/>
                </a:lnTo>
                <a:lnTo>
                  <a:pt x="2867025" y="1307033"/>
                </a:lnTo>
                <a:lnTo>
                  <a:pt x="2867025" y="1304391"/>
                </a:lnTo>
                <a:close/>
              </a:path>
              <a:path w="10296525" h="3486150">
                <a:moveTo>
                  <a:pt x="2867025" y="580758"/>
                </a:moveTo>
                <a:lnTo>
                  <a:pt x="2866567" y="579640"/>
                </a:lnTo>
                <a:lnTo>
                  <a:pt x="2864701" y="577773"/>
                </a:lnTo>
                <a:lnTo>
                  <a:pt x="2863583" y="577316"/>
                </a:lnTo>
                <a:lnTo>
                  <a:pt x="2860954" y="577316"/>
                </a:lnTo>
                <a:lnTo>
                  <a:pt x="2859836" y="577773"/>
                </a:lnTo>
                <a:lnTo>
                  <a:pt x="2857970" y="579640"/>
                </a:lnTo>
                <a:lnTo>
                  <a:pt x="2857500" y="580758"/>
                </a:lnTo>
                <a:lnTo>
                  <a:pt x="2857500" y="583387"/>
                </a:lnTo>
                <a:lnTo>
                  <a:pt x="2857970" y="584517"/>
                </a:lnTo>
                <a:lnTo>
                  <a:pt x="2859836" y="586371"/>
                </a:lnTo>
                <a:lnTo>
                  <a:pt x="2860954" y="586841"/>
                </a:lnTo>
                <a:lnTo>
                  <a:pt x="2863583" y="586841"/>
                </a:lnTo>
                <a:lnTo>
                  <a:pt x="2864701" y="586371"/>
                </a:lnTo>
                <a:lnTo>
                  <a:pt x="2866567" y="584517"/>
                </a:lnTo>
                <a:lnTo>
                  <a:pt x="2867025" y="583387"/>
                </a:lnTo>
                <a:lnTo>
                  <a:pt x="2867025" y="580758"/>
                </a:lnTo>
                <a:close/>
              </a:path>
              <a:path w="10296525" h="3486150">
                <a:moveTo>
                  <a:pt x="2914650" y="2751671"/>
                </a:moveTo>
                <a:lnTo>
                  <a:pt x="2914192" y="2750540"/>
                </a:lnTo>
                <a:lnTo>
                  <a:pt x="2912326" y="2748686"/>
                </a:lnTo>
                <a:lnTo>
                  <a:pt x="2911208" y="2748216"/>
                </a:lnTo>
                <a:lnTo>
                  <a:pt x="2908579" y="2748216"/>
                </a:lnTo>
                <a:lnTo>
                  <a:pt x="2907461" y="2748686"/>
                </a:lnTo>
                <a:lnTo>
                  <a:pt x="2905595" y="2750540"/>
                </a:lnTo>
                <a:lnTo>
                  <a:pt x="2905125" y="2751671"/>
                </a:lnTo>
                <a:lnTo>
                  <a:pt x="2905125" y="2754299"/>
                </a:lnTo>
                <a:lnTo>
                  <a:pt x="2905595" y="2755417"/>
                </a:lnTo>
                <a:lnTo>
                  <a:pt x="2907461" y="2757284"/>
                </a:lnTo>
                <a:lnTo>
                  <a:pt x="2908579" y="2757741"/>
                </a:lnTo>
                <a:lnTo>
                  <a:pt x="2911208" y="2757741"/>
                </a:lnTo>
                <a:lnTo>
                  <a:pt x="2912326" y="2757284"/>
                </a:lnTo>
                <a:lnTo>
                  <a:pt x="2914192" y="2755417"/>
                </a:lnTo>
                <a:lnTo>
                  <a:pt x="2914650" y="2754299"/>
                </a:lnTo>
                <a:lnTo>
                  <a:pt x="2914650" y="2751671"/>
                </a:lnTo>
                <a:close/>
              </a:path>
              <a:path w="10296525" h="3486150">
                <a:moveTo>
                  <a:pt x="2914650" y="2028037"/>
                </a:moveTo>
                <a:lnTo>
                  <a:pt x="2914192" y="2026907"/>
                </a:lnTo>
                <a:lnTo>
                  <a:pt x="2912326" y="2025053"/>
                </a:lnTo>
                <a:lnTo>
                  <a:pt x="2911208" y="2024583"/>
                </a:lnTo>
                <a:lnTo>
                  <a:pt x="2908579" y="2024583"/>
                </a:lnTo>
                <a:lnTo>
                  <a:pt x="2907461" y="2025053"/>
                </a:lnTo>
                <a:lnTo>
                  <a:pt x="2905595" y="2026907"/>
                </a:lnTo>
                <a:lnTo>
                  <a:pt x="2905125" y="2028037"/>
                </a:lnTo>
                <a:lnTo>
                  <a:pt x="2905125" y="2030666"/>
                </a:lnTo>
                <a:lnTo>
                  <a:pt x="2905595" y="2031784"/>
                </a:lnTo>
                <a:lnTo>
                  <a:pt x="2907461" y="2033651"/>
                </a:lnTo>
                <a:lnTo>
                  <a:pt x="2908579" y="2034108"/>
                </a:lnTo>
                <a:lnTo>
                  <a:pt x="2911208" y="2034108"/>
                </a:lnTo>
                <a:lnTo>
                  <a:pt x="2912326" y="2033651"/>
                </a:lnTo>
                <a:lnTo>
                  <a:pt x="2914192" y="2031784"/>
                </a:lnTo>
                <a:lnTo>
                  <a:pt x="2914650" y="2030666"/>
                </a:lnTo>
                <a:lnTo>
                  <a:pt x="2914650" y="2028037"/>
                </a:lnTo>
                <a:close/>
              </a:path>
              <a:path w="10296525" h="3486150">
                <a:moveTo>
                  <a:pt x="2914650" y="1304391"/>
                </a:moveTo>
                <a:lnTo>
                  <a:pt x="2914192" y="1303274"/>
                </a:lnTo>
                <a:lnTo>
                  <a:pt x="2912326" y="1301419"/>
                </a:lnTo>
                <a:lnTo>
                  <a:pt x="2911208" y="1300949"/>
                </a:lnTo>
                <a:lnTo>
                  <a:pt x="2908579" y="1300949"/>
                </a:lnTo>
                <a:lnTo>
                  <a:pt x="2907461" y="1301419"/>
                </a:lnTo>
                <a:lnTo>
                  <a:pt x="2905595" y="1303274"/>
                </a:lnTo>
                <a:lnTo>
                  <a:pt x="2905125" y="1304391"/>
                </a:lnTo>
                <a:lnTo>
                  <a:pt x="2905125" y="1307033"/>
                </a:lnTo>
                <a:lnTo>
                  <a:pt x="2905595" y="1308150"/>
                </a:lnTo>
                <a:lnTo>
                  <a:pt x="2907461" y="1310005"/>
                </a:lnTo>
                <a:lnTo>
                  <a:pt x="2908579" y="1310474"/>
                </a:lnTo>
                <a:lnTo>
                  <a:pt x="2911208" y="1310474"/>
                </a:lnTo>
                <a:lnTo>
                  <a:pt x="2912326" y="1310005"/>
                </a:lnTo>
                <a:lnTo>
                  <a:pt x="2914192" y="1308150"/>
                </a:lnTo>
                <a:lnTo>
                  <a:pt x="2914650" y="1307033"/>
                </a:lnTo>
                <a:lnTo>
                  <a:pt x="2914650" y="1304391"/>
                </a:lnTo>
                <a:close/>
              </a:path>
              <a:path w="10296525" h="3486150">
                <a:moveTo>
                  <a:pt x="2914650" y="580758"/>
                </a:moveTo>
                <a:lnTo>
                  <a:pt x="2914192" y="579640"/>
                </a:lnTo>
                <a:lnTo>
                  <a:pt x="2912326" y="577773"/>
                </a:lnTo>
                <a:lnTo>
                  <a:pt x="2911208" y="577316"/>
                </a:lnTo>
                <a:lnTo>
                  <a:pt x="2908579" y="577316"/>
                </a:lnTo>
                <a:lnTo>
                  <a:pt x="2907461" y="577773"/>
                </a:lnTo>
                <a:lnTo>
                  <a:pt x="2905595" y="579640"/>
                </a:lnTo>
                <a:lnTo>
                  <a:pt x="2905125" y="580758"/>
                </a:lnTo>
                <a:lnTo>
                  <a:pt x="2905125" y="583387"/>
                </a:lnTo>
                <a:lnTo>
                  <a:pt x="2905595" y="584517"/>
                </a:lnTo>
                <a:lnTo>
                  <a:pt x="2907461" y="586371"/>
                </a:lnTo>
                <a:lnTo>
                  <a:pt x="2908579" y="586841"/>
                </a:lnTo>
                <a:lnTo>
                  <a:pt x="2911208" y="586841"/>
                </a:lnTo>
                <a:lnTo>
                  <a:pt x="2912326" y="586371"/>
                </a:lnTo>
                <a:lnTo>
                  <a:pt x="2914192" y="584517"/>
                </a:lnTo>
                <a:lnTo>
                  <a:pt x="2914650" y="583387"/>
                </a:lnTo>
                <a:lnTo>
                  <a:pt x="2914650" y="580758"/>
                </a:lnTo>
                <a:close/>
              </a:path>
              <a:path w="10296525" h="3486150">
                <a:moveTo>
                  <a:pt x="2962275" y="2751671"/>
                </a:moveTo>
                <a:lnTo>
                  <a:pt x="2961817" y="2750540"/>
                </a:lnTo>
                <a:lnTo>
                  <a:pt x="2959951" y="2748686"/>
                </a:lnTo>
                <a:lnTo>
                  <a:pt x="2958833" y="2748216"/>
                </a:lnTo>
                <a:lnTo>
                  <a:pt x="2956204" y="2748216"/>
                </a:lnTo>
                <a:lnTo>
                  <a:pt x="2955086" y="2748686"/>
                </a:lnTo>
                <a:lnTo>
                  <a:pt x="2953220" y="2750540"/>
                </a:lnTo>
                <a:lnTo>
                  <a:pt x="2952750" y="2751671"/>
                </a:lnTo>
                <a:lnTo>
                  <a:pt x="2952750" y="2754299"/>
                </a:lnTo>
                <a:lnTo>
                  <a:pt x="2953220" y="2755417"/>
                </a:lnTo>
                <a:lnTo>
                  <a:pt x="2955086" y="2757284"/>
                </a:lnTo>
                <a:lnTo>
                  <a:pt x="2956204" y="2757741"/>
                </a:lnTo>
                <a:lnTo>
                  <a:pt x="2958833" y="2757741"/>
                </a:lnTo>
                <a:lnTo>
                  <a:pt x="2959951" y="2757284"/>
                </a:lnTo>
                <a:lnTo>
                  <a:pt x="2961817" y="2755417"/>
                </a:lnTo>
                <a:lnTo>
                  <a:pt x="2962275" y="2754299"/>
                </a:lnTo>
                <a:lnTo>
                  <a:pt x="2962275" y="2751671"/>
                </a:lnTo>
                <a:close/>
              </a:path>
              <a:path w="10296525" h="3486150">
                <a:moveTo>
                  <a:pt x="2962275" y="2028037"/>
                </a:moveTo>
                <a:lnTo>
                  <a:pt x="2961817" y="2026907"/>
                </a:lnTo>
                <a:lnTo>
                  <a:pt x="2959951" y="2025053"/>
                </a:lnTo>
                <a:lnTo>
                  <a:pt x="2958833" y="2024583"/>
                </a:lnTo>
                <a:lnTo>
                  <a:pt x="2956204" y="2024583"/>
                </a:lnTo>
                <a:lnTo>
                  <a:pt x="2955086" y="2025053"/>
                </a:lnTo>
                <a:lnTo>
                  <a:pt x="2953220" y="2026907"/>
                </a:lnTo>
                <a:lnTo>
                  <a:pt x="2952750" y="2028037"/>
                </a:lnTo>
                <a:lnTo>
                  <a:pt x="2952750" y="2030666"/>
                </a:lnTo>
                <a:lnTo>
                  <a:pt x="2953220" y="2031784"/>
                </a:lnTo>
                <a:lnTo>
                  <a:pt x="2955086" y="2033651"/>
                </a:lnTo>
                <a:lnTo>
                  <a:pt x="2956204" y="2034108"/>
                </a:lnTo>
                <a:lnTo>
                  <a:pt x="2958833" y="2034108"/>
                </a:lnTo>
                <a:lnTo>
                  <a:pt x="2959951" y="2033651"/>
                </a:lnTo>
                <a:lnTo>
                  <a:pt x="2961817" y="2031784"/>
                </a:lnTo>
                <a:lnTo>
                  <a:pt x="2962275" y="2030666"/>
                </a:lnTo>
                <a:lnTo>
                  <a:pt x="2962275" y="2028037"/>
                </a:lnTo>
                <a:close/>
              </a:path>
              <a:path w="10296525" h="3486150">
                <a:moveTo>
                  <a:pt x="2962275" y="1304391"/>
                </a:moveTo>
                <a:lnTo>
                  <a:pt x="2961817" y="1303274"/>
                </a:lnTo>
                <a:lnTo>
                  <a:pt x="2959951" y="1301419"/>
                </a:lnTo>
                <a:lnTo>
                  <a:pt x="2958833" y="1300949"/>
                </a:lnTo>
                <a:lnTo>
                  <a:pt x="2956204" y="1300949"/>
                </a:lnTo>
                <a:lnTo>
                  <a:pt x="2955086" y="1301419"/>
                </a:lnTo>
                <a:lnTo>
                  <a:pt x="2953220" y="1303274"/>
                </a:lnTo>
                <a:lnTo>
                  <a:pt x="2952750" y="1304391"/>
                </a:lnTo>
                <a:lnTo>
                  <a:pt x="2952750" y="1307033"/>
                </a:lnTo>
                <a:lnTo>
                  <a:pt x="2953220" y="1308150"/>
                </a:lnTo>
                <a:lnTo>
                  <a:pt x="2955086" y="1310005"/>
                </a:lnTo>
                <a:lnTo>
                  <a:pt x="2956204" y="1310474"/>
                </a:lnTo>
                <a:lnTo>
                  <a:pt x="2958833" y="1310474"/>
                </a:lnTo>
                <a:lnTo>
                  <a:pt x="2959951" y="1310005"/>
                </a:lnTo>
                <a:lnTo>
                  <a:pt x="2961817" y="1308150"/>
                </a:lnTo>
                <a:lnTo>
                  <a:pt x="2962275" y="1307033"/>
                </a:lnTo>
                <a:lnTo>
                  <a:pt x="2962275" y="1304391"/>
                </a:lnTo>
                <a:close/>
              </a:path>
              <a:path w="10296525" h="3486150">
                <a:moveTo>
                  <a:pt x="2962275" y="580758"/>
                </a:moveTo>
                <a:lnTo>
                  <a:pt x="2961817" y="579640"/>
                </a:lnTo>
                <a:lnTo>
                  <a:pt x="2959951" y="577773"/>
                </a:lnTo>
                <a:lnTo>
                  <a:pt x="2958833" y="577316"/>
                </a:lnTo>
                <a:lnTo>
                  <a:pt x="2956204" y="577316"/>
                </a:lnTo>
                <a:lnTo>
                  <a:pt x="2955086" y="577773"/>
                </a:lnTo>
                <a:lnTo>
                  <a:pt x="2953220" y="579640"/>
                </a:lnTo>
                <a:lnTo>
                  <a:pt x="2952750" y="580758"/>
                </a:lnTo>
                <a:lnTo>
                  <a:pt x="2952750" y="583387"/>
                </a:lnTo>
                <a:lnTo>
                  <a:pt x="2953220" y="584517"/>
                </a:lnTo>
                <a:lnTo>
                  <a:pt x="2955086" y="586371"/>
                </a:lnTo>
                <a:lnTo>
                  <a:pt x="2956204" y="586841"/>
                </a:lnTo>
                <a:lnTo>
                  <a:pt x="2958833" y="586841"/>
                </a:lnTo>
                <a:lnTo>
                  <a:pt x="2959951" y="586371"/>
                </a:lnTo>
                <a:lnTo>
                  <a:pt x="2961817" y="584517"/>
                </a:lnTo>
                <a:lnTo>
                  <a:pt x="2962275" y="583387"/>
                </a:lnTo>
                <a:lnTo>
                  <a:pt x="2962275" y="580758"/>
                </a:lnTo>
                <a:close/>
              </a:path>
              <a:path w="10296525" h="3486150">
                <a:moveTo>
                  <a:pt x="3009900" y="2751671"/>
                </a:moveTo>
                <a:lnTo>
                  <a:pt x="3009442" y="2750540"/>
                </a:lnTo>
                <a:lnTo>
                  <a:pt x="3007576" y="2748686"/>
                </a:lnTo>
                <a:lnTo>
                  <a:pt x="3006458" y="2748216"/>
                </a:lnTo>
                <a:lnTo>
                  <a:pt x="3003829" y="2748216"/>
                </a:lnTo>
                <a:lnTo>
                  <a:pt x="3002711" y="2748686"/>
                </a:lnTo>
                <a:lnTo>
                  <a:pt x="3000845" y="2750540"/>
                </a:lnTo>
                <a:lnTo>
                  <a:pt x="3000375" y="2751671"/>
                </a:lnTo>
                <a:lnTo>
                  <a:pt x="3000375" y="2754299"/>
                </a:lnTo>
                <a:lnTo>
                  <a:pt x="3000845" y="2755417"/>
                </a:lnTo>
                <a:lnTo>
                  <a:pt x="3002711" y="2757284"/>
                </a:lnTo>
                <a:lnTo>
                  <a:pt x="3003829" y="2757741"/>
                </a:lnTo>
                <a:lnTo>
                  <a:pt x="3006458" y="2757741"/>
                </a:lnTo>
                <a:lnTo>
                  <a:pt x="3007576" y="2757284"/>
                </a:lnTo>
                <a:lnTo>
                  <a:pt x="3009442" y="2755417"/>
                </a:lnTo>
                <a:lnTo>
                  <a:pt x="3009900" y="2754299"/>
                </a:lnTo>
                <a:lnTo>
                  <a:pt x="3009900" y="2751671"/>
                </a:lnTo>
                <a:close/>
              </a:path>
              <a:path w="10296525" h="3486150">
                <a:moveTo>
                  <a:pt x="3009900" y="2028037"/>
                </a:moveTo>
                <a:lnTo>
                  <a:pt x="3009442" y="2026907"/>
                </a:lnTo>
                <a:lnTo>
                  <a:pt x="3007576" y="2025053"/>
                </a:lnTo>
                <a:lnTo>
                  <a:pt x="3006458" y="2024583"/>
                </a:lnTo>
                <a:lnTo>
                  <a:pt x="3003829" y="2024583"/>
                </a:lnTo>
                <a:lnTo>
                  <a:pt x="3002711" y="2025053"/>
                </a:lnTo>
                <a:lnTo>
                  <a:pt x="3000845" y="2026907"/>
                </a:lnTo>
                <a:lnTo>
                  <a:pt x="3000375" y="2028037"/>
                </a:lnTo>
                <a:lnTo>
                  <a:pt x="3000375" y="2030666"/>
                </a:lnTo>
                <a:lnTo>
                  <a:pt x="3000845" y="2031784"/>
                </a:lnTo>
                <a:lnTo>
                  <a:pt x="3002711" y="2033651"/>
                </a:lnTo>
                <a:lnTo>
                  <a:pt x="3003829" y="2034108"/>
                </a:lnTo>
                <a:lnTo>
                  <a:pt x="3006458" y="2034108"/>
                </a:lnTo>
                <a:lnTo>
                  <a:pt x="3007576" y="2033651"/>
                </a:lnTo>
                <a:lnTo>
                  <a:pt x="3009442" y="2031784"/>
                </a:lnTo>
                <a:lnTo>
                  <a:pt x="3009900" y="2030666"/>
                </a:lnTo>
                <a:lnTo>
                  <a:pt x="3009900" y="2028037"/>
                </a:lnTo>
                <a:close/>
              </a:path>
              <a:path w="10296525" h="3486150">
                <a:moveTo>
                  <a:pt x="3009900" y="1304391"/>
                </a:moveTo>
                <a:lnTo>
                  <a:pt x="3009442" y="1303274"/>
                </a:lnTo>
                <a:lnTo>
                  <a:pt x="3007576" y="1301419"/>
                </a:lnTo>
                <a:lnTo>
                  <a:pt x="3006458" y="1300949"/>
                </a:lnTo>
                <a:lnTo>
                  <a:pt x="3003829" y="1300949"/>
                </a:lnTo>
                <a:lnTo>
                  <a:pt x="3002711" y="1301419"/>
                </a:lnTo>
                <a:lnTo>
                  <a:pt x="3000845" y="1303274"/>
                </a:lnTo>
                <a:lnTo>
                  <a:pt x="3000375" y="1304391"/>
                </a:lnTo>
                <a:lnTo>
                  <a:pt x="3000375" y="1307033"/>
                </a:lnTo>
                <a:lnTo>
                  <a:pt x="3000845" y="1308150"/>
                </a:lnTo>
                <a:lnTo>
                  <a:pt x="3002711" y="1310005"/>
                </a:lnTo>
                <a:lnTo>
                  <a:pt x="3003829" y="1310474"/>
                </a:lnTo>
                <a:lnTo>
                  <a:pt x="3006458" y="1310474"/>
                </a:lnTo>
                <a:lnTo>
                  <a:pt x="3007576" y="1310005"/>
                </a:lnTo>
                <a:lnTo>
                  <a:pt x="3009442" y="1308150"/>
                </a:lnTo>
                <a:lnTo>
                  <a:pt x="3009900" y="1307033"/>
                </a:lnTo>
                <a:lnTo>
                  <a:pt x="3009900" y="1304391"/>
                </a:lnTo>
                <a:close/>
              </a:path>
              <a:path w="10296525" h="3486150">
                <a:moveTo>
                  <a:pt x="3009900" y="580758"/>
                </a:moveTo>
                <a:lnTo>
                  <a:pt x="3009442" y="579640"/>
                </a:lnTo>
                <a:lnTo>
                  <a:pt x="3007576" y="577773"/>
                </a:lnTo>
                <a:lnTo>
                  <a:pt x="3006458" y="577316"/>
                </a:lnTo>
                <a:lnTo>
                  <a:pt x="3003829" y="577316"/>
                </a:lnTo>
                <a:lnTo>
                  <a:pt x="3002711" y="577773"/>
                </a:lnTo>
                <a:lnTo>
                  <a:pt x="3000845" y="579640"/>
                </a:lnTo>
                <a:lnTo>
                  <a:pt x="3000375" y="580758"/>
                </a:lnTo>
                <a:lnTo>
                  <a:pt x="3000375" y="583387"/>
                </a:lnTo>
                <a:lnTo>
                  <a:pt x="3000845" y="584517"/>
                </a:lnTo>
                <a:lnTo>
                  <a:pt x="3002711" y="586371"/>
                </a:lnTo>
                <a:lnTo>
                  <a:pt x="3003829" y="586841"/>
                </a:lnTo>
                <a:lnTo>
                  <a:pt x="3006458" y="586841"/>
                </a:lnTo>
                <a:lnTo>
                  <a:pt x="3007576" y="586371"/>
                </a:lnTo>
                <a:lnTo>
                  <a:pt x="3009442" y="584517"/>
                </a:lnTo>
                <a:lnTo>
                  <a:pt x="3009900" y="583387"/>
                </a:lnTo>
                <a:lnTo>
                  <a:pt x="3009900" y="580758"/>
                </a:lnTo>
                <a:close/>
              </a:path>
              <a:path w="10296525" h="3486150">
                <a:moveTo>
                  <a:pt x="3057525" y="2751671"/>
                </a:moveTo>
                <a:lnTo>
                  <a:pt x="3057067" y="2750540"/>
                </a:lnTo>
                <a:lnTo>
                  <a:pt x="3055201" y="2748686"/>
                </a:lnTo>
                <a:lnTo>
                  <a:pt x="3054083" y="2748216"/>
                </a:lnTo>
                <a:lnTo>
                  <a:pt x="3051454" y="2748216"/>
                </a:lnTo>
                <a:lnTo>
                  <a:pt x="3050336" y="2748686"/>
                </a:lnTo>
                <a:lnTo>
                  <a:pt x="3048470" y="2750540"/>
                </a:lnTo>
                <a:lnTo>
                  <a:pt x="3048000" y="2751671"/>
                </a:lnTo>
                <a:lnTo>
                  <a:pt x="3048000" y="2754299"/>
                </a:lnTo>
                <a:lnTo>
                  <a:pt x="3048470" y="2755417"/>
                </a:lnTo>
                <a:lnTo>
                  <a:pt x="3050336" y="2757284"/>
                </a:lnTo>
                <a:lnTo>
                  <a:pt x="3051454" y="2757741"/>
                </a:lnTo>
                <a:lnTo>
                  <a:pt x="3054083" y="2757741"/>
                </a:lnTo>
                <a:lnTo>
                  <a:pt x="3055201" y="2757284"/>
                </a:lnTo>
                <a:lnTo>
                  <a:pt x="3057067" y="2755417"/>
                </a:lnTo>
                <a:lnTo>
                  <a:pt x="3057525" y="2754299"/>
                </a:lnTo>
                <a:lnTo>
                  <a:pt x="3057525" y="2751671"/>
                </a:lnTo>
                <a:close/>
              </a:path>
              <a:path w="10296525" h="3486150">
                <a:moveTo>
                  <a:pt x="3057525" y="2028037"/>
                </a:moveTo>
                <a:lnTo>
                  <a:pt x="3057067" y="2026907"/>
                </a:lnTo>
                <a:lnTo>
                  <a:pt x="3055201" y="2025053"/>
                </a:lnTo>
                <a:lnTo>
                  <a:pt x="3054083" y="2024583"/>
                </a:lnTo>
                <a:lnTo>
                  <a:pt x="3051454" y="2024583"/>
                </a:lnTo>
                <a:lnTo>
                  <a:pt x="3050336" y="2025053"/>
                </a:lnTo>
                <a:lnTo>
                  <a:pt x="3048470" y="2026907"/>
                </a:lnTo>
                <a:lnTo>
                  <a:pt x="3048000" y="2028037"/>
                </a:lnTo>
                <a:lnTo>
                  <a:pt x="3048000" y="2030666"/>
                </a:lnTo>
                <a:lnTo>
                  <a:pt x="3048470" y="2031784"/>
                </a:lnTo>
                <a:lnTo>
                  <a:pt x="3050336" y="2033651"/>
                </a:lnTo>
                <a:lnTo>
                  <a:pt x="3051454" y="2034108"/>
                </a:lnTo>
                <a:lnTo>
                  <a:pt x="3054083" y="2034108"/>
                </a:lnTo>
                <a:lnTo>
                  <a:pt x="3055201" y="2033651"/>
                </a:lnTo>
                <a:lnTo>
                  <a:pt x="3057067" y="2031784"/>
                </a:lnTo>
                <a:lnTo>
                  <a:pt x="3057525" y="2030666"/>
                </a:lnTo>
                <a:lnTo>
                  <a:pt x="3057525" y="2028037"/>
                </a:lnTo>
                <a:close/>
              </a:path>
              <a:path w="10296525" h="3486150">
                <a:moveTo>
                  <a:pt x="3057525" y="1304391"/>
                </a:moveTo>
                <a:lnTo>
                  <a:pt x="3057067" y="1303274"/>
                </a:lnTo>
                <a:lnTo>
                  <a:pt x="3055201" y="1301419"/>
                </a:lnTo>
                <a:lnTo>
                  <a:pt x="3054083" y="1300949"/>
                </a:lnTo>
                <a:lnTo>
                  <a:pt x="3051454" y="1300949"/>
                </a:lnTo>
                <a:lnTo>
                  <a:pt x="3050336" y="1301419"/>
                </a:lnTo>
                <a:lnTo>
                  <a:pt x="3048470" y="1303274"/>
                </a:lnTo>
                <a:lnTo>
                  <a:pt x="3048000" y="1304391"/>
                </a:lnTo>
                <a:lnTo>
                  <a:pt x="3048000" y="1307033"/>
                </a:lnTo>
                <a:lnTo>
                  <a:pt x="3048470" y="1308150"/>
                </a:lnTo>
                <a:lnTo>
                  <a:pt x="3050336" y="1310005"/>
                </a:lnTo>
                <a:lnTo>
                  <a:pt x="3051454" y="1310474"/>
                </a:lnTo>
                <a:lnTo>
                  <a:pt x="3054083" y="1310474"/>
                </a:lnTo>
                <a:lnTo>
                  <a:pt x="3055201" y="1310005"/>
                </a:lnTo>
                <a:lnTo>
                  <a:pt x="3057067" y="1308150"/>
                </a:lnTo>
                <a:lnTo>
                  <a:pt x="3057525" y="1307033"/>
                </a:lnTo>
                <a:lnTo>
                  <a:pt x="3057525" y="1304391"/>
                </a:lnTo>
                <a:close/>
              </a:path>
              <a:path w="10296525" h="3486150">
                <a:moveTo>
                  <a:pt x="3057525" y="580758"/>
                </a:moveTo>
                <a:lnTo>
                  <a:pt x="3057067" y="579640"/>
                </a:lnTo>
                <a:lnTo>
                  <a:pt x="3055201" y="577773"/>
                </a:lnTo>
                <a:lnTo>
                  <a:pt x="3054083" y="577316"/>
                </a:lnTo>
                <a:lnTo>
                  <a:pt x="3051454" y="577316"/>
                </a:lnTo>
                <a:lnTo>
                  <a:pt x="3050336" y="577773"/>
                </a:lnTo>
                <a:lnTo>
                  <a:pt x="3048470" y="579640"/>
                </a:lnTo>
                <a:lnTo>
                  <a:pt x="3048000" y="580758"/>
                </a:lnTo>
                <a:lnTo>
                  <a:pt x="3048000" y="583387"/>
                </a:lnTo>
                <a:lnTo>
                  <a:pt x="3048470" y="584517"/>
                </a:lnTo>
                <a:lnTo>
                  <a:pt x="3050336" y="586371"/>
                </a:lnTo>
                <a:lnTo>
                  <a:pt x="3051454" y="586841"/>
                </a:lnTo>
                <a:lnTo>
                  <a:pt x="3054083" y="586841"/>
                </a:lnTo>
                <a:lnTo>
                  <a:pt x="3055201" y="586371"/>
                </a:lnTo>
                <a:lnTo>
                  <a:pt x="3057067" y="584517"/>
                </a:lnTo>
                <a:lnTo>
                  <a:pt x="3057525" y="583387"/>
                </a:lnTo>
                <a:lnTo>
                  <a:pt x="3057525" y="580758"/>
                </a:lnTo>
                <a:close/>
              </a:path>
              <a:path w="10296525" h="3486150">
                <a:moveTo>
                  <a:pt x="3105150" y="2751671"/>
                </a:moveTo>
                <a:lnTo>
                  <a:pt x="3104692" y="2750540"/>
                </a:lnTo>
                <a:lnTo>
                  <a:pt x="3102826" y="2748686"/>
                </a:lnTo>
                <a:lnTo>
                  <a:pt x="3101708" y="2748216"/>
                </a:lnTo>
                <a:lnTo>
                  <a:pt x="3099079" y="2748216"/>
                </a:lnTo>
                <a:lnTo>
                  <a:pt x="3097961" y="2748686"/>
                </a:lnTo>
                <a:lnTo>
                  <a:pt x="3096095" y="2750540"/>
                </a:lnTo>
                <a:lnTo>
                  <a:pt x="3095625" y="2751671"/>
                </a:lnTo>
                <a:lnTo>
                  <a:pt x="3095625" y="2754299"/>
                </a:lnTo>
                <a:lnTo>
                  <a:pt x="3096095" y="2755417"/>
                </a:lnTo>
                <a:lnTo>
                  <a:pt x="3097961" y="2757284"/>
                </a:lnTo>
                <a:lnTo>
                  <a:pt x="3099079" y="2757741"/>
                </a:lnTo>
                <a:lnTo>
                  <a:pt x="3101708" y="2757741"/>
                </a:lnTo>
                <a:lnTo>
                  <a:pt x="3102826" y="2757284"/>
                </a:lnTo>
                <a:lnTo>
                  <a:pt x="3104692" y="2755417"/>
                </a:lnTo>
                <a:lnTo>
                  <a:pt x="3105150" y="2754299"/>
                </a:lnTo>
                <a:lnTo>
                  <a:pt x="3105150" y="2751671"/>
                </a:lnTo>
                <a:close/>
              </a:path>
              <a:path w="10296525" h="3486150">
                <a:moveTo>
                  <a:pt x="3105150" y="2028037"/>
                </a:moveTo>
                <a:lnTo>
                  <a:pt x="3104692" y="2026907"/>
                </a:lnTo>
                <a:lnTo>
                  <a:pt x="3102826" y="2025053"/>
                </a:lnTo>
                <a:lnTo>
                  <a:pt x="3101708" y="2024583"/>
                </a:lnTo>
                <a:lnTo>
                  <a:pt x="3099079" y="2024583"/>
                </a:lnTo>
                <a:lnTo>
                  <a:pt x="3097961" y="2025053"/>
                </a:lnTo>
                <a:lnTo>
                  <a:pt x="3096095" y="2026907"/>
                </a:lnTo>
                <a:lnTo>
                  <a:pt x="3095625" y="2028037"/>
                </a:lnTo>
                <a:lnTo>
                  <a:pt x="3095625" y="2030666"/>
                </a:lnTo>
                <a:lnTo>
                  <a:pt x="3096095" y="2031784"/>
                </a:lnTo>
                <a:lnTo>
                  <a:pt x="3097961" y="2033651"/>
                </a:lnTo>
                <a:lnTo>
                  <a:pt x="3099079" y="2034108"/>
                </a:lnTo>
                <a:lnTo>
                  <a:pt x="3101708" y="2034108"/>
                </a:lnTo>
                <a:lnTo>
                  <a:pt x="3102826" y="2033651"/>
                </a:lnTo>
                <a:lnTo>
                  <a:pt x="3104692" y="2031784"/>
                </a:lnTo>
                <a:lnTo>
                  <a:pt x="3105150" y="2030666"/>
                </a:lnTo>
                <a:lnTo>
                  <a:pt x="3105150" y="2028037"/>
                </a:lnTo>
                <a:close/>
              </a:path>
              <a:path w="10296525" h="3486150">
                <a:moveTo>
                  <a:pt x="3105150" y="1304391"/>
                </a:moveTo>
                <a:lnTo>
                  <a:pt x="3104692" y="1303274"/>
                </a:lnTo>
                <a:lnTo>
                  <a:pt x="3102826" y="1301419"/>
                </a:lnTo>
                <a:lnTo>
                  <a:pt x="3101708" y="1300949"/>
                </a:lnTo>
                <a:lnTo>
                  <a:pt x="3099079" y="1300949"/>
                </a:lnTo>
                <a:lnTo>
                  <a:pt x="3097961" y="1301419"/>
                </a:lnTo>
                <a:lnTo>
                  <a:pt x="3096095" y="1303274"/>
                </a:lnTo>
                <a:lnTo>
                  <a:pt x="3095625" y="1304391"/>
                </a:lnTo>
                <a:lnTo>
                  <a:pt x="3095625" y="1307033"/>
                </a:lnTo>
                <a:lnTo>
                  <a:pt x="3096095" y="1308150"/>
                </a:lnTo>
                <a:lnTo>
                  <a:pt x="3097961" y="1310005"/>
                </a:lnTo>
                <a:lnTo>
                  <a:pt x="3099079" y="1310474"/>
                </a:lnTo>
                <a:lnTo>
                  <a:pt x="3101708" y="1310474"/>
                </a:lnTo>
                <a:lnTo>
                  <a:pt x="3102826" y="1310005"/>
                </a:lnTo>
                <a:lnTo>
                  <a:pt x="3104692" y="1308150"/>
                </a:lnTo>
                <a:lnTo>
                  <a:pt x="3105150" y="1307033"/>
                </a:lnTo>
                <a:lnTo>
                  <a:pt x="3105150" y="1304391"/>
                </a:lnTo>
                <a:close/>
              </a:path>
              <a:path w="10296525" h="3486150">
                <a:moveTo>
                  <a:pt x="3105150" y="580758"/>
                </a:moveTo>
                <a:lnTo>
                  <a:pt x="3104692" y="579640"/>
                </a:lnTo>
                <a:lnTo>
                  <a:pt x="3102826" y="577773"/>
                </a:lnTo>
                <a:lnTo>
                  <a:pt x="3101708" y="577316"/>
                </a:lnTo>
                <a:lnTo>
                  <a:pt x="3099079" y="577316"/>
                </a:lnTo>
                <a:lnTo>
                  <a:pt x="3097961" y="577773"/>
                </a:lnTo>
                <a:lnTo>
                  <a:pt x="3096095" y="579640"/>
                </a:lnTo>
                <a:lnTo>
                  <a:pt x="3095625" y="580758"/>
                </a:lnTo>
                <a:lnTo>
                  <a:pt x="3095625" y="583387"/>
                </a:lnTo>
                <a:lnTo>
                  <a:pt x="3096095" y="584517"/>
                </a:lnTo>
                <a:lnTo>
                  <a:pt x="3097961" y="586371"/>
                </a:lnTo>
                <a:lnTo>
                  <a:pt x="3099079" y="586841"/>
                </a:lnTo>
                <a:lnTo>
                  <a:pt x="3101708" y="586841"/>
                </a:lnTo>
                <a:lnTo>
                  <a:pt x="3102826" y="586371"/>
                </a:lnTo>
                <a:lnTo>
                  <a:pt x="3104692" y="584517"/>
                </a:lnTo>
                <a:lnTo>
                  <a:pt x="3105150" y="583387"/>
                </a:lnTo>
                <a:lnTo>
                  <a:pt x="3105150" y="580758"/>
                </a:lnTo>
                <a:close/>
              </a:path>
              <a:path w="10296525" h="3486150">
                <a:moveTo>
                  <a:pt x="3152775" y="2751671"/>
                </a:moveTo>
                <a:lnTo>
                  <a:pt x="3152317" y="2750540"/>
                </a:lnTo>
                <a:lnTo>
                  <a:pt x="3150451" y="2748686"/>
                </a:lnTo>
                <a:lnTo>
                  <a:pt x="3149333" y="2748216"/>
                </a:lnTo>
                <a:lnTo>
                  <a:pt x="3146704" y="2748216"/>
                </a:lnTo>
                <a:lnTo>
                  <a:pt x="3145586" y="2748686"/>
                </a:lnTo>
                <a:lnTo>
                  <a:pt x="3143720" y="2750540"/>
                </a:lnTo>
                <a:lnTo>
                  <a:pt x="3143250" y="2751671"/>
                </a:lnTo>
                <a:lnTo>
                  <a:pt x="3143250" y="2754299"/>
                </a:lnTo>
                <a:lnTo>
                  <a:pt x="3143720" y="2755417"/>
                </a:lnTo>
                <a:lnTo>
                  <a:pt x="3145586" y="2757284"/>
                </a:lnTo>
                <a:lnTo>
                  <a:pt x="3146704" y="2757741"/>
                </a:lnTo>
                <a:lnTo>
                  <a:pt x="3149333" y="2757741"/>
                </a:lnTo>
                <a:lnTo>
                  <a:pt x="3150451" y="2757284"/>
                </a:lnTo>
                <a:lnTo>
                  <a:pt x="3152317" y="2755417"/>
                </a:lnTo>
                <a:lnTo>
                  <a:pt x="3152775" y="2754299"/>
                </a:lnTo>
                <a:lnTo>
                  <a:pt x="3152775" y="2751671"/>
                </a:lnTo>
                <a:close/>
              </a:path>
              <a:path w="10296525" h="3486150">
                <a:moveTo>
                  <a:pt x="3152775" y="2028037"/>
                </a:moveTo>
                <a:lnTo>
                  <a:pt x="3152317" y="2026907"/>
                </a:lnTo>
                <a:lnTo>
                  <a:pt x="3150451" y="2025053"/>
                </a:lnTo>
                <a:lnTo>
                  <a:pt x="3149333" y="2024583"/>
                </a:lnTo>
                <a:lnTo>
                  <a:pt x="3146704" y="2024583"/>
                </a:lnTo>
                <a:lnTo>
                  <a:pt x="3145586" y="2025053"/>
                </a:lnTo>
                <a:lnTo>
                  <a:pt x="3143720" y="2026907"/>
                </a:lnTo>
                <a:lnTo>
                  <a:pt x="3143250" y="2028037"/>
                </a:lnTo>
                <a:lnTo>
                  <a:pt x="3143250" y="2030666"/>
                </a:lnTo>
                <a:lnTo>
                  <a:pt x="3143720" y="2031784"/>
                </a:lnTo>
                <a:lnTo>
                  <a:pt x="3145586" y="2033651"/>
                </a:lnTo>
                <a:lnTo>
                  <a:pt x="3146704" y="2034108"/>
                </a:lnTo>
                <a:lnTo>
                  <a:pt x="3149333" y="2034108"/>
                </a:lnTo>
                <a:lnTo>
                  <a:pt x="3150451" y="2033651"/>
                </a:lnTo>
                <a:lnTo>
                  <a:pt x="3152317" y="2031784"/>
                </a:lnTo>
                <a:lnTo>
                  <a:pt x="3152775" y="2030666"/>
                </a:lnTo>
                <a:lnTo>
                  <a:pt x="3152775" y="2028037"/>
                </a:lnTo>
                <a:close/>
              </a:path>
              <a:path w="10296525" h="3486150">
                <a:moveTo>
                  <a:pt x="3152775" y="1304391"/>
                </a:moveTo>
                <a:lnTo>
                  <a:pt x="3152317" y="1303274"/>
                </a:lnTo>
                <a:lnTo>
                  <a:pt x="3150451" y="1301419"/>
                </a:lnTo>
                <a:lnTo>
                  <a:pt x="3149333" y="1300949"/>
                </a:lnTo>
                <a:lnTo>
                  <a:pt x="3146704" y="1300949"/>
                </a:lnTo>
                <a:lnTo>
                  <a:pt x="3145586" y="1301419"/>
                </a:lnTo>
                <a:lnTo>
                  <a:pt x="3143720" y="1303274"/>
                </a:lnTo>
                <a:lnTo>
                  <a:pt x="3143250" y="1304391"/>
                </a:lnTo>
                <a:lnTo>
                  <a:pt x="3143250" y="1307033"/>
                </a:lnTo>
                <a:lnTo>
                  <a:pt x="3143720" y="1308150"/>
                </a:lnTo>
                <a:lnTo>
                  <a:pt x="3145586" y="1310005"/>
                </a:lnTo>
                <a:lnTo>
                  <a:pt x="3146704" y="1310474"/>
                </a:lnTo>
                <a:lnTo>
                  <a:pt x="3149333" y="1310474"/>
                </a:lnTo>
                <a:lnTo>
                  <a:pt x="3150451" y="1310005"/>
                </a:lnTo>
                <a:lnTo>
                  <a:pt x="3152317" y="1308150"/>
                </a:lnTo>
                <a:lnTo>
                  <a:pt x="3152775" y="1307033"/>
                </a:lnTo>
                <a:lnTo>
                  <a:pt x="3152775" y="1304391"/>
                </a:lnTo>
                <a:close/>
              </a:path>
              <a:path w="10296525" h="3486150">
                <a:moveTo>
                  <a:pt x="3152775" y="580758"/>
                </a:moveTo>
                <a:lnTo>
                  <a:pt x="3152317" y="579640"/>
                </a:lnTo>
                <a:lnTo>
                  <a:pt x="3150451" y="577773"/>
                </a:lnTo>
                <a:lnTo>
                  <a:pt x="3149333" y="577316"/>
                </a:lnTo>
                <a:lnTo>
                  <a:pt x="3146704" y="577316"/>
                </a:lnTo>
                <a:lnTo>
                  <a:pt x="3145586" y="577773"/>
                </a:lnTo>
                <a:lnTo>
                  <a:pt x="3143720" y="579640"/>
                </a:lnTo>
                <a:lnTo>
                  <a:pt x="3143250" y="580758"/>
                </a:lnTo>
                <a:lnTo>
                  <a:pt x="3143250" y="583387"/>
                </a:lnTo>
                <a:lnTo>
                  <a:pt x="3143720" y="584517"/>
                </a:lnTo>
                <a:lnTo>
                  <a:pt x="3145586" y="586371"/>
                </a:lnTo>
                <a:lnTo>
                  <a:pt x="3146704" y="586841"/>
                </a:lnTo>
                <a:lnTo>
                  <a:pt x="3149333" y="586841"/>
                </a:lnTo>
                <a:lnTo>
                  <a:pt x="3150451" y="586371"/>
                </a:lnTo>
                <a:lnTo>
                  <a:pt x="3152317" y="584517"/>
                </a:lnTo>
                <a:lnTo>
                  <a:pt x="3152775" y="583387"/>
                </a:lnTo>
                <a:lnTo>
                  <a:pt x="3152775" y="580758"/>
                </a:lnTo>
                <a:close/>
              </a:path>
              <a:path w="10296525" h="3486150">
                <a:moveTo>
                  <a:pt x="3200400" y="2751671"/>
                </a:moveTo>
                <a:lnTo>
                  <a:pt x="3199942" y="2750540"/>
                </a:lnTo>
                <a:lnTo>
                  <a:pt x="3198076" y="2748686"/>
                </a:lnTo>
                <a:lnTo>
                  <a:pt x="3196958" y="2748216"/>
                </a:lnTo>
                <a:lnTo>
                  <a:pt x="3194329" y="2748216"/>
                </a:lnTo>
                <a:lnTo>
                  <a:pt x="3193211" y="2748686"/>
                </a:lnTo>
                <a:lnTo>
                  <a:pt x="3191345" y="2750540"/>
                </a:lnTo>
                <a:lnTo>
                  <a:pt x="3190875" y="2751671"/>
                </a:lnTo>
                <a:lnTo>
                  <a:pt x="3190875" y="2754299"/>
                </a:lnTo>
                <a:lnTo>
                  <a:pt x="3191345" y="2755417"/>
                </a:lnTo>
                <a:lnTo>
                  <a:pt x="3193211" y="2757284"/>
                </a:lnTo>
                <a:lnTo>
                  <a:pt x="3194329" y="2757741"/>
                </a:lnTo>
                <a:lnTo>
                  <a:pt x="3196958" y="2757741"/>
                </a:lnTo>
                <a:lnTo>
                  <a:pt x="3198076" y="2757284"/>
                </a:lnTo>
                <a:lnTo>
                  <a:pt x="3199942" y="2755417"/>
                </a:lnTo>
                <a:lnTo>
                  <a:pt x="3200400" y="2754299"/>
                </a:lnTo>
                <a:lnTo>
                  <a:pt x="3200400" y="2751671"/>
                </a:lnTo>
                <a:close/>
              </a:path>
              <a:path w="10296525" h="3486150">
                <a:moveTo>
                  <a:pt x="3200400" y="2028037"/>
                </a:moveTo>
                <a:lnTo>
                  <a:pt x="3199942" y="2026907"/>
                </a:lnTo>
                <a:lnTo>
                  <a:pt x="3198076" y="2025053"/>
                </a:lnTo>
                <a:lnTo>
                  <a:pt x="3196958" y="2024583"/>
                </a:lnTo>
                <a:lnTo>
                  <a:pt x="3194329" y="2024583"/>
                </a:lnTo>
                <a:lnTo>
                  <a:pt x="3193211" y="2025053"/>
                </a:lnTo>
                <a:lnTo>
                  <a:pt x="3191345" y="2026907"/>
                </a:lnTo>
                <a:lnTo>
                  <a:pt x="3190875" y="2028037"/>
                </a:lnTo>
                <a:lnTo>
                  <a:pt x="3190875" y="2030666"/>
                </a:lnTo>
                <a:lnTo>
                  <a:pt x="3191345" y="2031784"/>
                </a:lnTo>
                <a:lnTo>
                  <a:pt x="3193211" y="2033651"/>
                </a:lnTo>
                <a:lnTo>
                  <a:pt x="3194329" y="2034108"/>
                </a:lnTo>
                <a:lnTo>
                  <a:pt x="3196958" y="2034108"/>
                </a:lnTo>
                <a:lnTo>
                  <a:pt x="3198076" y="2033651"/>
                </a:lnTo>
                <a:lnTo>
                  <a:pt x="3199942" y="2031784"/>
                </a:lnTo>
                <a:lnTo>
                  <a:pt x="3200400" y="2030666"/>
                </a:lnTo>
                <a:lnTo>
                  <a:pt x="3200400" y="2028037"/>
                </a:lnTo>
                <a:close/>
              </a:path>
              <a:path w="10296525" h="3486150">
                <a:moveTo>
                  <a:pt x="3200400" y="1304391"/>
                </a:moveTo>
                <a:lnTo>
                  <a:pt x="3199942" y="1303274"/>
                </a:lnTo>
                <a:lnTo>
                  <a:pt x="3198076" y="1301419"/>
                </a:lnTo>
                <a:lnTo>
                  <a:pt x="3196958" y="1300949"/>
                </a:lnTo>
                <a:lnTo>
                  <a:pt x="3194329" y="1300949"/>
                </a:lnTo>
                <a:lnTo>
                  <a:pt x="3193211" y="1301419"/>
                </a:lnTo>
                <a:lnTo>
                  <a:pt x="3191345" y="1303274"/>
                </a:lnTo>
                <a:lnTo>
                  <a:pt x="3190875" y="1304391"/>
                </a:lnTo>
                <a:lnTo>
                  <a:pt x="3190875" y="1307033"/>
                </a:lnTo>
                <a:lnTo>
                  <a:pt x="3191345" y="1308150"/>
                </a:lnTo>
                <a:lnTo>
                  <a:pt x="3193211" y="1310005"/>
                </a:lnTo>
                <a:lnTo>
                  <a:pt x="3194329" y="1310474"/>
                </a:lnTo>
                <a:lnTo>
                  <a:pt x="3196958" y="1310474"/>
                </a:lnTo>
                <a:lnTo>
                  <a:pt x="3198076" y="1310005"/>
                </a:lnTo>
                <a:lnTo>
                  <a:pt x="3199942" y="1308150"/>
                </a:lnTo>
                <a:lnTo>
                  <a:pt x="3200400" y="1307033"/>
                </a:lnTo>
                <a:lnTo>
                  <a:pt x="3200400" y="1304391"/>
                </a:lnTo>
                <a:close/>
              </a:path>
              <a:path w="10296525" h="3486150">
                <a:moveTo>
                  <a:pt x="3200400" y="580758"/>
                </a:moveTo>
                <a:lnTo>
                  <a:pt x="3199942" y="579640"/>
                </a:lnTo>
                <a:lnTo>
                  <a:pt x="3198076" y="577773"/>
                </a:lnTo>
                <a:lnTo>
                  <a:pt x="3196958" y="577316"/>
                </a:lnTo>
                <a:lnTo>
                  <a:pt x="3194329" y="577316"/>
                </a:lnTo>
                <a:lnTo>
                  <a:pt x="3193211" y="577773"/>
                </a:lnTo>
                <a:lnTo>
                  <a:pt x="3191345" y="579640"/>
                </a:lnTo>
                <a:lnTo>
                  <a:pt x="3190875" y="580758"/>
                </a:lnTo>
                <a:lnTo>
                  <a:pt x="3190875" y="583387"/>
                </a:lnTo>
                <a:lnTo>
                  <a:pt x="3191345" y="584517"/>
                </a:lnTo>
                <a:lnTo>
                  <a:pt x="3193211" y="586371"/>
                </a:lnTo>
                <a:lnTo>
                  <a:pt x="3194329" y="586841"/>
                </a:lnTo>
                <a:lnTo>
                  <a:pt x="3196958" y="586841"/>
                </a:lnTo>
                <a:lnTo>
                  <a:pt x="3198076" y="586371"/>
                </a:lnTo>
                <a:lnTo>
                  <a:pt x="3199942" y="584517"/>
                </a:lnTo>
                <a:lnTo>
                  <a:pt x="3200400" y="583387"/>
                </a:lnTo>
                <a:lnTo>
                  <a:pt x="3200400" y="580758"/>
                </a:lnTo>
                <a:close/>
              </a:path>
              <a:path w="10296525" h="3486150">
                <a:moveTo>
                  <a:pt x="3248025" y="2751671"/>
                </a:moveTo>
                <a:lnTo>
                  <a:pt x="3247567" y="2750540"/>
                </a:lnTo>
                <a:lnTo>
                  <a:pt x="3245701" y="2748686"/>
                </a:lnTo>
                <a:lnTo>
                  <a:pt x="3244583" y="2748216"/>
                </a:lnTo>
                <a:lnTo>
                  <a:pt x="3241954" y="2748216"/>
                </a:lnTo>
                <a:lnTo>
                  <a:pt x="3240836" y="2748686"/>
                </a:lnTo>
                <a:lnTo>
                  <a:pt x="3238970" y="2750540"/>
                </a:lnTo>
                <a:lnTo>
                  <a:pt x="3238500" y="2751671"/>
                </a:lnTo>
                <a:lnTo>
                  <a:pt x="3238500" y="2754299"/>
                </a:lnTo>
                <a:lnTo>
                  <a:pt x="3238970" y="2755417"/>
                </a:lnTo>
                <a:lnTo>
                  <a:pt x="3240836" y="2757284"/>
                </a:lnTo>
                <a:lnTo>
                  <a:pt x="3241954" y="2757741"/>
                </a:lnTo>
                <a:lnTo>
                  <a:pt x="3244583" y="2757741"/>
                </a:lnTo>
                <a:lnTo>
                  <a:pt x="3245701" y="2757284"/>
                </a:lnTo>
                <a:lnTo>
                  <a:pt x="3247567" y="2755417"/>
                </a:lnTo>
                <a:lnTo>
                  <a:pt x="3248025" y="2754299"/>
                </a:lnTo>
                <a:lnTo>
                  <a:pt x="3248025" y="2751671"/>
                </a:lnTo>
                <a:close/>
              </a:path>
              <a:path w="10296525" h="3486150">
                <a:moveTo>
                  <a:pt x="3248025" y="2028037"/>
                </a:moveTo>
                <a:lnTo>
                  <a:pt x="3247567" y="2026907"/>
                </a:lnTo>
                <a:lnTo>
                  <a:pt x="3245701" y="2025053"/>
                </a:lnTo>
                <a:lnTo>
                  <a:pt x="3244583" y="2024583"/>
                </a:lnTo>
                <a:lnTo>
                  <a:pt x="3241954" y="2024583"/>
                </a:lnTo>
                <a:lnTo>
                  <a:pt x="3240836" y="2025053"/>
                </a:lnTo>
                <a:lnTo>
                  <a:pt x="3238970" y="2026907"/>
                </a:lnTo>
                <a:lnTo>
                  <a:pt x="3238500" y="2028037"/>
                </a:lnTo>
                <a:lnTo>
                  <a:pt x="3238500" y="2030666"/>
                </a:lnTo>
                <a:lnTo>
                  <a:pt x="3238970" y="2031784"/>
                </a:lnTo>
                <a:lnTo>
                  <a:pt x="3240836" y="2033651"/>
                </a:lnTo>
                <a:lnTo>
                  <a:pt x="3241954" y="2034108"/>
                </a:lnTo>
                <a:lnTo>
                  <a:pt x="3244583" y="2034108"/>
                </a:lnTo>
                <a:lnTo>
                  <a:pt x="3245701" y="2033651"/>
                </a:lnTo>
                <a:lnTo>
                  <a:pt x="3247567" y="2031784"/>
                </a:lnTo>
                <a:lnTo>
                  <a:pt x="3248025" y="2030666"/>
                </a:lnTo>
                <a:lnTo>
                  <a:pt x="3248025" y="2028037"/>
                </a:lnTo>
                <a:close/>
              </a:path>
              <a:path w="10296525" h="3486150">
                <a:moveTo>
                  <a:pt x="3248025" y="1304391"/>
                </a:moveTo>
                <a:lnTo>
                  <a:pt x="3247567" y="1303274"/>
                </a:lnTo>
                <a:lnTo>
                  <a:pt x="3245701" y="1301419"/>
                </a:lnTo>
                <a:lnTo>
                  <a:pt x="3244583" y="1300949"/>
                </a:lnTo>
                <a:lnTo>
                  <a:pt x="3241954" y="1300949"/>
                </a:lnTo>
                <a:lnTo>
                  <a:pt x="3240836" y="1301419"/>
                </a:lnTo>
                <a:lnTo>
                  <a:pt x="3238970" y="1303274"/>
                </a:lnTo>
                <a:lnTo>
                  <a:pt x="3238500" y="1304391"/>
                </a:lnTo>
                <a:lnTo>
                  <a:pt x="3238500" y="1307033"/>
                </a:lnTo>
                <a:lnTo>
                  <a:pt x="3238970" y="1308150"/>
                </a:lnTo>
                <a:lnTo>
                  <a:pt x="3240836" y="1310005"/>
                </a:lnTo>
                <a:lnTo>
                  <a:pt x="3241954" y="1310474"/>
                </a:lnTo>
                <a:lnTo>
                  <a:pt x="3244583" y="1310474"/>
                </a:lnTo>
                <a:lnTo>
                  <a:pt x="3245701" y="1310005"/>
                </a:lnTo>
                <a:lnTo>
                  <a:pt x="3247567" y="1308150"/>
                </a:lnTo>
                <a:lnTo>
                  <a:pt x="3248025" y="1307033"/>
                </a:lnTo>
                <a:lnTo>
                  <a:pt x="3248025" y="1304391"/>
                </a:lnTo>
                <a:close/>
              </a:path>
              <a:path w="10296525" h="3486150">
                <a:moveTo>
                  <a:pt x="3248025" y="580758"/>
                </a:moveTo>
                <a:lnTo>
                  <a:pt x="3247567" y="579640"/>
                </a:lnTo>
                <a:lnTo>
                  <a:pt x="3245701" y="577773"/>
                </a:lnTo>
                <a:lnTo>
                  <a:pt x="3244583" y="577316"/>
                </a:lnTo>
                <a:lnTo>
                  <a:pt x="3241954" y="577316"/>
                </a:lnTo>
                <a:lnTo>
                  <a:pt x="3240836" y="577773"/>
                </a:lnTo>
                <a:lnTo>
                  <a:pt x="3238970" y="579640"/>
                </a:lnTo>
                <a:lnTo>
                  <a:pt x="3238500" y="580758"/>
                </a:lnTo>
                <a:lnTo>
                  <a:pt x="3238500" y="583387"/>
                </a:lnTo>
                <a:lnTo>
                  <a:pt x="3238970" y="584517"/>
                </a:lnTo>
                <a:lnTo>
                  <a:pt x="3240836" y="586371"/>
                </a:lnTo>
                <a:lnTo>
                  <a:pt x="3241954" y="586841"/>
                </a:lnTo>
                <a:lnTo>
                  <a:pt x="3244583" y="586841"/>
                </a:lnTo>
                <a:lnTo>
                  <a:pt x="3245701" y="586371"/>
                </a:lnTo>
                <a:lnTo>
                  <a:pt x="3247567" y="584517"/>
                </a:lnTo>
                <a:lnTo>
                  <a:pt x="3248025" y="583387"/>
                </a:lnTo>
                <a:lnTo>
                  <a:pt x="3248025" y="580758"/>
                </a:lnTo>
                <a:close/>
              </a:path>
              <a:path w="10296525" h="3486150">
                <a:moveTo>
                  <a:pt x="3295650" y="2751671"/>
                </a:moveTo>
                <a:lnTo>
                  <a:pt x="3295192" y="2750540"/>
                </a:lnTo>
                <a:lnTo>
                  <a:pt x="3293326" y="2748686"/>
                </a:lnTo>
                <a:lnTo>
                  <a:pt x="3292208" y="2748216"/>
                </a:lnTo>
                <a:lnTo>
                  <a:pt x="3289579" y="2748216"/>
                </a:lnTo>
                <a:lnTo>
                  <a:pt x="3288461" y="2748686"/>
                </a:lnTo>
                <a:lnTo>
                  <a:pt x="3286595" y="2750540"/>
                </a:lnTo>
                <a:lnTo>
                  <a:pt x="3286125" y="2751671"/>
                </a:lnTo>
                <a:lnTo>
                  <a:pt x="3286125" y="2754299"/>
                </a:lnTo>
                <a:lnTo>
                  <a:pt x="3286595" y="2755417"/>
                </a:lnTo>
                <a:lnTo>
                  <a:pt x="3288461" y="2757284"/>
                </a:lnTo>
                <a:lnTo>
                  <a:pt x="3289579" y="2757741"/>
                </a:lnTo>
                <a:lnTo>
                  <a:pt x="3292208" y="2757741"/>
                </a:lnTo>
                <a:lnTo>
                  <a:pt x="3293326" y="2757284"/>
                </a:lnTo>
                <a:lnTo>
                  <a:pt x="3295192" y="2755417"/>
                </a:lnTo>
                <a:lnTo>
                  <a:pt x="3295650" y="2754299"/>
                </a:lnTo>
                <a:lnTo>
                  <a:pt x="3295650" y="2751671"/>
                </a:lnTo>
                <a:close/>
              </a:path>
              <a:path w="10296525" h="3486150">
                <a:moveTo>
                  <a:pt x="3295650" y="2028037"/>
                </a:moveTo>
                <a:lnTo>
                  <a:pt x="3295192" y="2026907"/>
                </a:lnTo>
                <a:lnTo>
                  <a:pt x="3293326" y="2025053"/>
                </a:lnTo>
                <a:lnTo>
                  <a:pt x="3292208" y="2024583"/>
                </a:lnTo>
                <a:lnTo>
                  <a:pt x="3289579" y="2024583"/>
                </a:lnTo>
                <a:lnTo>
                  <a:pt x="3288461" y="2025053"/>
                </a:lnTo>
                <a:lnTo>
                  <a:pt x="3286595" y="2026907"/>
                </a:lnTo>
                <a:lnTo>
                  <a:pt x="3286125" y="2028037"/>
                </a:lnTo>
                <a:lnTo>
                  <a:pt x="3286125" y="2030666"/>
                </a:lnTo>
                <a:lnTo>
                  <a:pt x="3286595" y="2031784"/>
                </a:lnTo>
                <a:lnTo>
                  <a:pt x="3288461" y="2033651"/>
                </a:lnTo>
                <a:lnTo>
                  <a:pt x="3289579" y="2034108"/>
                </a:lnTo>
                <a:lnTo>
                  <a:pt x="3292208" y="2034108"/>
                </a:lnTo>
                <a:lnTo>
                  <a:pt x="3293326" y="2033651"/>
                </a:lnTo>
                <a:lnTo>
                  <a:pt x="3295192" y="2031784"/>
                </a:lnTo>
                <a:lnTo>
                  <a:pt x="3295650" y="2030666"/>
                </a:lnTo>
                <a:lnTo>
                  <a:pt x="3295650" y="2028037"/>
                </a:lnTo>
                <a:close/>
              </a:path>
              <a:path w="10296525" h="3486150">
                <a:moveTo>
                  <a:pt x="3295650" y="1304391"/>
                </a:moveTo>
                <a:lnTo>
                  <a:pt x="3295192" y="1303274"/>
                </a:lnTo>
                <a:lnTo>
                  <a:pt x="3293326" y="1301419"/>
                </a:lnTo>
                <a:lnTo>
                  <a:pt x="3292208" y="1300949"/>
                </a:lnTo>
                <a:lnTo>
                  <a:pt x="3289579" y="1300949"/>
                </a:lnTo>
                <a:lnTo>
                  <a:pt x="3288461" y="1301419"/>
                </a:lnTo>
                <a:lnTo>
                  <a:pt x="3286595" y="1303274"/>
                </a:lnTo>
                <a:lnTo>
                  <a:pt x="3286125" y="1304391"/>
                </a:lnTo>
                <a:lnTo>
                  <a:pt x="3286125" y="1307033"/>
                </a:lnTo>
                <a:lnTo>
                  <a:pt x="3286595" y="1308150"/>
                </a:lnTo>
                <a:lnTo>
                  <a:pt x="3288461" y="1310005"/>
                </a:lnTo>
                <a:lnTo>
                  <a:pt x="3289579" y="1310474"/>
                </a:lnTo>
                <a:lnTo>
                  <a:pt x="3292208" y="1310474"/>
                </a:lnTo>
                <a:lnTo>
                  <a:pt x="3293326" y="1310005"/>
                </a:lnTo>
                <a:lnTo>
                  <a:pt x="3295192" y="1308150"/>
                </a:lnTo>
                <a:lnTo>
                  <a:pt x="3295650" y="1307033"/>
                </a:lnTo>
                <a:lnTo>
                  <a:pt x="3295650" y="1304391"/>
                </a:lnTo>
                <a:close/>
              </a:path>
              <a:path w="10296525" h="3486150">
                <a:moveTo>
                  <a:pt x="3295650" y="580758"/>
                </a:moveTo>
                <a:lnTo>
                  <a:pt x="3295192" y="579640"/>
                </a:lnTo>
                <a:lnTo>
                  <a:pt x="3293326" y="577773"/>
                </a:lnTo>
                <a:lnTo>
                  <a:pt x="3292208" y="577316"/>
                </a:lnTo>
                <a:lnTo>
                  <a:pt x="3289579" y="577316"/>
                </a:lnTo>
                <a:lnTo>
                  <a:pt x="3288461" y="577773"/>
                </a:lnTo>
                <a:lnTo>
                  <a:pt x="3286595" y="579640"/>
                </a:lnTo>
                <a:lnTo>
                  <a:pt x="3286125" y="580758"/>
                </a:lnTo>
                <a:lnTo>
                  <a:pt x="3286125" y="583387"/>
                </a:lnTo>
                <a:lnTo>
                  <a:pt x="3286595" y="584517"/>
                </a:lnTo>
                <a:lnTo>
                  <a:pt x="3288461" y="586371"/>
                </a:lnTo>
                <a:lnTo>
                  <a:pt x="3289579" y="586841"/>
                </a:lnTo>
                <a:lnTo>
                  <a:pt x="3292208" y="586841"/>
                </a:lnTo>
                <a:lnTo>
                  <a:pt x="3293326" y="586371"/>
                </a:lnTo>
                <a:lnTo>
                  <a:pt x="3295192" y="584517"/>
                </a:lnTo>
                <a:lnTo>
                  <a:pt x="3295650" y="583387"/>
                </a:lnTo>
                <a:lnTo>
                  <a:pt x="3295650" y="580758"/>
                </a:lnTo>
                <a:close/>
              </a:path>
              <a:path w="10296525" h="3486150">
                <a:moveTo>
                  <a:pt x="3343275" y="2751671"/>
                </a:moveTo>
                <a:lnTo>
                  <a:pt x="3342817" y="2750540"/>
                </a:lnTo>
                <a:lnTo>
                  <a:pt x="3340951" y="2748686"/>
                </a:lnTo>
                <a:lnTo>
                  <a:pt x="3339833" y="2748216"/>
                </a:lnTo>
                <a:lnTo>
                  <a:pt x="3337204" y="2748216"/>
                </a:lnTo>
                <a:lnTo>
                  <a:pt x="3336074" y="2748686"/>
                </a:lnTo>
                <a:lnTo>
                  <a:pt x="3334220" y="2750540"/>
                </a:lnTo>
                <a:lnTo>
                  <a:pt x="3333750" y="2751671"/>
                </a:lnTo>
                <a:lnTo>
                  <a:pt x="3333750" y="2754299"/>
                </a:lnTo>
                <a:lnTo>
                  <a:pt x="3334220" y="2755417"/>
                </a:lnTo>
                <a:lnTo>
                  <a:pt x="3336074" y="2757284"/>
                </a:lnTo>
                <a:lnTo>
                  <a:pt x="3337204" y="2757741"/>
                </a:lnTo>
                <a:lnTo>
                  <a:pt x="3339833" y="2757741"/>
                </a:lnTo>
                <a:lnTo>
                  <a:pt x="3340951" y="2757284"/>
                </a:lnTo>
                <a:lnTo>
                  <a:pt x="3342817" y="2755417"/>
                </a:lnTo>
                <a:lnTo>
                  <a:pt x="3343275" y="2754299"/>
                </a:lnTo>
                <a:lnTo>
                  <a:pt x="3343275" y="2751671"/>
                </a:lnTo>
                <a:close/>
              </a:path>
              <a:path w="10296525" h="3486150">
                <a:moveTo>
                  <a:pt x="3343275" y="2028037"/>
                </a:moveTo>
                <a:lnTo>
                  <a:pt x="3342817" y="2026907"/>
                </a:lnTo>
                <a:lnTo>
                  <a:pt x="3340951" y="2025053"/>
                </a:lnTo>
                <a:lnTo>
                  <a:pt x="3339833" y="2024583"/>
                </a:lnTo>
                <a:lnTo>
                  <a:pt x="3337204" y="2024583"/>
                </a:lnTo>
                <a:lnTo>
                  <a:pt x="3336074" y="2025053"/>
                </a:lnTo>
                <a:lnTo>
                  <a:pt x="3334220" y="2026907"/>
                </a:lnTo>
                <a:lnTo>
                  <a:pt x="3333750" y="2028037"/>
                </a:lnTo>
                <a:lnTo>
                  <a:pt x="3333750" y="2030666"/>
                </a:lnTo>
                <a:lnTo>
                  <a:pt x="3334220" y="2031784"/>
                </a:lnTo>
                <a:lnTo>
                  <a:pt x="3336074" y="2033651"/>
                </a:lnTo>
                <a:lnTo>
                  <a:pt x="3337204" y="2034108"/>
                </a:lnTo>
                <a:lnTo>
                  <a:pt x="3339833" y="2034108"/>
                </a:lnTo>
                <a:lnTo>
                  <a:pt x="3340951" y="2033651"/>
                </a:lnTo>
                <a:lnTo>
                  <a:pt x="3342817" y="2031784"/>
                </a:lnTo>
                <a:lnTo>
                  <a:pt x="3343275" y="2030666"/>
                </a:lnTo>
                <a:lnTo>
                  <a:pt x="3343275" y="2028037"/>
                </a:lnTo>
                <a:close/>
              </a:path>
              <a:path w="10296525" h="3486150">
                <a:moveTo>
                  <a:pt x="3343275" y="1304391"/>
                </a:moveTo>
                <a:lnTo>
                  <a:pt x="3342817" y="1303274"/>
                </a:lnTo>
                <a:lnTo>
                  <a:pt x="3340951" y="1301419"/>
                </a:lnTo>
                <a:lnTo>
                  <a:pt x="3339833" y="1300949"/>
                </a:lnTo>
                <a:lnTo>
                  <a:pt x="3337204" y="1300949"/>
                </a:lnTo>
                <a:lnTo>
                  <a:pt x="3336074" y="1301419"/>
                </a:lnTo>
                <a:lnTo>
                  <a:pt x="3334220" y="1303274"/>
                </a:lnTo>
                <a:lnTo>
                  <a:pt x="3333750" y="1304391"/>
                </a:lnTo>
                <a:lnTo>
                  <a:pt x="3333750" y="1307033"/>
                </a:lnTo>
                <a:lnTo>
                  <a:pt x="3334220" y="1308150"/>
                </a:lnTo>
                <a:lnTo>
                  <a:pt x="3336074" y="1310005"/>
                </a:lnTo>
                <a:lnTo>
                  <a:pt x="3337204" y="1310474"/>
                </a:lnTo>
                <a:lnTo>
                  <a:pt x="3339833" y="1310474"/>
                </a:lnTo>
                <a:lnTo>
                  <a:pt x="3340951" y="1310005"/>
                </a:lnTo>
                <a:lnTo>
                  <a:pt x="3342817" y="1308150"/>
                </a:lnTo>
                <a:lnTo>
                  <a:pt x="3343275" y="1307033"/>
                </a:lnTo>
                <a:lnTo>
                  <a:pt x="3343275" y="1304391"/>
                </a:lnTo>
                <a:close/>
              </a:path>
              <a:path w="10296525" h="3486150">
                <a:moveTo>
                  <a:pt x="3343275" y="580758"/>
                </a:moveTo>
                <a:lnTo>
                  <a:pt x="3342817" y="579640"/>
                </a:lnTo>
                <a:lnTo>
                  <a:pt x="3340951" y="577773"/>
                </a:lnTo>
                <a:lnTo>
                  <a:pt x="3339833" y="577316"/>
                </a:lnTo>
                <a:lnTo>
                  <a:pt x="3337204" y="577316"/>
                </a:lnTo>
                <a:lnTo>
                  <a:pt x="3336074" y="577773"/>
                </a:lnTo>
                <a:lnTo>
                  <a:pt x="3334220" y="579640"/>
                </a:lnTo>
                <a:lnTo>
                  <a:pt x="3333750" y="580758"/>
                </a:lnTo>
                <a:lnTo>
                  <a:pt x="3333750" y="583387"/>
                </a:lnTo>
                <a:lnTo>
                  <a:pt x="3334220" y="584517"/>
                </a:lnTo>
                <a:lnTo>
                  <a:pt x="3336074" y="586371"/>
                </a:lnTo>
                <a:lnTo>
                  <a:pt x="3337204" y="586841"/>
                </a:lnTo>
                <a:lnTo>
                  <a:pt x="3339833" y="586841"/>
                </a:lnTo>
                <a:lnTo>
                  <a:pt x="3340951" y="586371"/>
                </a:lnTo>
                <a:lnTo>
                  <a:pt x="3342817" y="584517"/>
                </a:lnTo>
                <a:lnTo>
                  <a:pt x="3343275" y="583387"/>
                </a:lnTo>
                <a:lnTo>
                  <a:pt x="3343275" y="580758"/>
                </a:lnTo>
                <a:close/>
              </a:path>
              <a:path w="10296525" h="3486150">
                <a:moveTo>
                  <a:pt x="3390900" y="2751671"/>
                </a:moveTo>
                <a:lnTo>
                  <a:pt x="3390442" y="2750540"/>
                </a:lnTo>
                <a:lnTo>
                  <a:pt x="3388576" y="2748686"/>
                </a:lnTo>
                <a:lnTo>
                  <a:pt x="3387458" y="2748216"/>
                </a:lnTo>
                <a:lnTo>
                  <a:pt x="3384829" y="2748216"/>
                </a:lnTo>
                <a:lnTo>
                  <a:pt x="3383699" y="2748686"/>
                </a:lnTo>
                <a:lnTo>
                  <a:pt x="3381845" y="2750540"/>
                </a:lnTo>
                <a:lnTo>
                  <a:pt x="3381375" y="2751671"/>
                </a:lnTo>
                <a:lnTo>
                  <a:pt x="3381375" y="2754299"/>
                </a:lnTo>
                <a:lnTo>
                  <a:pt x="3381845" y="2755417"/>
                </a:lnTo>
                <a:lnTo>
                  <a:pt x="3383699" y="2757284"/>
                </a:lnTo>
                <a:lnTo>
                  <a:pt x="3384829" y="2757741"/>
                </a:lnTo>
                <a:lnTo>
                  <a:pt x="3387458" y="2757741"/>
                </a:lnTo>
                <a:lnTo>
                  <a:pt x="3388576" y="2757284"/>
                </a:lnTo>
                <a:lnTo>
                  <a:pt x="3390442" y="2755417"/>
                </a:lnTo>
                <a:lnTo>
                  <a:pt x="3390900" y="2754299"/>
                </a:lnTo>
                <a:lnTo>
                  <a:pt x="3390900" y="2751671"/>
                </a:lnTo>
                <a:close/>
              </a:path>
              <a:path w="10296525" h="3486150">
                <a:moveTo>
                  <a:pt x="3390900" y="2028037"/>
                </a:moveTo>
                <a:lnTo>
                  <a:pt x="3390442" y="2026907"/>
                </a:lnTo>
                <a:lnTo>
                  <a:pt x="3388576" y="2025053"/>
                </a:lnTo>
                <a:lnTo>
                  <a:pt x="3387458" y="2024583"/>
                </a:lnTo>
                <a:lnTo>
                  <a:pt x="3384829" y="2024583"/>
                </a:lnTo>
                <a:lnTo>
                  <a:pt x="3383699" y="2025053"/>
                </a:lnTo>
                <a:lnTo>
                  <a:pt x="3381845" y="2026907"/>
                </a:lnTo>
                <a:lnTo>
                  <a:pt x="3381375" y="2028037"/>
                </a:lnTo>
                <a:lnTo>
                  <a:pt x="3381375" y="2030666"/>
                </a:lnTo>
                <a:lnTo>
                  <a:pt x="3381845" y="2031784"/>
                </a:lnTo>
                <a:lnTo>
                  <a:pt x="3383699" y="2033651"/>
                </a:lnTo>
                <a:lnTo>
                  <a:pt x="3384829" y="2034108"/>
                </a:lnTo>
                <a:lnTo>
                  <a:pt x="3387458" y="2034108"/>
                </a:lnTo>
                <a:lnTo>
                  <a:pt x="3388576" y="2033651"/>
                </a:lnTo>
                <a:lnTo>
                  <a:pt x="3390442" y="2031784"/>
                </a:lnTo>
                <a:lnTo>
                  <a:pt x="3390900" y="2030666"/>
                </a:lnTo>
                <a:lnTo>
                  <a:pt x="3390900" y="2028037"/>
                </a:lnTo>
                <a:close/>
              </a:path>
              <a:path w="10296525" h="3486150">
                <a:moveTo>
                  <a:pt x="3390900" y="1304391"/>
                </a:moveTo>
                <a:lnTo>
                  <a:pt x="3390442" y="1303274"/>
                </a:lnTo>
                <a:lnTo>
                  <a:pt x="3388576" y="1301419"/>
                </a:lnTo>
                <a:lnTo>
                  <a:pt x="3387458" y="1300949"/>
                </a:lnTo>
                <a:lnTo>
                  <a:pt x="3384829" y="1300949"/>
                </a:lnTo>
                <a:lnTo>
                  <a:pt x="3383699" y="1301419"/>
                </a:lnTo>
                <a:lnTo>
                  <a:pt x="3381845" y="1303274"/>
                </a:lnTo>
                <a:lnTo>
                  <a:pt x="3381375" y="1304391"/>
                </a:lnTo>
                <a:lnTo>
                  <a:pt x="3381375" y="1307033"/>
                </a:lnTo>
                <a:lnTo>
                  <a:pt x="3381845" y="1308150"/>
                </a:lnTo>
                <a:lnTo>
                  <a:pt x="3383699" y="1310005"/>
                </a:lnTo>
                <a:lnTo>
                  <a:pt x="3384829" y="1310474"/>
                </a:lnTo>
                <a:lnTo>
                  <a:pt x="3387458" y="1310474"/>
                </a:lnTo>
                <a:lnTo>
                  <a:pt x="3388576" y="1310005"/>
                </a:lnTo>
                <a:lnTo>
                  <a:pt x="3390442" y="1308150"/>
                </a:lnTo>
                <a:lnTo>
                  <a:pt x="3390900" y="1307033"/>
                </a:lnTo>
                <a:lnTo>
                  <a:pt x="3390900" y="1304391"/>
                </a:lnTo>
                <a:close/>
              </a:path>
              <a:path w="10296525" h="3486150">
                <a:moveTo>
                  <a:pt x="3390900" y="580758"/>
                </a:moveTo>
                <a:lnTo>
                  <a:pt x="3390442" y="579640"/>
                </a:lnTo>
                <a:lnTo>
                  <a:pt x="3388576" y="577773"/>
                </a:lnTo>
                <a:lnTo>
                  <a:pt x="3387458" y="577316"/>
                </a:lnTo>
                <a:lnTo>
                  <a:pt x="3384829" y="577316"/>
                </a:lnTo>
                <a:lnTo>
                  <a:pt x="3383699" y="577773"/>
                </a:lnTo>
                <a:lnTo>
                  <a:pt x="3381845" y="579640"/>
                </a:lnTo>
                <a:lnTo>
                  <a:pt x="3381375" y="580758"/>
                </a:lnTo>
                <a:lnTo>
                  <a:pt x="3381375" y="583387"/>
                </a:lnTo>
                <a:lnTo>
                  <a:pt x="3381845" y="584517"/>
                </a:lnTo>
                <a:lnTo>
                  <a:pt x="3383699" y="586371"/>
                </a:lnTo>
                <a:lnTo>
                  <a:pt x="3384829" y="586841"/>
                </a:lnTo>
                <a:lnTo>
                  <a:pt x="3387458" y="586841"/>
                </a:lnTo>
                <a:lnTo>
                  <a:pt x="3388576" y="586371"/>
                </a:lnTo>
                <a:lnTo>
                  <a:pt x="3390442" y="584517"/>
                </a:lnTo>
                <a:lnTo>
                  <a:pt x="3390900" y="583387"/>
                </a:lnTo>
                <a:lnTo>
                  <a:pt x="3390900" y="580758"/>
                </a:lnTo>
                <a:close/>
              </a:path>
              <a:path w="10296525" h="3486150">
                <a:moveTo>
                  <a:pt x="3438525" y="2751671"/>
                </a:moveTo>
                <a:lnTo>
                  <a:pt x="3438067" y="2750540"/>
                </a:lnTo>
                <a:lnTo>
                  <a:pt x="3436201" y="2748686"/>
                </a:lnTo>
                <a:lnTo>
                  <a:pt x="3435083" y="2748216"/>
                </a:lnTo>
                <a:lnTo>
                  <a:pt x="3432454" y="2748216"/>
                </a:lnTo>
                <a:lnTo>
                  <a:pt x="3431336" y="2748686"/>
                </a:lnTo>
                <a:lnTo>
                  <a:pt x="3429470" y="2750540"/>
                </a:lnTo>
                <a:lnTo>
                  <a:pt x="3429000" y="2751671"/>
                </a:lnTo>
                <a:lnTo>
                  <a:pt x="3429000" y="2754299"/>
                </a:lnTo>
                <a:lnTo>
                  <a:pt x="3429470" y="2755417"/>
                </a:lnTo>
                <a:lnTo>
                  <a:pt x="3431336" y="2757284"/>
                </a:lnTo>
                <a:lnTo>
                  <a:pt x="3432454" y="2757741"/>
                </a:lnTo>
                <a:lnTo>
                  <a:pt x="3435083" y="2757741"/>
                </a:lnTo>
                <a:lnTo>
                  <a:pt x="3436201" y="2757284"/>
                </a:lnTo>
                <a:lnTo>
                  <a:pt x="3438067" y="2755417"/>
                </a:lnTo>
                <a:lnTo>
                  <a:pt x="3438525" y="2754299"/>
                </a:lnTo>
                <a:lnTo>
                  <a:pt x="3438525" y="2751671"/>
                </a:lnTo>
                <a:close/>
              </a:path>
              <a:path w="10296525" h="3486150">
                <a:moveTo>
                  <a:pt x="3438525" y="2028037"/>
                </a:moveTo>
                <a:lnTo>
                  <a:pt x="3438067" y="2026907"/>
                </a:lnTo>
                <a:lnTo>
                  <a:pt x="3436201" y="2025053"/>
                </a:lnTo>
                <a:lnTo>
                  <a:pt x="3435083" y="2024583"/>
                </a:lnTo>
                <a:lnTo>
                  <a:pt x="3432454" y="2024583"/>
                </a:lnTo>
                <a:lnTo>
                  <a:pt x="3431336" y="2025053"/>
                </a:lnTo>
                <a:lnTo>
                  <a:pt x="3429470" y="2026907"/>
                </a:lnTo>
                <a:lnTo>
                  <a:pt x="3429000" y="2028037"/>
                </a:lnTo>
                <a:lnTo>
                  <a:pt x="3429000" y="2030666"/>
                </a:lnTo>
                <a:lnTo>
                  <a:pt x="3429470" y="2031784"/>
                </a:lnTo>
                <a:lnTo>
                  <a:pt x="3431336" y="2033651"/>
                </a:lnTo>
                <a:lnTo>
                  <a:pt x="3432454" y="2034108"/>
                </a:lnTo>
                <a:lnTo>
                  <a:pt x="3435083" y="2034108"/>
                </a:lnTo>
                <a:lnTo>
                  <a:pt x="3436201" y="2033651"/>
                </a:lnTo>
                <a:lnTo>
                  <a:pt x="3438067" y="2031784"/>
                </a:lnTo>
                <a:lnTo>
                  <a:pt x="3438525" y="2030666"/>
                </a:lnTo>
                <a:lnTo>
                  <a:pt x="3438525" y="2028037"/>
                </a:lnTo>
                <a:close/>
              </a:path>
              <a:path w="10296525" h="3486150">
                <a:moveTo>
                  <a:pt x="3438525" y="1304391"/>
                </a:moveTo>
                <a:lnTo>
                  <a:pt x="3438067" y="1303274"/>
                </a:lnTo>
                <a:lnTo>
                  <a:pt x="3436201" y="1301419"/>
                </a:lnTo>
                <a:lnTo>
                  <a:pt x="3435083" y="1300949"/>
                </a:lnTo>
                <a:lnTo>
                  <a:pt x="3432454" y="1300949"/>
                </a:lnTo>
                <a:lnTo>
                  <a:pt x="3431336" y="1301419"/>
                </a:lnTo>
                <a:lnTo>
                  <a:pt x="3429470" y="1303274"/>
                </a:lnTo>
                <a:lnTo>
                  <a:pt x="3429000" y="1304391"/>
                </a:lnTo>
                <a:lnTo>
                  <a:pt x="3429000" y="1307033"/>
                </a:lnTo>
                <a:lnTo>
                  <a:pt x="3429470" y="1308150"/>
                </a:lnTo>
                <a:lnTo>
                  <a:pt x="3431336" y="1310005"/>
                </a:lnTo>
                <a:lnTo>
                  <a:pt x="3432454" y="1310474"/>
                </a:lnTo>
                <a:lnTo>
                  <a:pt x="3435083" y="1310474"/>
                </a:lnTo>
                <a:lnTo>
                  <a:pt x="3436201" y="1310005"/>
                </a:lnTo>
                <a:lnTo>
                  <a:pt x="3438067" y="1308150"/>
                </a:lnTo>
                <a:lnTo>
                  <a:pt x="3438525" y="1307033"/>
                </a:lnTo>
                <a:lnTo>
                  <a:pt x="3438525" y="1304391"/>
                </a:lnTo>
                <a:close/>
              </a:path>
              <a:path w="10296525" h="3486150">
                <a:moveTo>
                  <a:pt x="3438525" y="580758"/>
                </a:moveTo>
                <a:lnTo>
                  <a:pt x="3438067" y="579640"/>
                </a:lnTo>
                <a:lnTo>
                  <a:pt x="3436201" y="577773"/>
                </a:lnTo>
                <a:lnTo>
                  <a:pt x="3435083" y="577316"/>
                </a:lnTo>
                <a:lnTo>
                  <a:pt x="3432454" y="577316"/>
                </a:lnTo>
                <a:lnTo>
                  <a:pt x="3431336" y="577773"/>
                </a:lnTo>
                <a:lnTo>
                  <a:pt x="3429470" y="579640"/>
                </a:lnTo>
                <a:lnTo>
                  <a:pt x="3429000" y="580758"/>
                </a:lnTo>
                <a:lnTo>
                  <a:pt x="3429000" y="583387"/>
                </a:lnTo>
                <a:lnTo>
                  <a:pt x="3429470" y="584517"/>
                </a:lnTo>
                <a:lnTo>
                  <a:pt x="3431336" y="586371"/>
                </a:lnTo>
                <a:lnTo>
                  <a:pt x="3432454" y="586841"/>
                </a:lnTo>
                <a:lnTo>
                  <a:pt x="3435083" y="586841"/>
                </a:lnTo>
                <a:lnTo>
                  <a:pt x="3436201" y="586371"/>
                </a:lnTo>
                <a:lnTo>
                  <a:pt x="3438067" y="584517"/>
                </a:lnTo>
                <a:lnTo>
                  <a:pt x="3438525" y="583387"/>
                </a:lnTo>
                <a:lnTo>
                  <a:pt x="3438525" y="580758"/>
                </a:lnTo>
                <a:close/>
              </a:path>
              <a:path w="10296525" h="3486150">
                <a:moveTo>
                  <a:pt x="3486150" y="2751671"/>
                </a:moveTo>
                <a:lnTo>
                  <a:pt x="3485692" y="2750540"/>
                </a:lnTo>
                <a:lnTo>
                  <a:pt x="3483826" y="2748686"/>
                </a:lnTo>
                <a:lnTo>
                  <a:pt x="3482708" y="2748216"/>
                </a:lnTo>
                <a:lnTo>
                  <a:pt x="3480079" y="2748216"/>
                </a:lnTo>
                <a:lnTo>
                  <a:pt x="3478961" y="2748686"/>
                </a:lnTo>
                <a:lnTo>
                  <a:pt x="3477095" y="2750540"/>
                </a:lnTo>
                <a:lnTo>
                  <a:pt x="3476625" y="2751671"/>
                </a:lnTo>
                <a:lnTo>
                  <a:pt x="3476625" y="2754299"/>
                </a:lnTo>
                <a:lnTo>
                  <a:pt x="3477095" y="2755417"/>
                </a:lnTo>
                <a:lnTo>
                  <a:pt x="3478961" y="2757284"/>
                </a:lnTo>
                <a:lnTo>
                  <a:pt x="3480079" y="2757741"/>
                </a:lnTo>
                <a:lnTo>
                  <a:pt x="3482708" y="2757741"/>
                </a:lnTo>
                <a:lnTo>
                  <a:pt x="3483826" y="2757284"/>
                </a:lnTo>
                <a:lnTo>
                  <a:pt x="3485692" y="2755417"/>
                </a:lnTo>
                <a:lnTo>
                  <a:pt x="3486150" y="2754299"/>
                </a:lnTo>
                <a:lnTo>
                  <a:pt x="3486150" y="2751671"/>
                </a:lnTo>
                <a:close/>
              </a:path>
              <a:path w="10296525" h="3486150">
                <a:moveTo>
                  <a:pt x="3486150" y="2028037"/>
                </a:moveTo>
                <a:lnTo>
                  <a:pt x="3485692" y="2026907"/>
                </a:lnTo>
                <a:lnTo>
                  <a:pt x="3483826" y="2025053"/>
                </a:lnTo>
                <a:lnTo>
                  <a:pt x="3482708" y="2024583"/>
                </a:lnTo>
                <a:lnTo>
                  <a:pt x="3480079" y="2024583"/>
                </a:lnTo>
                <a:lnTo>
                  <a:pt x="3478961" y="2025053"/>
                </a:lnTo>
                <a:lnTo>
                  <a:pt x="3477095" y="2026907"/>
                </a:lnTo>
                <a:lnTo>
                  <a:pt x="3476625" y="2028037"/>
                </a:lnTo>
                <a:lnTo>
                  <a:pt x="3476625" y="2030666"/>
                </a:lnTo>
                <a:lnTo>
                  <a:pt x="3477095" y="2031784"/>
                </a:lnTo>
                <a:lnTo>
                  <a:pt x="3478961" y="2033651"/>
                </a:lnTo>
                <a:lnTo>
                  <a:pt x="3480079" y="2034108"/>
                </a:lnTo>
                <a:lnTo>
                  <a:pt x="3482708" y="2034108"/>
                </a:lnTo>
                <a:lnTo>
                  <a:pt x="3483826" y="2033651"/>
                </a:lnTo>
                <a:lnTo>
                  <a:pt x="3485692" y="2031784"/>
                </a:lnTo>
                <a:lnTo>
                  <a:pt x="3486150" y="2030666"/>
                </a:lnTo>
                <a:lnTo>
                  <a:pt x="3486150" y="2028037"/>
                </a:lnTo>
                <a:close/>
              </a:path>
              <a:path w="10296525" h="3486150">
                <a:moveTo>
                  <a:pt x="3486150" y="1304391"/>
                </a:moveTo>
                <a:lnTo>
                  <a:pt x="3485692" y="1303274"/>
                </a:lnTo>
                <a:lnTo>
                  <a:pt x="3483826" y="1301419"/>
                </a:lnTo>
                <a:lnTo>
                  <a:pt x="3482708" y="1300949"/>
                </a:lnTo>
                <a:lnTo>
                  <a:pt x="3480079" y="1300949"/>
                </a:lnTo>
                <a:lnTo>
                  <a:pt x="3478961" y="1301419"/>
                </a:lnTo>
                <a:lnTo>
                  <a:pt x="3477095" y="1303274"/>
                </a:lnTo>
                <a:lnTo>
                  <a:pt x="3476625" y="1304391"/>
                </a:lnTo>
                <a:lnTo>
                  <a:pt x="3476625" y="1307033"/>
                </a:lnTo>
                <a:lnTo>
                  <a:pt x="3477095" y="1308150"/>
                </a:lnTo>
                <a:lnTo>
                  <a:pt x="3478961" y="1310005"/>
                </a:lnTo>
                <a:lnTo>
                  <a:pt x="3480079" y="1310474"/>
                </a:lnTo>
                <a:lnTo>
                  <a:pt x="3482708" y="1310474"/>
                </a:lnTo>
                <a:lnTo>
                  <a:pt x="3483826" y="1310005"/>
                </a:lnTo>
                <a:lnTo>
                  <a:pt x="3485692" y="1308150"/>
                </a:lnTo>
                <a:lnTo>
                  <a:pt x="3486150" y="1307033"/>
                </a:lnTo>
                <a:lnTo>
                  <a:pt x="3486150" y="1304391"/>
                </a:lnTo>
                <a:close/>
              </a:path>
              <a:path w="10296525" h="3486150">
                <a:moveTo>
                  <a:pt x="3486150" y="580758"/>
                </a:moveTo>
                <a:lnTo>
                  <a:pt x="3485692" y="579640"/>
                </a:lnTo>
                <a:lnTo>
                  <a:pt x="3483826" y="577773"/>
                </a:lnTo>
                <a:lnTo>
                  <a:pt x="3482708" y="577316"/>
                </a:lnTo>
                <a:lnTo>
                  <a:pt x="3480079" y="577316"/>
                </a:lnTo>
                <a:lnTo>
                  <a:pt x="3478961" y="577773"/>
                </a:lnTo>
                <a:lnTo>
                  <a:pt x="3477095" y="579640"/>
                </a:lnTo>
                <a:lnTo>
                  <a:pt x="3476625" y="580758"/>
                </a:lnTo>
                <a:lnTo>
                  <a:pt x="3476625" y="583387"/>
                </a:lnTo>
                <a:lnTo>
                  <a:pt x="3477095" y="584517"/>
                </a:lnTo>
                <a:lnTo>
                  <a:pt x="3478961" y="586371"/>
                </a:lnTo>
                <a:lnTo>
                  <a:pt x="3480079" y="586841"/>
                </a:lnTo>
                <a:lnTo>
                  <a:pt x="3482708" y="586841"/>
                </a:lnTo>
                <a:lnTo>
                  <a:pt x="3483826" y="586371"/>
                </a:lnTo>
                <a:lnTo>
                  <a:pt x="3485692" y="584517"/>
                </a:lnTo>
                <a:lnTo>
                  <a:pt x="3486150" y="583387"/>
                </a:lnTo>
                <a:lnTo>
                  <a:pt x="3486150" y="580758"/>
                </a:lnTo>
                <a:close/>
              </a:path>
              <a:path w="10296525" h="3486150">
                <a:moveTo>
                  <a:pt x="3533775" y="2751671"/>
                </a:moveTo>
                <a:lnTo>
                  <a:pt x="3533317" y="2750540"/>
                </a:lnTo>
                <a:lnTo>
                  <a:pt x="3531451" y="2748686"/>
                </a:lnTo>
                <a:lnTo>
                  <a:pt x="3530333" y="2748216"/>
                </a:lnTo>
                <a:lnTo>
                  <a:pt x="3527704" y="2748216"/>
                </a:lnTo>
                <a:lnTo>
                  <a:pt x="3526586" y="2748686"/>
                </a:lnTo>
                <a:lnTo>
                  <a:pt x="3524720" y="2750540"/>
                </a:lnTo>
                <a:lnTo>
                  <a:pt x="3524250" y="2751671"/>
                </a:lnTo>
                <a:lnTo>
                  <a:pt x="3524250" y="2754299"/>
                </a:lnTo>
                <a:lnTo>
                  <a:pt x="3524720" y="2755417"/>
                </a:lnTo>
                <a:lnTo>
                  <a:pt x="3526586" y="2757284"/>
                </a:lnTo>
                <a:lnTo>
                  <a:pt x="3527704" y="2757741"/>
                </a:lnTo>
                <a:lnTo>
                  <a:pt x="3530333" y="2757741"/>
                </a:lnTo>
                <a:lnTo>
                  <a:pt x="3531451" y="2757284"/>
                </a:lnTo>
                <a:lnTo>
                  <a:pt x="3533317" y="2755417"/>
                </a:lnTo>
                <a:lnTo>
                  <a:pt x="3533775" y="2754299"/>
                </a:lnTo>
                <a:lnTo>
                  <a:pt x="3533775" y="2751671"/>
                </a:lnTo>
                <a:close/>
              </a:path>
              <a:path w="10296525" h="3486150">
                <a:moveTo>
                  <a:pt x="3533775" y="2028037"/>
                </a:moveTo>
                <a:lnTo>
                  <a:pt x="3533317" y="2026907"/>
                </a:lnTo>
                <a:lnTo>
                  <a:pt x="3531451" y="2025053"/>
                </a:lnTo>
                <a:lnTo>
                  <a:pt x="3530333" y="2024583"/>
                </a:lnTo>
                <a:lnTo>
                  <a:pt x="3527704" y="2024583"/>
                </a:lnTo>
                <a:lnTo>
                  <a:pt x="3526586" y="2025053"/>
                </a:lnTo>
                <a:lnTo>
                  <a:pt x="3524720" y="2026907"/>
                </a:lnTo>
                <a:lnTo>
                  <a:pt x="3524250" y="2028037"/>
                </a:lnTo>
                <a:lnTo>
                  <a:pt x="3524250" y="2030666"/>
                </a:lnTo>
                <a:lnTo>
                  <a:pt x="3524720" y="2031784"/>
                </a:lnTo>
                <a:lnTo>
                  <a:pt x="3526586" y="2033651"/>
                </a:lnTo>
                <a:lnTo>
                  <a:pt x="3527704" y="2034108"/>
                </a:lnTo>
                <a:lnTo>
                  <a:pt x="3530333" y="2034108"/>
                </a:lnTo>
                <a:lnTo>
                  <a:pt x="3531451" y="2033651"/>
                </a:lnTo>
                <a:lnTo>
                  <a:pt x="3533317" y="2031784"/>
                </a:lnTo>
                <a:lnTo>
                  <a:pt x="3533775" y="2030666"/>
                </a:lnTo>
                <a:lnTo>
                  <a:pt x="3533775" y="2028037"/>
                </a:lnTo>
                <a:close/>
              </a:path>
              <a:path w="10296525" h="3486150">
                <a:moveTo>
                  <a:pt x="3533775" y="1304391"/>
                </a:moveTo>
                <a:lnTo>
                  <a:pt x="3533317" y="1303274"/>
                </a:lnTo>
                <a:lnTo>
                  <a:pt x="3531451" y="1301419"/>
                </a:lnTo>
                <a:lnTo>
                  <a:pt x="3530333" y="1300949"/>
                </a:lnTo>
                <a:lnTo>
                  <a:pt x="3527704" y="1300949"/>
                </a:lnTo>
                <a:lnTo>
                  <a:pt x="3526586" y="1301419"/>
                </a:lnTo>
                <a:lnTo>
                  <a:pt x="3524720" y="1303274"/>
                </a:lnTo>
                <a:lnTo>
                  <a:pt x="3524250" y="1304391"/>
                </a:lnTo>
                <a:lnTo>
                  <a:pt x="3524250" y="1307033"/>
                </a:lnTo>
                <a:lnTo>
                  <a:pt x="3524720" y="1308150"/>
                </a:lnTo>
                <a:lnTo>
                  <a:pt x="3526586" y="1310005"/>
                </a:lnTo>
                <a:lnTo>
                  <a:pt x="3527704" y="1310474"/>
                </a:lnTo>
                <a:lnTo>
                  <a:pt x="3530333" y="1310474"/>
                </a:lnTo>
                <a:lnTo>
                  <a:pt x="3531451" y="1310005"/>
                </a:lnTo>
                <a:lnTo>
                  <a:pt x="3533317" y="1308150"/>
                </a:lnTo>
                <a:lnTo>
                  <a:pt x="3533775" y="1307033"/>
                </a:lnTo>
                <a:lnTo>
                  <a:pt x="3533775" y="1304391"/>
                </a:lnTo>
                <a:close/>
              </a:path>
              <a:path w="10296525" h="3486150">
                <a:moveTo>
                  <a:pt x="3533775" y="580758"/>
                </a:moveTo>
                <a:lnTo>
                  <a:pt x="3533317" y="579640"/>
                </a:lnTo>
                <a:lnTo>
                  <a:pt x="3531451" y="577773"/>
                </a:lnTo>
                <a:lnTo>
                  <a:pt x="3530333" y="577316"/>
                </a:lnTo>
                <a:lnTo>
                  <a:pt x="3527704" y="577316"/>
                </a:lnTo>
                <a:lnTo>
                  <a:pt x="3526586" y="577773"/>
                </a:lnTo>
                <a:lnTo>
                  <a:pt x="3524720" y="579640"/>
                </a:lnTo>
                <a:lnTo>
                  <a:pt x="3524250" y="580758"/>
                </a:lnTo>
                <a:lnTo>
                  <a:pt x="3524250" y="583387"/>
                </a:lnTo>
                <a:lnTo>
                  <a:pt x="3524720" y="584517"/>
                </a:lnTo>
                <a:lnTo>
                  <a:pt x="3526586" y="586371"/>
                </a:lnTo>
                <a:lnTo>
                  <a:pt x="3527704" y="586841"/>
                </a:lnTo>
                <a:lnTo>
                  <a:pt x="3530333" y="586841"/>
                </a:lnTo>
                <a:lnTo>
                  <a:pt x="3531451" y="586371"/>
                </a:lnTo>
                <a:lnTo>
                  <a:pt x="3533317" y="584517"/>
                </a:lnTo>
                <a:lnTo>
                  <a:pt x="3533775" y="583387"/>
                </a:lnTo>
                <a:lnTo>
                  <a:pt x="3533775" y="580758"/>
                </a:lnTo>
                <a:close/>
              </a:path>
              <a:path w="10296525" h="3486150">
                <a:moveTo>
                  <a:pt x="3581400" y="2751671"/>
                </a:moveTo>
                <a:lnTo>
                  <a:pt x="3580942" y="2750540"/>
                </a:lnTo>
                <a:lnTo>
                  <a:pt x="3579076" y="2748686"/>
                </a:lnTo>
                <a:lnTo>
                  <a:pt x="3577958" y="2748216"/>
                </a:lnTo>
                <a:lnTo>
                  <a:pt x="3575329" y="2748216"/>
                </a:lnTo>
                <a:lnTo>
                  <a:pt x="3574211" y="2748686"/>
                </a:lnTo>
                <a:lnTo>
                  <a:pt x="3572345" y="2750540"/>
                </a:lnTo>
                <a:lnTo>
                  <a:pt x="3571875" y="2751671"/>
                </a:lnTo>
                <a:lnTo>
                  <a:pt x="3571875" y="2754299"/>
                </a:lnTo>
                <a:lnTo>
                  <a:pt x="3572345" y="2755417"/>
                </a:lnTo>
                <a:lnTo>
                  <a:pt x="3574211" y="2757284"/>
                </a:lnTo>
                <a:lnTo>
                  <a:pt x="3575329" y="2757741"/>
                </a:lnTo>
                <a:lnTo>
                  <a:pt x="3577958" y="2757741"/>
                </a:lnTo>
                <a:lnTo>
                  <a:pt x="3579076" y="2757284"/>
                </a:lnTo>
                <a:lnTo>
                  <a:pt x="3580942" y="2755417"/>
                </a:lnTo>
                <a:lnTo>
                  <a:pt x="3581400" y="2754299"/>
                </a:lnTo>
                <a:lnTo>
                  <a:pt x="3581400" y="2751671"/>
                </a:lnTo>
                <a:close/>
              </a:path>
              <a:path w="10296525" h="3486150">
                <a:moveTo>
                  <a:pt x="3581400" y="2028037"/>
                </a:moveTo>
                <a:lnTo>
                  <a:pt x="3580942" y="2026907"/>
                </a:lnTo>
                <a:lnTo>
                  <a:pt x="3579076" y="2025053"/>
                </a:lnTo>
                <a:lnTo>
                  <a:pt x="3577958" y="2024583"/>
                </a:lnTo>
                <a:lnTo>
                  <a:pt x="3575329" y="2024583"/>
                </a:lnTo>
                <a:lnTo>
                  <a:pt x="3574211" y="2025053"/>
                </a:lnTo>
                <a:lnTo>
                  <a:pt x="3572345" y="2026907"/>
                </a:lnTo>
                <a:lnTo>
                  <a:pt x="3571875" y="2028037"/>
                </a:lnTo>
                <a:lnTo>
                  <a:pt x="3571875" y="2030666"/>
                </a:lnTo>
                <a:lnTo>
                  <a:pt x="3572345" y="2031784"/>
                </a:lnTo>
                <a:lnTo>
                  <a:pt x="3574211" y="2033651"/>
                </a:lnTo>
                <a:lnTo>
                  <a:pt x="3575329" y="2034108"/>
                </a:lnTo>
                <a:lnTo>
                  <a:pt x="3577958" y="2034108"/>
                </a:lnTo>
                <a:lnTo>
                  <a:pt x="3579076" y="2033651"/>
                </a:lnTo>
                <a:lnTo>
                  <a:pt x="3580942" y="2031784"/>
                </a:lnTo>
                <a:lnTo>
                  <a:pt x="3581400" y="2030666"/>
                </a:lnTo>
                <a:lnTo>
                  <a:pt x="3581400" y="2028037"/>
                </a:lnTo>
                <a:close/>
              </a:path>
              <a:path w="10296525" h="3486150">
                <a:moveTo>
                  <a:pt x="3581400" y="1304391"/>
                </a:moveTo>
                <a:lnTo>
                  <a:pt x="3580942" y="1303274"/>
                </a:lnTo>
                <a:lnTo>
                  <a:pt x="3579076" y="1301419"/>
                </a:lnTo>
                <a:lnTo>
                  <a:pt x="3577958" y="1300949"/>
                </a:lnTo>
                <a:lnTo>
                  <a:pt x="3575329" y="1300949"/>
                </a:lnTo>
                <a:lnTo>
                  <a:pt x="3574211" y="1301419"/>
                </a:lnTo>
                <a:lnTo>
                  <a:pt x="3572345" y="1303274"/>
                </a:lnTo>
                <a:lnTo>
                  <a:pt x="3571875" y="1304391"/>
                </a:lnTo>
                <a:lnTo>
                  <a:pt x="3571875" y="1307033"/>
                </a:lnTo>
                <a:lnTo>
                  <a:pt x="3572345" y="1308150"/>
                </a:lnTo>
                <a:lnTo>
                  <a:pt x="3574211" y="1310005"/>
                </a:lnTo>
                <a:lnTo>
                  <a:pt x="3575329" y="1310474"/>
                </a:lnTo>
                <a:lnTo>
                  <a:pt x="3577958" y="1310474"/>
                </a:lnTo>
                <a:lnTo>
                  <a:pt x="3579076" y="1310005"/>
                </a:lnTo>
                <a:lnTo>
                  <a:pt x="3580942" y="1308150"/>
                </a:lnTo>
                <a:lnTo>
                  <a:pt x="3581400" y="1307033"/>
                </a:lnTo>
                <a:lnTo>
                  <a:pt x="3581400" y="1304391"/>
                </a:lnTo>
                <a:close/>
              </a:path>
              <a:path w="10296525" h="3486150">
                <a:moveTo>
                  <a:pt x="3581400" y="580758"/>
                </a:moveTo>
                <a:lnTo>
                  <a:pt x="3580942" y="579640"/>
                </a:lnTo>
                <a:lnTo>
                  <a:pt x="3579076" y="577773"/>
                </a:lnTo>
                <a:lnTo>
                  <a:pt x="3577958" y="577316"/>
                </a:lnTo>
                <a:lnTo>
                  <a:pt x="3575329" y="577316"/>
                </a:lnTo>
                <a:lnTo>
                  <a:pt x="3574211" y="577773"/>
                </a:lnTo>
                <a:lnTo>
                  <a:pt x="3572345" y="579640"/>
                </a:lnTo>
                <a:lnTo>
                  <a:pt x="3571875" y="580758"/>
                </a:lnTo>
                <a:lnTo>
                  <a:pt x="3571875" y="583387"/>
                </a:lnTo>
                <a:lnTo>
                  <a:pt x="3572345" y="584517"/>
                </a:lnTo>
                <a:lnTo>
                  <a:pt x="3574211" y="586371"/>
                </a:lnTo>
                <a:lnTo>
                  <a:pt x="3575329" y="586841"/>
                </a:lnTo>
                <a:lnTo>
                  <a:pt x="3577958" y="586841"/>
                </a:lnTo>
                <a:lnTo>
                  <a:pt x="3579076" y="586371"/>
                </a:lnTo>
                <a:lnTo>
                  <a:pt x="3580942" y="584517"/>
                </a:lnTo>
                <a:lnTo>
                  <a:pt x="3581400" y="583387"/>
                </a:lnTo>
                <a:lnTo>
                  <a:pt x="3581400" y="580758"/>
                </a:lnTo>
                <a:close/>
              </a:path>
              <a:path w="10296525" h="3486150">
                <a:moveTo>
                  <a:pt x="3629025" y="2751671"/>
                </a:moveTo>
                <a:lnTo>
                  <a:pt x="3628567" y="2750540"/>
                </a:lnTo>
                <a:lnTo>
                  <a:pt x="3626701" y="2748686"/>
                </a:lnTo>
                <a:lnTo>
                  <a:pt x="3625583" y="2748216"/>
                </a:lnTo>
                <a:lnTo>
                  <a:pt x="3622954" y="2748216"/>
                </a:lnTo>
                <a:lnTo>
                  <a:pt x="3621836" y="2748686"/>
                </a:lnTo>
                <a:lnTo>
                  <a:pt x="3619970" y="2750540"/>
                </a:lnTo>
                <a:lnTo>
                  <a:pt x="3619500" y="2751671"/>
                </a:lnTo>
                <a:lnTo>
                  <a:pt x="3619500" y="2754299"/>
                </a:lnTo>
                <a:lnTo>
                  <a:pt x="3619970" y="2755417"/>
                </a:lnTo>
                <a:lnTo>
                  <a:pt x="3621836" y="2757284"/>
                </a:lnTo>
                <a:lnTo>
                  <a:pt x="3622954" y="2757741"/>
                </a:lnTo>
                <a:lnTo>
                  <a:pt x="3625583" y="2757741"/>
                </a:lnTo>
                <a:lnTo>
                  <a:pt x="3626701" y="2757284"/>
                </a:lnTo>
                <a:lnTo>
                  <a:pt x="3628567" y="2755417"/>
                </a:lnTo>
                <a:lnTo>
                  <a:pt x="3629025" y="2754299"/>
                </a:lnTo>
                <a:lnTo>
                  <a:pt x="3629025" y="2751671"/>
                </a:lnTo>
                <a:close/>
              </a:path>
              <a:path w="10296525" h="3486150">
                <a:moveTo>
                  <a:pt x="3629025" y="2028037"/>
                </a:moveTo>
                <a:lnTo>
                  <a:pt x="3628567" y="2026907"/>
                </a:lnTo>
                <a:lnTo>
                  <a:pt x="3626701" y="2025053"/>
                </a:lnTo>
                <a:lnTo>
                  <a:pt x="3625583" y="2024583"/>
                </a:lnTo>
                <a:lnTo>
                  <a:pt x="3622954" y="2024583"/>
                </a:lnTo>
                <a:lnTo>
                  <a:pt x="3621836" y="2025053"/>
                </a:lnTo>
                <a:lnTo>
                  <a:pt x="3619970" y="2026907"/>
                </a:lnTo>
                <a:lnTo>
                  <a:pt x="3619500" y="2028037"/>
                </a:lnTo>
                <a:lnTo>
                  <a:pt x="3619500" y="2030666"/>
                </a:lnTo>
                <a:lnTo>
                  <a:pt x="3619970" y="2031784"/>
                </a:lnTo>
                <a:lnTo>
                  <a:pt x="3621836" y="2033651"/>
                </a:lnTo>
                <a:lnTo>
                  <a:pt x="3622954" y="2034108"/>
                </a:lnTo>
                <a:lnTo>
                  <a:pt x="3625583" y="2034108"/>
                </a:lnTo>
                <a:lnTo>
                  <a:pt x="3626701" y="2033651"/>
                </a:lnTo>
                <a:lnTo>
                  <a:pt x="3628567" y="2031784"/>
                </a:lnTo>
                <a:lnTo>
                  <a:pt x="3629025" y="2030666"/>
                </a:lnTo>
                <a:lnTo>
                  <a:pt x="3629025" y="2028037"/>
                </a:lnTo>
                <a:close/>
              </a:path>
              <a:path w="10296525" h="3486150">
                <a:moveTo>
                  <a:pt x="3629025" y="1304391"/>
                </a:moveTo>
                <a:lnTo>
                  <a:pt x="3628567" y="1303274"/>
                </a:lnTo>
                <a:lnTo>
                  <a:pt x="3626701" y="1301419"/>
                </a:lnTo>
                <a:lnTo>
                  <a:pt x="3625583" y="1300949"/>
                </a:lnTo>
                <a:lnTo>
                  <a:pt x="3622954" y="1300949"/>
                </a:lnTo>
                <a:lnTo>
                  <a:pt x="3621836" y="1301419"/>
                </a:lnTo>
                <a:lnTo>
                  <a:pt x="3619970" y="1303274"/>
                </a:lnTo>
                <a:lnTo>
                  <a:pt x="3619500" y="1304391"/>
                </a:lnTo>
                <a:lnTo>
                  <a:pt x="3619500" y="1307033"/>
                </a:lnTo>
                <a:lnTo>
                  <a:pt x="3619970" y="1308150"/>
                </a:lnTo>
                <a:lnTo>
                  <a:pt x="3621836" y="1310005"/>
                </a:lnTo>
                <a:lnTo>
                  <a:pt x="3622954" y="1310474"/>
                </a:lnTo>
                <a:lnTo>
                  <a:pt x="3625583" y="1310474"/>
                </a:lnTo>
                <a:lnTo>
                  <a:pt x="3626701" y="1310005"/>
                </a:lnTo>
                <a:lnTo>
                  <a:pt x="3628567" y="1308150"/>
                </a:lnTo>
                <a:lnTo>
                  <a:pt x="3629025" y="1307033"/>
                </a:lnTo>
                <a:lnTo>
                  <a:pt x="3629025" y="1304391"/>
                </a:lnTo>
                <a:close/>
              </a:path>
              <a:path w="10296525" h="3486150">
                <a:moveTo>
                  <a:pt x="3629025" y="580758"/>
                </a:moveTo>
                <a:lnTo>
                  <a:pt x="3628567" y="579640"/>
                </a:lnTo>
                <a:lnTo>
                  <a:pt x="3626701" y="577773"/>
                </a:lnTo>
                <a:lnTo>
                  <a:pt x="3625583" y="577316"/>
                </a:lnTo>
                <a:lnTo>
                  <a:pt x="3622954" y="577316"/>
                </a:lnTo>
                <a:lnTo>
                  <a:pt x="3621836" y="577773"/>
                </a:lnTo>
                <a:lnTo>
                  <a:pt x="3619970" y="579640"/>
                </a:lnTo>
                <a:lnTo>
                  <a:pt x="3619500" y="580758"/>
                </a:lnTo>
                <a:lnTo>
                  <a:pt x="3619500" y="583387"/>
                </a:lnTo>
                <a:lnTo>
                  <a:pt x="3619970" y="584517"/>
                </a:lnTo>
                <a:lnTo>
                  <a:pt x="3621836" y="586371"/>
                </a:lnTo>
                <a:lnTo>
                  <a:pt x="3622954" y="586841"/>
                </a:lnTo>
                <a:lnTo>
                  <a:pt x="3625583" y="586841"/>
                </a:lnTo>
                <a:lnTo>
                  <a:pt x="3626701" y="586371"/>
                </a:lnTo>
                <a:lnTo>
                  <a:pt x="3628567" y="584517"/>
                </a:lnTo>
                <a:lnTo>
                  <a:pt x="3629025" y="583387"/>
                </a:lnTo>
                <a:lnTo>
                  <a:pt x="3629025" y="580758"/>
                </a:lnTo>
                <a:close/>
              </a:path>
              <a:path w="10296525" h="3486150">
                <a:moveTo>
                  <a:pt x="3676650" y="2751671"/>
                </a:moveTo>
                <a:lnTo>
                  <a:pt x="3676192" y="2750540"/>
                </a:lnTo>
                <a:lnTo>
                  <a:pt x="3674326" y="2748686"/>
                </a:lnTo>
                <a:lnTo>
                  <a:pt x="3673208" y="2748216"/>
                </a:lnTo>
                <a:lnTo>
                  <a:pt x="3670579" y="2748216"/>
                </a:lnTo>
                <a:lnTo>
                  <a:pt x="3669461" y="2748686"/>
                </a:lnTo>
                <a:lnTo>
                  <a:pt x="3667595" y="2750540"/>
                </a:lnTo>
                <a:lnTo>
                  <a:pt x="3667125" y="2751671"/>
                </a:lnTo>
                <a:lnTo>
                  <a:pt x="3667125" y="2754299"/>
                </a:lnTo>
                <a:lnTo>
                  <a:pt x="3667595" y="2755417"/>
                </a:lnTo>
                <a:lnTo>
                  <a:pt x="3669461" y="2757284"/>
                </a:lnTo>
                <a:lnTo>
                  <a:pt x="3670579" y="2757741"/>
                </a:lnTo>
                <a:lnTo>
                  <a:pt x="3673208" y="2757741"/>
                </a:lnTo>
                <a:lnTo>
                  <a:pt x="3674326" y="2757284"/>
                </a:lnTo>
                <a:lnTo>
                  <a:pt x="3676192" y="2755417"/>
                </a:lnTo>
                <a:lnTo>
                  <a:pt x="3676650" y="2754299"/>
                </a:lnTo>
                <a:lnTo>
                  <a:pt x="3676650" y="2751671"/>
                </a:lnTo>
                <a:close/>
              </a:path>
              <a:path w="10296525" h="3486150">
                <a:moveTo>
                  <a:pt x="3676650" y="2028037"/>
                </a:moveTo>
                <a:lnTo>
                  <a:pt x="3676192" y="2026907"/>
                </a:lnTo>
                <a:lnTo>
                  <a:pt x="3674326" y="2025053"/>
                </a:lnTo>
                <a:lnTo>
                  <a:pt x="3673208" y="2024583"/>
                </a:lnTo>
                <a:lnTo>
                  <a:pt x="3670579" y="2024583"/>
                </a:lnTo>
                <a:lnTo>
                  <a:pt x="3669461" y="2025053"/>
                </a:lnTo>
                <a:lnTo>
                  <a:pt x="3667595" y="2026907"/>
                </a:lnTo>
                <a:lnTo>
                  <a:pt x="3667125" y="2028037"/>
                </a:lnTo>
                <a:lnTo>
                  <a:pt x="3667125" y="2030666"/>
                </a:lnTo>
                <a:lnTo>
                  <a:pt x="3667595" y="2031784"/>
                </a:lnTo>
                <a:lnTo>
                  <a:pt x="3669461" y="2033651"/>
                </a:lnTo>
                <a:lnTo>
                  <a:pt x="3670579" y="2034108"/>
                </a:lnTo>
                <a:lnTo>
                  <a:pt x="3673208" y="2034108"/>
                </a:lnTo>
                <a:lnTo>
                  <a:pt x="3674326" y="2033651"/>
                </a:lnTo>
                <a:lnTo>
                  <a:pt x="3676192" y="2031784"/>
                </a:lnTo>
                <a:lnTo>
                  <a:pt x="3676650" y="2030666"/>
                </a:lnTo>
                <a:lnTo>
                  <a:pt x="3676650" y="2028037"/>
                </a:lnTo>
                <a:close/>
              </a:path>
              <a:path w="10296525" h="3486150">
                <a:moveTo>
                  <a:pt x="3676650" y="1304391"/>
                </a:moveTo>
                <a:lnTo>
                  <a:pt x="3676192" y="1303274"/>
                </a:lnTo>
                <a:lnTo>
                  <a:pt x="3674326" y="1301419"/>
                </a:lnTo>
                <a:lnTo>
                  <a:pt x="3673208" y="1300949"/>
                </a:lnTo>
                <a:lnTo>
                  <a:pt x="3670579" y="1300949"/>
                </a:lnTo>
                <a:lnTo>
                  <a:pt x="3669461" y="1301419"/>
                </a:lnTo>
                <a:lnTo>
                  <a:pt x="3667595" y="1303274"/>
                </a:lnTo>
                <a:lnTo>
                  <a:pt x="3667125" y="1304391"/>
                </a:lnTo>
                <a:lnTo>
                  <a:pt x="3667125" y="1307033"/>
                </a:lnTo>
                <a:lnTo>
                  <a:pt x="3667595" y="1308150"/>
                </a:lnTo>
                <a:lnTo>
                  <a:pt x="3669461" y="1310005"/>
                </a:lnTo>
                <a:lnTo>
                  <a:pt x="3670579" y="1310474"/>
                </a:lnTo>
                <a:lnTo>
                  <a:pt x="3673208" y="1310474"/>
                </a:lnTo>
                <a:lnTo>
                  <a:pt x="3674326" y="1310005"/>
                </a:lnTo>
                <a:lnTo>
                  <a:pt x="3676192" y="1308150"/>
                </a:lnTo>
                <a:lnTo>
                  <a:pt x="3676650" y="1307033"/>
                </a:lnTo>
                <a:lnTo>
                  <a:pt x="3676650" y="1304391"/>
                </a:lnTo>
                <a:close/>
              </a:path>
              <a:path w="10296525" h="3486150">
                <a:moveTo>
                  <a:pt x="3676650" y="580758"/>
                </a:moveTo>
                <a:lnTo>
                  <a:pt x="3676192" y="579640"/>
                </a:lnTo>
                <a:lnTo>
                  <a:pt x="3674326" y="577773"/>
                </a:lnTo>
                <a:lnTo>
                  <a:pt x="3673208" y="577316"/>
                </a:lnTo>
                <a:lnTo>
                  <a:pt x="3670579" y="577316"/>
                </a:lnTo>
                <a:lnTo>
                  <a:pt x="3669461" y="577773"/>
                </a:lnTo>
                <a:lnTo>
                  <a:pt x="3667595" y="579640"/>
                </a:lnTo>
                <a:lnTo>
                  <a:pt x="3667125" y="580758"/>
                </a:lnTo>
                <a:lnTo>
                  <a:pt x="3667125" y="583387"/>
                </a:lnTo>
                <a:lnTo>
                  <a:pt x="3667595" y="584517"/>
                </a:lnTo>
                <a:lnTo>
                  <a:pt x="3669461" y="586371"/>
                </a:lnTo>
                <a:lnTo>
                  <a:pt x="3670579" y="586841"/>
                </a:lnTo>
                <a:lnTo>
                  <a:pt x="3673208" y="586841"/>
                </a:lnTo>
                <a:lnTo>
                  <a:pt x="3674326" y="586371"/>
                </a:lnTo>
                <a:lnTo>
                  <a:pt x="3676192" y="584517"/>
                </a:lnTo>
                <a:lnTo>
                  <a:pt x="3676650" y="583387"/>
                </a:lnTo>
                <a:lnTo>
                  <a:pt x="3676650" y="580758"/>
                </a:lnTo>
                <a:close/>
              </a:path>
              <a:path w="10296525" h="3486150">
                <a:moveTo>
                  <a:pt x="3724275" y="2751671"/>
                </a:moveTo>
                <a:lnTo>
                  <a:pt x="3723817" y="2750540"/>
                </a:lnTo>
                <a:lnTo>
                  <a:pt x="3721951" y="2748686"/>
                </a:lnTo>
                <a:lnTo>
                  <a:pt x="3720833" y="2748216"/>
                </a:lnTo>
                <a:lnTo>
                  <a:pt x="3718204" y="2748216"/>
                </a:lnTo>
                <a:lnTo>
                  <a:pt x="3717086" y="2748686"/>
                </a:lnTo>
                <a:lnTo>
                  <a:pt x="3715220" y="2750540"/>
                </a:lnTo>
                <a:lnTo>
                  <a:pt x="3714750" y="2751671"/>
                </a:lnTo>
                <a:lnTo>
                  <a:pt x="3714750" y="2754299"/>
                </a:lnTo>
                <a:lnTo>
                  <a:pt x="3715220" y="2755417"/>
                </a:lnTo>
                <a:lnTo>
                  <a:pt x="3717086" y="2757284"/>
                </a:lnTo>
                <a:lnTo>
                  <a:pt x="3718204" y="2757741"/>
                </a:lnTo>
                <a:lnTo>
                  <a:pt x="3720833" y="2757741"/>
                </a:lnTo>
                <a:lnTo>
                  <a:pt x="3721951" y="2757284"/>
                </a:lnTo>
                <a:lnTo>
                  <a:pt x="3723817" y="2755417"/>
                </a:lnTo>
                <a:lnTo>
                  <a:pt x="3724275" y="2754299"/>
                </a:lnTo>
                <a:lnTo>
                  <a:pt x="3724275" y="2751671"/>
                </a:lnTo>
                <a:close/>
              </a:path>
              <a:path w="10296525" h="3486150">
                <a:moveTo>
                  <a:pt x="3724275" y="2028037"/>
                </a:moveTo>
                <a:lnTo>
                  <a:pt x="3723817" y="2026907"/>
                </a:lnTo>
                <a:lnTo>
                  <a:pt x="3721951" y="2025053"/>
                </a:lnTo>
                <a:lnTo>
                  <a:pt x="3720833" y="2024583"/>
                </a:lnTo>
                <a:lnTo>
                  <a:pt x="3718204" y="2024583"/>
                </a:lnTo>
                <a:lnTo>
                  <a:pt x="3717086" y="2025053"/>
                </a:lnTo>
                <a:lnTo>
                  <a:pt x="3715220" y="2026907"/>
                </a:lnTo>
                <a:lnTo>
                  <a:pt x="3714750" y="2028037"/>
                </a:lnTo>
                <a:lnTo>
                  <a:pt x="3714750" y="2030666"/>
                </a:lnTo>
                <a:lnTo>
                  <a:pt x="3715220" y="2031784"/>
                </a:lnTo>
                <a:lnTo>
                  <a:pt x="3717086" y="2033651"/>
                </a:lnTo>
                <a:lnTo>
                  <a:pt x="3718204" y="2034108"/>
                </a:lnTo>
                <a:lnTo>
                  <a:pt x="3720833" y="2034108"/>
                </a:lnTo>
                <a:lnTo>
                  <a:pt x="3721951" y="2033651"/>
                </a:lnTo>
                <a:lnTo>
                  <a:pt x="3723817" y="2031784"/>
                </a:lnTo>
                <a:lnTo>
                  <a:pt x="3724275" y="2030666"/>
                </a:lnTo>
                <a:lnTo>
                  <a:pt x="3724275" y="2028037"/>
                </a:lnTo>
                <a:close/>
              </a:path>
              <a:path w="10296525" h="3486150">
                <a:moveTo>
                  <a:pt x="3724275" y="1304391"/>
                </a:moveTo>
                <a:lnTo>
                  <a:pt x="3723817" y="1303274"/>
                </a:lnTo>
                <a:lnTo>
                  <a:pt x="3721951" y="1301419"/>
                </a:lnTo>
                <a:lnTo>
                  <a:pt x="3720833" y="1300949"/>
                </a:lnTo>
                <a:lnTo>
                  <a:pt x="3718204" y="1300949"/>
                </a:lnTo>
                <a:lnTo>
                  <a:pt x="3717086" y="1301419"/>
                </a:lnTo>
                <a:lnTo>
                  <a:pt x="3715220" y="1303274"/>
                </a:lnTo>
                <a:lnTo>
                  <a:pt x="3714750" y="1304391"/>
                </a:lnTo>
                <a:lnTo>
                  <a:pt x="3714750" y="1307033"/>
                </a:lnTo>
                <a:lnTo>
                  <a:pt x="3715220" y="1308150"/>
                </a:lnTo>
                <a:lnTo>
                  <a:pt x="3717086" y="1310005"/>
                </a:lnTo>
                <a:lnTo>
                  <a:pt x="3718204" y="1310474"/>
                </a:lnTo>
                <a:lnTo>
                  <a:pt x="3720833" y="1310474"/>
                </a:lnTo>
                <a:lnTo>
                  <a:pt x="3721951" y="1310005"/>
                </a:lnTo>
                <a:lnTo>
                  <a:pt x="3723817" y="1308150"/>
                </a:lnTo>
                <a:lnTo>
                  <a:pt x="3724275" y="1307033"/>
                </a:lnTo>
                <a:lnTo>
                  <a:pt x="3724275" y="1304391"/>
                </a:lnTo>
                <a:close/>
              </a:path>
              <a:path w="10296525" h="3486150">
                <a:moveTo>
                  <a:pt x="3724275" y="580758"/>
                </a:moveTo>
                <a:lnTo>
                  <a:pt x="3723817" y="579640"/>
                </a:lnTo>
                <a:lnTo>
                  <a:pt x="3721951" y="577773"/>
                </a:lnTo>
                <a:lnTo>
                  <a:pt x="3720833" y="577316"/>
                </a:lnTo>
                <a:lnTo>
                  <a:pt x="3718204" y="577316"/>
                </a:lnTo>
                <a:lnTo>
                  <a:pt x="3717086" y="577773"/>
                </a:lnTo>
                <a:lnTo>
                  <a:pt x="3715220" y="579640"/>
                </a:lnTo>
                <a:lnTo>
                  <a:pt x="3714750" y="580758"/>
                </a:lnTo>
                <a:lnTo>
                  <a:pt x="3714750" y="583387"/>
                </a:lnTo>
                <a:lnTo>
                  <a:pt x="3715220" y="584517"/>
                </a:lnTo>
                <a:lnTo>
                  <a:pt x="3717086" y="586371"/>
                </a:lnTo>
                <a:lnTo>
                  <a:pt x="3718204" y="586841"/>
                </a:lnTo>
                <a:lnTo>
                  <a:pt x="3720833" y="586841"/>
                </a:lnTo>
                <a:lnTo>
                  <a:pt x="3721951" y="586371"/>
                </a:lnTo>
                <a:lnTo>
                  <a:pt x="3723817" y="584517"/>
                </a:lnTo>
                <a:lnTo>
                  <a:pt x="3724275" y="583387"/>
                </a:lnTo>
                <a:lnTo>
                  <a:pt x="3724275" y="580758"/>
                </a:lnTo>
                <a:close/>
              </a:path>
              <a:path w="10296525" h="3486150">
                <a:moveTo>
                  <a:pt x="3771900" y="2751671"/>
                </a:moveTo>
                <a:lnTo>
                  <a:pt x="3771442" y="2750540"/>
                </a:lnTo>
                <a:lnTo>
                  <a:pt x="3769576" y="2748686"/>
                </a:lnTo>
                <a:lnTo>
                  <a:pt x="3768458" y="2748216"/>
                </a:lnTo>
                <a:lnTo>
                  <a:pt x="3765829" y="2748216"/>
                </a:lnTo>
                <a:lnTo>
                  <a:pt x="3764711" y="2748686"/>
                </a:lnTo>
                <a:lnTo>
                  <a:pt x="3762845" y="2750540"/>
                </a:lnTo>
                <a:lnTo>
                  <a:pt x="3762375" y="2751671"/>
                </a:lnTo>
                <a:lnTo>
                  <a:pt x="3762375" y="2754299"/>
                </a:lnTo>
                <a:lnTo>
                  <a:pt x="3762845" y="2755417"/>
                </a:lnTo>
                <a:lnTo>
                  <a:pt x="3764711" y="2757284"/>
                </a:lnTo>
                <a:lnTo>
                  <a:pt x="3765829" y="2757741"/>
                </a:lnTo>
                <a:lnTo>
                  <a:pt x="3768458" y="2757741"/>
                </a:lnTo>
                <a:lnTo>
                  <a:pt x="3769576" y="2757284"/>
                </a:lnTo>
                <a:lnTo>
                  <a:pt x="3771442" y="2755417"/>
                </a:lnTo>
                <a:lnTo>
                  <a:pt x="3771900" y="2754299"/>
                </a:lnTo>
                <a:lnTo>
                  <a:pt x="3771900" y="2751671"/>
                </a:lnTo>
                <a:close/>
              </a:path>
              <a:path w="10296525" h="3486150">
                <a:moveTo>
                  <a:pt x="3771900" y="2028037"/>
                </a:moveTo>
                <a:lnTo>
                  <a:pt x="3771442" y="2026907"/>
                </a:lnTo>
                <a:lnTo>
                  <a:pt x="3769576" y="2025053"/>
                </a:lnTo>
                <a:lnTo>
                  <a:pt x="3768458" y="2024583"/>
                </a:lnTo>
                <a:lnTo>
                  <a:pt x="3765829" y="2024583"/>
                </a:lnTo>
                <a:lnTo>
                  <a:pt x="3764711" y="2025053"/>
                </a:lnTo>
                <a:lnTo>
                  <a:pt x="3762845" y="2026907"/>
                </a:lnTo>
                <a:lnTo>
                  <a:pt x="3762375" y="2028037"/>
                </a:lnTo>
                <a:lnTo>
                  <a:pt x="3762375" y="2030666"/>
                </a:lnTo>
                <a:lnTo>
                  <a:pt x="3762845" y="2031784"/>
                </a:lnTo>
                <a:lnTo>
                  <a:pt x="3764711" y="2033651"/>
                </a:lnTo>
                <a:lnTo>
                  <a:pt x="3765829" y="2034108"/>
                </a:lnTo>
                <a:lnTo>
                  <a:pt x="3768458" y="2034108"/>
                </a:lnTo>
                <a:lnTo>
                  <a:pt x="3769576" y="2033651"/>
                </a:lnTo>
                <a:lnTo>
                  <a:pt x="3771442" y="2031784"/>
                </a:lnTo>
                <a:lnTo>
                  <a:pt x="3771900" y="2030666"/>
                </a:lnTo>
                <a:lnTo>
                  <a:pt x="3771900" y="2028037"/>
                </a:lnTo>
                <a:close/>
              </a:path>
              <a:path w="10296525" h="3486150">
                <a:moveTo>
                  <a:pt x="3771900" y="1304391"/>
                </a:moveTo>
                <a:lnTo>
                  <a:pt x="3771442" y="1303274"/>
                </a:lnTo>
                <a:lnTo>
                  <a:pt x="3769576" y="1301419"/>
                </a:lnTo>
                <a:lnTo>
                  <a:pt x="3768458" y="1300949"/>
                </a:lnTo>
                <a:lnTo>
                  <a:pt x="3765829" y="1300949"/>
                </a:lnTo>
                <a:lnTo>
                  <a:pt x="3764711" y="1301419"/>
                </a:lnTo>
                <a:lnTo>
                  <a:pt x="3762845" y="1303274"/>
                </a:lnTo>
                <a:lnTo>
                  <a:pt x="3762375" y="1304391"/>
                </a:lnTo>
                <a:lnTo>
                  <a:pt x="3762375" y="1307033"/>
                </a:lnTo>
                <a:lnTo>
                  <a:pt x="3762845" y="1308150"/>
                </a:lnTo>
                <a:lnTo>
                  <a:pt x="3764711" y="1310005"/>
                </a:lnTo>
                <a:lnTo>
                  <a:pt x="3765829" y="1310474"/>
                </a:lnTo>
                <a:lnTo>
                  <a:pt x="3768458" y="1310474"/>
                </a:lnTo>
                <a:lnTo>
                  <a:pt x="3769576" y="1310005"/>
                </a:lnTo>
                <a:lnTo>
                  <a:pt x="3771442" y="1308150"/>
                </a:lnTo>
                <a:lnTo>
                  <a:pt x="3771900" y="1307033"/>
                </a:lnTo>
                <a:lnTo>
                  <a:pt x="3771900" y="1304391"/>
                </a:lnTo>
                <a:close/>
              </a:path>
              <a:path w="10296525" h="3486150">
                <a:moveTo>
                  <a:pt x="3771900" y="580758"/>
                </a:moveTo>
                <a:lnTo>
                  <a:pt x="3771442" y="579640"/>
                </a:lnTo>
                <a:lnTo>
                  <a:pt x="3769576" y="577773"/>
                </a:lnTo>
                <a:lnTo>
                  <a:pt x="3768458" y="577316"/>
                </a:lnTo>
                <a:lnTo>
                  <a:pt x="3765829" y="577316"/>
                </a:lnTo>
                <a:lnTo>
                  <a:pt x="3764711" y="577773"/>
                </a:lnTo>
                <a:lnTo>
                  <a:pt x="3762845" y="579640"/>
                </a:lnTo>
                <a:lnTo>
                  <a:pt x="3762375" y="580758"/>
                </a:lnTo>
                <a:lnTo>
                  <a:pt x="3762375" y="583387"/>
                </a:lnTo>
                <a:lnTo>
                  <a:pt x="3762845" y="584517"/>
                </a:lnTo>
                <a:lnTo>
                  <a:pt x="3764711" y="586371"/>
                </a:lnTo>
                <a:lnTo>
                  <a:pt x="3765829" y="586841"/>
                </a:lnTo>
                <a:lnTo>
                  <a:pt x="3768458" y="586841"/>
                </a:lnTo>
                <a:lnTo>
                  <a:pt x="3769576" y="586371"/>
                </a:lnTo>
                <a:lnTo>
                  <a:pt x="3771442" y="584517"/>
                </a:lnTo>
                <a:lnTo>
                  <a:pt x="3771900" y="583387"/>
                </a:lnTo>
                <a:lnTo>
                  <a:pt x="3771900" y="580758"/>
                </a:lnTo>
                <a:close/>
              </a:path>
              <a:path w="10296525" h="3486150">
                <a:moveTo>
                  <a:pt x="3819525" y="2751671"/>
                </a:moveTo>
                <a:lnTo>
                  <a:pt x="3819067" y="2750540"/>
                </a:lnTo>
                <a:lnTo>
                  <a:pt x="3817201" y="2748686"/>
                </a:lnTo>
                <a:lnTo>
                  <a:pt x="3816083" y="2748216"/>
                </a:lnTo>
                <a:lnTo>
                  <a:pt x="3813454" y="2748216"/>
                </a:lnTo>
                <a:lnTo>
                  <a:pt x="3812336" y="2748686"/>
                </a:lnTo>
                <a:lnTo>
                  <a:pt x="3810470" y="2750540"/>
                </a:lnTo>
                <a:lnTo>
                  <a:pt x="3810000" y="2751671"/>
                </a:lnTo>
                <a:lnTo>
                  <a:pt x="3810000" y="2754299"/>
                </a:lnTo>
                <a:lnTo>
                  <a:pt x="3810470" y="2755417"/>
                </a:lnTo>
                <a:lnTo>
                  <a:pt x="3812336" y="2757284"/>
                </a:lnTo>
                <a:lnTo>
                  <a:pt x="3813454" y="2757741"/>
                </a:lnTo>
                <a:lnTo>
                  <a:pt x="3816083" y="2757741"/>
                </a:lnTo>
                <a:lnTo>
                  <a:pt x="3817201" y="2757284"/>
                </a:lnTo>
                <a:lnTo>
                  <a:pt x="3819067" y="2755417"/>
                </a:lnTo>
                <a:lnTo>
                  <a:pt x="3819525" y="2754299"/>
                </a:lnTo>
                <a:lnTo>
                  <a:pt x="3819525" y="2751671"/>
                </a:lnTo>
                <a:close/>
              </a:path>
              <a:path w="10296525" h="3486150">
                <a:moveTo>
                  <a:pt x="3819525" y="2028037"/>
                </a:moveTo>
                <a:lnTo>
                  <a:pt x="3819067" y="2026907"/>
                </a:lnTo>
                <a:lnTo>
                  <a:pt x="3817201" y="2025053"/>
                </a:lnTo>
                <a:lnTo>
                  <a:pt x="3816083" y="2024583"/>
                </a:lnTo>
                <a:lnTo>
                  <a:pt x="3813454" y="2024583"/>
                </a:lnTo>
                <a:lnTo>
                  <a:pt x="3812336" y="2025053"/>
                </a:lnTo>
                <a:lnTo>
                  <a:pt x="3810470" y="2026907"/>
                </a:lnTo>
                <a:lnTo>
                  <a:pt x="3810000" y="2028037"/>
                </a:lnTo>
                <a:lnTo>
                  <a:pt x="3810000" y="2030666"/>
                </a:lnTo>
                <a:lnTo>
                  <a:pt x="3810470" y="2031784"/>
                </a:lnTo>
                <a:lnTo>
                  <a:pt x="3812336" y="2033651"/>
                </a:lnTo>
                <a:lnTo>
                  <a:pt x="3813454" y="2034108"/>
                </a:lnTo>
                <a:lnTo>
                  <a:pt x="3816083" y="2034108"/>
                </a:lnTo>
                <a:lnTo>
                  <a:pt x="3817201" y="2033651"/>
                </a:lnTo>
                <a:lnTo>
                  <a:pt x="3819067" y="2031784"/>
                </a:lnTo>
                <a:lnTo>
                  <a:pt x="3819525" y="2030666"/>
                </a:lnTo>
                <a:lnTo>
                  <a:pt x="3819525" y="2028037"/>
                </a:lnTo>
                <a:close/>
              </a:path>
              <a:path w="10296525" h="3486150">
                <a:moveTo>
                  <a:pt x="3819525" y="1304391"/>
                </a:moveTo>
                <a:lnTo>
                  <a:pt x="3819067" y="1303274"/>
                </a:lnTo>
                <a:lnTo>
                  <a:pt x="3817201" y="1301419"/>
                </a:lnTo>
                <a:lnTo>
                  <a:pt x="3816083" y="1300949"/>
                </a:lnTo>
                <a:lnTo>
                  <a:pt x="3813454" y="1300949"/>
                </a:lnTo>
                <a:lnTo>
                  <a:pt x="3812336" y="1301419"/>
                </a:lnTo>
                <a:lnTo>
                  <a:pt x="3810470" y="1303274"/>
                </a:lnTo>
                <a:lnTo>
                  <a:pt x="3810000" y="1304391"/>
                </a:lnTo>
                <a:lnTo>
                  <a:pt x="3810000" y="1307033"/>
                </a:lnTo>
                <a:lnTo>
                  <a:pt x="3810470" y="1308150"/>
                </a:lnTo>
                <a:lnTo>
                  <a:pt x="3812336" y="1310005"/>
                </a:lnTo>
                <a:lnTo>
                  <a:pt x="3813454" y="1310474"/>
                </a:lnTo>
                <a:lnTo>
                  <a:pt x="3816083" y="1310474"/>
                </a:lnTo>
                <a:lnTo>
                  <a:pt x="3817201" y="1310005"/>
                </a:lnTo>
                <a:lnTo>
                  <a:pt x="3819067" y="1308150"/>
                </a:lnTo>
                <a:lnTo>
                  <a:pt x="3819525" y="1307033"/>
                </a:lnTo>
                <a:lnTo>
                  <a:pt x="3819525" y="1304391"/>
                </a:lnTo>
                <a:close/>
              </a:path>
              <a:path w="10296525" h="3486150">
                <a:moveTo>
                  <a:pt x="3819525" y="580758"/>
                </a:moveTo>
                <a:lnTo>
                  <a:pt x="3819067" y="579640"/>
                </a:lnTo>
                <a:lnTo>
                  <a:pt x="3817201" y="577773"/>
                </a:lnTo>
                <a:lnTo>
                  <a:pt x="3816083" y="577316"/>
                </a:lnTo>
                <a:lnTo>
                  <a:pt x="3813454" y="577316"/>
                </a:lnTo>
                <a:lnTo>
                  <a:pt x="3812336" y="577773"/>
                </a:lnTo>
                <a:lnTo>
                  <a:pt x="3810470" y="579640"/>
                </a:lnTo>
                <a:lnTo>
                  <a:pt x="3810000" y="580758"/>
                </a:lnTo>
                <a:lnTo>
                  <a:pt x="3810000" y="583387"/>
                </a:lnTo>
                <a:lnTo>
                  <a:pt x="3810470" y="584517"/>
                </a:lnTo>
                <a:lnTo>
                  <a:pt x="3812336" y="586371"/>
                </a:lnTo>
                <a:lnTo>
                  <a:pt x="3813454" y="586841"/>
                </a:lnTo>
                <a:lnTo>
                  <a:pt x="3816083" y="586841"/>
                </a:lnTo>
                <a:lnTo>
                  <a:pt x="3817201" y="586371"/>
                </a:lnTo>
                <a:lnTo>
                  <a:pt x="3819067" y="584517"/>
                </a:lnTo>
                <a:lnTo>
                  <a:pt x="3819525" y="583387"/>
                </a:lnTo>
                <a:lnTo>
                  <a:pt x="3819525" y="580758"/>
                </a:lnTo>
                <a:close/>
              </a:path>
              <a:path w="10296525" h="3486150">
                <a:moveTo>
                  <a:pt x="3867150" y="2751671"/>
                </a:moveTo>
                <a:lnTo>
                  <a:pt x="3866692" y="2750540"/>
                </a:lnTo>
                <a:lnTo>
                  <a:pt x="3864826" y="2748686"/>
                </a:lnTo>
                <a:lnTo>
                  <a:pt x="3863708" y="2748216"/>
                </a:lnTo>
                <a:lnTo>
                  <a:pt x="3861079" y="2748216"/>
                </a:lnTo>
                <a:lnTo>
                  <a:pt x="3859949" y="2748686"/>
                </a:lnTo>
                <a:lnTo>
                  <a:pt x="3858095" y="2750540"/>
                </a:lnTo>
                <a:lnTo>
                  <a:pt x="3857625" y="2751671"/>
                </a:lnTo>
                <a:lnTo>
                  <a:pt x="3857625" y="2754299"/>
                </a:lnTo>
                <a:lnTo>
                  <a:pt x="3858095" y="2755417"/>
                </a:lnTo>
                <a:lnTo>
                  <a:pt x="3859949" y="2757284"/>
                </a:lnTo>
                <a:lnTo>
                  <a:pt x="3861079" y="2757741"/>
                </a:lnTo>
                <a:lnTo>
                  <a:pt x="3863708" y="2757741"/>
                </a:lnTo>
                <a:lnTo>
                  <a:pt x="3864826" y="2757284"/>
                </a:lnTo>
                <a:lnTo>
                  <a:pt x="3866692" y="2755417"/>
                </a:lnTo>
                <a:lnTo>
                  <a:pt x="3867150" y="2754299"/>
                </a:lnTo>
                <a:lnTo>
                  <a:pt x="3867150" y="2751671"/>
                </a:lnTo>
                <a:close/>
              </a:path>
              <a:path w="10296525" h="3486150">
                <a:moveTo>
                  <a:pt x="3867150" y="2028037"/>
                </a:moveTo>
                <a:lnTo>
                  <a:pt x="3866692" y="2026907"/>
                </a:lnTo>
                <a:lnTo>
                  <a:pt x="3864826" y="2025053"/>
                </a:lnTo>
                <a:lnTo>
                  <a:pt x="3863708" y="2024583"/>
                </a:lnTo>
                <a:lnTo>
                  <a:pt x="3861079" y="2024583"/>
                </a:lnTo>
                <a:lnTo>
                  <a:pt x="3859949" y="2025053"/>
                </a:lnTo>
                <a:lnTo>
                  <a:pt x="3858095" y="2026907"/>
                </a:lnTo>
                <a:lnTo>
                  <a:pt x="3857625" y="2028037"/>
                </a:lnTo>
                <a:lnTo>
                  <a:pt x="3857625" y="2030666"/>
                </a:lnTo>
                <a:lnTo>
                  <a:pt x="3858095" y="2031784"/>
                </a:lnTo>
                <a:lnTo>
                  <a:pt x="3859949" y="2033651"/>
                </a:lnTo>
                <a:lnTo>
                  <a:pt x="3861079" y="2034108"/>
                </a:lnTo>
                <a:lnTo>
                  <a:pt x="3863708" y="2034108"/>
                </a:lnTo>
                <a:lnTo>
                  <a:pt x="3864826" y="2033651"/>
                </a:lnTo>
                <a:lnTo>
                  <a:pt x="3866692" y="2031784"/>
                </a:lnTo>
                <a:lnTo>
                  <a:pt x="3867150" y="2030666"/>
                </a:lnTo>
                <a:lnTo>
                  <a:pt x="3867150" y="2028037"/>
                </a:lnTo>
                <a:close/>
              </a:path>
              <a:path w="10296525" h="3486150">
                <a:moveTo>
                  <a:pt x="3867150" y="1304391"/>
                </a:moveTo>
                <a:lnTo>
                  <a:pt x="3866692" y="1303274"/>
                </a:lnTo>
                <a:lnTo>
                  <a:pt x="3864826" y="1301419"/>
                </a:lnTo>
                <a:lnTo>
                  <a:pt x="3863708" y="1300949"/>
                </a:lnTo>
                <a:lnTo>
                  <a:pt x="3861079" y="1300949"/>
                </a:lnTo>
                <a:lnTo>
                  <a:pt x="3859949" y="1301419"/>
                </a:lnTo>
                <a:lnTo>
                  <a:pt x="3858095" y="1303274"/>
                </a:lnTo>
                <a:lnTo>
                  <a:pt x="3857625" y="1304391"/>
                </a:lnTo>
                <a:lnTo>
                  <a:pt x="3857625" y="1307033"/>
                </a:lnTo>
                <a:lnTo>
                  <a:pt x="3858095" y="1308150"/>
                </a:lnTo>
                <a:lnTo>
                  <a:pt x="3859949" y="1310005"/>
                </a:lnTo>
                <a:lnTo>
                  <a:pt x="3861079" y="1310474"/>
                </a:lnTo>
                <a:lnTo>
                  <a:pt x="3863708" y="1310474"/>
                </a:lnTo>
                <a:lnTo>
                  <a:pt x="3864826" y="1310005"/>
                </a:lnTo>
                <a:lnTo>
                  <a:pt x="3866692" y="1308150"/>
                </a:lnTo>
                <a:lnTo>
                  <a:pt x="3867150" y="1307033"/>
                </a:lnTo>
                <a:lnTo>
                  <a:pt x="3867150" y="1304391"/>
                </a:lnTo>
                <a:close/>
              </a:path>
              <a:path w="10296525" h="3486150">
                <a:moveTo>
                  <a:pt x="3867150" y="580758"/>
                </a:moveTo>
                <a:lnTo>
                  <a:pt x="3866692" y="579640"/>
                </a:lnTo>
                <a:lnTo>
                  <a:pt x="3864826" y="577773"/>
                </a:lnTo>
                <a:lnTo>
                  <a:pt x="3863708" y="577316"/>
                </a:lnTo>
                <a:lnTo>
                  <a:pt x="3861079" y="577316"/>
                </a:lnTo>
                <a:lnTo>
                  <a:pt x="3859949" y="577773"/>
                </a:lnTo>
                <a:lnTo>
                  <a:pt x="3858095" y="579640"/>
                </a:lnTo>
                <a:lnTo>
                  <a:pt x="3857625" y="580758"/>
                </a:lnTo>
                <a:lnTo>
                  <a:pt x="3857625" y="583387"/>
                </a:lnTo>
                <a:lnTo>
                  <a:pt x="3858095" y="584517"/>
                </a:lnTo>
                <a:lnTo>
                  <a:pt x="3859949" y="586371"/>
                </a:lnTo>
                <a:lnTo>
                  <a:pt x="3861079" y="586841"/>
                </a:lnTo>
                <a:lnTo>
                  <a:pt x="3863708" y="586841"/>
                </a:lnTo>
                <a:lnTo>
                  <a:pt x="3864826" y="586371"/>
                </a:lnTo>
                <a:lnTo>
                  <a:pt x="3866692" y="584517"/>
                </a:lnTo>
                <a:lnTo>
                  <a:pt x="3867150" y="583387"/>
                </a:lnTo>
                <a:lnTo>
                  <a:pt x="3867150" y="580758"/>
                </a:lnTo>
                <a:close/>
              </a:path>
              <a:path w="10296525" h="3486150">
                <a:moveTo>
                  <a:pt x="3914775" y="2751671"/>
                </a:moveTo>
                <a:lnTo>
                  <a:pt x="3914317" y="2750540"/>
                </a:lnTo>
                <a:lnTo>
                  <a:pt x="3912451" y="2748686"/>
                </a:lnTo>
                <a:lnTo>
                  <a:pt x="3911333" y="2748216"/>
                </a:lnTo>
                <a:lnTo>
                  <a:pt x="3908704" y="2748216"/>
                </a:lnTo>
                <a:lnTo>
                  <a:pt x="3907574" y="2748686"/>
                </a:lnTo>
                <a:lnTo>
                  <a:pt x="3905720" y="2750540"/>
                </a:lnTo>
                <a:lnTo>
                  <a:pt x="3905250" y="2751671"/>
                </a:lnTo>
                <a:lnTo>
                  <a:pt x="3905250" y="2754299"/>
                </a:lnTo>
                <a:lnTo>
                  <a:pt x="3905720" y="2755417"/>
                </a:lnTo>
                <a:lnTo>
                  <a:pt x="3907574" y="2757284"/>
                </a:lnTo>
                <a:lnTo>
                  <a:pt x="3908704" y="2757741"/>
                </a:lnTo>
                <a:lnTo>
                  <a:pt x="3911333" y="2757741"/>
                </a:lnTo>
                <a:lnTo>
                  <a:pt x="3912451" y="2757284"/>
                </a:lnTo>
                <a:lnTo>
                  <a:pt x="3914317" y="2755417"/>
                </a:lnTo>
                <a:lnTo>
                  <a:pt x="3914775" y="2754299"/>
                </a:lnTo>
                <a:lnTo>
                  <a:pt x="3914775" y="2751671"/>
                </a:lnTo>
                <a:close/>
              </a:path>
              <a:path w="10296525" h="3486150">
                <a:moveTo>
                  <a:pt x="3914775" y="2028037"/>
                </a:moveTo>
                <a:lnTo>
                  <a:pt x="3914317" y="2026907"/>
                </a:lnTo>
                <a:lnTo>
                  <a:pt x="3912451" y="2025053"/>
                </a:lnTo>
                <a:lnTo>
                  <a:pt x="3911333" y="2024583"/>
                </a:lnTo>
                <a:lnTo>
                  <a:pt x="3908704" y="2024583"/>
                </a:lnTo>
                <a:lnTo>
                  <a:pt x="3907574" y="2025053"/>
                </a:lnTo>
                <a:lnTo>
                  <a:pt x="3905720" y="2026907"/>
                </a:lnTo>
                <a:lnTo>
                  <a:pt x="3905250" y="2028037"/>
                </a:lnTo>
                <a:lnTo>
                  <a:pt x="3905250" y="2030666"/>
                </a:lnTo>
                <a:lnTo>
                  <a:pt x="3905720" y="2031784"/>
                </a:lnTo>
                <a:lnTo>
                  <a:pt x="3907574" y="2033651"/>
                </a:lnTo>
                <a:lnTo>
                  <a:pt x="3908704" y="2034108"/>
                </a:lnTo>
                <a:lnTo>
                  <a:pt x="3911333" y="2034108"/>
                </a:lnTo>
                <a:lnTo>
                  <a:pt x="3912451" y="2033651"/>
                </a:lnTo>
                <a:lnTo>
                  <a:pt x="3914317" y="2031784"/>
                </a:lnTo>
                <a:lnTo>
                  <a:pt x="3914775" y="2030666"/>
                </a:lnTo>
                <a:lnTo>
                  <a:pt x="3914775" y="2028037"/>
                </a:lnTo>
                <a:close/>
              </a:path>
              <a:path w="10296525" h="3486150">
                <a:moveTo>
                  <a:pt x="3914775" y="1304391"/>
                </a:moveTo>
                <a:lnTo>
                  <a:pt x="3914317" y="1303274"/>
                </a:lnTo>
                <a:lnTo>
                  <a:pt x="3912451" y="1301419"/>
                </a:lnTo>
                <a:lnTo>
                  <a:pt x="3911333" y="1300949"/>
                </a:lnTo>
                <a:lnTo>
                  <a:pt x="3908704" y="1300949"/>
                </a:lnTo>
                <a:lnTo>
                  <a:pt x="3907574" y="1301419"/>
                </a:lnTo>
                <a:lnTo>
                  <a:pt x="3905720" y="1303274"/>
                </a:lnTo>
                <a:lnTo>
                  <a:pt x="3905250" y="1304391"/>
                </a:lnTo>
                <a:lnTo>
                  <a:pt x="3905250" y="1307033"/>
                </a:lnTo>
                <a:lnTo>
                  <a:pt x="3905720" y="1308150"/>
                </a:lnTo>
                <a:lnTo>
                  <a:pt x="3907574" y="1310005"/>
                </a:lnTo>
                <a:lnTo>
                  <a:pt x="3908704" y="1310474"/>
                </a:lnTo>
                <a:lnTo>
                  <a:pt x="3911333" y="1310474"/>
                </a:lnTo>
                <a:lnTo>
                  <a:pt x="3912451" y="1310005"/>
                </a:lnTo>
                <a:lnTo>
                  <a:pt x="3914317" y="1308150"/>
                </a:lnTo>
                <a:lnTo>
                  <a:pt x="3914775" y="1307033"/>
                </a:lnTo>
                <a:lnTo>
                  <a:pt x="3914775" y="1304391"/>
                </a:lnTo>
                <a:close/>
              </a:path>
              <a:path w="10296525" h="3486150">
                <a:moveTo>
                  <a:pt x="3914775" y="580758"/>
                </a:moveTo>
                <a:lnTo>
                  <a:pt x="3914317" y="579640"/>
                </a:lnTo>
                <a:lnTo>
                  <a:pt x="3912451" y="577773"/>
                </a:lnTo>
                <a:lnTo>
                  <a:pt x="3911333" y="577316"/>
                </a:lnTo>
                <a:lnTo>
                  <a:pt x="3908704" y="577316"/>
                </a:lnTo>
                <a:lnTo>
                  <a:pt x="3907574" y="577773"/>
                </a:lnTo>
                <a:lnTo>
                  <a:pt x="3905720" y="579640"/>
                </a:lnTo>
                <a:lnTo>
                  <a:pt x="3905250" y="580758"/>
                </a:lnTo>
                <a:lnTo>
                  <a:pt x="3905250" y="583387"/>
                </a:lnTo>
                <a:lnTo>
                  <a:pt x="3905720" y="584517"/>
                </a:lnTo>
                <a:lnTo>
                  <a:pt x="3907574" y="586371"/>
                </a:lnTo>
                <a:lnTo>
                  <a:pt x="3908704" y="586841"/>
                </a:lnTo>
                <a:lnTo>
                  <a:pt x="3911333" y="586841"/>
                </a:lnTo>
                <a:lnTo>
                  <a:pt x="3912451" y="586371"/>
                </a:lnTo>
                <a:lnTo>
                  <a:pt x="3914317" y="584517"/>
                </a:lnTo>
                <a:lnTo>
                  <a:pt x="3914775" y="583387"/>
                </a:lnTo>
                <a:lnTo>
                  <a:pt x="3914775" y="580758"/>
                </a:lnTo>
                <a:close/>
              </a:path>
              <a:path w="10296525" h="3486150">
                <a:moveTo>
                  <a:pt x="3962400" y="2751671"/>
                </a:moveTo>
                <a:lnTo>
                  <a:pt x="3961942" y="2750540"/>
                </a:lnTo>
                <a:lnTo>
                  <a:pt x="3960076" y="2748686"/>
                </a:lnTo>
                <a:lnTo>
                  <a:pt x="3958958" y="2748216"/>
                </a:lnTo>
                <a:lnTo>
                  <a:pt x="3956329" y="2748216"/>
                </a:lnTo>
                <a:lnTo>
                  <a:pt x="3955211" y="2748686"/>
                </a:lnTo>
                <a:lnTo>
                  <a:pt x="3953345" y="2750540"/>
                </a:lnTo>
                <a:lnTo>
                  <a:pt x="3952875" y="2751671"/>
                </a:lnTo>
                <a:lnTo>
                  <a:pt x="3952875" y="2754299"/>
                </a:lnTo>
                <a:lnTo>
                  <a:pt x="3953345" y="2755417"/>
                </a:lnTo>
                <a:lnTo>
                  <a:pt x="3955211" y="2757284"/>
                </a:lnTo>
                <a:lnTo>
                  <a:pt x="3956329" y="2757741"/>
                </a:lnTo>
                <a:lnTo>
                  <a:pt x="3958958" y="2757741"/>
                </a:lnTo>
                <a:lnTo>
                  <a:pt x="3960076" y="2757284"/>
                </a:lnTo>
                <a:lnTo>
                  <a:pt x="3961942" y="2755417"/>
                </a:lnTo>
                <a:lnTo>
                  <a:pt x="3962400" y="2754299"/>
                </a:lnTo>
                <a:lnTo>
                  <a:pt x="3962400" y="2751671"/>
                </a:lnTo>
                <a:close/>
              </a:path>
              <a:path w="10296525" h="3486150">
                <a:moveTo>
                  <a:pt x="3962400" y="2028037"/>
                </a:moveTo>
                <a:lnTo>
                  <a:pt x="3961942" y="2026907"/>
                </a:lnTo>
                <a:lnTo>
                  <a:pt x="3960076" y="2025053"/>
                </a:lnTo>
                <a:lnTo>
                  <a:pt x="3958958" y="2024583"/>
                </a:lnTo>
                <a:lnTo>
                  <a:pt x="3956329" y="2024583"/>
                </a:lnTo>
                <a:lnTo>
                  <a:pt x="3955211" y="2025053"/>
                </a:lnTo>
                <a:lnTo>
                  <a:pt x="3953345" y="2026907"/>
                </a:lnTo>
                <a:lnTo>
                  <a:pt x="3952875" y="2028037"/>
                </a:lnTo>
                <a:lnTo>
                  <a:pt x="3952875" y="2030666"/>
                </a:lnTo>
                <a:lnTo>
                  <a:pt x="3953345" y="2031784"/>
                </a:lnTo>
                <a:lnTo>
                  <a:pt x="3955211" y="2033651"/>
                </a:lnTo>
                <a:lnTo>
                  <a:pt x="3956329" y="2034108"/>
                </a:lnTo>
                <a:lnTo>
                  <a:pt x="3958958" y="2034108"/>
                </a:lnTo>
                <a:lnTo>
                  <a:pt x="3960076" y="2033651"/>
                </a:lnTo>
                <a:lnTo>
                  <a:pt x="3961942" y="2031784"/>
                </a:lnTo>
                <a:lnTo>
                  <a:pt x="3962400" y="2030666"/>
                </a:lnTo>
                <a:lnTo>
                  <a:pt x="3962400" y="2028037"/>
                </a:lnTo>
                <a:close/>
              </a:path>
              <a:path w="10296525" h="3486150">
                <a:moveTo>
                  <a:pt x="3962400" y="1304391"/>
                </a:moveTo>
                <a:lnTo>
                  <a:pt x="3961942" y="1303274"/>
                </a:lnTo>
                <a:lnTo>
                  <a:pt x="3960076" y="1301419"/>
                </a:lnTo>
                <a:lnTo>
                  <a:pt x="3958958" y="1300949"/>
                </a:lnTo>
                <a:lnTo>
                  <a:pt x="3956329" y="1300949"/>
                </a:lnTo>
                <a:lnTo>
                  <a:pt x="3955211" y="1301419"/>
                </a:lnTo>
                <a:lnTo>
                  <a:pt x="3953345" y="1303274"/>
                </a:lnTo>
                <a:lnTo>
                  <a:pt x="3952875" y="1304391"/>
                </a:lnTo>
                <a:lnTo>
                  <a:pt x="3952875" y="1307033"/>
                </a:lnTo>
                <a:lnTo>
                  <a:pt x="3953345" y="1308150"/>
                </a:lnTo>
                <a:lnTo>
                  <a:pt x="3955211" y="1310005"/>
                </a:lnTo>
                <a:lnTo>
                  <a:pt x="3956329" y="1310474"/>
                </a:lnTo>
                <a:lnTo>
                  <a:pt x="3958958" y="1310474"/>
                </a:lnTo>
                <a:lnTo>
                  <a:pt x="3960076" y="1310005"/>
                </a:lnTo>
                <a:lnTo>
                  <a:pt x="3961942" y="1308150"/>
                </a:lnTo>
                <a:lnTo>
                  <a:pt x="3962400" y="1307033"/>
                </a:lnTo>
                <a:lnTo>
                  <a:pt x="3962400" y="1304391"/>
                </a:lnTo>
                <a:close/>
              </a:path>
              <a:path w="10296525" h="3486150">
                <a:moveTo>
                  <a:pt x="3962400" y="580758"/>
                </a:moveTo>
                <a:lnTo>
                  <a:pt x="3961942" y="579640"/>
                </a:lnTo>
                <a:lnTo>
                  <a:pt x="3960076" y="577773"/>
                </a:lnTo>
                <a:lnTo>
                  <a:pt x="3958958" y="577316"/>
                </a:lnTo>
                <a:lnTo>
                  <a:pt x="3956329" y="577316"/>
                </a:lnTo>
                <a:lnTo>
                  <a:pt x="3955211" y="577773"/>
                </a:lnTo>
                <a:lnTo>
                  <a:pt x="3953345" y="579640"/>
                </a:lnTo>
                <a:lnTo>
                  <a:pt x="3952875" y="580758"/>
                </a:lnTo>
                <a:lnTo>
                  <a:pt x="3952875" y="583387"/>
                </a:lnTo>
                <a:lnTo>
                  <a:pt x="3953345" y="584517"/>
                </a:lnTo>
                <a:lnTo>
                  <a:pt x="3955211" y="586371"/>
                </a:lnTo>
                <a:lnTo>
                  <a:pt x="3956329" y="586841"/>
                </a:lnTo>
                <a:lnTo>
                  <a:pt x="3958958" y="586841"/>
                </a:lnTo>
                <a:lnTo>
                  <a:pt x="3960076" y="586371"/>
                </a:lnTo>
                <a:lnTo>
                  <a:pt x="3961942" y="584517"/>
                </a:lnTo>
                <a:lnTo>
                  <a:pt x="3962400" y="583387"/>
                </a:lnTo>
                <a:lnTo>
                  <a:pt x="3962400" y="580758"/>
                </a:lnTo>
                <a:close/>
              </a:path>
              <a:path w="10296525" h="3486150">
                <a:moveTo>
                  <a:pt x="4010025" y="2751671"/>
                </a:moveTo>
                <a:lnTo>
                  <a:pt x="4009567" y="2750540"/>
                </a:lnTo>
                <a:lnTo>
                  <a:pt x="4007701" y="2748686"/>
                </a:lnTo>
                <a:lnTo>
                  <a:pt x="4006583" y="2748216"/>
                </a:lnTo>
                <a:lnTo>
                  <a:pt x="4003954" y="2748216"/>
                </a:lnTo>
                <a:lnTo>
                  <a:pt x="4002836" y="2748686"/>
                </a:lnTo>
                <a:lnTo>
                  <a:pt x="4000970" y="2750540"/>
                </a:lnTo>
                <a:lnTo>
                  <a:pt x="4000500" y="2751671"/>
                </a:lnTo>
                <a:lnTo>
                  <a:pt x="4000500" y="2754299"/>
                </a:lnTo>
                <a:lnTo>
                  <a:pt x="4000970" y="2755417"/>
                </a:lnTo>
                <a:lnTo>
                  <a:pt x="4002836" y="2757284"/>
                </a:lnTo>
                <a:lnTo>
                  <a:pt x="4003954" y="2757741"/>
                </a:lnTo>
                <a:lnTo>
                  <a:pt x="4006583" y="2757741"/>
                </a:lnTo>
                <a:lnTo>
                  <a:pt x="4007701" y="2757284"/>
                </a:lnTo>
                <a:lnTo>
                  <a:pt x="4009567" y="2755417"/>
                </a:lnTo>
                <a:lnTo>
                  <a:pt x="4010025" y="2754299"/>
                </a:lnTo>
                <a:lnTo>
                  <a:pt x="4010025" y="2751671"/>
                </a:lnTo>
                <a:close/>
              </a:path>
              <a:path w="10296525" h="3486150">
                <a:moveTo>
                  <a:pt x="4010025" y="2028037"/>
                </a:moveTo>
                <a:lnTo>
                  <a:pt x="4009567" y="2026907"/>
                </a:lnTo>
                <a:lnTo>
                  <a:pt x="4007701" y="2025053"/>
                </a:lnTo>
                <a:lnTo>
                  <a:pt x="4006583" y="2024583"/>
                </a:lnTo>
                <a:lnTo>
                  <a:pt x="4003954" y="2024583"/>
                </a:lnTo>
                <a:lnTo>
                  <a:pt x="4002836" y="2025053"/>
                </a:lnTo>
                <a:lnTo>
                  <a:pt x="4000970" y="2026907"/>
                </a:lnTo>
                <a:lnTo>
                  <a:pt x="4000500" y="2028037"/>
                </a:lnTo>
                <a:lnTo>
                  <a:pt x="4000500" y="2030666"/>
                </a:lnTo>
                <a:lnTo>
                  <a:pt x="4000970" y="2031784"/>
                </a:lnTo>
                <a:lnTo>
                  <a:pt x="4002836" y="2033651"/>
                </a:lnTo>
                <a:lnTo>
                  <a:pt x="4003954" y="2034108"/>
                </a:lnTo>
                <a:lnTo>
                  <a:pt x="4006583" y="2034108"/>
                </a:lnTo>
                <a:lnTo>
                  <a:pt x="4007701" y="2033651"/>
                </a:lnTo>
                <a:lnTo>
                  <a:pt x="4009567" y="2031784"/>
                </a:lnTo>
                <a:lnTo>
                  <a:pt x="4010025" y="2030666"/>
                </a:lnTo>
                <a:lnTo>
                  <a:pt x="4010025" y="2028037"/>
                </a:lnTo>
                <a:close/>
              </a:path>
              <a:path w="10296525" h="3486150">
                <a:moveTo>
                  <a:pt x="4010025" y="1304391"/>
                </a:moveTo>
                <a:lnTo>
                  <a:pt x="4009567" y="1303274"/>
                </a:lnTo>
                <a:lnTo>
                  <a:pt x="4007701" y="1301419"/>
                </a:lnTo>
                <a:lnTo>
                  <a:pt x="4006583" y="1300949"/>
                </a:lnTo>
                <a:lnTo>
                  <a:pt x="4003954" y="1300949"/>
                </a:lnTo>
                <a:lnTo>
                  <a:pt x="4002836" y="1301419"/>
                </a:lnTo>
                <a:lnTo>
                  <a:pt x="4000970" y="1303274"/>
                </a:lnTo>
                <a:lnTo>
                  <a:pt x="4000500" y="1304391"/>
                </a:lnTo>
                <a:lnTo>
                  <a:pt x="4000500" y="1307033"/>
                </a:lnTo>
                <a:lnTo>
                  <a:pt x="4000970" y="1308150"/>
                </a:lnTo>
                <a:lnTo>
                  <a:pt x="4002836" y="1310005"/>
                </a:lnTo>
                <a:lnTo>
                  <a:pt x="4003954" y="1310474"/>
                </a:lnTo>
                <a:lnTo>
                  <a:pt x="4006583" y="1310474"/>
                </a:lnTo>
                <a:lnTo>
                  <a:pt x="4007701" y="1310005"/>
                </a:lnTo>
                <a:lnTo>
                  <a:pt x="4009567" y="1308150"/>
                </a:lnTo>
                <a:lnTo>
                  <a:pt x="4010025" y="1307033"/>
                </a:lnTo>
                <a:lnTo>
                  <a:pt x="4010025" y="1304391"/>
                </a:lnTo>
                <a:close/>
              </a:path>
              <a:path w="10296525" h="3486150">
                <a:moveTo>
                  <a:pt x="4010025" y="580758"/>
                </a:moveTo>
                <a:lnTo>
                  <a:pt x="4009567" y="579640"/>
                </a:lnTo>
                <a:lnTo>
                  <a:pt x="4007701" y="577773"/>
                </a:lnTo>
                <a:lnTo>
                  <a:pt x="4006583" y="577316"/>
                </a:lnTo>
                <a:lnTo>
                  <a:pt x="4003954" y="577316"/>
                </a:lnTo>
                <a:lnTo>
                  <a:pt x="4002836" y="577773"/>
                </a:lnTo>
                <a:lnTo>
                  <a:pt x="4000970" y="579640"/>
                </a:lnTo>
                <a:lnTo>
                  <a:pt x="4000500" y="580758"/>
                </a:lnTo>
                <a:lnTo>
                  <a:pt x="4000500" y="583387"/>
                </a:lnTo>
                <a:lnTo>
                  <a:pt x="4000970" y="584517"/>
                </a:lnTo>
                <a:lnTo>
                  <a:pt x="4002836" y="586371"/>
                </a:lnTo>
                <a:lnTo>
                  <a:pt x="4003954" y="586841"/>
                </a:lnTo>
                <a:lnTo>
                  <a:pt x="4006583" y="586841"/>
                </a:lnTo>
                <a:lnTo>
                  <a:pt x="4007701" y="586371"/>
                </a:lnTo>
                <a:lnTo>
                  <a:pt x="4009567" y="584517"/>
                </a:lnTo>
                <a:lnTo>
                  <a:pt x="4010025" y="583387"/>
                </a:lnTo>
                <a:lnTo>
                  <a:pt x="4010025" y="580758"/>
                </a:lnTo>
                <a:close/>
              </a:path>
              <a:path w="10296525" h="3486150">
                <a:moveTo>
                  <a:pt x="4057650" y="2751671"/>
                </a:moveTo>
                <a:lnTo>
                  <a:pt x="4057192" y="2750540"/>
                </a:lnTo>
                <a:lnTo>
                  <a:pt x="4055326" y="2748686"/>
                </a:lnTo>
                <a:lnTo>
                  <a:pt x="4054208" y="2748216"/>
                </a:lnTo>
                <a:lnTo>
                  <a:pt x="4051579" y="2748216"/>
                </a:lnTo>
                <a:lnTo>
                  <a:pt x="4050461" y="2748686"/>
                </a:lnTo>
                <a:lnTo>
                  <a:pt x="4048595" y="2750540"/>
                </a:lnTo>
                <a:lnTo>
                  <a:pt x="4048125" y="2751671"/>
                </a:lnTo>
                <a:lnTo>
                  <a:pt x="4048125" y="2754299"/>
                </a:lnTo>
                <a:lnTo>
                  <a:pt x="4048595" y="2755417"/>
                </a:lnTo>
                <a:lnTo>
                  <a:pt x="4050461" y="2757284"/>
                </a:lnTo>
                <a:lnTo>
                  <a:pt x="4051579" y="2757741"/>
                </a:lnTo>
                <a:lnTo>
                  <a:pt x="4054208" y="2757741"/>
                </a:lnTo>
                <a:lnTo>
                  <a:pt x="4055326" y="2757284"/>
                </a:lnTo>
                <a:lnTo>
                  <a:pt x="4057192" y="2755417"/>
                </a:lnTo>
                <a:lnTo>
                  <a:pt x="4057650" y="2754299"/>
                </a:lnTo>
                <a:lnTo>
                  <a:pt x="4057650" y="2751671"/>
                </a:lnTo>
                <a:close/>
              </a:path>
              <a:path w="10296525" h="3486150">
                <a:moveTo>
                  <a:pt x="4057650" y="2028037"/>
                </a:moveTo>
                <a:lnTo>
                  <a:pt x="4057192" y="2026907"/>
                </a:lnTo>
                <a:lnTo>
                  <a:pt x="4055326" y="2025053"/>
                </a:lnTo>
                <a:lnTo>
                  <a:pt x="4054208" y="2024583"/>
                </a:lnTo>
                <a:lnTo>
                  <a:pt x="4051579" y="2024583"/>
                </a:lnTo>
                <a:lnTo>
                  <a:pt x="4050461" y="2025053"/>
                </a:lnTo>
                <a:lnTo>
                  <a:pt x="4048595" y="2026907"/>
                </a:lnTo>
                <a:lnTo>
                  <a:pt x="4048125" y="2028037"/>
                </a:lnTo>
                <a:lnTo>
                  <a:pt x="4048125" y="2030666"/>
                </a:lnTo>
                <a:lnTo>
                  <a:pt x="4048595" y="2031784"/>
                </a:lnTo>
                <a:lnTo>
                  <a:pt x="4050461" y="2033651"/>
                </a:lnTo>
                <a:lnTo>
                  <a:pt x="4051579" y="2034108"/>
                </a:lnTo>
                <a:lnTo>
                  <a:pt x="4054208" y="2034108"/>
                </a:lnTo>
                <a:lnTo>
                  <a:pt x="4055326" y="2033651"/>
                </a:lnTo>
                <a:lnTo>
                  <a:pt x="4057192" y="2031784"/>
                </a:lnTo>
                <a:lnTo>
                  <a:pt x="4057650" y="2030666"/>
                </a:lnTo>
                <a:lnTo>
                  <a:pt x="4057650" y="2028037"/>
                </a:lnTo>
                <a:close/>
              </a:path>
              <a:path w="10296525" h="3486150">
                <a:moveTo>
                  <a:pt x="4057650" y="1304391"/>
                </a:moveTo>
                <a:lnTo>
                  <a:pt x="4057192" y="1303274"/>
                </a:lnTo>
                <a:lnTo>
                  <a:pt x="4055326" y="1301419"/>
                </a:lnTo>
                <a:lnTo>
                  <a:pt x="4054208" y="1300949"/>
                </a:lnTo>
                <a:lnTo>
                  <a:pt x="4051579" y="1300949"/>
                </a:lnTo>
                <a:lnTo>
                  <a:pt x="4050461" y="1301419"/>
                </a:lnTo>
                <a:lnTo>
                  <a:pt x="4048595" y="1303274"/>
                </a:lnTo>
                <a:lnTo>
                  <a:pt x="4048125" y="1304391"/>
                </a:lnTo>
                <a:lnTo>
                  <a:pt x="4048125" y="1307033"/>
                </a:lnTo>
                <a:lnTo>
                  <a:pt x="4048595" y="1308150"/>
                </a:lnTo>
                <a:lnTo>
                  <a:pt x="4050461" y="1310005"/>
                </a:lnTo>
                <a:lnTo>
                  <a:pt x="4051579" y="1310474"/>
                </a:lnTo>
                <a:lnTo>
                  <a:pt x="4054208" y="1310474"/>
                </a:lnTo>
                <a:lnTo>
                  <a:pt x="4055326" y="1310005"/>
                </a:lnTo>
                <a:lnTo>
                  <a:pt x="4057192" y="1308150"/>
                </a:lnTo>
                <a:lnTo>
                  <a:pt x="4057650" y="1307033"/>
                </a:lnTo>
                <a:lnTo>
                  <a:pt x="4057650" y="1304391"/>
                </a:lnTo>
                <a:close/>
              </a:path>
              <a:path w="10296525" h="3486150">
                <a:moveTo>
                  <a:pt x="4057650" y="580758"/>
                </a:moveTo>
                <a:lnTo>
                  <a:pt x="4057192" y="579640"/>
                </a:lnTo>
                <a:lnTo>
                  <a:pt x="4055326" y="577773"/>
                </a:lnTo>
                <a:lnTo>
                  <a:pt x="4054208" y="577316"/>
                </a:lnTo>
                <a:lnTo>
                  <a:pt x="4051579" y="577316"/>
                </a:lnTo>
                <a:lnTo>
                  <a:pt x="4050461" y="577773"/>
                </a:lnTo>
                <a:lnTo>
                  <a:pt x="4048595" y="579640"/>
                </a:lnTo>
                <a:lnTo>
                  <a:pt x="4048125" y="580758"/>
                </a:lnTo>
                <a:lnTo>
                  <a:pt x="4048125" y="583387"/>
                </a:lnTo>
                <a:lnTo>
                  <a:pt x="4048595" y="584517"/>
                </a:lnTo>
                <a:lnTo>
                  <a:pt x="4050461" y="586371"/>
                </a:lnTo>
                <a:lnTo>
                  <a:pt x="4051579" y="586841"/>
                </a:lnTo>
                <a:lnTo>
                  <a:pt x="4054208" y="586841"/>
                </a:lnTo>
                <a:lnTo>
                  <a:pt x="4055326" y="586371"/>
                </a:lnTo>
                <a:lnTo>
                  <a:pt x="4057192" y="584517"/>
                </a:lnTo>
                <a:lnTo>
                  <a:pt x="4057650" y="583387"/>
                </a:lnTo>
                <a:lnTo>
                  <a:pt x="4057650" y="580758"/>
                </a:lnTo>
                <a:close/>
              </a:path>
              <a:path w="10296525" h="3486150">
                <a:moveTo>
                  <a:pt x="4105275" y="2751671"/>
                </a:moveTo>
                <a:lnTo>
                  <a:pt x="4104817" y="2750540"/>
                </a:lnTo>
                <a:lnTo>
                  <a:pt x="4102951" y="2748686"/>
                </a:lnTo>
                <a:lnTo>
                  <a:pt x="4101833" y="2748216"/>
                </a:lnTo>
                <a:lnTo>
                  <a:pt x="4099204" y="2748216"/>
                </a:lnTo>
                <a:lnTo>
                  <a:pt x="4098086" y="2748686"/>
                </a:lnTo>
                <a:lnTo>
                  <a:pt x="4096220" y="2750540"/>
                </a:lnTo>
                <a:lnTo>
                  <a:pt x="4095750" y="2751671"/>
                </a:lnTo>
                <a:lnTo>
                  <a:pt x="4095750" y="2754299"/>
                </a:lnTo>
                <a:lnTo>
                  <a:pt x="4096220" y="2755417"/>
                </a:lnTo>
                <a:lnTo>
                  <a:pt x="4098086" y="2757284"/>
                </a:lnTo>
                <a:lnTo>
                  <a:pt x="4099204" y="2757741"/>
                </a:lnTo>
                <a:lnTo>
                  <a:pt x="4101833" y="2757741"/>
                </a:lnTo>
                <a:lnTo>
                  <a:pt x="4102951" y="2757284"/>
                </a:lnTo>
                <a:lnTo>
                  <a:pt x="4104817" y="2755417"/>
                </a:lnTo>
                <a:lnTo>
                  <a:pt x="4105275" y="2754299"/>
                </a:lnTo>
                <a:lnTo>
                  <a:pt x="4105275" y="2751671"/>
                </a:lnTo>
                <a:close/>
              </a:path>
              <a:path w="10296525" h="3486150">
                <a:moveTo>
                  <a:pt x="4105275" y="2028037"/>
                </a:moveTo>
                <a:lnTo>
                  <a:pt x="4104817" y="2026907"/>
                </a:lnTo>
                <a:lnTo>
                  <a:pt x="4102951" y="2025053"/>
                </a:lnTo>
                <a:lnTo>
                  <a:pt x="4101833" y="2024583"/>
                </a:lnTo>
                <a:lnTo>
                  <a:pt x="4099204" y="2024583"/>
                </a:lnTo>
                <a:lnTo>
                  <a:pt x="4098086" y="2025053"/>
                </a:lnTo>
                <a:lnTo>
                  <a:pt x="4096220" y="2026907"/>
                </a:lnTo>
                <a:lnTo>
                  <a:pt x="4095750" y="2028037"/>
                </a:lnTo>
                <a:lnTo>
                  <a:pt x="4095750" y="2030666"/>
                </a:lnTo>
                <a:lnTo>
                  <a:pt x="4096220" y="2031784"/>
                </a:lnTo>
                <a:lnTo>
                  <a:pt x="4098086" y="2033651"/>
                </a:lnTo>
                <a:lnTo>
                  <a:pt x="4099204" y="2034108"/>
                </a:lnTo>
                <a:lnTo>
                  <a:pt x="4101833" y="2034108"/>
                </a:lnTo>
                <a:lnTo>
                  <a:pt x="4102951" y="2033651"/>
                </a:lnTo>
                <a:lnTo>
                  <a:pt x="4104817" y="2031784"/>
                </a:lnTo>
                <a:lnTo>
                  <a:pt x="4105275" y="2030666"/>
                </a:lnTo>
                <a:lnTo>
                  <a:pt x="4105275" y="2028037"/>
                </a:lnTo>
                <a:close/>
              </a:path>
              <a:path w="10296525" h="3486150">
                <a:moveTo>
                  <a:pt x="4105275" y="1304391"/>
                </a:moveTo>
                <a:lnTo>
                  <a:pt x="4104817" y="1303274"/>
                </a:lnTo>
                <a:lnTo>
                  <a:pt x="4102951" y="1301419"/>
                </a:lnTo>
                <a:lnTo>
                  <a:pt x="4101833" y="1300949"/>
                </a:lnTo>
                <a:lnTo>
                  <a:pt x="4099204" y="1300949"/>
                </a:lnTo>
                <a:lnTo>
                  <a:pt x="4098086" y="1301419"/>
                </a:lnTo>
                <a:lnTo>
                  <a:pt x="4096220" y="1303274"/>
                </a:lnTo>
                <a:lnTo>
                  <a:pt x="4095750" y="1304391"/>
                </a:lnTo>
                <a:lnTo>
                  <a:pt x="4095750" y="1307033"/>
                </a:lnTo>
                <a:lnTo>
                  <a:pt x="4096220" y="1308150"/>
                </a:lnTo>
                <a:lnTo>
                  <a:pt x="4098086" y="1310005"/>
                </a:lnTo>
                <a:lnTo>
                  <a:pt x="4099204" y="1310474"/>
                </a:lnTo>
                <a:lnTo>
                  <a:pt x="4101833" y="1310474"/>
                </a:lnTo>
                <a:lnTo>
                  <a:pt x="4102951" y="1310005"/>
                </a:lnTo>
                <a:lnTo>
                  <a:pt x="4104817" y="1308150"/>
                </a:lnTo>
                <a:lnTo>
                  <a:pt x="4105275" y="1307033"/>
                </a:lnTo>
                <a:lnTo>
                  <a:pt x="4105275" y="1304391"/>
                </a:lnTo>
                <a:close/>
              </a:path>
              <a:path w="10296525" h="3486150">
                <a:moveTo>
                  <a:pt x="4105275" y="580758"/>
                </a:moveTo>
                <a:lnTo>
                  <a:pt x="4104817" y="579640"/>
                </a:lnTo>
                <a:lnTo>
                  <a:pt x="4102951" y="577773"/>
                </a:lnTo>
                <a:lnTo>
                  <a:pt x="4101833" y="577316"/>
                </a:lnTo>
                <a:lnTo>
                  <a:pt x="4099204" y="577316"/>
                </a:lnTo>
                <a:lnTo>
                  <a:pt x="4098086" y="577773"/>
                </a:lnTo>
                <a:lnTo>
                  <a:pt x="4096220" y="579640"/>
                </a:lnTo>
                <a:lnTo>
                  <a:pt x="4095750" y="580758"/>
                </a:lnTo>
                <a:lnTo>
                  <a:pt x="4095750" y="583387"/>
                </a:lnTo>
                <a:lnTo>
                  <a:pt x="4096220" y="584517"/>
                </a:lnTo>
                <a:lnTo>
                  <a:pt x="4098086" y="586371"/>
                </a:lnTo>
                <a:lnTo>
                  <a:pt x="4099204" y="586841"/>
                </a:lnTo>
                <a:lnTo>
                  <a:pt x="4101833" y="586841"/>
                </a:lnTo>
                <a:lnTo>
                  <a:pt x="4102951" y="586371"/>
                </a:lnTo>
                <a:lnTo>
                  <a:pt x="4104817" y="584517"/>
                </a:lnTo>
                <a:lnTo>
                  <a:pt x="4105275" y="583387"/>
                </a:lnTo>
                <a:lnTo>
                  <a:pt x="4105275" y="580758"/>
                </a:lnTo>
                <a:close/>
              </a:path>
              <a:path w="10296525" h="3486150">
                <a:moveTo>
                  <a:pt x="4152900" y="2751671"/>
                </a:moveTo>
                <a:lnTo>
                  <a:pt x="4152442" y="2750540"/>
                </a:lnTo>
                <a:lnTo>
                  <a:pt x="4150576" y="2748686"/>
                </a:lnTo>
                <a:lnTo>
                  <a:pt x="4149458" y="2748216"/>
                </a:lnTo>
                <a:lnTo>
                  <a:pt x="4146829" y="2748216"/>
                </a:lnTo>
                <a:lnTo>
                  <a:pt x="4145711" y="2748686"/>
                </a:lnTo>
                <a:lnTo>
                  <a:pt x="4143845" y="2750540"/>
                </a:lnTo>
                <a:lnTo>
                  <a:pt x="4143375" y="2751671"/>
                </a:lnTo>
                <a:lnTo>
                  <a:pt x="4143375" y="2754299"/>
                </a:lnTo>
                <a:lnTo>
                  <a:pt x="4143845" y="2755417"/>
                </a:lnTo>
                <a:lnTo>
                  <a:pt x="4145711" y="2757284"/>
                </a:lnTo>
                <a:lnTo>
                  <a:pt x="4146829" y="2757741"/>
                </a:lnTo>
                <a:lnTo>
                  <a:pt x="4149458" y="2757741"/>
                </a:lnTo>
                <a:lnTo>
                  <a:pt x="4150576" y="2757284"/>
                </a:lnTo>
                <a:lnTo>
                  <a:pt x="4152442" y="2755417"/>
                </a:lnTo>
                <a:lnTo>
                  <a:pt x="4152900" y="2754299"/>
                </a:lnTo>
                <a:lnTo>
                  <a:pt x="4152900" y="2751671"/>
                </a:lnTo>
                <a:close/>
              </a:path>
              <a:path w="10296525" h="3486150">
                <a:moveTo>
                  <a:pt x="4152900" y="2028037"/>
                </a:moveTo>
                <a:lnTo>
                  <a:pt x="4152442" y="2026907"/>
                </a:lnTo>
                <a:lnTo>
                  <a:pt x="4150576" y="2025053"/>
                </a:lnTo>
                <a:lnTo>
                  <a:pt x="4149458" y="2024583"/>
                </a:lnTo>
                <a:lnTo>
                  <a:pt x="4146829" y="2024583"/>
                </a:lnTo>
                <a:lnTo>
                  <a:pt x="4145711" y="2025053"/>
                </a:lnTo>
                <a:lnTo>
                  <a:pt x="4143845" y="2026907"/>
                </a:lnTo>
                <a:lnTo>
                  <a:pt x="4143375" y="2028037"/>
                </a:lnTo>
                <a:lnTo>
                  <a:pt x="4143375" y="2030666"/>
                </a:lnTo>
                <a:lnTo>
                  <a:pt x="4143845" y="2031784"/>
                </a:lnTo>
                <a:lnTo>
                  <a:pt x="4145711" y="2033651"/>
                </a:lnTo>
                <a:lnTo>
                  <a:pt x="4146829" y="2034108"/>
                </a:lnTo>
                <a:lnTo>
                  <a:pt x="4149458" y="2034108"/>
                </a:lnTo>
                <a:lnTo>
                  <a:pt x="4150576" y="2033651"/>
                </a:lnTo>
                <a:lnTo>
                  <a:pt x="4152442" y="2031784"/>
                </a:lnTo>
                <a:lnTo>
                  <a:pt x="4152900" y="2030666"/>
                </a:lnTo>
                <a:lnTo>
                  <a:pt x="4152900" y="2028037"/>
                </a:lnTo>
                <a:close/>
              </a:path>
              <a:path w="10296525" h="3486150">
                <a:moveTo>
                  <a:pt x="4152900" y="1304391"/>
                </a:moveTo>
                <a:lnTo>
                  <a:pt x="4152442" y="1303274"/>
                </a:lnTo>
                <a:lnTo>
                  <a:pt x="4150576" y="1301419"/>
                </a:lnTo>
                <a:lnTo>
                  <a:pt x="4149458" y="1300949"/>
                </a:lnTo>
                <a:lnTo>
                  <a:pt x="4146829" y="1300949"/>
                </a:lnTo>
                <a:lnTo>
                  <a:pt x="4145711" y="1301419"/>
                </a:lnTo>
                <a:lnTo>
                  <a:pt x="4143845" y="1303274"/>
                </a:lnTo>
                <a:lnTo>
                  <a:pt x="4143375" y="1304391"/>
                </a:lnTo>
                <a:lnTo>
                  <a:pt x="4143375" y="1307033"/>
                </a:lnTo>
                <a:lnTo>
                  <a:pt x="4143845" y="1308150"/>
                </a:lnTo>
                <a:lnTo>
                  <a:pt x="4145711" y="1310005"/>
                </a:lnTo>
                <a:lnTo>
                  <a:pt x="4146829" y="1310474"/>
                </a:lnTo>
                <a:lnTo>
                  <a:pt x="4149458" y="1310474"/>
                </a:lnTo>
                <a:lnTo>
                  <a:pt x="4150576" y="1310005"/>
                </a:lnTo>
                <a:lnTo>
                  <a:pt x="4152442" y="1308150"/>
                </a:lnTo>
                <a:lnTo>
                  <a:pt x="4152900" y="1307033"/>
                </a:lnTo>
                <a:lnTo>
                  <a:pt x="4152900" y="1304391"/>
                </a:lnTo>
                <a:close/>
              </a:path>
              <a:path w="10296525" h="3486150">
                <a:moveTo>
                  <a:pt x="4152900" y="580758"/>
                </a:moveTo>
                <a:lnTo>
                  <a:pt x="4152442" y="579640"/>
                </a:lnTo>
                <a:lnTo>
                  <a:pt x="4150576" y="577773"/>
                </a:lnTo>
                <a:lnTo>
                  <a:pt x="4149458" y="577316"/>
                </a:lnTo>
                <a:lnTo>
                  <a:pt x="4146829" y="577316"/>
                </a:lnTo>
                <a:lnTo>
                  <a:pt x="4145711" y="577773"/>
                </a:lnTo>
                <a:lnTo>
                  <a:pt x="4143845" y="579640"/>
                </a:lnTo>
                <a:lnTo>
                  <a:pt x="4143375" y="580758"/>
                </a:lnTo>
                <a:lnTo>
                  <a:pt x="4143375" y="583387"/>
                </a:lnTo>
                <a:lnTo>
                  <a:pt x="4143845" y="584517"/>
                </a:lnTo>
                <a:lnTo>
                  <a:pt x="4145711" y="586371"/>
                </a:lnTo>
                <a:lnTo>
                  <a:pt x="4146829" y="586841"/>
                </a:lnTo>
                <a:lnTo>
                  <a:pt x="4149458" y="586841"/>
                </a:lnTo>
                <a:lnTo>
                  <a:pt x="4150576" y="586371"/>
                </a:lnTo>
                <a:lnTo>
                  <a:pt x="4152442" y="584517"/>
                </a:lnTo>
                <a:lnTo>
                  <a:pt x="4152900" y="583387"/>
                </a:lnTo>
                <a:lnTo>
                  <a:pt x="4152900" y="580758"/>
                </a:lnTo>
                <a:close/>
              </a:path>
              <a:path w="10296525" h="3486150">
                <a:moveTo>
                  <a:pt x="4200525" y="2751671"/>
                </a:moveTo>
                <a:lnTo>
                  <a:pt x="4200067" y="2750540"/>
                </a:lnTo>
                <a:lnTo>
                  <a:pt x="4198201" y="2748686"/>
                </a:lnTo>
                <a:lnTo>
                  <a:pt x="4197083" y="2748216"/>
                </a:lnTo>
                <a:lnTo>
                  <a:pt x="4194454" y="2748216"/>
                </a:lnTo>
                <a:lnTo>
                  <a:pt x="4193336" y="2748686"/>
                </a:lnTo>
                <a:lnTo>
                  <a:pt x="4191470" y="2750540"/>
                </a:lnTo>
                <a:lnTo>
                  <a:pt x="4191000" y="2751671"/>
                </a:lnTo>
                <a:lnTo>
                  <a:pt x="4191000" y="2754299"/>
                </a:lnTo>
                <a:lnTo>
                  <a:pt x="4191470" y="2755417"/>
                </a:lnTo>
                <a:lnTo>
                  <a:pt x="4193336" y="2757284"/>
                </a:lnTo>
                <a:lnTo>
                  <a:pt x="4194454" y="2757741"/>
                </a:lnTo>
                <a:lnTo>
                  <a:pt x="4197083" y="2757741"/>
                </a:lnTo>
                <a:lnTo>
                  <a:pt x="4198201" y="2757284"/>
                </a:lnTo>
                <a:lnTo>
                  <a:pt x="4200067" y="2755417"/>
                </a:lnTo>
                <a:lnTo>
                  <a:pt x="4200525" y="2754299"/>
                </a:lnTo>
                <a:lnTo>
                  <a:pt x="4200525" y="2751671"/>
                </a:lnTo>
                <a:close/>
              </a:path>
              <a:path w="10296525" h="3486150">
                <a:moveTo>
                  <a:pt x="4200525" y="2028037"/>
                </a:moveTo>
                <a:lnTo>
                  <a:pt x="4200067" y="2026907"/>
                </a:lnTo>
                <a:lnTo>
                  <a:pt x="4198201" y="2025053"/>
                </a:lnTo>
                <a:lnTo>
                  <a:pt x="4197083" y="2024583"/>
                </a:lnTo>
                <a:lnTo>
                  <a:pt x="4194454" y="2024583"/>
                </a:lnTo>
                <a:lnTo>
                  <a:pt x="4193336" y="2025053"/>
                </a:lnTo>
                <a:lnTo>
                  <a:pt x="4191470" y="2026907"/>
                </a:lnTo>
                <a:lnTo>
                  <a:pt x="4191000" y="2028037"/>
                </a:lnTo>
                <a:lnTo>
                  <a:pt x="4191000" y="2030666"/>
                </a:lnTo>
                <a:lnTo>
                  <a:pt x="4191470" y="2031784"/>
                </a:lnTo>
                <a:lnTo>
                  <a:pt x="4193336" y="2033651"/>
                </a:lnTo>
                <a:lnTo>
                  <a:pt x="4194454" y="2034108"/>
                </a:lnTo>
                <a:lnTo>
                  <a:pt x="4197083" y="2034108"/>
                </a:lnTo>
                <a:lnTo>
                  <a:pt x="4198201" y="2033651"/>
                </a:lnTo>
                <a:lnTo>
                  <a:pt x="4200067" y="2031784"/>
                </a:lnTo>
                <a:lnTo>
                  <a:pt x="4200525" y="2030666"/>
                </a:lnTo>
                <a:lnTo>
                  <a:pt x="4200525" y="2028037"/>
                </a:lnTo>
                <a:close/>
              </a:path>
              <a:path w="10296525" h="3486150">
                <a:moveTo>
                  <a:pt x="4200525" y="1304391"/>
                </a:moveTo>
                <a:lnTo>
                  <a:pt x="4200067" y="1303274"/>
                </a:lnTo>
                <a:lnTo>
                  <a:pt x="4198201" y="1301419"/>
                </a:lnTo>
                <a:lnTo>
                  <a:pt x="4197083" y="1300949"/>
                </a:lnTo>
                <a:lnTo>
                  <a:pt x="4194454" y="1300949"/>
                </a:lnTo>
                <a:lnTo>
                  <a:pt x="4193336" y="1301419"/>
                </a:lnTo>
                <a:lnTo>
                  <a:pt x="4191470" y="1303274"/>
                </a:lnTo>
                <a:lnTo>
                  <a:pt x="4191000" y="1304391"/>
                </a:lnTo>
                <a:lnTo>
                  <a:pt x="4191000" y="1307033"/>
                </a:lnTo>
                <a:lnTo>
                  <a:pt x="4191470" y="1308150"/>
                </a:lnTo>
                <a:lnTo>
                  <a:pt x="4193336" y="1310005"/>
                </a:lnTo>
                <a:lnTo>
                  <a:pt x="4194454" y="1310474"/>
                </a:lnTo>
                <a:lnTo>
                  <a:pt x="4197083" y="1310474"/>
                </a:lnTo>
                <a:lnTo>
                  <a:pt x="4198201" y="1310005"/>
                </a:lnTo>
                <a:lnTo>
                  <a:pt x="4200067" y="1308150"/>
                </a:lnTo>
                <a:lnTo>
                  <a:pt x="4200525" y="1307033"/>
                </a:lnTo>
                <a:lnTo>
                  <a:pt x="4200525" y="1304391"/>
                </a:lnTo>
                <a:close/>
              </a:path>
              <a:path w="10296525" h="3486150">
                <a:moveTo>
                  <a:pt x="4200525" y="580758"/>
                </a:moveTo>
                <a:lnTo>
                  <a:pt x="4200067" y="579640"/>
                </a:lnTo>
                <a:lnTo>
                  <a:pt x="4198201" y="577773"/>
                </a:lnTo>
                <a:lnTo>
                  <a:pt x="4197083" y="577316"/>
                </a:lnTo>
                <a:lnTo>
                  <a:pt x="4194454" y="577316"/>
                </a:lnTo>
                <a:lnTo>
                  <a:pt x="4193336" y="577773"/>
                </a:lnTo>
                <a:lnTo>
                  <a:pt x="4191470" y="579640"/>
                </a:lnTo>
                <a:lnTo>
                  <a:pt x="4191000" y="580758"/>
                </a:lnTo>
                <a:lnTo>
                  <a:pt x="4191000" y="583387"/>
                </a:lnTo>
                <a:lnTo>
                  <a:pt x="4191470" y="584517"/>
                </a:lnTo>
                <a:lnTo>
                  <a:pt x="4193336" y="586371"/>
                </a:lnTo>
                <a:lnTo>
                  <a:pt x="4194454" y="586841"/>
                </a:lnTo>
                <a:lnTo>
                  <a:pt x="4197083" y="586841"/>
                </a:lnTo>
                <a:lnTo>
                  <a:pt x="4198201" y="586371"/>
                </a:lnTo>
                <a:lnTo>
                  <a:pt x="4200067" y="584517"/>
                </a:lnTo>
                <a:lnTo>
                  <a:pt x="4200525" y="583387"/>
                </a:lnTo>
                <a:lnTo>
                  <a:pt x="4200525" y="580758"/>
                </a:lnTo>
                <a:close/>
              </a:path>
              <a:path w="10296525" h="3486150">
                <a:moveTo>
                  <a:pt x="4248150" y="2751671"/>
                </a:moveTo>
                <a:lnTo>
                  <a:pt x="4247693" y="2750540"/>
                </a:lnTo>
                <a:lnTo>
                  <a:pt x="4245826" y="2748686"/>
                </a:lnTo>
                <a:lnTo>
                  <a:pt x="4244708" y="2748216"/>
                </a:lnTo>
                <a:lnTo>
                  <a:pt x="4242079" y="2748216"/>
                </a:lnTo>
                <a:lnTo>
                  <a:pt x="4240962" y="2748686"/>
                </a:lnTo>
                <a:lnTo>
                  <a:pt x="4239095" y="2750540"/>
                </a:lnTo>
                <a:lnTo>
                  <a:pt x="4238625" y="2751671"/>
                </a:lnTo>
                <a:lnTo>
                  <a:pt x="4238625" y="2754299"/>
                </a:lnTo>
                <a:lnTo>
                  <a:pt x="4239095" y="2755417"/>
                </a:lnTo>
                <a:lnTo>
                  <a:pt x="4240962" y="2757284"/>
                </a:lnTo>
                <a:lnTo>
                  <a:pt x="4242079" y="2757741"/>
                </a:lnTo>
                <a:lnTo>
                  <a:pt x="4244708" y="2757741"/>
                </a:lnTo>
                <a:lnTo>
                  <a:pt x="4245826" y="2757284"/>
                </a:lnTo>
                <a:lnTo>
                  <a:pt x="4247693" y="2755417"/>
                </a:lnTo>
                <a:lnTo>
                  <a:pt x="4248150" y="2754299"/>
                </a:lnTo>
                <a:lnTo>
                  <a:pt x="4248150" y="2751671"/>
                </a:lnTo>
                <a:close/>
              </a:path>
              <a:path w="10296525" h="3486150">
                <a:moveTo>
                  <a:pt x="4248150" y="2028037"/>
                </a:moveTo>
                <a:lnTo>
                  <a:pt x="4247693" y="2026907"/>
                </a:lnTo>
                <a:lnTo>
                  <a:pt x="4245826" y="2025053"/>
                </a:lnTo>
                <a:lnTo>
                  <a:pt x="4244708" y="2024583"/>
                </a:lnTo>
                <a:lnTo>
                  <a:pt x="4242079" y="2024583"/>
                </a:lnTo>
                <a:lnTo>
                  <a:pt x="4240962" y="2025053"/>
                </a:lnTo>
                <a:lnTo>
                  <a:pt x="4239095" y="2026907"/>
                </a:lnTo>
                <a:lnTo>
                  <a:pt x="4238625" y="2028037"/>
                </a:lnTo>
                <a:lnTo>
                  <a:pt x="4238625" y="2030666"/>
                </a:lnTo>
                <a:lnTo>
                  <a:pt x="4239095" y="2031784"/>
                </a:lnTo>
                <a:lnTo>
                  <a:pt x="4240962" y="2033651"/>
                </a:lnTo>
                <a:lnTo>
                  <a:pt x="4242079" y="2034108"/>
                </a:lnTo>
                <a:lnTo>
                  <a:pt x="4244708" y="2034108"/>
                </a:lnTo>
                <a:lnTo>
                  <a:pt x="4245826" y="2033651"/>
                </a:lnTo>
                <a:lnTo>
                  <a:pt x="4247693" y="2031784"/>
                </a:lnTo>
                <a:lnTo>
                  <a:pt x="4248150" y="2030666"/>
                </a:lnTo>
                <a:lnTo>
                  <a:pt x="4248150" y="2028037"/>
                </a:lnTo>
                <a:close/>
              </a:path>
              <a:path w="10296525" h="3486150">
                <a:moveTo>
                  <a:pt x="4248150" y="1304391"/>
                </a:moveTo>
                <a:lnTo>
                  <a:pt x="4247693" y="1303274"/>
                </a:lnTo>
                <a:lnTo>
                  <a:pt x="4245826" y="1301419"/>
                </a:lnTo>
                <a:lnTo>
                  <a:pt x="4244708" y="1300949"/>
                </a:lnTo>
                <a:lnTo>
                  <a:pt x="4242079" y="1300949"/>
                </a:lnTo>
                <a:lnTo>
                  <a:pt x="4240962" y="1301419"/>
                </a:lnTo>
                <a:lnTo>
                  <a:pt x="4239095" y="1303274"/>
                </a:lnTo>
                <a:lnTo>
                  <a:pt x="4238625" y="1304391"/>
                </a:lnTo>
                <a:lnTo>
                  <a:pt x="4238625" y="1307033"/>
                </a:lnTo>
                <a:lnTo>
                  <a:pt x="4239095" y="1308150"/>
                </a:lnTo>
                <a:lnTo>
                  <a:pt x="4240962" y="1310005"/>
                </a:lnTo>
                <a:lnTo>
                  <a:pt x="4242079" y="1310474"/>
                </a:lnTo>
                <a:lnTo>
                  <a:pt x="4244708" y="1310474"/>
                </a:lnTo>
                <a:lnTo>
                  <a:pt x="4245826" y="1310005"/>
                </a:lnTo>
                <a:lnTo>
                  <a:pt x="4247693" y="1308150"/>
                </a:lnTo>
                <a:lnTo>
                  <a:pt x="4248150" y="1307033"/>
                </a:lnTo>
                <a:lnTo>
                  <a:pt x="4248150" y="1304391"/>
                </a:lnTo>
                <a:close/>
              </a:path>
              <a:path w="10296525" h="3486150">
                <a:moveTo>
                  <a:pt x="4248150" y="580758"/>
                </a:moveTo>
                <a:lnTo>
                  <a:pt x="4247693" y="579640"/>
                </a:lnTo>
                <a:lnTo>
                  <a:pt x="4245826" y="577773"/>
                </a:lnTo>
                <a:lnTo>
                  <a:pt x="4244708" y="577316"/>
                </a:lnTo>
                <a:lnTo>
                  <a:pt x="4242079" y="577316"/>
                </a:lnTo>
                <a:lnTo>
                  <a:pt x="4240962" y="577773"/>
                </a:lnTo>
                <a:lnTo>
                  <a:pt x="4239095" y="579640"/>
                </a:lnTo>
                <a:lnTo>
                  <a:pt x="4238625" y="580758"/>
                </a:lnTo>
                <a:lnTo>
                  <a:pt x="4238625" y="583387"/>
                </a:lnTo>
                <a:lnTo>
                  <a:pt x="4239095" y="584517"/>
                </a:lnTo>
                <a:lnTo>
                  <a:pt x="4240962" y="586371"/>
                </a:lnTo>
                <a:lnTo>
                  <a:pt x="4242079" y="586841"/>
                </a:lnTo>
                <a:lnTo>
                  <a:pt x="4244708" y="586841"/>
                </a:lnTo>
                <a:lnTo>
                  <a:pt x="4245826" y="586371"/>
                </a:lnTo>
                <a:lnTo>
                  <a:pt x="4247693" y="584517"/>
                </a:lnTo>
                <a:lnTo>
                  <a:pt x="4248150" y="583387"/>
                </a:lnTo>
                <a:lnTo>
                  <a:pt x="4248150" y="580758"/>
                </a:lnTo>
                <a:close/>
              </a:path>
              <a:path w="10296525" h="3486150">
                <a:moveTo>
                  <a:pt x="4295775" y="2751671"/>
                </a:moveTo>
                <a:lnTo>
                  <a:pt x="4295318" y="2750540"/>
                </a:lnTo>
                <a:lnTo>
                  <a:pt x="4293451" y="2748686"/>
                </a:lnTo>
                <a:lnTo>
                  <a:pt x="4292333" y="2748216"/>
                </a:lnTo>
                <a:lnTo>
                  <a:pt x="4289704" y="2748216"/>
                </a:lnTo>
                <a:lnTo>
                  <a:pt x="4288587" y="2748686"/>
                </a:lnTo>
                <a:lnTo>
                  <a:pt x="4286720" y="2750540"/>
                </a:lnTo>
                <a:lnTo>
                  <a:pt x="4286250" y="2751671"/>
                </a:lnTo>
                <a:lnTo>
                  <a:pt x="4286250" y="2754299"/>
                </a:lnTo>
                <a:lnTo>
                  <a:pt x="4286720" y="2755417"/>
                </a:lnTo>
                <a:lnTo>
                  <a:pt x="4288587" y="2757284"/>
                </a:lnTo>
                <a:lnTo>
                  <a:pt x="4289704" y="2757741"/>
                </a:lnTo>
                <a:lnTo>
                  <a:pt x="4292333" y="2757741"/>
                </a:lnTo>
                <a:lnTo>
                  <a:pt x="4293451" y="2757284"/>
                </a:lnTo>
                <a:lnTo>
                  <a:pt x="4295318" y="2755417"/>
                </a:lnTo>
                <a:lnTo>
                  <a:pt x="4295775" y="2754299"/>
                </a:lnTo>
                <a:lnTo>
                  <a:pt x="4295775" y="2751671"/>
                </a:lnTo>
                <a:close/>
              </a:path>
              <a:path w="10296525" h="3486150">
                <a:moveTo>
                  <a:pt x="4295775" y="2028037"/>
                </a:moveTo>
                <a:lnTo>
                  <a:pt x="4295318" y="2026907"/>
                </a:lnTo>
                <a:lnTo>
                  <a:pt x="4293451" y="2025053"/>
                </a:lnTo>
                <a:lnTo>
                  <a:pt x="4292333" y="2024583"/>
                </a:lnTo>
                <a:lnTo>
                  <a:pt x="4289704" y="2024583"/>
                </a:lnTo>
                <a:lnTo>
                  <a:pt x="4288587" y="2025053"/>
                </a:lnTo>
                <a:lnTo>
                  <a:pt x="4286720" y="2026907"/>
                </a:lnTo>
                <a:lnTo>
                  <a:pt x="4286250" y="2028037"/>
                </a:lnTo>
                <a:lnTo>
                  <a:pt x="4286250" y="2030666"/>
                </a:lnTo>
                <a:lnTo>
                  <a:pt x="4286720" y="2031784"/>
                </a:lnTo>
                <a:lnTo>
                  <a:pt x="4288587" y="2033651"/>
                </a:lnTo>
                <a:lnTo>
                  <a:pt x="4289704" y="2034108"/>
                </a:lnTo>
                <a:lnTo>
                  <a:pt x="4292333" y="2034108"/>
                </a:lnTo>
                <a:lnTo>
                  <a:pt x="4293451" y="2033651"/>
                </a:lnTo>
                <a:lnTo>
                  <a:pt x="4295318" y="2031784"/>
                </a:lnTo>
                <a:lnTo>
                  <a:pt x="4295775" y="2030666"/>
                </a:lnTo>
                <a:lnTo>
                  <a:pt x="4295775" y="2028037"/>
                </a:lnTo>
                <a:close/>
              </a:path>
              <a:path w="10296525" h="3486150">
                <a:moveTo>
                  <a:pt x="4295775" y="1304391"/>
                </a:moveTo>
                <a:lnTo>
                  <a:pt x="4295318" y="1303274"/>
                </a:lnTo>
                <a:lnTo>
                  <a:pt x="4293451" y="1301419"/>
                </a:lnTo>
                <a:lnTo>
                  <a:pt x="4292333" y="1300949"/>
                </a:lnTo>
                <a:lnTo>
                  <a:pt x="4289704" y="1300949"/>
                </a:lnTo>
                <a:lnTo>
                  <a:pt x="4288587" y="1301419"/>
                </a:lnTo>
                <a:lnTo>
                  <a:pt x="4286720" y="1303274"/>
                </a:lnTo>
                <a:lnTo>
                  <a:pt x="4286250" y="1304391"/>
                </a:lnTo>
                <a:lnTo>
                  <a:pt x="4286250" y="1307033"/>
                </a:lnTo>
                <a:lnTo>
                  <a:pt x="4286720" y="1308150"/>
                </a:lnTo>
                <a:lnTo>
                  <a:pt x="4288587" y="1310005"/>
                </a:lnTo>
                <a:lnTo>
                  <a:pt x="4289704" y="1310474"/>
                </a:lnTo>
                <a:lnTo>
                  <a:pt x="4292333" y="1310474"/>
                </a:lnTo>
                <a:lnTo>
                  <a:pt x="4293451" y="1310005"/>
                </a:lnTo>
                <a:lnTo>
                  <a:pt x="4295318" y="1308150"/>
                </a:lnTo>
                <a:lnTo>
                  <a:pt x="4295775" y="1307033"/>
                </a:lnTo>
                <a:lnTo>
                  <a:pt x="4295775" y="1304391"/>
                </a:lnTo>
                <a:close/>
              </a:path>
              <a:path w="10296525" h="3486150">
                <a:moveTo>
                  <a:pt x="4295775" y="580758"/>
                </a:moveTo>
                <a:lnTo>
                  <a:pt x="4295318" y="579640"/>
                </a:lnTo>
                <a:lnTo>
                  <a:pt x="4293451" y="577773"/>
                </a:lnTo>
                <a:lnTo>
                  <a:pt x="4292333" y="577316"/>
                </a:lnTo>
                <a:lnTo>
                  <a:pt x="4289704" y="577316"/>
                </a:lnTo>
                <a:lnTo>
                  <a:pt x="4288587" y="577773"/>
                </a:lnTo>
                <a:lnTo>
                  <a:pt x="4286720" y="579640"/>
                </a:lnTo>
                <a:lnTo>
                  <a:pt x="4286250" y="580758"/>
                </a:lnTo>
                <a:lnTo>
                  <a:pt x="4286250" y="583387"/>
                </a:lnTo>
                <a:lnTo>
                  <a:pt x="4286720" y="584517"/>
                </a:lnTo>
                <a:lnTo>
                  <a:pt x="4288587" y="586371"/>
                </a:lnTo>
                <a:lnTo>
                  <a:pt x="4289704" y="586841"/>
                </a:lnTo>
                <a:lnTo>
                  <a:pt x="4292333" y="586841"/>
                </a:lnTo>
                <a:lnTo>
                  <a:pt x="4293451" y="586371"/>
                </a:lnTo>
                <a:lnTo>
                  <a:pt x="4295318" y="584517"/>
                </a:lnTo>
                <a:lnTo>
                  <a:pt x="4295775" y="583387"/>
                </a:lnTo>
                <a:lnTo>
                  <a:pt x="4295775" y="580758"/>
                </a:lnTo>
                <a:close/>
              </a:path>
              <a:path w="10296525" h="3486150">
                <a:moveTo>
                  <a:pt x="4343400" y="2751671"/>
                </a:moveTo>
                <a:lnTo>
                  <a:pt x="4342943" y="2750540"/>
                </a:lnTo>
                <a:lnTo>
                  <a:pt x="4341076" y="2748686"/>
                </a:lnTo>
                <a:lnTo>
                  <a:pt x="4339958" y="2748216"/>
                </a:lnTo>
                <a:lnTo>
                  <a:pt x="4337329" y="2748216"/>
                </a:lnTo>
                <a:lnTo>
                  <a:pt x="4336199" y="2748686"/>
                </a:lnTo>
                <a:lnTo>
                  <a:pt x="4334345" y="2750540"/>
                </a:lnTo>
                <a:lnTo>
                  <a:pt x="4333875" y="2751671"/>
                </a:lnTo>
                <a:lnTo>
                  <a:pt x="4333875" y="2754299"/>
                </a:lnTo>
                <a:lnTo>
                  <a:pt x="4334345" y="2755417"/>
                </a:lnTo>
                <a:lnTo>
                  <a:pt x="4336199" y="2757284"/>
                </a:lnTo>
                <a:lnTo>
                  <a:pt x="4337329" y="2757741"/>
                </a:lnTo>
                <a:lnTo>
                  <a:pt x="4339958" y="2757741"/>
                </a:lnTo>
                <a:lnTo>
                  <a:pt x="4341076" y="2757284"/>
                </a:lnTo>
                <a:lnTo>
                  <a:pt x="4342943" y="2755417"/>
                </a:lnTo>
                <a:lnTo>
                  <a:pt x="4343400" y="2754299"/>
                </a:lnTo>
                <a:lnTo>
                  <a:pt x="4343400" y="2751671"/>
                </a:lnTo>
                <a:close/>
              </a:path>
              <a:path w="10296525" h="3486150">
                <a:moveTo>
                  <a:pt x="4343400" y="2028037"/>
                </a:moveTo>
                <a:lnTo>
                  <a:pt x="4342943" y="2026907"/>
                </a:lnTo>
                <a:lnTo>
                  <a:pt x="4341076" y="2025053"/>
                </a:lnTo>
                <a:lnTo>
                  <a:pt x="4339958" y="2024583"/>
                </a:lnTo>
                <a:lnTo>
                  <a:pt x="4337329" y="2024583"/>
                </a:lnTo>
                <a:lnTo>
                  <a:pt x="4336199" y="2025053"/>
                </a:lnTo>
                <a:lnTo>
                  <a:pt x="4334345" y="2026907"/>
                </a:lnTo>
                <a:lnTo>
                  <a:pt x="4333875" y="2028037"/>
                </a:lnTo>
                <a:lnTo>
                  <a:pt x="4333875" y="2030666"/>
                </a:lnTo>
                <a:lnTo>
                  <a:pt x="4334345" y="2031784"/>
                </a:lnTo>
                <a:lnTo>
                  <a:pt x="4336199" y="2033651"/>
                </a:lnTo>
                <a:lnTo>
                  <a:pt x="4337329" y="2034108"/>
                </a:lnTo>
                <a:lnTo>
                  <a:pt x="4339958" y="2034108"/>
                </a:lnTo>
                <a:lnTo>
                  <a:pt x="4341076" y="2033651"/>
                </a:lnTo>
                <a:lnTo>
                  <a:pt x="4342943" y="2031784"/>
                </a:lnTo>
                <a:lnTo>
                  <a:pt x="4343400" y="2030666"/>
                </a:lnTo>
                <a:lnTo>
                  <a:pt x="4343400" y="2028037"/>
                </a:lnTo>
                <a:close/>
              </a:path>
              <a:path w="10296525" h="3486150">
                <a:moveTo>
                  <a:pt x="4343400" y="1304391"/>
                </a:moveTo>
                <a:lnTo>
                  <a:pt x="4342943" y="1303274"/>
                </a:lnTo>
                <a:lnTo>
                  <a:pt x="4341076" y="1301419"/>
                </a:lnTo>
                <a:lnTo>
                  <a:pt x="4339958" y="1300949"/>
                </a:lnTo>
                <a:lnTo>
                  <a:pt x="4337329" y="1300949"/>
                </a:lnTo>
                <a:lnTo>
                  <a:pt x="4336199" y="1301419"/>
                </a:lnTo>
                <a:lnTo>
                  <a:pt x="4334345" y="1303274"/>
                </a:lnTo>
                <a:lnTo>
                  <a:pt x="4333875" y="1304391"/>
                </a:lnTo>
                <a:lnTo>
                  <a:pt x="4333875" y="1307033"/>
                </a:lnTo>
                <a:lnTo>
                  <a:pt x="4334345" y="1308150"/>
                </a:lnTo>
                <a:lnTo>
                  <a:pt x="4336199" y="1310005"/>
                </a:lnTo>
                <a:lnTo>
                  <a:pt x="4337329" y="1310474"/>
                </a:lnTo>
                <a:lnTo>
                  <a:pt x="4339958" y="1310474"/>
                </a:lnTo>
                <a:lnTo>
                  <a:pt x="4341076" y="1310005"/>
                </a:lnTo>
                <a:lnTo>
                  <a:pt x="4342943" y="1308150"/>
                </a:lnTo>
                <a:lnTo>
                  <a:pt x="4343400" y="1307033"/>
                </a:lnTo>
                <a:lnTo>
                  <a:pt x="4343400" y="1304391"/>
                </a:lnTo>
                <a:close/>
              </a:path>
              <a:path w="10296525" h="3486150">
                <a:moveTo>
                  <a:pt x="4343400" y="580758"/>
                </a:moveTo>
                <a:lnTo>
                  <a:pt x="4342943" y="579640"/>
                </a:lnTo>
                <a:lnTo>
                  <a:pt x="4341076" y="577773"/>
                </a:lnTo>
                <a:lnTo>
                  <a:pt x="4339958" y="577316"/>
                </a:lnTo>
                <a:lnTo>
                  <a:pt x="4337329" y="577316"/>
                </a:lnTo>
                <a:lnTo>
                  <a:pt x="4336199" y="577773"/>
                </a:lnTo>
                <a:lnTo>
                  <a:pt x="4334345" y="579640"/>
                </a:lnTo>
                <a:lnTo>
                  <a:pt x="4333875" y="580758"/>
                </a:lnTo>
                <a:lnTo>
                  <a:pt x="4333875" y="583387"/>
                </a:lnTo>
                <a:lnTo>
                  <a:pt x="4334345" y="584517"/>
                </a:lnTo>
                <a:lnTo>
                  <a:pt x="4336199" y="586371"/>
                </a:lnTo>
                <a:lnTo>
                  <a:pt x="4337329" y="586841"/>
                </a:lnTo>
                <a:lnTo>
                  <a:pt x="4339958" y="586841"/>
                </a:lnTo>
                <a:lnTo>
                  <a:pt x="4341076" y="586371"/>
                </a:lnTo>
                <a:lnTo>
                  <a:pt x="4342943" y="584517"/>
                </a:lnTo>
                <a:lnTo>
                  <a:pt x="4343400" y="583387"/>
                </a:lnTo>
                <a:lnTo>
                  <a:pt x="4343400" y="580758"/>
                </a:lnTo>
                <a:close/>
              </a:path>
              <a:path w="10296525" h="3486150">
                <a:moveTo>
                  <a:pt x="4391025" y="2751671"/>
                </a:moveTo>
                <a:lnTo>
                  <a:pt x="4390568" y="2750540"/>
                </a:lnTo>
                <a:lnTo>
                  <a:pt x="4388701" y="2748686"/>
                </a:lnTo>
                <a:lnTo>
                  <a:pt x="4387583" y="2748216"/>
                </a:lnTo>
                <a:lnTo>
                  <a:pt x="4384954" y="2748216"/>
                </a:lnTo>
                <a:lnTo>
                  <a:pt x="4383824" y="2748686"/>
                </a:lnTo>
                <a:lnTo>
                  <a:pt x="4381970" y="2750540"/>
                </a:lnTo>
                <a:lnTo>
                  <a:pt x="4381500" y="2751671"/>
                </a:lnTo>
                <a:lnTo>
                  <a:pt x="4381500" y="2754299"/>
                </a:lnTo>
                <a:lnTo>
                  <a:pt x="4381970" y="2755417"/>
                </a:lnTo>
                <a:lnTo>
                  <a:pt x="4383824" y="2757284"/>
                </a:lnTo>
                <a:lnTo>
                  <a:pt x="4384954" y="2757741"/>
                </a:lnTo>
                <a:lnTo>
                  <a:pt x="4387583" y="2757741"/>
                </a:lnTo>
                <a:lnTo>
                  <a:pt x="4388701" y="2757284"/>
                </a:lnTo>
                <a:lnTo>
                  <a:pt x="4390568" y="2755417"/>
                </a:lnTo>
                <a:lnTo>
                  <a:pt x="4391025" y="2754299"/>
                </a:lnTo>
                <a:lnTo>
                  <a:pt x="4391025" y="2751671"/>
                </a:lnTo>
                <a:close/>
              </a:path>
              <a:path w="10296525" h="3486150">
                <a:moveTo>
                  <a:pt x="4391025" y="2028037"/>
                </a:moveTo>
                <a:lnTo>
                  <a:pt x="4390568" y="2026907"/>
                </a:lnTo>
                <a:lnTo>
                  <a:pt x="4388701" y="2025053"/>
                </a:lnTo>
                <a:lnTo>
                  <a:pt x="4387583" y="2024583"/>
                </a:lnTo>
                <a:lnTo>
                  <a:pt x="4384954" y="2024583"/>
                </a:lnTo>
                <a:lnTo>
                  <a:pt x="4383824" y="2025053"/>
                </a:lnTo>
                <a:lnTo>
                  <a:pt x="4381970" y="2026907"/>
                </a:lnTo>
                <a:lnTo>
                  <a:pt x="4381500" y="2028037"/>
                </a:lnTo>
                <a:lnTo>
                  <a:pt x="4381500" y="2030666"/>
                </a:lnTo>
                <a:lnTo>
                  <a:pt x="4381970" y="2031784"/>
                </a:lnTo>
                <a:lnTo>
                  <a:pt x="4383824" y="2033651"/>
                </a:lnTo>
                <a:lnTo>
                  <a:pt x="4384954" y="2034108"/>
                </a:lnTo>
                <a:lnTo>
                  <a:pt x="4387583" y="2034108"/>
                </a:lnTo>
                <a:lnTo>
                  <a:pt x="4388701" y="2033651"/>
                </a:lnTo>
                <a:lnTo>
                  <a:pt x="4390568" y="2031784"/>
                </a:lnTo>
                <a:lnTo>
                  <a:pt x="4391025" y="2030666"/>
                </a:lnTo>
                <a:lnTo>
                  <a:pt x="4391025" y="2028037"/>
                </a:lnTo>
                <a:close/>
              </a:path>
              <a:path w="10296525" h="3486150">
                <a:moveTo>
                  <a:pt x="4391025" y="1304391"/>
                </a:moveTo>
                <a:lnTo>
                  <a:pt x="4390568" y="1303274"/>
                </a:lnTo>
                <a:lnTo>
                  <a:pt x="4388701" y="1301419"/>
                </a:lnTo>
                <a:lnTo>
                  <a:pt x="4387583" y="1300949"/>
                </a:lnTo>
                <a:lnTo>
                  <a:pt x="4384954" y="1300949"/>
                </a:lnTo>
                <a:lnTo>
                  <a:pt x="4383824" y="1301419"/>
                </a:lnTo>
                <a:lnTo>
                  <a:pt x="4381970" y="1303274"/>
                </a:lnTo>
                <a:lnTo>
                  <a:pt x="4381500" y="1304391"/>
                </a:lnTo>
                <a:lnTo>
                  <a:pt x="4381500" y="1307033"/>
                </a:lnTo>
                <a:lnTo>
                  <a:pt x="4381970" y="1308150"/>
                </a:lnTo>
                <a:lnTo>
                  <a:pt x="4383824" y="1310005"/>
                </a:lnTo>
                <a:lnTo>
                  <a:pt x="4384954" y="1310474"/>
                </a:lnTo>
                <a:lnTo>
                  <a:pt x="4387583" y="1310474"/>
                </a:lnTo>
                <a:lnTo>
                  <a:pt x="4388701" y="1310005"/>
                </a:lnTo>
                <a:lnTo>
                  <a:pt x="4390568" y="1308150"/>
                </a:lnTo>
                <a:lnTo>
                  <a:pt x="4391025" y="1307033"/>
                </a:lnTo>
                <a:lnTo>
                  <a:pt x="4391025" y="1304391"/>
                </a:lnTo>
                <a:close/>
              </a:path>
              <a:path w="10296525" h="3486150">
                <a:moveTo>
                  <a:pt x="4391025" y="580758"/>
                </a:moveTo>
                <a:lnTo>
                  <a:pt x="4390568" y="579640"/>
                </a:lnTo>
                <a:lnTo>
                  <a:pt x="4388701" y="577773"/>
                </a:lnTo>
                <a:lnTo>
                  <a:pt x="4387583" y="577316"/>
                </a:lnTo>
                <a:lnTo>
                  <a:pt x="4384954" y="577316"/>
                </a:lnTo>
                <a:lnTo>
                  <a:pt x="4383824" y="577773"/>
                </a:lnTo>
                <a:lnTo>
                  <a:pt x="4381970" y="579640"/>
                </a:lnTo>
                <a:lnTo>
                  <a:pt x="4381500" y="580758"/>
                </a:lnTo>
                <a:lnTo>
                  <a:pt x="4381500" y="583387"/>
                </a:lnTo>
                <a:lnTo>
                  <a:pt x="4381970" y="584517"/>
                </a:lnTo>
                <a:lnTo>
                  <a:pt x="4383824" y="586371"/>
                </a:lnTo>
                <a:lnTo>
                  <a:pt x="4384954" y="586841"/>
                </a:lnTo>
                <a:lnTo>
                  <a:pt x="4387583" y="586841"/>
                </a:lnTo>
                <a:lnTo>
                  <a:pt x="4388701" y="586371"/>
                </a:lnTo>
                <a:lnTo>
                  <a:pt x="4390568" y="584517"/>
                </a:lnTo>
                <a:lnTo>
                  <a:pt x="4391025" y="583387"/>
                </a:lnTo>
                <a:lnTo>
                  <a:pt x="4391025" y="580758"/>
                </a:lnTo>
                <a:close/>
              </a:path>
              <a:path w="10296525" h="3486150">
                <a:moveTo>
                  <a:pt x="4438650" y="2751671"/>
                </a:moveTo>
                <a:lnTo>
                  <a:pt x="4438193" y="2750540"/>
                </a:lnTo>
                <a:lnTo>
                  <a:pt x="4436326" y="2748686"/>
                </a:lnTo>
                <a:lnTo>
                  <a:pt x="4435208" y="2748216"/>
                </a:lnTo>
                <a:lnTo>
                  <a:pt x="4432579" y="2748216"/>
                </a:lnTo>
                <a:lnTo>
                  <a:pt x="4431449" y="2748686"/>
                </a:lnTo>
                <a:lnTo>
                  <a:pt x="4429595" y="2750540"/>
                </a:lnTo>
                <a:lnTo>
                  <a:pt x="4429125" y="2751671"/>
                </a:lnTo>
                <a:lnTo>
                  <a:pt x="4429125" y="2754299"/>
                </a:lnTo>
                <a:lnTo>
                  <a:pt x="4429595" y="2755417"/>
                </a:lnTo>
                <a:lnTo>
                  <a:pt x="4431449" y="2757284"/>
                </a:lnTo>
                <a:lnTo>
                  <a:pt x="4432579" y="2757741"/>
                </a:lnTo>
                <a:lnTo>
                  <a:pt x="4435208" y="2757741"/>
                </a:lnTo>
                <a:lnTo>
                  <a:pt x="4436326" y="2757284"/>
                </a:lnTo>
                <a:lnTo>
                  <a:pt x="4438193" y="2755417"/>
                </a:lnTo>
                <a:lnTo>
                  <a:pt x="4438650" y="2754299"/>
                </a:lnTo>
                <a:lnTo>
                  <a:pt x="4438650" y="2751671"/>
                </a:lnTo>
                <a:close/>
              </a:path>
              <a:path w="10296525" h="3486150">
                <a:moveTo>
                  <a:pt x="4438650" y="2028037"/>
                </a:moveTo>
                <a:lnTo>
                  <a:pt x="4438193" y="2026907"/>
                </a:lnTo>
                <a:lnTo>
                  <a:pt x="4436326" y="2025053"/>
                </a:lnTo>
                <a:lnTo>
                  <a:pt x="4435208" y="2024583"/>
                </a:lnTo>
                <a:lnTo>
                  <a:pt x="4432579" y="2024583"/>
                </a:lnTo>
                <a:lnTo>
                  <a:pt x="4431449" y="2025053"/>
                </a:lnTo>
                <a:lnTo>
                  <a:pt x="4429595" y="2026907"/>
                </a:lnTo>
                <a:lnTo>
                  <a:pt x="4429125" y="2028037"/>
                </a:lnTo>
                <a:lnTo>
                  <a:pt x="4429125" y="2030666"/>
                </a:lnTo>
                <a:lnTo>
                  <a:pt x="4429595" y="2031784"/>
                </a:lnTo>
                <a:lnTo>
                  <a:pt x="4431449" y="2033651"/>
                </a:lnTo>
                <a:lnTo>
                  <a:pt x="4432579" y="2034108"/>
                </a:lnTo>
                <a:lnTo>
                  <a:pt x="4435208" y="2034108"/>
                </a:lnTo>
                <a:lnTo>
                  <a:pt x="4436326" y="2033651"/>
                </a:lnTo>
                <a:lnTo>
                  <a:pt x="4438193" y="2031784"/>
                </a:lnTo>
                <a:lnTo>
                  <a:pt x="4438650" y="2030666"/>
                </a:lnTo>
                <a:lnTo>
                  <a:pt x="4438650" y="2028037"/>
                </a:lnTo>
                <a:close/>
              </a:path>
              <a:path w="10296525" h="3486150">
                <a:moveTo>
                  <a:pt x="4438650" y="1304391"/>
                </a:moveTo>
                <a:lnTo>
                  <a:pt x="4438193" y="1303274"/>
                </a:lnTo>
                <a:lnTo>
                  <a:pt x="4436326" y="1301419"/>
                </a:lnTo>
                <a:lnTo>
                  <a:pt x="4435208" y="1300949"/>
                </a:lnTo>
                <a:lnTo>
                  <a:pt x="4432579" y="1300949"/>
                </a:lnTo>
                <a:lnTo>
                  <a:pt x="4431449" y="1301419"/>
                </a:lnTo>
                <a:lnTo>
                  <a:pt x="4429595" y="1303274"/>
                </a:lnTo>
                <a:lnTo>
                  <a:pt x="4429125" y="1304391"/>
                </a:lnTo>
                <a:lnTo>
                  <a:pt x="4429125" y="1307033"/>
                </a:lnTo>
                <a:lnTo>
                  <a:pt x="4429595" y="1308150"/>
                </a:lnTo>
                <a:lnTo>
                  <a:pt x="4431449" y="1310005"/>
                </a:lnTo>
                <a:lnTo>
                  <a:pt x="4432579" y="1310474"/>
                </a:lnTo>
                <a:lnTo>
                  <a:pt x="4435208" y="1310474"/>
                </a:lnTo>
                <a:lnTo>
                  <a:pt x="4436326" y="1310005"/>
                </a:lnTo>
                <a:lnTo>
                  <a:pt x="4438193" y="1308150"/>
                </a:lnTo>
                <a:lnTo>
                  <a:pt x="4438650" y="1307033"/>
                </a:lnTo>
                <a:lnTo>
                  <a:pt x="4438650" y="1304391"/>
                </a:lnTo>
                <a:close/>
              </a:path>
              <a:path w="10296525" h="3486150">
                <a:moveTo>
                  <a:pt x="4438650" y="580758"/>
                </a:moveTo>
                <a:lnTo>
                  <a:pt x="4438193" y="579640"/>
                </a:lnTo>
                <a:lnTo>
                  <a:pt x="4436326" y="577773"/>
                </a:lnTo>
                <a:lnTo>
                  <a:pt x="4435208" y="577316"/>
                </a:lnTo>
                <a:lnTo>
                  <a:pt x="4432579" y="577316"/>
                </a:lnTo>
                <a:lnTo>
                  <a:pt x="4431449" y="577773"/>
                </a:lnTo>
                <a:lnTo>
                  <a:pt x="4429595" y="579640"/>
                </a:lnTo>
                <a:lnTo>
                  <a:pt x="4429125" y="580758"/>
                </a:lnTo>
                <a:lnTo>
                  <a:pt x="4429125" y="583387"/>
                </a:lnTo>
                <a:lnTo>
                  <a:pt x="4429595" y="584517"/>
                </a:lnTo>
                <a:lnTo>
                  <a:pt x="4431449" y="586371"/>
                </a:lnTo>
                <a:lnTo>
                  <a:pt x="4432579" y="586841"/>
                </a:lnTo>
                <a:lnTo>
                  <a:pt x="4435208" y="586841"/>
                </a:lnTo>
                <a:lnTo>
                  <a:pt x="4436326" y="586371"/>
                </a:lnTo>
                <a:lnTo>
                  <a:pt x="4438193" y="584517"/>
                </a:lnTo>
                <a:lnTo>
                  <a:pt x="4438650" y="583387"/>
                </a:lnTo>
                <a:lnTo>
                  <a:pt x="4438650" y="580758"/>
                </a:lnTo>
                <a:close/>
              </a:path>
              <a:path w="10296525" h="3486150">
                <a:moveTo>
                  <a:pt x="4486275" y="2751671"/>
                </a:moveTo>
                <a:lnTo>
                  <a:pt x="4485818" y="2750540"/>
                </a:lnTo>
                <a:lnTo>
                  <a:pt x="4483951" y="2748686"/>
                </a:lnTo>
                <a:lnTo>
                  <a:pt x="4482833" y="2748216"/>
                </a:lnTo>
                <a:lnTo>
                  <a:pt x="4480204" y="2748216"/>
                </a:lnTo>
                <a:lnTo>
                  <a:pt x="4479087" y="2748686"/>
                </a:lnTo>
                <a:lnTo>
                  <a:pt x="4477220" y="2750540"/>
                </a:lnTo>
                <a:lnTo>
                  <a:pt x="4476750" y="2751671"/>
                </a:lnTo>
                <a:lnTo>
                  <a:pt x="4476750" y="2754299"/>
                </a:lnTo>
                <a:lnTo>
                  <a:pt x="4477220" y="2755417"/>
                </a:lnTo>
                <a:lnTo>
                  <a:pt x="4479087" y="2757284"/>
                </a:lnTo>
                <a:lnTo>
                  <a:pt x="4480204" y="2757741"/>
                </a:lnTo>
                <a:lnTo>
                  <a:pt x="4482833" y="2757741"/>
                </a:lnTo>
                <a:lnTo>
                  <a:pt x="4483951" y="2757284"/>
                </a:lnTo>
                <a:lnTo>
                  <a:pt x="4485818" y="2755417"/>
                </a:lnTo>
                <a:lnTo>
                  <a:pt x="4486275" y="2754299"/>
                </a:lnTo>
                <a:lnTo>
                  <a:pt x="4486275" y="2751671"/>
                </a:lnTo>
                <a:close/>
              </a:path>
              <a:path w="10296525" h="3486150">
                <a:moveTo>
                  <a:pt x="4486275" y="2028037"/>
                </a:moveTo>
                <a:lnTo>
                  <a:pt x="4485818" y="2026907"/>
                </a:lnTo>
                <a:lnTo>
                  <a:pt x="4483951" y="2025053"/>
                </a:lnTo>
                <a:lnTo>
                  <a:pt x="4482833" y="2024583"/>
                </a:lnTo>
                <a:lnTo>
                  <a:pt x="4480204" y="2024583"/>
                </a:lnTo>
                <a:lnTo>
                  <a:pt x="4479087" y="2025053"/>
                </a:lnTo>
                <a:lnTo>
                  <a:pt x="4477220" y="2026907"/>
                </a:lnTo>
                <a:lnTo>
                  <a:pt x="4476750" y="2028037"/>
                </a:lnTo>
                <a:lnTo>
                  <a:pt x="4476750" y="2030666"/>
                </a:lnTo>
                <a:lnTo>
                  <a:pt x="4477220" y="2031784"/>
                </a:lnTo>
                <a:lnTo>
                  <a:pt x="4479087" y="2033651"/>
                </a:lnTo>
                <a:lnTo>
                  <a:pt x="4480204" y="2034108"/>
                </a:lnTo>
                <a:lnTo>
                  <a:pt x="4482833" y="2034108"/>
                </a:lnTo>
                <a:lnTo>
                  <a:pt x="4483951" y="2033651"/>
                </a:lnTo>
                <a:lnTo>
                  <a:pt x="4485818" y="2031784"/>
                </a:lnTo>
                <a:lnTo>
                  <a:pt x="4486275" y="2030666"/>
                </a:lnTo>
                <a:lnTo>
                  <a:pt x="4486275" y="2028037"/>
                </a:lnTo>
                <a:close/>
              </a:path>
              <a:path w="10296525" h="3486150">
                <a:moveTo>
                  <a:pt x="4486275" y="1304391"/>
                </a:moveTo>
                <a:lnTo>
                  <a:pt x="4485818" y="1303274"/>
                </a:lnTo>
                <a:lnTo>
                  <a:pt x="4483951" y="1301419"/>
                </a:lnTo>
                <a:lnTo>
                  <a:pt x="4482833" y="1300949"/>
                </a:lnTo>
                <a:lnTo>
                  <a:pt x="4480204" y="1300949"/>
                </a:lnTo>
                <a:lnTo>
                  <a:pt x="4479087" y="1301419"/>
                </a:lnTo>
                <a:lnTo>
                  <a:pt x="4477220" y="1303274"/>
                </a:lnTo>
                <a:lnTo>
                  <a:pt x="4476750" y="1304391"/>
                </a:lnTo>
                <a:lnTo>
                  <a:pt x="4476750" y="1307033"/>
                </a:lnTo>
                <a:lnTo>
                  <a:pt x="4477220" y="1308150"/>
                </a:lnTo>
                <a:lnTo>
                  <a:pt x="4479087" y="1310005"/>
                </a:lnTo>
                <a:lnTo>
                  <a:pt x="4480204" y="1310474"/>
                </a:lnTo>
                <a:lnTo>
                  <a:pt x="4482833" y="1310474"/>
                </a:lnTo>
                <a:lnTo>
                  <a:pt x="4483951" y="1310005"/>
                </a:lnTo>
                <a:lnTo>
                  <a:pt x="4485818" y="1308150"/>
                </a:lnTo>
                <a:lnTo>
                  <a:pt x="4486275" y="1307033"/>
                </a:lnTo>
                <a:lnTo>
                  <a:pt x="4486275" y="1304391"/>
                </a:lnTo>
                <a:close/>
              </a:path>
              <a:path w="10296525" h="3486150">
                <a:moveTo>
                  <a:pt x="4486275" y="580758"/>
                </a:moveTo>
                <a:lnTo>
                  <a:pt x="4485818" y="579640"/>
                </a:lnTo>
                <a:lnTo>
                  <a:pt x="4483951" y="577773"/>
                </a:lnTo>
                <a:lnTo>
                  <a:pt x="4482833" y="577316"/>
                </a:lnTo>
                <a:lnTo>
                  <a:pt x="4480204" y="577316"/>
                </a:lnTo>
                <a:lnTo>
                  <a:pt x="4479087" y="577773"/>
                </a:lnTo>
                <a:lnTo>
                  <a:pt x="4477220" y="579640"/>
                </a:lnTo>
                <a:lnTo>
                  <a:pt x="4476750" y="580758"/>
                </a:lnTo>
                <a:lnTo>
                  <a:pt x="4476750" y="583387"/>
                </a:lnTo>
                <a:lnTo>
                  <a:pt x="4477220" y="584517"/>
                </a:lnTo>
                <a:lnTo>
                  <a:pt x="4479087" y="586371"/>
                </a:lnTo>
                <a:lnTo>
                  <a:pt x="4480204" y="586841"/>
                </a:lnTo>
                <a:lnTo>
                  <a:pt x="4482833" y="586841"/>
                </a:lnTo>
                <a:lnTo>
                  <a:pt x="4483951" y="586371"/>
                </a:lnTo>
                <a:lnTo>
                  <a:pt x="4485818" y="584517"/>
                </a:lnTo>
                <a:lnTo>
                  <a:pt x="4486275" y="583387"/>
                </a:lnTo>
                <a:lnTo>
                  <a:pt x="4486275" y="580758"/>
                </a:lnTo>
                <a:close/>
              </a:path>
              <a:path w="10296525" h="3486150">
                <a:moveTo>
                  <a:pt x="4533900" y="2751671"/>
                </a:moveTo>
                <a:lnTo>
                  <a:pt x="4533443" y="2750540"/>
                </a:lnTo>
                <a:lnTo>
                  <a:pt x="4531576" y="2748686"/>
                </a:lnTo>
                <a:lnTo>
                  <a:pt x="4530458" y="2748216"/>
                </a:lnTo>
                <a:lnTo>
                  <a:pt x="4527829" y="2748216"/>
                </a:lnTo>
                <a:lnTo>
                  <a:pt x="4526712" y="2748686"/>
                </a:lnTo>
                <a:lnTo>
                  <a:pt x="4524845" y="2750540"/>
                </a:lnTo>
                <a:lnTo>
                  <a:pt x="4524375" y="2751671"/>
                </a:lnTo>
                <a:lnTo>
                  <a:pt x="4524375" y="2754299"/>
                </a:lnTo>
                <a:lnTo>
                  <a:pt x="4524845" y="2755417"/>
                </a:lnTo>
                <a:lnTo>
                  <a:pt x="4526712" y="2757284"/>
                </a:lnTo>
                <a:lnTo>
                  <a:pt x="4527829" y="2757741"/>
                </a:lnTo>
                <a:lnTo>
                  <a:pt x="4530458" y="2757741"/>
                </a:lnTo>
                <a:lnTo>
                  <a:pt x="4531576" y="2757284"/>
                </a:lnTo>
                <a:lnTo>
                  <a:pt x="4533443" y="2755417"/>
                </a:lnTo>
                <a:lnTo>
                  <a:pt x="4533900" y="2754299"/>
                </a:lnTo>
                <a:lnTo>
                  <a:pt x="4533900" y="2751671"/>
                </a:lnTo>
                <a:close/>
              </a:path>
              <a:path w="10296525" h="3486150">
                <a:moveTo>
                  <a:pt x="4533900" y="2028037"/>
                </a:moveTo>
                <a:lnTo>
                  <a:pt x="4533443" y="2026907"/>
                </a:lnTo>
                <a:lnTo>
                  <a:pt x="4531576" y="2025053"/>
                </a:lnTo>
                <a:lnTo>
                  <a:pt x="4530458" y="2024583"/>
                </a:lnTo>
                <a:lnTo>
                  <a:pt x="4527829" y="2024583"/>
                </a:lnTo>
                <a:lnTo>
                  <a:pt x="4526712" y="2025053"/>
                </a:lnTo>
                <a:lnTo>
                  <a:pt x="4524845" y="2026907"/>
                </a:lnTo>
                <a:lnTo>
                  <a:pt x="4524375" y="2028037"/>
                </a:lnTo>
                <a:lnTo>
                  <a:pt x="4524375" y="2030666"/>
                </a:lnTo>
                <a:lnTo>
                  <a:pt x="4524845" y="2031784"/>
                </a:lnTo>
                <a:lnTo>
                  <a:pt x="4526712" y="2033651"/>
                </a:lnTo>
                <a:lnTo>
                  <a:pt x="4527829" y="2034108"/>
                </a:lnTo>
                <a:lnTo>
                  <a:pt x="4530458" y="2034108"/>
                </a:lnTo>
                <a:lnTo>
                  <a:pt x="4531576" y="2033651"/>
                </a:lnTo>
                <a:lnTo>
                  <a:pt x="4533443" y="2031784"/>
                </a:lnTo>
                <a:lnTo>
                  <a:pt x="4533900" y="2030666"/>
                </a:lnTo>
                <a:lnTo>
                  <a:pt x="4533900" y="2028037"/>
                </a:lnTo>
                <a:close/>
              </a:path>
              <a:path w="10296525" h="3486150">
                <a:moveTo>
                  <a:pt x="4533900" y="1304391"/>
                </a:moveTo>
                <a:lnTo>
                  <a:pt x="4533443" y="1303274"/>
                </a:lnTo>
                <a:lnTo>
                  <a:pt x="4531576" y="1301419"/>
                </a:lnTo>
                <a:lnTo>
                  <a:pt x="4530458" y="1300949"/>
                </a:lnTo>
                <a:lnTo>
                  <a:pt x="4527829" y="1300949"/>
                </a:lnTo>
                <a:lnTo>
                  <a:pt x="4526712" y="1301419"/>
                </a:lnTo>
                <a:lnTo>
                  <a:pt x="4524845" y="1303274"/>
                </a:lnTo>
                <a:lnTo>
                  <a:pt x="4524375" y="1304391"/>
                </a:lnTo>
                <a:lnTo>
                  <a:pt x="4524375" y="1307033"/>
                </a:lnTo>
                <a:lnTo>
                  <a:pt x="4524845" y="1308150"/>
                </a:lnTo>
                <a:lnTo>
                  <a:pt x="4526712" y="1310005"/>
                </a:lnTo>
                <a:lnTo>
                  <a:pt x="4527829" y="1310474"/>
                </a:lnTo>
                <a:lnTo>
                  <a:pt x="4530458" y="1310474"/>
                </a:lnTo>
                <a:lnTo>
                  <a:pt x="4531576" y="1310005"/>
                </a:lnTo>
                <a:lnTo>
                  <a:pt x="4533443" y="1308150"/>
                </a:lnTo>
                <a:lnTo>
                  <a:pt x="4533900" y="1307033"/>
                </a:lnTo>
                <a:lnTo>
                  <a:pt x="4533900" y="1304391"/>
                </a:lnTo>
                <a:close/>
              </a:path>
              <a:path w="10296525" h="3486150">
                <a:moveTo>
                  <a:pt x="4533900" y="580758"/>
                </a:moveTo>
                <a:lnTo>
                  <a:pt x="4533443" y="579640"/>
                </a:lnTo>
                <a:lnTo>
                  <a:pt x="4531576" y="577773"/>
                </a:lnTo>
                <a:lnTo>
                  <a:pt x="4530458" y="577316"/>
                </a:lnTo>
                <a:lnTo>
                  <a:pt x="4527829" y="577316"/>
                </a:lnTo>
                <a:lnTo>
                  <a:pt x="4526712" y="577773"/>
                </a:lnTo>
                <a:lnTo>
                  <a:pt x="4524845" y="579640"/>
                </a:lnTo>
                <a:lnTo>
                  <a:pt x="4524375" y="580758"/>
                </a:lnTo>
                <a:lnTo>
                  <a:pt x="4524375" y="583387"/>
                </a:lnTo>
                <a:lnTo>
                  <a:pt x="4524845" y="584517"/>
                </a:lnTo>
                <a:lnTo>
                  <a:pt x="4526712" y="586371"/>
                </a:lnTo>
                <a:lnTo>
                  <a:pt x="4527829" y="586841"/>
                </a:lnTo>
                <a:lnTo>
                  <a:pt x="4530458" y="586841"/>
                </a:lnTo>
                <a:lnTo>
                  <a:pt x="4531576" y="586371"/>
                </a:lnTo>
                <a:lnTo>
                  <a:pt x="4533443" y="584517"/>
                </a:lnTo>
                <a:lnTo>
                  <a:pt x="4533900" y="583387"/>
                </a:lnTo>
                <a:lnTo>
                  <a:pt x="4533900" y="580758"/>
                </a:lnTo>
                <a:close/>
              </a:path>
              <a:path w="10296525" h="3486150">
                <a:moveTo>
                  <a:pt x="4581525" y="2751671"/>
                </a:moveTo>
                <a:lnTo>
                  <a:pt x="4581068" y="2750540"/>
                </a:lnTo>
                <a:lnTo>
                  <a:pt x="4579201" y="2748686"/>
                </a:lnTo>
                <a:lnTo>
                  <a:pt x="4578083" y="2748216"/>
                </a:lnTo>
                <a:lnTo>
                  <a:pt x="4575454" y="2748216"/>
                </a:lnTo>
                <a:lnTo>
                  <a:pt x="4574337" y="2748686"/>
                </a:lnTo>
                <a:lnTo>
                  <a:pt x="4572470" y="2750540"/>
                </a:lnTo>
                <a:lnTo>
                  <a:pt x="4572000" y="2751671"/>
                </a:lnTo>
                <a:lnTo>
                  <a:pt x="4572000" y="2754299"/>
                </a:lnTo>
                <a:lnTo>
                  <a:pt x="4572470" y="2755417"/>
                </a:lnTo>
                <a:lnTo>
                  <a:pt x="4574337" y="2757284"/>
                </a:lnTo>
                <a:lnTo>
                  <a:pt x="4575454" y="2757741"/>
                </a:lnTo>
                <a:lnTo>
                  <a:pt x="4578083" y="2757741"/>
                </a:lnTo>
                <a:lnTo>
                  <a:pt x="4579201" y="2757284"/>
                </a:lnTo>
                <a:lnTo>
                  <a:pt x="4581068" y="2755417"/>
                </a:lnTo>
                <a:lnTo>
                  <a:pt x="4581525" y="2754299"/>
                </a:lnTo>
                <a:lnTo>
                  <a:pt x="4581525" y="2751671"/>
                </a:lnTo>
                <a:close/>
              </a:path>
              <a:path w="10296525" h="3486150">
                <a:moveTo>
                  <a:pt x="4581525" y="2028037"/>
                </a:moveTo>
                <a:lnTo>
                  <a:pt x="4581068" y="2026907"/>
                </a:lnTo>
                <a:lnTo>
                  <a:pt x="4579201" y="2025053"/>
                </a:lnTo>
                <a:lnTo>
                  <a:pt x="4578083" y="2024583"/>
                </a:lnTo>
                <a:lnTo>
                  <a:pt x="4575454" y="2024583"/>
                </a:lnTo>
                <a:lnTo>
                  <a:pt x="4574337" y="2025053"/>
                </a:lnTo>
                <a:lnTo>
                  <a:pt x="4572470" y="2026907"/>
                </a:lnTo>
                <a:lnTo>
                  <a:pt x="4572000" y="2028037"/>
                </a:lnTo>
                <a:lnTo>
                  <a:pt x="4572000" y="2030666"/>
                </a:lnTo>
                <a:lnTo>
                  <a:pt x="4572470" y="2031784"/>
                </a:lnTo>
                <a:lnTo>
                  <a:pt x="4574337" y="2033651"/>
                </a:lnTo>
                <a:lnTo>
                  <a:pt x="4575454" y="2034108"/>
                </a:lnTo>
                <a:lnTo>
                  <a:pt x="4578083" y="2034108"/>
                </a:lnTo>
                <a:lnTo>
                  <a:pt x="4579201" y="2033651"/>
                </a:lnTo>
                <a:lnTo>
                  <a:pt x="4581068" y="2031784"/>
                </a:lnTo>
                <a:lnTo>
                  <a:pt x="4581525" y="2030666"/>
                </a:lnTo>
                <a:lnTo>
                  <a:pt x="4581525" y="2028037"/>
                </a:lnTo>
                <a:close/>
              </a:path>
              <a:path w="10296525" h="3486150">
                <a:moveTo>
                  <a:pt x="4581525" y="1304391"/>
                </a:moveTo>
                <a:lnTo>
                  <a:pt x="4581068" y="1303274"/>
                </a:lnTo>
                <a:lnTo>
                  <a:pt x="4579201" y="1301419"/>
                </a:lnTo>
                <a:lnTo>
                  <a:pt x="4578083" y="1300949"/>
                </a:lnTo>
                <a:lnTo>
                  <a:pt x="4575454" y="1300949"/>
                </a:lnTo>
                <a:lnTo>
                  <a:pt x="4574337" y="1301419"/>
                </a:lnTo>
                <a:lnTo>
                  <a:pt x="4572470" y="1303274"/>
                </a:lnTo>
                <a:lnTo>
                  <a:pt x="4572000" y="1304391"/>
                </a:lnTo>
                <a:lnTo>
                  <a:pt x="4572000" y="1307033"/>
                </a:lnTo>
                <a:lnTo>
                  <a:pt x="4572470" y="1308150"/>
                </a:lnTo>
                <a:lnTo>
                  <a:pt x="4574337" y="1310005"/>
                </a:lnTo>
                <a:lnTo>
                  <a:pt x="4575454" y="1310474"/>
                </a:lnTo>
                <a:lnTo>
                  <a:pt x="4578083" y="1310474"/>
                </a:lnTo>
                <a:lnTo>
                  <a:pt x="4579201" y="1310005"/>
                </a:lnTo>
                <a:lnTo>
                  <a:pt x="4581068" y="1308150"/>
                </a:lnTo>
                <a:lnTo>
                  <a:pt x="4581525" y="1307033"/>
                </a:lnTo>
                <a:lnTo>
                  <a:pt x="4581525" y="1304391"/>
                </a:lnTo>
                <a:close/>
              </a:path>
              <a:path w="10296525" h="3486150">
                <a:moveTo>
                  <a:pt x="4581525" y="580758"/>
                </a:moveTo>
                <a:lnTo>
                  <a:pt x="4581068" y="579640"/>
                </a:lnTo>
                <a:lnTo>
                  <a:pt x="4579201" y="577773"/>
                </a:lnTo>
                <a:lnTo>
                  <a:pt x="4578083" y="577316"/>
                </a:lnTo>
                <a:lnTo>
                  <a:pt x="4575454" y="577316"/>
                </a:lnTo>
                <a:lnTo>
                  <a:pt x="4574337" y="577773"/>
                </a:lnTo>
                <a:lnTo>
                  <a:pt x="4572470" y="579640"/>
                </a:lnTo>
                <a:lnTo>
                  <a:pt x="4572000" y="580758"/>
                </a:lnTo>
                <a:lnTo>
                  <a:pt x="4572000" y="583387"/>
                </a:lnTo>
                <a:lnTo>
                  <a:pt x="4572470" y="584517"/>
                </a:lnTo>
                <a:lnTo>
                  <a:pt x="4574337" y="586371"/>
                </a:lnTo>
                <a:lnTo>
                  <a:pt x="4575454" y="586841"/>
                </a:lnTo>
                <a:lnTo>
                  <a:pt x="4578083" y="586841"/>
                </a:lnTo>
                <a:lnTo>
                  <a:pt x="4579201" y="586371"/>
                </a:lnTo>
                <a:lnTo>
                  <a:pt x="4581068" y="584517"/>
                </a:lnTo>
                <a:lnTo>
                  <a:pt x="4581525" y="583387"/>
                </a:lnTo>
                <a:lnTo>
                  <a:pt x="4581525" y="580758"/>
                </a:lnTo>
                <a:close/>
              </a:path>
              <a:path w="10296525" h="3486150">
                <a:moveTo>
                  <a:pt x="4629150" y="2751671"/>
                </a:moveTo>
                <a:lnTo>
                  <a:pt x="4628693" y="2750540"/>
                </a:lnTo>
                <a:lnTo>
                  <a:pt x="4626826" y="2748686"/>
                </a:lnTo>
                <a:lnTo>
                  <a:pt x="4625708" y="2748216"/>
                </a:lnTo>
                <a:lnTo>
                  <a:pt x="4623079" y="2748216"/>
                </a:lnTo>
                <a:lnTo>
                  <a:pt x="4621962" y="2748686"/>
                </a:lnTo>
                <a:lnTo>
                  <a:pt x="4620095" y="2750540"/>
                </a:lnTo>
                <a:lnTo>
                  <a:pt x="4619625" y="2751671"/>
                </a:lnTo>
                <a:lnTo>
                  <a:pt x="4619625" y="2754299"/>
                </a:lnTo>
                <a:lnTo>
                  <a:pt x="4620095" y="2755417"/>
                </a:lnTo>
                <a:lnTo>
                  <a:pt x="4621962" y="2757284"/>
                </a:lnTo>
                <a:lnTo>
                  <a:pt x="4623079" y="2757741"/>
                </a:lnTo>
                <a:lnTo>
                  <a:pt x="4625708" y="2757741"/>
                </a:lnTo>
                <a:lnTo>
                  <a:pt x="4626826" y="2757284"/>
                </a:lnTo>
                <a:lnTo>
                  <a:pt x="4628693" y="2755417"/>
                </a:lnTo>
                <a:lnTo>
                  <a:pt x="4629150" y="2754299"/>
                </a:lnTo>
                <a:lnTo>
                  <a:pt x="4629150" y="2751671"/>
                </a:lnTo>
                <a:close/>
              </a:path>
              <a:path w="10296525" h="3486150">
                <a:moveTo>
                  <a:pt x="4629150" y="2028037"/>
                </a:moveTo>
                <a:lnTo>
                  <a:pt x="4628693" y="2026907"/>
                </a:lnTo>
                <a:lnTo>
                  <a:pt x="4626826" y="2025053"/>
                </a:lnTo>
                <a:lnTo>
                  <a:pt x="4625708" y="2024583"/>
                </a:lnTo>
                <a:lnTo>
                  <a:pt x="4623079" y="2024583"/>
                </a:lnTo>
                <a:lnTo>
                  <a:pt x="4621962" y="2025053"/>
                </a:lnTo>
                <a:lnTo>
                  <a:pt x="4620095" y="2026907"/>
                </a:lnTo>
                <a:lnTo>
                  <a:pt x="4619625" y="2028037"/>
                </a:lnTo>
                <a:lnTo>
                  <a:pt x="4619625" y="2030666"/>
                </a:lnTo>
                <a:lnTo>
                  <a:pt x="4620095" y="2031784"/>
                </a:lnTo>
                <a:lnTo>
                  <a:pt x="4621962" y="2033651"/>
                </a:lnTo>
                <a:lnTo>
                  <a:pt x="4623079" y="2034108"/>
                </a:lnTo>
                <a:lnTo>
                  <a:pt x="4625708" y="2034108"/>
                </a:lnTo>
                <a:lnTo>
                  <a:pt x="4626826" y="2033651"/>
                </a:lnTo>
                <a:lnTo>
                  <a:pt x="4628693" y="2031784"/>
                </a:lnTo>
                <a:lnTo>
                  <a:pt x="4629150" y="2030666"/>
                </a:lnTo>
                <a:lnTo>
                  <a:pt x="4629150" y="2028037"/>
                </a:lnTo>
                <a:close/>
              </a:path>
              <a:path w="10296525" h="3486150">
                <a:moveTo>
                  <a:pt x="4629150" y="1304391"/>
                </a:moveTo>
                <a:lnTo>
                  <a:pt x="4628693" y="1303274"/>
                </a:lnTo>
                <a:lnTo>
                  <a:pt x="4626826" y="1301419"/>
                </a:lnTo>
                <a:lnTo>
                  <a:pt x="4625708" y="1300949"/>
                </a:lnTo>
                <a:lnTo>
                  <a:pt x="4623079" y="1300949"/>
                </a:lnTo>
                <a:lnTo>
                  <a:pt x="4621962" y="1301419"/>
                </a:lnTo>
                <a:lnTo>
                  <a:pt x="4620095" y="1303274"/>
                </a:lnTo>
                <a:lnTo>
                  <a:pt x="4619625" y="1304391"/>
                </a:lnTo>
                <a:lnTo>
                  <a:pt x="4619625" y="1307033"/>
                </a:lnTo>
                <a:lnTo>
                  <a:pt x="4620095" y="1308150"/>
                </a:lnTo>
                <a:lnTo>
                  <a:pt x="4621962" y="1310005"/>
                </a:lnTo>
                <a:lnTo>
                  <a:pt x="4623079" y="1310474"/>
                </a:lnTo>
                <a:lnTo>
                  <a:pt x="4625708" y="1310474"/>
                </a:lnTo>
                <a:lnTo>
                  <a:pt x="4626826" y="1310005"/>
                </a:lnTo>
                <a:lnTo>
                  <a:pt x="4628693" y="1308150"/>
                </a:lnTo>
                <a:lnTo>
                  <a:pt x="4629150" y="1307033"/>
                </a:lnTo>
                <a:lnTo>
                  <a:pt x="4629150" y="1304391"/>
                </a:lnTo>
                <a:close/>
              </a:path>
              <a:path w="10296525" h="3486150">
                <a:moveTo>
                  <a:pt x="4629150" y="580758"/>
                </a:moveTo>
                <a:lnTo>
                  <a:pt x="4628693" y="579640"/>
                </a:lnTo>
                <a:lnTo>
                  <a:pt x="4626826" y="577773"/>
                </a:lnTo>
                <a:lnTo>
                  <a:pt x="4625708" y="577316"/>
                </a:lnTo>
                <a:lnTo>
                  <a:pt x="4623079" y="577316"/>
                </a:lnTo>
                <a:lnTo>
                  <a:pt x="4621962" y="577773"/>
                </a:lnTo>
                <a:lnTo>
                  <a:pt x="4620095" y="579640"/>
                </a:lnTo>
                <a:lnTo>
                  <a:pt x="4619625" y="580758"/>
                </a:lnTo>
                <a:lnTo>
                  <a:pt x="4619625" y="583387"/>
                </a:lnTo>
                <a:lnTo>
                  <a:pt x="4620095" y="584517"/>
                </a:lnTo>
                <a:lnTo>
                  <a:pt x="4621962" y="586371"/>
                </a:lnTo>
                <a:lnTo>
                  <a:pt x="4623079" y="586841"/>
                </a:lnTo>
                <a:lnTo>
                  <a:pt x="4625708" y="586841"/>
                </a:lnTo>
                <a:lnTo>
                  <a:pt x="4626826" y="586371"/>
                </a:lnTo>
                <a:lnTo>
                  <a:pt x="4628693" y="584517"/>
                </a:lnTo>
                <a:lnTo>
                  <a:pt x="4629150" y="583387"/>
                </a:lnTo>
                <a:lnTo>
                  <a:pt x="4629150" y="580758"/>
                </a:lnTo>
                <a:close/>
              </a:path>
              <a:path w="10296525" h="3486150">
                <a:moveTo>
                  <a:pt x="4676775" y="2751671"/>
                </a:moveTo>
                <a:lnTo>
                  <a:pt x="4676318" y="2750540"/>
                </a:lnTo>
                <a:lnTo>
                  <a:pt x="4674451" y="2748686"/>
                </a:lnTo>
                <a:lnTo>
                  <a:pt x="4673333" y="2748216"/>
                </a:lnTo>
                <a:lnTo>
                  <a:pt x="4670704" y="2748216"/>
                </a:lnTo>
                <a:lnTo>
                  <a:pt x="4669587" y="2748686"/>
                </a:lnTo>
                <a:lnTo>
                  <a:pt x="4667720" y="2750540"/>
                </a:lnTo>
                <a:lnTo>
                  <a:pt x="4667250" y="2751671"/>
                </a:lnTo>
                <a:lnTo>
                  <a:pt x="4667250" y="2754299"/>
                </a:lnTo>
                <a:lnTo>
                  <a:pt x="4667720" y="2755417"/>
                </a:lnTo>
                <a:lnTo>
                  <a:pt x="4669587" y="2757284"/>
                </a:lnTo>
                <a:lnTo>
                  <a:pt x="4670704" y="2757741"/>
                </a:lnTo>
                <a:lnTo>
                  <a:pt x="4673333" y="2757741"/>
                </a:lnTo>
                <a:lnTo>
                  <a:pt x="4674451" y="2757284"/>
                </a:lnTo>
                <a:lnTo>
                  <a:pt x="4676318" y="2755417"/>
                </a:lnTo>
                <a:lnTo>
                  <a:pt x="4676775" y="2754299"/>
                </a:lnTo>
                <a:lnTo>
                  <a:pt x="4676775" y="2751671"/>
                </a:lnTo>
                <a:close/>
              </a:path>
              <a:path w="10296525" h="3486150">
                <a:moveTo>
                  <a:pt x="4676775" y="2028037"/>
                </a:moveTo>
                <a:lnTo>
                  <a:pt x="4676318" y="2026907"/>
                </a:lnTo>
                <a:lnTo>
                  <a:pt x="4674451" y="2025053"/>
                </a:lnTo>
                <a:lnTo>
                  <a:pt x="4673333" y="2024583"/>
                </a:lnTo>
                <a:lnTo>
                  <a:pt x="4670704" y="2024583"/>
                </a:lnTo>
                <a:lnTo>
                  <a:pt x="4669587" y="2025053"/>
                </a:lnTo>
                <a:lnTo>
                  <a:pt x="4667720" y="2026907"/>
                </a:lnTo>
                <a:lnTo>
                  <a:pt x="4667250" y="2028037"/>
                </a:lnTo>
                <a:lnTo>
                  <a:pt x="4667250" y="2030666"/>
                </a:lnTo>
                <a:lnTo>
                  <a:pt x="4667720" y="2031784"/>
                </a:lnTo>
                <a:lnTo>
                  <a:pt x="4669587" y="2033651"/>
                </a:lnTo>
                <a:lnTo>
                  <a:pt x="4670704" y="2034108"/>
                </a:lnTo>
                <a:lnTo>
                  <a:pt x="4673333" y="2034108"/>
                </a:lnTo>
                <a:lnTo>
                  <a:pt x="4674451" y="2033651"/>
                </a:lnTo>
                <a:lnTo>
                  <a:pt x="4676318" y="2031784"/>
                </a:lnTo>
                <a:lnTo>
                  <a:pt x="4676775" y="2030666"/>
                </a:lnTo>
                <a:lnTo>
                  <a:pt x="4676775" y="2028037"/>
                </a:lnTo>
                <a:close/>
              </a:path>
              <a:path w="10296525" h="3486150">
                <a:moveTo>
                  <a:pt x="4676775" y="1304391"/>
                </a:moveTo>
                <a:lnTo>
                  <a:pt x="4676318" y="1303274"/>
                </a:lnTo>
                <a:lnTo>
                  <a:pt x="4674451" y="1301419"/>
                </a:lnTo>
                <a:lnTo>
                  <a:pt x="4673333" y="1300949"/>
                </a:lnTo>
                <a:lnTo>
                  <a:pt x="4670704" y="1300949"/>
                </a:lnTo>
                <a:lnTo>
                  <a:pt x="4669587" y="1301419"/>
                </a:lnTo>
                <a:lnTo>
                  <a:pt x="4667720" y="1303274"/>
                </a:lnTo>
                <a:lnTo>
                  <a:pt x="4667250" y="1304391"/>
                </a:lnTo>
                <a:lnTo>
                  <a:pt x="4667250" y="1307033"/>
                </a:lnTo>
                <a:lnTo>
                  <a:pt x="4667720" y="1308150"/>
                </a:lnTo>
                <a:lnTo>
                  <a:pt x="4669587" y="1310005"/>
                </a:lnTo>
                <a:lnTo>
                  <a:pt x="4670704" y="1310474"/>
                </a:lnTo>
                <a:lnTo>
                  <a:pt x="4673333" y="1310474"/>
                </a:lnTo>
                <a:lnTo>
                  <a:pt x="4674451" y="1310005"/>
                </a:lnTo>
                <a:lnTo>
                  <a:pt x="4676318" y="1308150"/>
                </a:lnTo>
                <a:lnTo>
                  <a:pt x="4676775" y="1307033"/>
                </a:lnTo>
                <a:lnTo>
                  <a:pt x="4676775" y="1304391"/>
                </a:lnTo>
                <a:close/>
              </a:path>
              <a:path w="10296525" h="3486150">
                <a:moveTo>
                  <a:pt x="4676775" y="580758"/>
                </a:moveTo>
                <a:lnTo>
                  <a:pt x="4676318" y="579640"/>
                </a:lnTo>
                <a:lnTo>
                  <a:pt x="4674451" y="577773"/>
                </a:lnTo>
                <a:lnTo>
                  <a:pt x="4673333" y="577316"/>
                </a:lnTo>
                <a:lnTo>
                  <a:pt x="4670704" y="577316"/>
                </a:lnTo>
                <a:lnTo>
                  <a:pt x="4669587" y="577773"/>
                </a:lnTo>
                <a:lnTo>
                  <a:pt x="4667720" y="579640"/>
                </a:lnTo>
                <a:lnTo>
                  <a:pt x="4667250" y="580758"/>
                </a:lnTo>
                <a:lnTo>
                  <a:pt x="4667250" y="583387"/>
                </a:lnTo>
                <a:lnTo>
                  <a:pt x="4667720" y="584517"/>
                </a:lnTo>
                <a:lnTo>
                  <a:pt x="4669587" y="586371"/>
                </a:lnTo>
                <a:lnTo>
                  <a:pt x="4670704" y="586841"/>
                </a:lnTo>
                <a:lnTo>
                  <a:pt x="4673333" y="586841"/>
                </a:lnTo>
                <a:lnTo>
                  <a:pt x="4674451" y="586371"/>
                </a:lnTo>
                <a:lnTo>
                  <a:pt x="4676318" y="584517"/>
                </a:lnTo>
                <a:lnTo>
                  <a:pt x="4676775" y="583387"/>
                </a:lnTo>
                <a:lnTo>
                  <a:pt x="4676775" y="580758"/>
                </a:lnTo>
                <a:close/>
              </a:path>
              <a:path w="10296525" h="3486150">
                <a:moveTo>
                  <a:pt x="4724400" y="2751671"/>
                </a:moveTo>
                <a:lnTo>
                  <a:pt x="4723943" y="2750540"/>
                </a:lnTo>
                <a:lnTo>
                  <a:pt x="4722076" y="2748686"/>
                </a:lnTo>
                <a:lnTo>
                  <a:pt x="4720958" y="2748216"/>
                </a:lnTo>
                <a:lnTo>
                  <a:pt x="4718329" y="2748216"/>
                </a:lnTo>
                <a:lnTo>
                  <a:pt x="4717212" y="2748686"/>
                </a:lnTo>
                <a:lnTo>
                  <a:pt x="4715345" y="2750540"/>
                </a:lnTo>
                <a:lnTo>
                  <a:pt x="4714875" y="2751671"/>
                </a:lnTo>
                <a:lnTo>
                  <a:pt x="4714875" y="2754299"/>
                </a:lnTo>
                <a:lnTo>
                  <a:pt x="4715345" y="2755417"/>
                </a:lnTo>
                <a:lnTo>
                  <a:pt x="4717212" y="2757284"/>
                </a:lnTo>
                <a:lnTo>
                  <a:pt x="4718329" y="2757741"/>
                </a:lnTo>
                <a:lnTo>
                  <a:pt x="4720958" y="2757741"/>
                </a:lnTo>
                <a:lnTo>
                  <a:pt x="4722076" y="2757284"/>
                </a:lnTo>
                <a:lnTo>
                  <a:pt x="4723943" y="2755417"/>
                </a:lnTo>
                <a:lnTo>
                  <a:pt x="4724400" y="2754299"/>
                </a:lnTo>
                <a:lnTo>
                  <a:pt x="4724400" y="2751671"/>
                </a:lnTo>
                <a:close/>
              </a:path>
              <a:path w="10296525" h="3486150">
                <a:moveTo>
                  <a:pt x="4724400" y="2028037"/>
                </a:moveTo>
                <a:lnTo>
                  <a:pt x="4723943" y="2026907"/>
                </a:lnTo>
                <a:lnTo>
                  <a:pt x="4722076" y="2025053"/>
                </a:lnTo>
                <a:lnTo>
                  <a:pt x="4720958" y="2024583"/>
                </a:lnTo>
                <a:lnTo>
                  <a:pt x="4718329" y="2024583"/>
                </a:lnTo>
                <a:lnTo>
                  <a:pt x="4717212" y="2025053"/>
                </a:lnTo>
                <a:lnTo>
                  <a:pt x="4715345" y="2026907"/>
                </a:lnTo>
                <a:lnTo>
                  <a:pt x="4714875" y="2028037"/>
                </a:lnTo>
                <a:lnTo>
                  <a:pt x="4714875" y="2030666"/>
                </a:lnTo>
                <a:lnTo>
                  <a:pt x="4715345" y="2031784"/>
                </a:lnTo>
                <a:lnTo>
                  <a:pt x="4717212" y="2033651"/>
                </a:lnTo>
                <a:lnTo>
                  <a:pt x="4718329" y="2034108"/>
                </a:lnTo>
                <a:lnTo>
                  <a:pt x="4720958" y="2034108"/>
                </a:lnTo>
                <a:lnTo>
                  <a:pt x="4722076" y="2033651"/>
                </a:lnTo>
                <a:lnTo>
                  <a:pt x="4723943" y="2031784"/>
                </a:lnTo>
                <a:lnTo>
                  <a:pt x="4724400" y="2030666"/>
                </a:lnTo>
                <a:lnTo>
                  <a:pt x="4724400" y="2028037"/>
                </a:lnTo>
                <a:close/>
              </a:path>
              <a:path w="10296525" h="3486150">
                <a:moveTo>
                  <a:pt x="4724400" y="1304391"/>
                </a:moveTo>
                <a:lnTo>
                  <a:pt x="4723943" y="1303274"/>
                </a:lnTo>
                <a:lnTo>
                  <a:pt x="4722076" y="1301419"/>
                </a:lnTo>
                <a:lnTo>
                  <a:pt x="4720958" y="1300949"/>
                </a:lnTo>
                <a:lnTo>
                  <a:pt x="4718329" y="1300949"/>
                </a:lnTo>
                <a:lnTo>
                  <a:pt x="4717212" y="1301419"/>
                </a:lnTo>
                <a:lnTo>
                  <a:pt x="4715345" y="1303274"/>
                </a:lnTo>
                <a:lnTo>
                  <a:pt x="4714875" y="1304391"/>
                </a:lnTo>
                <a:lnTo>
                  <a:pt x="4714875" y="1307033"/>
                </a:lnTo>
                <a:lnTo>
                  <a:pt x="4715345" y="1308150"/>
                </a:lnTo>
                <a:lnTo>
                  <a:pt x="4717212" y="1310005"/>
                </a:lnTo>
                <a:lnTo>
                  <a:pt x="4718329" y="1310474"/>
                </a:lnTo>
                <a:lnTo>
                  <a:pt x="4720958" y="1310474"/>
                </a:lnTo>
                <a:lnTo>
                  <a:pt x="4722076" y="1310005"/>
                </a:lnTo>
                <a:lnTo>
                  <a:pt x="4723943" y="1308150"/>
                </a:lnTo>
                <a:lnTo>
                  <a:pt x="4724400" y="1307033"/>
                </a:lnTo>
                <a:lnTo>
                  <a:pt x="4724400" y="1304391"/>
                </a:lnTo>
                <a:close/>
              </a:path>
              <a:path w="10296525" h="3486150">
                <a:moveTo>
                  <a:pt x="4724400" y="580758"/>
                </a:moveTo>
                <a:lnTo>
                  <a:pt x="4723943" y="579640"/>
                </a:lnTo>
                <a:lnTo>
                  <a:pt x="4722076" y="577773"/>
                </a:lnTo>
                <a:lnTo>
                  <a:pt x="4720958" y="577316"/>
                </a:lnTo>
                <a:lnTo>
                  <a:pt x="4718329" y="577316"/>
                </a:lnTo>
                <a:lnTo>
                  <a:pt x="4717212" y="577773"/>
                </a:lnTo>
                <a:lnTo>
                  <a:pt x="4715345" y="579640"/>
                </a:lnTo>
                <a:lnTo>
                  <a:pt x="4714875" y="580758"/>
                </a:lnTo>
                <a:lnTo>
                  <a:pt x="4714875" y="583387"/>
                </a:lnTo>
                <a:lnTo>
                  <a:pt x="4715345" y="584517"/>
                </a:lnTo>
                <a:lnTo>
                  <a:pt x="4717212" y="586371"/>
                </a:lnTo>
                <a:lnTo>
                  <a:pt x="4718329" y="586841"/>
                </a:lnTo>
                <a:lnTo>
                  <a:pt x="4720958" y="586841"/>
                </a:lnTo>
                <a:lnTo>
                  <a:pt x="4722076" y="586371"/>
                </a:lnTo>
                <a:lnTo>
                  <a:pt x="4723943" y="584517"/>
                </a:lnTo>
                <a:lnTo>
                  <a:pt x="4724400" y="583387"/>
                </a:lnTo>
                <a:lnTo>
                  <a:pt x="4724400" y="580758"/>
                </a:lnTo>
                <a:close/>
              </a:path>
              <a:path w="10296525" h="3486150">
                <a:moveTo>
                  <a:pt x="4772025" y="2751671"/>
                </a:moveTo>
                <a:lnTo>
                  <a:pt x="4771568" y="2750540"/>
                </a:lnTo>
                <a:lnTo>
                  <a:pt x="4769701" y="2748686"/>
                </a:lnTo>
                <a:lnTo>
                  <a:pt x="4768583" y="2748216"/>
                </a:lnTo>
                <a:lnTo>
                  <a:pt x="4765954" y="2748216"/>
                </a:lnTo>
                <a:lnTo>
                  <a:pt x="4764837" y="2748686"/>
                </a:lnTo>
                <a:lnTo>
                  <a:pt x="4762970" y="2750540"/>
                </a:lnTo>
                <a:lnTo>
                  <a:pt x="4762500" y="2751671"/>
                </a:lnTo>
                <a:lnTo>
                  <a:pt x="4762500" y="2754299"/>
                </a:lnTo>
                <a:lnTo>
                  <a:pt x="4762970" y="2755417"/>
                </a:lnTo>
                <a:lnTo>
                  <a:pt x="4764837" y="2757284"/>
                </a:lnTo>
                <a:lnTo>
                  <a:pt x="4765954" y="2757741"/>
                </a:lnTo>
                <a:lnTo>
                  <a:pt x="4768583" y="2757741"/>
                </a:lnTo>
                <a:lnTo>
                  <a:pt x="4769701" y="2757284"/>
                </a:lnTo>
                <a:lnTo>
                  <a:pt x="4771568" y="2755417"/>
                </a:lnTo>
                <a:lnTo>
                  <a:pt x="4772025" y="2754299"/>
                </a:lnTo>
                <a:lnTo>
                  <a:pt x="4772025" y="2751671"/>
                </a:lnTo>
                <a:close/>
              </a:path>
              <a:path w="10296525" h="3486150">
                <a:moveTo>
                  <a:pt x="4772025" y="2028037"/>
                </a:moveTo>
                <a:lnTo>
                  <a:pt x="4771568" y="2026907"/>
                </a:lnTo>
                <a:lnTo>
                  <a:pt x="4769701" y="2025053"/>
                </a:lnTo>
                <a:lnTo>
                  <a:pt x="4768583" y="2024583"/>
                </a:lnTo>
                <a:lnTo>
                  <a:pt x="4765954" y="2024583"/>
                </a:lnTo>
                <a:lnTo>
                  <a:pt x="4764837" y="2025053"/>
                </a:lnTo>
                <a:lnTo>
                  <a:pt x="4762970" y="2026907"/>
                </a:lnTo>
                <a:lnTo>
                  <a:pt x="4762500" y="2028037"/>
                </a:lnTo>
                <a:lnTo>
                  <a:pt x="4762500" y="2030666"/>
                </a:lnTo>
                <a:lnTo>
                  <a:pt x="4762970" y="2031784"/>
                </a:lnTo>
                <a:lnTo>
                  <a:pt x="4764837" y="2033651"/>
                </a:lnTo>
                <a:lnTo>
                  <a:pt x="4765954" y="2034108"/>
                </a:lnTo>
                <a:lnTo>
                  <a:pt x="4768583" y="2034108"/>
                </a:lnTo>
                <a:lnTo>
                  <a:pt x="4769701" y="2033651"/>
                </a:lnTo>
                <a:lnTo>
                  <a:pt x="4771568" y="2031784"/>
                </a:lnTo>
                <a:lnTo>
                  <a:pt x="4772025" y="2030666"/>
                </a:lnTo>
                <a:lnTo>
                  <a:pt x="4772025" y="2028037"/>
                </a:lnTo>
                <a:close/>
              </a:path>
              <a:path w="10296525" h="3486150">
                <a:moveTo>
                  <a:pt x="4772025" y="1304391"/>
                </a:moveTo>
                <a:lnTo>
                  <a:pt x="4771568" y="1303274"/>
                </a:lnTo>
                <a:lnTo>
                  <a:pt x="4769701" y="1301419"/>
                </a:lnTo>
                <a:lnTo>
                  <a:pt x="4768583" y="1300949"/>
                </a:lnTo>
                <a:lnTo>
                  <a:pt x="4765954" y="1300949"/>
                </a:lnTo>
                <a:lnTo>
                  <a:pt x="4764837" y="1301419"/>
                </a:lnTo>
                <a:lnTo>
                  <a:pt x="4762970" y="1303274"/>
                </a:lnTo>
                <a:lnTo>
                  <a:pt x="4762500" y="1304391"/>
                </a:lnTo>
                <a:lnTo>
                  <a:pt x="4762500" y="1307033"/>
                </a:lnTo>
                <a:lnTo>
                  <a:pt x="4762970" y="1308150"/>
                </a:lnTo>
                <a:lnTo>
                  <a:pt x="4764837" y="1310005"/>
                </a:lnTo>
                <a:lnTo>
                  <a:pt x="4765954" y="1310474"/>
                </a:lnTo>
                <a:lnTo>
                  <a:pt x="4768583" y="1310474"/>
                </a:lnTo>
                <a:lnTo>
                  <a:pt x="4769701" y="1310005"/>
                </a:lnTo>
                <a:lnTo>
                  <a:pt x="4771568" y="1308150"/>
                </a:lnTo>
                <a:lnTo>
                  <a:pt x="4772025" y="1307033"/>
                </a:lnTo>
                <a:lnTo>
                  <a:pt x="4772025" y="1304391"/>
                </a:lnTo>
                <a:close/>
              </a:path>
              <a:path w="10296525" h="3486150">
                <a:moveTo>
                  <a:pt x="4772025" y="580758"/>
                </a:moveTo>
                <a:lnTo>
                  <a:pt x="4771568" y="579640"/>
                </a:lnTo>
                <a:lnTo>
                  <a:pt x="4769701" y="577773"/>
                </a:lnTo>
                <a:lnTo>
                  <a:pt x="4768583" y="577316"/>
                </a:lnTo>
                <a:lnTo>
                  <a:pt x="4765954" y="577316"/>
                </a:lnTo>
                <a:lnTo>
                  <a:pt x="4764837" y="577773"/>
                </a:lnTo>
                <a:lnTo>
                  <a:pt x="4762970" y="579640"/>
                </a:lnTo>
                <a:lnTo>
                  <a:pt x="4762500" y="580758"/>
                </a:lnTo>
                <a:lnTo>
                  <a:pt x="4762500" y="583387"/>
                </a:lnTo>
                <a:lnTo>
                  <a:pt x="4762970" y="584517"/>
                </a:lnTo>
                <a:lnTo>
                  <a:pt x="4764837" y="586371"/>
                </a:lnTo>
                <a:lnTo>
                  <a:pt x="4765954" y="586841"/>
                </a:lnTo>
                <a:lnTo>
                  <a:pt x="4768583" y="586841"/>
                </a:lnTo>
                <a:lnTo>
                  <a:pt x="4769701" y="586371"/>
                </a:lnTo>
                <a:lnTo>
                  <a:pt x="4771568" y="584517"/>
                </a:lnTo>
                <a:lnTo>
                  <a:pt x="4772025" y="583387"/>
                </a:lnTo>
                <a:lnTo>
                  <a:pt x="4772025" y="580758"/>
                </a:lnTo>
                <a:close/>
              </a:path>
              <a:path w="10296525" h="3486150">
                <a:moveTo>
                  <a:pt x="4819650" y="2751671"/>
                </a:moveTo>
                <a:lnTo>
                  <a:pt x="4819193" y="2750540"/>
                </a:lnTo>
                <a:lnTo>
                  <a:pt x="4817326" y="2748686"/>
                </a:lnTo>
                <a:lnTo>
                  <a:pt x="4816208" y="2748216"/>
                </a:lnTo>
                <a:lnTo>
                  <a:pt x="4813579" y="2748216"/>
                </a:lnTo>
                <a:lnTo>
                  <a:pt x="4812449" y="2748686"/>
                </a:lnTo>
                <a:lnTo>
                  <a:pt x="4810595" y="2750540"/>
                </a:lnTo>
                <a:lnTo>
                  <a:pt x="4810125" y="2751671"/>
                </a:lnTo>
                <a:lnTo>
                  <a:pt x="4810125" y="2754299"/>
                </a:lnTo>
                <a:lnTo>
                  <a:pt x="4810595" y="2755417"/>
                </a:lnTo>
                <a:lnTo>
                  <a:pt x="4812449" y="2757284"/>
                </a:lnTo>
                <a:lnTo>
                  <a:pt x="4813579" y="2757741"/>
                </a:lnTo>
                <a:lnTo>
                  <a:pt x="4816208" y="2757741"/>
                </a:lnTo>
                <a:lnTo>
                  <a:pt x="4817326" y="2757284"/>
                </a:lnTo>
                <a:lnTo>
                  <a:pt x="4819193" y="2755417"/>
                </a:lnTo>
                <a:lnTo>
                  <a:pt x="4819650" y="2754299"/>
                </a:lnTo>
                <a:lnTo>
                  <a:pt x="4819650" y="2751671"/>
                </a:lnTo>
                <a:close/>
              </a:path>
              <a:path w="10296525" h="3486150">
                <a:moveTo>
                  <a:pt x="4819650" y="2028037"/>
                </a:moveTo>
                <a:lnTo>
                  <a:pt x="4819193" y="2026907"/>
                </a:lnTo>
                <a:lnTo>
                  <a:pt x="4817326" y="2025053"/>
                </a:lnTo>
                <a:lnTo>
                  <a:pt x="4816208" y="2024583"/>
                </a:lnTo>
                <a:lnTo>
                  <a:pt x="4813579" y="2024583"/>
                </a:lnTo>
                <a:lnTo>
                  <a:pt x="4812449" y="2025053"/>
                </a:lnTo>
                <a:lnTo>
                  <a:pt x="4810595" y="2026907"/>
                </a:lnTo>
                <a:lnTo>
                  <a:pt x="4810125" y="2028037"/>
                </a:lnTo>
                <a:lnTo>
                  <a:pt x="4810125" y="2030666"/>
                </a:lnTo>
                <a:lnTo>
                  <a:pt x="4810595" y="2031784"/>
                </a:lnTo>
                <a:lnTo>
                  <a:pt x="4812449" y="2033651"/>
                </a:lnTo>
                <a:lnTo>
                  <a:pt x="4813579" y="2034108"/>
                </a:lnTo>
                <a:lnTo>
                  <a:pt x="4816208" y="2034108"/>
                </a:lnTo>
                <a:lnTo>
                  <a:pt x="4817326" y="2033651"/>
                </a:lnTo>
                <a:lnTo>
                  <a:pt x="4819193" y="2031784"/>
                </a:lnTo>
                <a:lnTo>
                  <a:pt x="4819650" y="2030666"/>
                </a:lnTo>
                <a:lnTo>
                  <a:pt x="4819650" y="2028037"/>
                </a:lnTo>
                <a:close/>
              </a:path>
              <a:path w="10296525" h="3486150">
                <a:moveTo>
                  <a:pt x="4819650" y="1304391"/>
                </a:moveTo>
                <a:lnTo>
                  <a:pt x="4819193" y="1303274"/>
                </a:lnTo>
                <a:lnTo>
                  <a:pt x="4817326" y="1301419"/>
                </a:lnTo>
                <a:lnTo>
                  <a:pt x="4816208" y="1300949"/>
                </a:lnTo>
                <a:lnTo>
                  <a:pt x="4813579" y="1300949"/>
                </a:lnTo>
                <a:lnTo>
                  <a:pt x="4812449" y="1301419"/>
                </a:lnTo>
                <a:lnTo>
                  <a:pt x="4810595" y="1303274"/>
                </a:lnTo>
                <a:lnTo>
                  <a:pt x="4810125" y="1304391"/>
                </a:lnTo>
                <a:lnTo>
                  <a:pt x="4810125" y="1307033"/>
                </a:lnTo>
                <a:lnTo>
                  <a:pt x="4810595" y="1308150"/>
                </a:lnTo>
                <a:lnTo>
                  <a:pt x="4812449" y="1310005"/>
                </a:lnTo>
                <a:lnTo>
                  <a:pt x="4813579" y="1310474"/>
                </a:lnTo>
                <a:lnTo>
                  <a:pt x="4816208" y="1310474"/>
                </a:lnTo>
                <a:lnTo>
                  <a:pt x="4817326" y="1310005"/>
                </a:lnTo>
                <a:lnTo>
                  <a:pt x="4819193" y="1308150"/>
                </a:lnTo>
                <a:lnTo>
                  <a:pt x="4819650" y="1307033"/>
                </a:lnTo>
                <a:lnTo>
                  <a:pt x="4819650" y="1304391"/>
                </a:lnTo>
                <a:close/>
              </a:path>
              <a:path w="10296525" h="3486150">
                <a:moveTo>
                  <a:pt x="4819650" y="580758"/>
                </a:moveTo>
                <a:lnTo>
                  <a:pt x="4819193" y="579640"/>
                </a:lnTo>
                <a:lnTo>
                  <a:pt x="4817326" y="577773"/>
                </a:lnTo>
                <a:lnTo>
                  <a:pt x="4816208" y="577316"/>
                </a:lnTo>
                <a:lnTo>
                  <a:pt x="4813579" y="577316"/>
                </a:lnTo>
                <a:lnTo>
                  <a:pt x="4812449" y="577773"/>
                </a:lnTo>
                <a:lnTo>
                  <a:pt x="4810595" y="579640"/>
                </a:lnTo>
                <a:lnTo>
                  <a:pt x="4810125" y="580758"/>
                </a:lnTo>
                <a:lnTo>
                  <a:pt x="4810125" y="583387"/>
                </a:lnTo>
                <a:lnTo>
                  <a:pt x="4810595" y="584517"/>
                </a:lnTo>
                <a:lnTo>
                  <a:pt x="4812449" y="586371"/>
                </a:lnTo>
                <a:lnTo>
                  <a:pt x="4813579" y="586841"/>
                </a:lnTo>
                <a:lnTo>
                  <a:pt x="4816208" y="586841"/>
                </a:lnTo>
                <a:lnTo>
                  <a:pt x="4817326" y="586371"/>
                </a:lnTo>
                <a:lnTo>
                  <a:pt x="4819193" y="584517"/>
                </a:lnTo>
                <a:lnTo>
                  <a:pt x="4819650" y="583387"/>
                </a:lnTo>
                <a:lnTo>
                  <a:pt x="4819650" y="580758"/>
                </a:lnTo>
                <a:close/>
              </a:path>
              <a:path w="10296525" h="3486150">
                <a:moveTo>
                  <a:pt x="4867275" y="2751671"/>
                </a:moveTo>
                <a:lnTo>
                  <a:pt x="4866818" y="2750540"/>
                </a:lnTo>
                <a:lnTo>
                  <a:pt x="4864951" y="2748686"/>
                </a:lnTo>
                <a:lnTo>
                  <a:pt x="4863833" y="2748216"/>
                </a:lnTo>
                <a:lnTo>
                  <a:pt x="4861204" y="2748216"/>
                </a:lnTo>
                <a:lnTo>
                  <a:pt x="4860074" y="2748686"/>
                </a:lnTo>
                <a:lnTo>
                  <a:pt x="4858220" y="2750540"/>
                </a:lnTo>
                <a:lnTo>
                  <a:pt x="4857750" y="2751671"/>
                </a:lnTo>
                <a:lnTo>
                  <a:pt x="4857750" y="2754299"/>
                </a:lnTo>
                <a:lnTo>
                  <a:pt x="4858220" y="2755417"/>
                </a:lnTo>
                <a:lnTo>
                  <a:pt x="4860074" y="2757284"/>
                </a:lnTo>
                <a:lnTo>
                  <a:pt x="4861204" y="2757741"/>
                </a:lnTo>
                <a:lnTo>
                  <a:pt x="4863833" y="2757741"/>
                </a:lnTo>
                <a:lnTo>
                  <a:pt x="4864951" y="2757284"/>
                </a:lnTo>
                <a:lnTo>
                  <a:pt x="4866818" y="2755417"/>
                </a:lnTo>
                <a:lnTo>
                  <a:pt x="4867275" y="2754299"/>
                </a:lnTo>
                <a:lnTo>
                  <a:pt x="4867275" y="2751671"/>
                </a:lnTo>
                <a:close/>
              </a:path>
              <a:path w="10296525" h="3486150">
                <a:moveTo>
                  <a:pt x="4867275" y="2028037"/>
                </a:moveTo>
                <a:lnTo>
                  <a:pt x="4866818" y="2026907"/>
                </a:lnTo>
                <a:lnTo>
                  <a:pt x="4864951" y="2025053"/>
                </a:lnTo>
                <a:lnTo>
                  <a:pt x="4863833" y="2024583"/>
                </a:lnTo>
                <a:lnTo>
                  <a:pt x="4861204" y="2024583"/>
                </a:lnTo>
                <a:lnTo>
                  <a:pt x="4860074" y="2025053"/>
                </a:lnTo>
                <a:lnTo>
                  <a:pt x="4858220" y="2026907"/>
                </a:lnTo>
                <a:lnTo>
                  <a:pt x="4857750" y="2028037"/>
                </a:lnTo>
                <a:lnTo>
                  <a:pt x="4857750" y="2030666"/>
                </a:lnTo>
                <a:lnTo>
                  <a:pt x="4858220" y="2031784"/>
                </a:lnTo>
                <a:lnTo>
                  <a:pt x="4860074" y="2033651"/>
                </a:lnTo>
                <a:lnTo>
                  <a:pt x="4861204" y="2034108"/>
                </a:lnTo>
                <a:lnTo>
                  <a:pt x="4863833" y="2034108"/>
                </a:lnTo>
                <a:lnTo>
                  <a:pt x="4864951" y="2033651"/>
                </a:lnTo>
                <a:lnTo>
                  <a:pt x="4866818" y="2031784"/>
                </a:lnTo>
                <a:lnTo>
                  <a:pt x="4867275" y="2030666"/>
                </a:lnTo>
                <a:lnTo>
                  <a:pt x="4867275" y="2028037"/>
                </a:lnTo>
                <a:close/>
              </a:path>
              <a:path w="10296525" h="3486150">
                <a:moveTo>
                  <a:pt x="4867275" y="1304391"/>
                </a:moveTo>
                <a:lnTo>
                  <a:pt x="4866818" y="1303274"/>
                </a:lnTo>
                <a:lnTo>
                  <a:pt x="4864951" y="1301419"/>
                </a:lnTo>
                <a:lnTo>
                  <a:pt x="4863833" y="1300949"/>
                </a:lnTo>
                <a:lnTo>
                  <a:pt x="4861204" y="1300949"/>
                </a:lnTo>
                <a:lnTo>
                  <a:pt x="4860074" y="1301419"/>
                </a:lnTo>
                <a:lnTo>
                  <a:pt x="4858220" y="1303274"/>
                </a:lnTo>
                <a:lnTo>
                  <a:pt x="4857750" y="1304391"/>
                </a:lnTo>
                <a:lnTo>
                  <a:pt x="4857750" y="1307033"/>
                </a:lnTo>
                <a:lnTo>
                  <a:pt x="4858220" y="1308150"/>
                </a:lnTo>
                <a:lnTo>
                  <a:pt x="4860074" y="1310005"/>
                </a:lnTo>
                <a:lnTo>
                  <a:pt x="4861204" y="1310474"/>
                </a:lnTo>
                <a:lnTo>
                  <a:pt x="4863833" y="1310474"/>
                </a:lnTo>
                <a:lnTo>
                  <a:pt x="4864951" y="1310005"/>
                </a:lnTo>
                <a:lnTo>
                  <a:pt x="4866818" y="1308150"/>
                </a:lnTo>
                <a:lnTo>
                  <a:pt x="4867275" y="1307033"/>
                </a:lnTo>
                <a:lnTo>
                  <a:pt x="4867275" y="1304391"/>
                </a:lnTo>
                <a:close/>
              </a:path>
              <a:path w="10296525" h="3486150">
                <a:moveTo>
                  <a:pt x="4867275" y="580758"/>
                </a:moveTo>
                <a:lnTo>
                  <a:pt x="4866818" y="579640"/>
                </a:lnTo>
                <a:lnTo>
                  <a:pt x="4864951" y="577773"/>
                </a:lnTo>
                <a:lnTo>
                  <a:pt x="4863833" y="577316"/>
                </a:lnTo>
                <a:lnTo>
                  <a:pt x="4861204" y="577316"/>
                </a:lnTo>
                <a:lnTo>
                  <a:pt x="4860074" y="577773"/>
                </a:lnTo>
                <a:lnTo>
                  <a:pt x="4858220" y="579640"/>
                </a:lnTo>
                <a:lnTo>
                  <a:pt x="4857750" y="580758"/>
                </a:lnTo>
                <a:lnTo>
                  <a:pt x="4857750" y="583387"/>
                </a:lnTo>
                <a:lnTo>
                  <a:pt x="4858220" y="584517"/>
                </a:lnTo>
                <a:lnTo>
                  <a:pt x="4860074" y="586371"/>
                </a:lnTo>
                <a:lnTo>
                  <a:pt x="4861204" y="586841"/>
                </a:lnTo>
                <a:lnTo>
                  <a:pt x="4863833" y="586841"/>
                </a:lnTo>
                <a:lnTo>
                  <a:pt x="4864951" y="586371"/>
                </a:lnTo>
                <a:lnTo>
                  <a:pt x="4866818" y="584517"/>
                </a:lnTo>
                <a:lnTo>
                  <a:pt x="4867275" y="583387"/>
                </a:lnTo>
                <a:lnTo>
                  <a:pt x="4867275" y="580758"/>
                </a:lnTo>
                <a:close/>
              </a:path>
              <a:path w="10296525" h="3486150">
                <a:moveTo>
                  <a:pt x="4914900" y="2751671"/>
                </a:moveTo>
                <a:lnTo>
                  <a:pt x="4914443" y="2750540"/>
                </a:lnTo>
                <a:lnTo>
                  <a:pt x="4912576" y="2748686"/>
                </a:lnTo>
                <a:lnTo>
                  <a:pt x="4911458" y="2748216"/>
                </a:lnTo>
                <a:lnTo>
                  <a:pt x="4908829" y="2748216"/>
                </a:lnTo>
                <a:lnTo>
                  <a:pt x="4907699" y="2748686"/>
                </a:lnTo>
                <a:lnTo>
                  <a:pt x="4905845" y="2750540"/>
                </a:lnTo>
                <a:lnTo>
                  <a:pt x="4905375" y="2751671"/>
                </a:lnTo>
                <a:lnTo>
                  <a:pt x="4905375" y="2754299"/>
                </a:lnTo>
                <a:lnTo>
                  <a:pt x="4905845" y="2755417"/>
                </a:lnTo>
                <a:lnTo>
                  <a:pt x="4907699" y="2757284"/>
                </a:lnTo>
                <a:lnTo>
                  <a:pt x="4908829" y="2757741"/>
                </a:lnTo>
                <a:lnTo>
                  <a:pt x="4911458" y="2757741"/>
                </a:lnTo>
                <a:lnTo>
                  <a:pt x="4912576" y="2757284"/>
                </a:lnTo>
                <a:lnTo>
                  <a:pt x="4914443" y="2755417"/>
                </a:lnTo>
                <a:lnTo>
                  <a:pt x="4914900" y="2754299"/>
                </a:lnTo>
                <a:lnTo>
                  <a:pt x="4914900" y="2751671"/>
                </a:lnTo>
                <a:close/>
              </a:path>
              <a:path w="10296525" h="3486150">
                <a:moveTo>
                  <a:pt x="4914900" y="2028037"/>
                </a:moveTo>
                <a:lnTo>
                  <a:pt x="4914443" y="2026907"/>
                </a:lnTo>
                <a:lnTo>
                  <a:pt x="4912576" y="2025053"/>
                </a:lnTo>
                <a:lnTo>
                  <a:pt x="4911458" y="2024583"/>
                </a:lnTo>
                <a:lnTo>
                  <a:pt x="4908829" y="2024583"/>
                </a:lnTo>
                <a:lnTo>
                  <a:pt x="4907699" y="2025053"/>
                </a:lnTo>
                <a:lnTo>
                  <a:pt x="4905845" y="2026907"/>
                </a:lnTo>
                <a:lnTo>
                  <a:pt x="4905375" y="2028037"/>
                </a:lnTo>
                <a:lnTo>
                  <a:pt x="4905375" y="2030666"/>
                </a:lnTo>
                <a:lnTo>
                  <a:pt x="4905845" y="2031784"/>
                </a:lnTo>
                <a:lnTo>
                  <a:pt x="4907699" y="2033651"/>
                </a:lnTo>
                <a:lnTo>
                  <a:pt x="4908829" y="2034108"/>
                </a:lnTo>
                <a:lnTo>
                  <a:pt x="4911458" y="2034108"/>
                </a:lnTo>
                <a:lnTo>
                  <a:pt x="4912576" y="2033651"/>
                </a:lnTo>
                <a:lnTo>
                  <a:pt x="4914443" y="2031784"/>
                </a:lnTo>
                <a:lnTo>
                  <a:pt x="4914900" y="2030666"/>
                </a:lnTo>
                <a:lnTo>
                  <a:pt x="4914900" y="2028037"/>
                </a:lnTo>
                <a:close/>
              </a:path>
              <a:path w="10296525" h="3486150">
                <a:moveTo>
                  <a:pt x="4914900" y="1304391"/>
                </a:moveTo>
                <a:lnTo>
                  <a:pt x="4914443" y="1303274"/>
                </a:lnTo>
                <a:lnTo>
                  <a:pt x="4912576" y="1301419"/>
                </a:lnTo>
                <a:lnTo>
                  <a:pt x="4911458" y="1300949"/>
                </a:lnTo>
                <a:lnTo>
                  <a:pt x="4908829" y="1300949"/>
                </a:lnTo>
                <a:lnTo>
                  <a:pt x="4907699" y="1301419"/>
                </a:lnTo>
                <a:lnTo>
                  <a:pt x="4905845" y="1303274"/>
                </a:lnTo>
                <a:lnTo>
                  <a:pt x="4905375" y="1304391"/>
                </a:lnTo>
                <a:lnTo>
                  <a:pt x="4905375" y="1307033"/>
                </a:lnTo>
                <a:lnTo>
                  <a:pt x="4905845" y="1308150"/>
                </a:lnTo>
                <a:lnTo>
                  <a:pt x="4907699" y="1310005"/>
                </a:lnTo>
                <a:lnTo>
                  <a:pt x="4908829" y="1310474"/>
                </a:lnTo>
                <a:lnTo>
                  <a:pt x="4911458" y="1310474"/>
                </a:lnTo>
                <a:lnTo>
                  <a:pt x="4912576" y="1310005"/>
                </a:lnTo>
                <a:lnTo>
                  <a:pt x="4914443" y="1308150"/>
                </a:lnTo>
                <a:lnTo>
                  <a:pt x="4914900" y="1307033"/>
                </a:lnTo>
                <a:lnTo>
                  <a:pt x="4914900" y="1304391"/>
                </a:lnTo>
                <a:close/>
              </a:path>
              <a:path w="10296525" h="3486150">
                <a:moveTo>
                  <a:pt x="4914900" y="580758"/>
                </a:moveTo>
                <a:lnTo>
                  <a:pt x="4914443" y="579640"/>
                </a:lnTo>
                <a:lnTo>
                  <a:pt x="4912576" y="577773"/>
                </a:lnTo>
                <a:lnTo>
                  <a:pt x="4911458" y="577316"/>
                </a:lnTo>
                <a:lnTo>
                  <a:pt x="4908829" y="577316"/>
                </a:lnTo>
                <a:lnTo>
                  <a:pt x="4907699" y="577773"/>
                </a:lnTo>
                <a:lnTo>
                  <a:pt x="4905845" y="579640"/>
                </a:lnTo>
                <a:lnTo>
                  <a:pt x="4905375" y="580758"/>
                </a:lnTo>
                <a:lnTo>
                  <a:pt x="4905375" y="583387"/>
                </a:lnTo>
                <a:lnTo>
                  <a:pt x="4905845" y="584517"/>
                </a:lnTo>
                <a:lnTo>
                  <a:pt x="4907699" y="586371"/>
                </a:lnTo>
                <a:lnTo>
                  <a:pt x="4908829" y="586841"/>
                </a:lnTo>
                <a:lnTo>
                  <a:pt x="4911458" y="586841"/>
                </a:lnTo>
                <a:lnTo>
                  <a:pt x="4912576" y="586371"/>
                </a:lnTo>
                <a:lnTo>
                  <a:pt x="4914443" y="584517"/>
                </a:lnTo>
                <a:lnTo>
                  <a:pt x="4914900" y="583387"/>
                </a:lnTo>
                <a:lnTo>
                  <a:pt x="4914900" y="580758"/>
                </a:lnTo>
                <a:close/>
              </a:path>
              <a:path w="10296525" h="3486150">
                <a:moveTo>
                  <a:pt x="4962525" y="2751671"/>
                </a:moveTo>
                <a:lnTo>
                  <a:pt x="4962068" y="2750540"/>
                </a:lnTo>
                <a:lnTo>
                  <a:pt x="4960201" y="2748686"/>
                </a:lnTo>
                <a:lnTo>
                  <a:pt x="4959083" y="2748216"/>
                </a:lnTo>
                <a:lnTo>
                  <a:pt x="4956454" y="2748216"/>
                </a:lnTo>
                <a:lnTo>
                  <a:pt x="4955324" y="2748686"/>
                </a:lnTo>
                <a:lnTo>
                  <a:pt x="4953470" y="2750540"/>
                </a:lnTo>
                <a:lnTo>
                  <a:pt x="4953000" y="2751671"/>
                </a:lnTo>
                <a:lnTo>
                  <a:pt x="4953000" y="2754299"/>
                </a:lnTo>
                <a:lnTo>
                  <a:pt x="4953470" y="2755417"/>
                </a:lnTo>
                <a:lnTo>
                  <a:pt x="4955324" y="2757284"/>
                </a:lnTo>
                <a:lnTo>
                  <a:pt x="4956454" y="2757741"/>
                </a:lnTo>
                <a:lnTo>
                  <a:pt x="4959083" y="2757741"/>
                </a:lnTo>
                <a:lnTo>
                  <a:pt x="4960201" y="2757284"/>
                </a:lnTo>
                <a:lnTo>
                  <a:pt x="4962068" y="2755417"/>
                </a:lnTo>
                <a:lnTo>
                  <a:pt x="4962525" y="2754299"/>
                </a:lnTo>
                <a:lnTo>
                  <a:pt x="4962525" y="2751671"/>
                </a:lnTo>
                <a:close/>
              </a:path>
              <a:path w="10296525" h="3486150">
                <a:moveTo>
                  <a:pt x="4962525" y="2028037"/>
                </a:moveTo>
                <a:lnTo>
                  <a:pt x="4962068" y="2026907"/>
                </a:lnTo>
                <a:lnTo>
                  <a:pt x="4960201" y="2025053"/>
                </a:lnTo>
                <a:lnTo>
                  <a:pt x="4959083" y="2024583"/>
                </a:lnTo>
                <a:lnTo>
                  <a:pt x="4956454" y="2024583"/>
                </a:lnTo>
                <a:lnTo>
                  <a:pt x="4955324" y="2025053"/>
                </a:lnTo>
                <a:lnTo>
                  <a:pt x="4953470" y="2026907"/>
                </a:lnTo>
                <a:lnTo>
                  <a:pt x="4953000" y="2028037"/>
                </a:lnTo>
                <a:lnTo>
                  <a:pt x="4953000" y="2030666"/>
                </a:lnTo>
                <a:lnTo>
                  <a:pt x="4953470" y="2031784"/>
                </a:lnTo>
                <a:lnTo>
                  <a:pt x="4955324" y="2033651"/>
                </a:lnTo>
                <a:lnTo>
                  <a:pt x="4956454" y="2034108"/>
                </a:lnTo>
                <a:lnTo>
                  <a:pt x="4959083" y="2034108"/>
                </a:lnTo>
                <a:lnTo>
                  <a:pt x="4960201" y="2033651"/>
                </a:lnTo>
                <a:lnTo>
                  <a:pt x="4962068" y="2031784"/>
                </a:lnTo>
                <a:lnTo>
                  <a:pt x="4962525" y="2030666"/>
                </a:lnTo>
                <a:lnTo>
                  <a:pt x="4962525" y="2028037"/>
                </a:lnTo>
                <a:close/>
              </a:path>
              <a:path w="10296525" h="3486150">
                <a:moveTo>
                  <a:pt x="4962525" y="1304391"/>
                </a:moveTo>
                <a:lnTo>
                  <a:pt x="4962068" y="1303274"/>
                </a:lnTo>
                <a:lnTo>
                  <a:pt x="4960201" y="1301419"/>
                </a:lnTo>
                <a:lnTo>
                  <a:pt x="4959083" y="1300949"/>
                </a:lnTo>
                <a:lnTo>
                  <a:pt x="4956454" y="1300949"/>
                </a:lnTo>
                <a:lnTo>
                  <a:pt x="4955324" y="1301419"/>
                </a:lnTo>
                <a:lnTo>
                  <a:pt x="4953470" y="1303274"/>
                </a:lnTo>
                <a:lnTo>
                  <a:pt x="4953000" y="1304391"/>
                </a:lnTo>
                <a:lnTo>
                  <a:pt x="4953000" y="1307033"/>
                </a:lnTo>
                <a:lnTo>
                  <a:pt x="4953470" y="1308150"/>
                </a:lnTo>
                <a:lnTo>
                  <a:pt x="4955324" y="1310005"/>
                </a:lnTo>
                <a:lnTo>
                  <a:pt x="4956454" y="1310474"/>
                </a:lnTo>
                <a:lnTo>
                  <a:pt x="4959083" y="1310474"/>
                </a:lnTo>
                <a:lnTo>
                  <a:pt x="4960201" y="1310005"/>
                </a:lnTo>
                <a:lnTo>
                  <a:pt x="4962068" y="1308150"/>
                </a:lnTo>
                <a:lnTo>
                  <a:pt x="4962525" y="1307033"/>
                </a:lnTo>
                <a:lnTo>
                  <a:pt x="4962525" y="1304391"/>
                </a:lnTo>
                <a:close/>
              </a:path>
              <a:path w="10296525" h="3486150">
                <a:moveTo>
                  <a:pt x="4962525" y="580758"/>
                </a:moveTo>
                <a:lnTo>
                  <a:pt x="4962068" y="579640"/>
                </a:lnTo>
                <a:lnTo>
                  <a:pt x="4960201" y="577773"/>
                </a:lnTo>
                <a:lnTo>
                  <a:pt x="4959083" y="577316"/>
                </a:lnTo>
                <a:lnTo>
                  <a:pt x="4956454" y="577316"/>
                </a:lnTo>
                <a:lnTo>
                  <a:pt x="4955324" y="577773"/>
                </a:lnTo>
                <a:lnTo>
                  <a:pt x="4953470" y="579640"/>
                </a:lnTo>
                <a:lnTo>
                  <a:pt x="4953000" y="580758"/>
                </a:lnTo>
                <a:lnTo>
                  <a:pt x="4953000" y="583387"/>
                </a:lnTo>
                <a:lnTo>
                  <a:pt x="4953470" y="584517"/>
                </a:lnTo>
                <a:lnTo>
                  <a:pt x="4955324" y="586371"/>
                </a:lnTo>
                <a:lnTo>
                  <a:pt x="4956454" y="586841"/>
                </a:lnTo>
                <a:lnTo>
                  <a:pt x="4959083" y="586841"/>
                </a:lnTo>
                <a:lnTo>
                  <a:pt x="4960201" y="586371"/>
                </a:lnTo>
                <a:lnTo>
                  <a:pt x="4962068" y="584517"/>
                </a:lnTo>
                <a:lnTo>
                  <a:pt x="4962525" y="583387"/>
                </a:lnTo>
                <a:lnTo>
                  <a:pt x="4962525" y="580758"/>
                </a:lnTo>
                <a:close/>
              </a:path>
              <a:path w="10296525" h="3486150">
                <a:moveTo>
                  <a:pt x="5010150" y="2751671"/>
                </a:moveTo>
                <a:lnTo>
                  <a:pt x="5009693" y="2750540"/>
                </a:lnTo>
                <a:lnTo>
                  <a:pt x="5007826" y="2748686"/>
                </a:lnTo>
                <a:lnTo>
                  <a:pt x="5006708" y="2748216"/>
                </a:lnTo>
                <a:lnTo>
                  <a:pt x="5004079" y="2748216"/>
                </a:lnTo>
                <a:lnTo>
                  <a:pt x="5002949" y="2748686"/>
                </a:lnTo>
                <a:lnTo>
                  <a:pt x="5001095" y="2750540"/>
                </a:lnTo>
                <a:lnTo>
                  <a:pt x="5000625" y="2751671"/>
                </a:lnTo>
                <a:lnTo>
                  <a:pt x="5000625" y="2754299"/>
                </a:lnTo>
                <a:lnTo>
                  <a:pt x="5001095" y="2755417"/>
                </a:lnTo>
                <a:lnTo>
                  <a:pt x="5002949" y="2757284"/>
                </a:lnTo>
                <a:lnTo>
                  <a:pt x="5004079" y="2757741"/>
                </a:lnTo>
                <a:lnTo>
                  <a:pt x="5006708" y="2757741"/>
                </a:lnTo>
                <a:lnTo>
                  <a:pt x="5007826" y="2757284"/>
                </a:lnTo>
                <a:lnTo>
                  <a:pt x="5009693" y="2755417"/>
                </a:lnTo>
                <a:lnTo>
                  <a:pt x="5010150" y="2754299"/>
                </a:lnTo>
                <a:lnTo>
                  <a:pt x="5010150" y="2751671"/>
                </a:lnTo>
                <a:close/>
              </a:path>
              <a:path w="10296525" h="3486150">
                <a:moveTo>
                  <a:pt x="5010150" y="2028037"/>
                </a:moveTo>
                <a:lnTo>
                  <a:pt x="5009693" y="2026907"/>
                </a:lnTo>
                <a:lnTo>
                  <a:pt x="5007826" y="2025053"/>
                </a:lnTo>
                <a:lnTo>
                  <a:pt x="5006708" y="2024583"/>
                </a:lnTo>
                <a:lnTo>
                  <a:pt x="5004079" y="2024583"/>
                </a:lnTo>
                <a:lnTo>
                  <a:pt x="5002949" y="2025053"/>
                </a:lnTo>
                <a:lnTo>
                  <a:pt x="5001095" y="2026907"/>
                </a:lnTo>
                <a:lnTo>
                  <a:pt x="5000625" y="2028037"/>
                </a:lnTo>
                <a:lnTo>
                  <a:pt x="5000625" y="2030666"/>
                </a:lnTo>
                <a:lnTo>
                  <a:pt x="5001095" y="2031784"/>
                </a:lnTo>
                <a:lnTo>
                  <a:pt x="5002949" y="2033651"/>
                </a:lnTo>
                <a:lnTo>
                  <a:pt x="5004079" y="2034108"/>
                </a:lnTo>
                <a:lnTo>
                  <a:pt x="5006708" y="2034108"/>
                </a:lnTo>
                <a:lnTo>
                  <a:pt x="5007826" y="2033651"/>
                </a:lnTo>
                <a:lnTo>
                  <a:pt x="5009693" y="2031784"/>
                </a:lnTo>
                <a:lnTo>
                  <a:pt x="5010150" y="2030666"/>
                </a:lnTo>
                <a:lnTo>
                  <a:pt x="5010150" y="2028037"/>
                </a:lnTo>
                <a:close/>
              </a:path>
              <a:path w="10296525" h="3486150">
                <a:moveTo>
                  <a:pt x="5010150" y="1304391"/>
                </a:moveTo>
                <a:lnTo>
                  <a:pt x="5009693" y="1303274"/>
                </a:lnTo>
                <a:lnTo>
                  <a:pt x="5007826" y="1301419"/>
                </a:lnTo>
                <a:lnTo>
                  <a:pt x="5006708" y="1300949"/>
                </a:lnTo>
                <a:lnTo>
                  <a:pt x="5004079" y="1300949"/>
                </a:lnTo>
                <a:lnTo>
                  <a:pt x="5002949" y="1301419"/>
                </a:lnTo>
                <a:lnTo>
                  <a:pt x="5001095" y="1303274"/>
                </a:lnTo>
                <a:lnTo>
                  <a:pt x="5000625" y="1304391"/>
                </a:lnTo>
                <a:lnTo>
                  <a:pt x="5000625" y="1307033"/>
                </a:lnTo>
                <a:lnTo>
                  <a:pt x="5001095" y="1308150"/>
                </a:lnTo>
                <a:lnTo>
                  <a:pt x="5002949" y="1310005"/>
                </a:lnTo>
                <a:lnTo>
                  <a:pt x="5004079" y="1310474"/>
                </a:lnTo>
                <a:lnTo>
                  <a:pt x="5006708" y="1310474"/>
                </a:lnTo>
                <a:lnTo>
                  <a:pt x="5007826" y="1310005"/>
                </a:lnTo>
                <a:lnTo>
                  <a:pt x="5009693" y="1308150"/>
                </a:lnTo>
                <a:lnTo>
                  <a:pt x="5010150" y="1307033"/>
                </a:lnTo>
                <a:lnTo>
                  <a:pt x="5010150" y="1304391"/>
                </a:lnTo>
                <a:close/>
              </a:path>
              <a:path w="10296525" h="3486150">
                <a:moveTo>
                  <a:pt x="5010150" y="580758"/>
                </a:moveTo>
                <a:lnTo>
                  <a:pt x="5009693" y="579640"/>
                </a:lnTo>
                <a:lnTo>
                  <a:pt x="5007826" y="577773"/>
                </a:lnTo>
                <a:lnTo>
                  <a:pt x="5006708" y="577316"/>
                </a:lnTo>
                <a:lnTo>
                  <a:pt x="5004079" y="577316"/>
                </a:lnTo>
                <a:lnTo>
                  <a:pt x="5002949" y="577773"/>
                </a:lnTo>
                <a:lnTo>
                  <a:pt x="5001095" y="579640"/>
                </a:lnTo>
                <a:lnTo>
                  <a:pt x="5000625" y="580758"/>
                </a:lnTo>
                <a:lnTo>
                  <a:pt x="5000625" y="583387"/>
                </a:lnTo>
                <a:lnTo>
                  <a:pt x="5001095" y="584517"/>
                </a:lnTo>
                <a:lnTo>
                  <a:pt x="5002949" y="586371"/>
                </a:lnTo>
                <a:lnTo>
                  <a:pt x="5004079" y="586841"/>
                </a:lnTo>
                <a:lnTo>
                  <a:pt x="5006708" y="586841"/>
                </a:lnTo>
                <a:lnTo>
                  <a:pt x="5007826" y="586371"/>
                </a:lnTo>
                <a:lnTo>
                  <a:pt x="5009693" y="584517"/>
                </a:lnTo>
                <a:lnTo>
                  <a:pt x="5010150" y="583387"/>
                </a:lnTo>
                <a:lnTo>
                  <a:pt x="5010150" y="580758"/>
                </a:lnTo>
                <a:close/>
              </a:path>
              <a:path w="10296525" h="3486150">
                <a:moveTo>
                  <a:pt x="5057775" y="2751671"/>
                </a:moveTo>
                <a:lnTo>
                  <a:pt x="5057318" y="2750540"/>
                </a:lnTo>
                <a:lnTo>
                  <a:pt x="5055451" y="2748686"/>
                </a:lnTo>
                <a:lnTo>
                  <a:pt x="5054333" y="2748216"/>
                </a:lnTo>
                <a:lnTo>
                  <a:pt x="5051704" y="2748216"/>
                </a:lnTo>
                <a:lnTo>
                  <a:pt x="5050574" y="2748686"/>
                </a:lnTo>
                <a:lnTo>
                  <a:pt x="5048720" y="2750540"/>
                </a:lnTo>
                <a:lnTo>
                  <a:pt x="5048250" y="2751671"/>
                </a:lnTo>
                <a:lnTo>
                  <a:pt x="5048250" y="2754299"/>
                </a:lnTo>
                <a:lnTo>
                  <a:pt x="5048720" y="2755417"/>
                </a:lnTo>
                <a:lnTo>
                  <a:pt x="5050574" y="2757284"/>
                </a:lnTo>
                <a:lnTo>
                  <a:pt x="5051704" y="2757741"/>
                </a:lnTo>
                <a:lnTo>
                  <a:pt x="5054333" y="2757741"/>
                </a:lnTo>
                <a:lnTo>
                  <a:pt x="5055451" y="2757284"/>
                </a:lnTo>
                <a:lnTo>
                  <a:pt x="5057318" y="2755417"/>
                </a:lnTo>
                <a:lnTo>
                  <a:pt x="5057775" y="2754299"/>
                </a:lnTo>
                <a:lnTo>
                  <a:pt x="5057775" y="2751671"/>
                </a:lnTo>
                <a:close/>
              </a:path>
              <a:path w="10296525" h="3486150">
                <a:moveTo>
                  <a:pt x="5057775" y="2028037"/>
                </a:moveTo>
                <a:lnTo>
                  <a:pt x="5057318" y="2026907"/>
                </a:lnTo>
                <a:lnTo>
                  <a:pt x="5055451" y="2025053"/>
                </a:lnTo>
                <a:lnTo>
                  <a:pt x="5054333" y="2024583"/>
                </a:lnTo>
                <a:lnTo>
                  <a:pt x="5051704" y="2024583"/>
                </a:lnTo>
                <a:lnTo>
                  <a:pt x="5050574" y="2025053"/>
                </a:lnTo>
                <a:lnTo>
                  <a:pt x="5048720" y="2026907"/>
                </a:lnTo>
                <a:lnTo>
                  <a:pt x="5048250" y="2028037"/>
                </a:lnTo>
                <a:lnTo>
                  <a:pt x="5048250" y="2030666"/>
                </a:lnTo>
                <a:lnTo>
                  <a:pt x="5048720" y="2031784"/>
                </a:lnTo>
                <a:lnTo>
                  <a:pt x="5050574" y="2033651"/>
                </a:lnTo>
                <a:lnTo>
                  <a:pt x="5051704" y="2034108"/>
                </a:lnTo>
                <a:lnTo>
                  <a:pt x="5054333" y="2034108"/>
                </a:lnTo>
                <a:lnTo>
                  <a:pt x="5055451" y="2033651"/>
                </a:lnTo>
                <a:lnTo>
                  <a:pt x="5057318" y="2031784"/>
                </a:lnTo>
                <a:lnTo>
                  <a:pt x="5057775" y="2030666"/>
                </a:lnTo>
                <a:lnTo>
                  <a:pt x="5057775" y="2028037"/>
                </a:lnTo>
                <a:close/>
              </a:path>
              <a:path w="10296525" h="3486150">
                <a:moveTo>
                  <a:pt x="5057775" y="1304391"/>
                </a:moveTo>
                <a:lnTo>
                  <a:pt x="5057318" y="1303274"/>
                </a:lnTo>
                <a:lnTo>
                  <a:pt x="5055451" y="1301419"/>
                </a:lnTo>
                <a:lnTo>
                  <a:pt x="5054333" y="1300949"/>
                </a:lnTo>
                <a:lnTo>
                  <a:pt x="5051704" y="1300949"/>
                </a:lnTo>
                <a:lnTo>
                  <a:pt x="5050574" y="1301419"/>
                </a:lnTo>
                <a:lnTo>
                  <a:pt x="5048720" y="1303274"/>
                </a:lnTo>
                <a:lnTo>
                  <a:pt x="5048250" y="1304391"/>
                </a:lnTo>
                <a:lnTo>
                  <a:pt x="5048250" y="1307033"/>
                </a:lnTo>
                <a:lnTo>
                  <a:pt x="5048720" y="1308150"/>
                </a:lnTo>
                <a:lnTo>
                  <a:pt x="5050574" y="1310005"/>
                </a:lnTo>
                <a:lnTo>
                  <a:pt x="5051704" y="1310474"/>
                </a:lnTo>
                <a:lnTo>
                  <a:pt x="5054333" y="1310474"/>
                </a:lnTo>
                <a:lnTo>
                  <a:pt x="5055451" y="1310005"/>
                </a:lnTo>
                <a:lnTo>
                  <a:pt x="5057318" y="1308150"/>
                </a:lnTo>
                <a:lnTo>
                  <a:pt x="5057775" y="1307033"/>
                </a:lnTo>
                <a:lnTo>
                  <a:pt x="5057775" y="1304391"/>
                </a:lnTo>
                <a:close/>
              </a:path>
              <a:path w="10296525" h="3486150">
                <a:moveTo>
                  <a:pt x="5057775" y="580758"/>
                </a:moveTo>
                <a:lnTo>
                  <a:pt x="5057318" y="579640"/>
                </a:lnTo>
                <a:lnTo>
                  <a:pt x="5055451" y="577773"/>
                </a:lnTo>
                <a:lnTo>
                  <a:pt x="5054333" y="577316"/>
                </a:lnTo>
                <a:lnTo>
                  <a:pt x="5051704" y="577316"/>
                </a:lnTo>
                <a:lnTo>
                  <a:pt x="5050574" y="577773"/>
                </a:lnTo>
                <a:lnTo>
                  <a:pt x="5048720" y="579640"/>
                </a:lnTo>
                <a:lnTo>
                  <a:pt x="5048250" y="580758"/>
                </a:lnTo>
                <a:lnTo>
                  <a:pt x="5048250" y="583387"/>
                </a:lnTo>
                <a:lnTo>
                  <a:pt x="5048720" y="584517"/>
                </a:lnTo>
                <a:lnTo>
                  <a:pt x="5050574" y="586371"/>
                </a:lnTo>
                <a:lnTo>
                  <a:pt x="5051704" y="586841"/>
                </a:lnTo>
                <a:lnTo>
                  <a:pt x="5054333" y="586841"/>
                </a:lnTo>
                <a:lnTo>
                  <a:pt x="5055451" y="586371"/>
                </a:lnTo>
                <a:lnTo>
                  <a:pt x="5057318" y="584517"/>
                </a:lnTo>
                <a:lnTo>
                  <a:pt x="5057775" y="583387"/>
                </a:lnTo>
                <a:lnTo>
                  <a:pt x="5057775" y="580758"/>
                </a:lnTo>
                <a:close/>
              </a:path>
              <a:path w="10296525" h="3486150">
                <a:moveTo>
                  <a:pt x="5105400" y="2751671"/>
                </a:moveTo>
                <a:lnTo>
                  <a:pt x="5104943" y="2750540"/>
                </a:lnTo>
                <a:lnTo>
                  <a:pt x="5103076" y="2748686"/>
                </a:lnTo>
                <a:lnTo>
                  <a:pt x="5101958" y="2748216"/>
                </a:lnTo>
                <a:lnTo>
                  <a:pt x="5099329" y="2748216"/>
                </a:lnTo>
                <a:lnTo>
                  <a:pt x="5098212" y="2748686"/>
                </a:lnTo>
                <a:lnTo>
                  <a:pt x="5096345" y="2750540"/>
                </a:lnTo>
                <a:lnTo>
                  <a:pt x="5095875" y="2751671"/>
                </a:lnTo>
                <a:lnTo>
                  <a:pt x="5095875" y="2754299"/>
                </a:lnTo>
                <a:lnTo>
                  <a:pt x="5096345" y="2755417"/>
                </a:lnTo>
                <a:lnTo>
                  <a:pt x="5098212" y="2757284"/>
                </a:lnTo>
                <a:lnTo>
                  <a:pt x="5099329" y="2757741"/>
                </a:lnTo>
                <a:lnTo>
                  <a:pt x="5101958" y="2757741"/>
                </a:lnTo>
                <a:lnTo>
                  <a:pt x="5103076" y="2757284"/>
                </a:lnTo>
                <a:lnTo>
                  <a:pt x="5104943" y="2755417"/>
                </a:lnTo>
                <a:lnTo>
                  <a:pt x="5105400" y="2754299"/>
                </a:lnTo>
                <a:lnTo>
                  <a:pt x="5105400" y="2751671"/>
                </a:lnTo>
                <a:close/>
              </a:path>
              <a:path w="10296525" h="3486150">
                <a:moveTo>
                  <a:pt x="5105400" y="2028037"/>
                </a:moveTo>
                <a:lnTo>
                  <a:pt x="5104943" y="2026907"/>
                </a:lnTo>
                <a:lnTo>
                  <a:pt x="5103076" y="2025053"/>
                </a:lnTo>
                <a:lnTo>
                  <a:pt x="5101958" y="2024583"/>
                </a:lnTo>
                <a:lnTo>
                  <a:pt x="5099329" y="2024583"/>
                </a:lnTo>
                <a:lnTo>
                  <a:pt x="5098212" y="2025053"/>
                </a:lnTo>
                <a:lnTo>
                  <a:pt x="5096345" y="2026907"/>
                </a:lnTo>
                <a:lnTo>
                  <a:pt x="5095875" y="2028037"/>
                </a:lnTo>
                <a:lnTo>
                  <a:pt x="5095875" y="2030666"/>
                </a:lnTo>
                <a:lnTo>
                  <a:pt x="5096345" y="2031784"/>
                </a:lnTo>
                <a:lnTo>
                  <a:pt x="5098212" y="2033651"/>
                </a:lnTo>
                <a:lnTo>
                  <a:pt x="5099329" y="2034108"/>
                </a:lnTo>
                <a:lnTo>
                  <a:pt x="5101958" y="2034108"/>
                </a:lnTo>
                <a:lnTo>
                  <a:pt x="5103076" y="2033651"/>
                </a:lnTo>
                <a:lnTo>
                  <a:pt x="5104943" y="2031784"/>
                </a:lnTo>
                <a:lnTo>
                  <a:pt x="5105400" y="2030666"/>
                </a:lnTo>
                <a:lnTo>
                  <a:pt x="5105400" y="2028037"/>
                </a:lnTo>
                <a:close/>
              </a:path>
              <a:path w="10296525" h="3486150">
                <a:moveTo>
                  <a:pt x="5105400" y="1304391"/>
                </a:moveTo>
                <a:lnTo>
                  <a:pt x="5104943" y="1303274"/>
                </a:lnTo>
                <a:lnTo>
                  <a:pt x="5103076" y="1301419"/>
                </a:lnTo>
                <a:lnTo>
                  <a:pt x="5101958" y="1300949"/>
                </a:lnTo>
                <a:lnTo>
                  <a:pt x="5099329" y="1300949"/>
                </a:lnTo>
                <a:lnTo>
                  <a:pt x="5098212" y="1301419"/>
                </a:lnTo>
                <a:lnTo>
                  <a:pt x="5096345" y="1303274"/>
                </a:lnTo>
                <a:lnTo>
                  <a:pt x="5095875" y="1304391"/>
                </a:lnTo>
                <a:lnTo>
                  <a:pt x="5095875" y="1307033"/>
                </a:lnTo>
                <a:lnTo>
                  <a:pt x="5096345" y="1308150"/>
                </a:lnTo>
                <a:lnTo>
                  <a:pt x="5098212" y="1310005"/>
                </a:lnTo>
                <a:lnTo>
                  <a:pt x="5099329" y="1310474"/>
                </a:lnTo>
                <a:lnTo>
                  <a:pt x="5101958" y="1310474"/>
                </a:lnTo>
                <a:lnTo>
                  <a:pt x="5103076" y="1310005"/>
                </a:lnTo>
                <a:lnTo>
                  <a:pt x="5104943" y="1308150"/>
                </a:lnTo>
                <a:lnTo>
                  <a:pt x="5105400" y="1307033"/>
                </a:lnTo>
                <a:lnTo>
                  <a:pt x="5105400" y="1304391"/>
                </a:lnTo>
                <a:close/>
              </a:path>
              <a:path w="10296525" h="3486150">
                <a:moveTo>
                  <a:pt x="5105400" y="580758"/>
                </a:moveTo>
                <a:lnTo>
                  <a:pt x="5104943" y="579640"/>
                </a:lnTo>
                <a:lnTo>
                  <a:pt x="5103076" y="577773"/>
                </a:lnTo>
                <a:lnTo>
                  <a:pt x="5101958" y="577316"/>
                </a:lnTo>
                <a:lnTo>
                  <a:pt x="5099329" y="577316"/>
                </a:lnTo>
                <a:lnTo>
                  <a:pt x="5098212" y="577773"/>
                </a:lnTo>
                <a:lnTo>
                  <a:pt x="5096345" y="579640"/>
                </a:lnTo>
                <a:lnTo>
                  <a:pt x="5095875" y="580758"/>
                </a:lnTo>
                <a:lnTo>
                  <a:pt x="5095875" y="583387"/>
                </a:lnTo>
                <a:lnTo>
                  <a:pt x="5096345" y="584517"/>
                </a:lnTo>
                <a:lnTo>
                  <a:pt x="5098212" y="586371"/>
                </a:lnTo>
                <a:lnTo>
                  <a:pt x="5099329" y="586841"/>
                </a:lnTo>
                <a:lnTo>
                  <a:pt x="5101958" y="586841"/>
                </a:lnTo>
                <a:lnTo>
                  <a:pt x="5103076" y="586371"/>
                </a:lnTo>
                <a:lnTo>
                  <a:pt x="5104943" y="584517"/>
                </a:lnTo>
                <a:lnTo>
                  <a:pt x="5105400" y="583387"/>
                </a:lnTo>
                <a:lnTo>
                  <a:pt x="5105400" y="580758"/>
                </a:lnTo>
                <a:close/>
              </a:path>
              <a:path w="10296525" h="3486150">
                <a:moveTo>
                  <a:pt x="5153025" y="2751671"/>
                </a:moveTo>
                <a:lnTo>
                  <a:pt x="5152568" y="2750540"/>
                </a:lnTo>
                <a:lnTo>
                  <a:pt x="5150701" y="2748686"/>
                </a:lnTo>
                <a:lnTo>
                  <a:pt x="5149583" y="2748216"/>
                </a:lnTo>
                <a:lnTo>
                  <a:pt x="5146954" y="2748216"/>
                </a:lnTo>
                <a:lnTo>
                  <a:pt x="5145824" y="2748686"/>
                </a:lnTo>
                <a:lnTo>
                  <a:pt x="5143970" y="2750540"/>
                </a:lnTo>
                <a:lnTo>
                  <a:pt x="5143500" y="2751671"/>
                </a:lnTo>
                <a:lnTo>
                  <a:pt x="5143500" y="2754299"/>
                </a:lnTo>
                <a:lnTo>
                  <a:pt x="5143970" y="2755417"/>
                </a:lnTo>
                <a:lnTo>
                  <a:pt x="5145824" y="2757284"/>
                </a:lnTo>
                <a:lnTo>
                  <a:pt x="5146954" y="2757741"/>
                </a:lnTo>
                <a:lnTo>
                  <a:pt x="5149583" y="2757741"/>
                </a:lnTo>
                <a:lnTo>
                  <a:pt x="5150701" y="2757284"/>
                </a:lnTo>
                <a:lnTo>
                  <a:pt x="5152568" y="2755417"/>
                </a:lnTo>
                <a:lnTo>
                  <a:pt x="5153025" y="2754299"/>
                </a:lnTo>
                <a:lnTo>
                  <a:pt x="5153025" y="2751671"/>
                </a:lnTo>
                <a:close/>
              </a:path>
              <a:path w="10296525" h="3486150">
                <a:moveTo>
                  <a:pt x="5153025" y="2028037"/>
                </a:moveTo>
                <a:lnTo>
                  <a:pt x="5152568" y="2026907"/>
                </a:lnTo>
                <a:lnTo>
                  <a:pt x="5150701" y="2025053"/>
                </a:lnTo>
                <a:lnTo>
                  <a:pt x="5149583" y="2024583"/>
                </a:lnTo>
                <a:lnTo>
                  <a:pt x="5146954" y="2024583"/>
                </a:lnTo>
                <a:lnTo>
                  <a:pt x="5145824" y="2025053"/>
                </a:lnTo>
                <a:lnTo>
                  <a:pt x="5143970" y="2026907"/>
                </a:lnTo>
                <a:lnTo>
                  <a:pt x="5143500" y="2028037"/>
                </a:lnTo>
                <a:lnTo>
                  <a:pt x="5143500" y="2030666"/>
                </a:lnTo>
                <a:lnTo>
                  <a:pt x="5143970" y="2031784"/>
                </a:lnTo>
                <a:lnTo>
                  <a:pt x="5145824" y="2033651"/>
                </a:lnTo>
                <a:lnTo>
                  <a:pt x="5146954" y="2034108"/>
                </a:lnTo>
                <a:lnTo>
                  <a:pt x="5149583" y="2034108"/>
                </a:lnTo>
                <a:lnTo>
                  <a:pt x="5150701" y="2033651"/>
                </a:lnTo>
                <a:lnTo>
                  <a:pt x="5152568" y="2031784"/>
                </a:lnTo>
                <a:lnTo>
                  <a:pt x="5153025" y="2030666"/>
                </a:lnTo>
                <a:lnTo>
                  <a:pt x="5153025" y="2028037"/>
                </a:lnTo>
                <a:close/>
              </a:path>
              <a:path w="10296525" h="3486150">
                <a:moveTo>
                  <a:pt x="5153025" y="1304391"/>
                </a:moveTo>
                <a:lnTo>
                  <a:pt x="5152568" y="1303274"/>
                </a:lnTo>
                <a:lnTo>
                  <a:pt x="5150701" y="1301419"/>
                </a:lnTo>
                <a:lnTo>
                  <a:pt x="5149583" y="1300949"/>
                </a:lnTo>
                <a:lnTo>
                  <a:pt x="5146954" y="1300949"/>
                </a:lnTo>
                <a:lnTo>
                  <a:pt x="5145824" y="1301419"/>
                </a:lnTo>
                <a:lnTo>
                  <a:pt x="5143970" y="1303274"/>
                </a:lnTo>
                <a:lnTo>
                  <a:pt x="5143500" y="1304391"/>
                </a:lnTo>
                <a:lnTo>
                  <a:pt x="5143500" y="1307033"/>
                </a:lnTo>
                <a:lnTo>
                  <a:pt x="5143970" y="1308150"/>
                </a:lnTo>
                <a:lnTo>
                  <a:pt x="5145824" y="1310005"/>
                </a:lnTo>
                <a:lnTo>
                  <a:pt x="5146954" y="1310474"/>
                </a:lnTo>
                <a:lnTo>
                  <a:pt x="5149583" y="1310474"/>
                </a:lnTo>
                <a:lnTo>
                  <a:pt x="5150701" y="1310005"/>
                </a:lnTo>
                <a:lnTo>
                  <a:pt x="5152568" y="1308150"/>
                </a:lnTo>
                <a:lnTo>
                  <a:pt x="5153025" y="1307033"/>
                </a:lnTo>
                <a:lnTo>
                  <a:pt x="5153025" y="1304391"/>
                </a:lnTo>
                <a:close/>
              </a:path>
              <a:path w="10296525" h="3486150">
                <a:moveTo>
                  <a:pt x="5153025" y="580758"/>
                </a:moveTo>
                <a:lnTo>
                  <a:pt x="5152568" y="579640"/>
                </a:lnTo>
                <a:lnTo>
                  <a:pt x="5150701" y="577773"/>
                </a:lnTo>
                <a:lnTo>
                  <a:pt x="5149583" y="577316"/>
                </a:lnTo>
                <a:lnTo>
                  <a:pt x="5146954" y="577316"/>
                </a:lnTo>
                <a:lnTo>
                  <a:pt x="5145824" y="577773"/>
                </a:lnTo>
                <a:lnTo>
                  <a:pt x="5143970" y="579640"/>
                </a:lnTo>
                <a:lnTo>
                  <a:pt x="5143500" y="580758"/>
                </a:lnTo>
                <a:lnTo>
                  <a:pt x="5143500" y="583387"/>
                </a:lnTo>
                <a:lnTo>
                  <a:pt x="5143970" y="584517"/>
                </a:lnTo>
                <a:lnTo>
                  <a:pt x="5145824" y="586371"/>
                </a:lnTo>
                <a:lnTo>
                  <a:pt x="5146954" y="586841"/>
                </a:lnTo>
                <a:lnTo>
                  <a:pt x="5149583" y="586841"/>
                </a:lnTo>
                <a:lnTo>
                  <a:pt x="5150701" y="586371"/>
                </a:lnTo>
                <a:lnTo>
                  <a:pt x="5152568" y="584517"/>
                </a:lnTo>
                <a:lnTo>
                  <a:pt x="5153025" y="583387"/>
                </a:lnTo>
                <a:lnTo>
                  <a:pt x="5153025" y="580758"/>
                </a:lnTo>
                <a:close/>
              </a:path>
              <a:path w="10296525" h="3486150">
                <a:moveTo>
                  <a:pt x="5200650" y="2751671"/>
                </a:moveTo>
                <a:lnTo>
                  <a:pt x="5200193" y="2750540"/>
                </a:lnTo>
                <a:lnTo>
                  <a:pt x="5198326" y="2748686"/>
                </a:lnTo>
                <a:lnTo>
                  <a:pt x="5197208" y="2748216"/>
                </a:lnTo>
                <a:lnTo>
                  <a:pt x="5194579" y="2748216"/>
                </a:lnTo>
                <a:lnTo>
                  <a:pt x="5193449" y="2748686"/>
                </a:lnTo>
                <a:lnTo>
                  <a:pt x="5191595" y="2750540"/>
                </a:lnTo>
                <a:lnTo>
                  <a:pt x="5191125" y="2751671"/>
                </a:lnTo>
                <a:lnTo>
                  <a:pt x="5191125" y="2754299"/>
                </a:lnTo>
                <a:lnTo>
                  <a:pt x="5191595" y="2755417"/>
                </a:lnTo>
                <a:lnTo>
                  <a:pt x="5193449" y="2757284"/>
                </a:lnTo>
                <a:lnTo>
                  <a:pt x="5194579" y="2757741"/>
                </a:lnTo>
                <a:lnTo>
                  <a:pt x="5197208" y="2757741"/>
                </a:lnTo>
                <a:lnTo>
                  <a:pt x="5198326" y="2757284"/>
                </a:lnTo>
                <a:lnTo>
                  <a:pt x="5200193" y="2755417"/>
                </a:lnTo>
                <a:lnTo>
                  <a:pt x="5200650" y="2754299"/>
                </a:lnTo>
                <a:lnTo>
                  <a:pt x="5200650" y="2751671"/>
                </a:lnTo>
                <a:close/>
              </a:path>
              <a:path w="10296525" h="3486150">
                <a:moveTo>
                  <a:pt x="5200650" y="2028037"/>
                </a:moveTo>
                <a:lnTo>
                  <a:pt x="5200193" y="2026907"/>
                </a:lnTo>
                <a:lnTo>
                  <a:pt x="5198326" y="2025053"/>
                </a:lnTo>
                <a:lnTo>
                  <a:pt x="5197208" y="2024583"/>
                </a:lnTo>
                <a:lnTo>
                  <a:pt x="5194579" y="2024583"/>
                </a:lnTo>
                <a:lnTo>
                  <a:pt x="5193449" y="2025053"/>
                </a:lnTo>
                <a:lnTo>
                  <a:pt x="5191595" y="2026907"/>
                </a:lnTo>
                <a:lnTo>
                  <a:pt x="5191125" y="2028037"/>
                </a:lnTo>
                <a:lnTo>
                  <a:pt x="5191125" y="2030666"/>
                </a:lnTo>
                <a:lnTo>
                  <a:pt x="5191595" y="2031784"/>
                </a:lnTo>
                <a:lnTo>
                  <a:pt x="5193449" y="2033651"/>
                </a:lnTo>
                <a:lnTo>
                  <a:pt x="5194579" y="2034108"/>
                </a:lnTo>
                <a:lnTo>
                  <a:pt x="5197208" y="2034108"/>
                </a:lnTo>
                <a:lnTo>
                  <a:pt x="5198326" y="2033651"/>
                </a:lnTo>
                <a:lnTo>
                  <a:pt x="5200193" y="2031784"/>
                </a:lnTo>
                <a:lnTo>
                  <a:pt x="5200650" y="2030666"/>
                </a:lnTo>
                <a:lnTo>
                  <a:pt x="5200650" y="2028037"/>
                </a:lnTo>
                <a:close/>
              </a:path>
              <a:path w="10296525" h="3486150">
                <a:moveTo>
                  <a:pt x="5200650" y="1304391"/>
                </a:moveTo>
                <a:lnTo>
                  <a:pt x="5200193" y="1303274"/>
                </a:lnTo>
                <a:lnTo>
                  <a:pt x="5198326" y="1301419"/>
                </a:lnTo>
                <a:lnTo>
                  <a:pt x="5197208" y="1300949"/>
                </a:lnTo>
                <a:lnTo>
                  <a:pt x="5194579" y="1300949"/>
                </a:lnTo>
                <a:lnTo>
                  <a:pt x="5193449" y="1301419"/>
                </a:lnTo>
                <a:lnTo>
                  <a:pt x="5191595" y="1303274"/>
                </a:lnTo>
                <a:lnTo>
                  <a:pt x="5191125" y="1304391"/>
                </a:lnTo>
                <a:lnTo>
                  <a:pt x="5191125" y="1307033"/>
                </a:lnTo>
                <a:lnTo>
                  <a:pt x="5191595" y="1308150"/>
                </a:lnTo>
                <a:lnTo>
                  <a:pt x="5193449" y="1310005"/>
                </a:lnTo>
                <a:lnTo>
                  <a:pt x="5194579" y="1310474"/>
                </a:lnTo>
                <a:lnTo>
                  <a:pt x="5197208" y="1310474"/>
                </a:lnTo>
                <a:lnTo>
                  <a:pt x="5198326" y="1310005"/>
                </a:lnTo>
                <a:lnTo>
                  <a:pt x="5200193" y="1308150"/>
                </a:lnTo>
                <a:lnTo>
                  <a:pt x="5200650" y="1307033"/>
                </a:lnTo>
                <a:lnTo>
                  <a:pt x="5200650" y="1304391"/>
                </a:lnTo>
                <a:close/>
              </a:path>
              <a:path w="10296525" h="3486150">
                <a:moveTo>
                  <a:pt x="5200650" y="580758"/>
                </a:moveTo>
                <a:lnTo>
                  <a:pt x="5200193" y="579640"/>
                </a:lnTo>
                <a:lnTo>
                  <a:pt x="5198326" y="577773"/>
                </a:lnTo>
                <a:lnTo>
                  <a:pt x="5197208" y="577316"/>
                </a:lnTo>
                <a:lnTo>
                  <a:pt x="5194579" y="577316"/>
                </a:lnTo>
                <a:lnTo>
                  <a:pt x="5193449" y="577773"/>
                </a:lnTo>
                <a:lnTo>
                  <a:pt x="5191595" y="579640"/>
                </a:lnTo>
                <a:lnTo>
                  <a:pt x="5191125" y="580758"/>
                </a:lnTo>
                <a:lnTo>
                  <a:pt x="5191125" y="583387"/>
                </a:lnTo>
                <a:lnTo>
                  <a:pt x="5191595" y="584517"/>
                </a:lnTo>
                <a:lnTo>
                  <a:pt x="5193449" y="586371"/>
                </a:lnTo>
                <a:lnTo>
                  <a:pt x="5194579" y="586841"/>
                </a:lnTo>
                <a:lnTo>
                  <a:pt x="5197208" y="586841"/>
                </a:lnTo>
                <a:lnTo>
                  <a:pt x="5198326" y="586371"/>
                </a:lnTo>
                <a:lnTo>
                  <a:pt x="5200193" y="584517"/>
                </a:lnTo>
                <a:lnTo>
                  <a:pt x="5200650" y="583387"/>
                </a:lnTo>
                <a:lnTo>
                  <a:pt x="5200650" y="580758"/>
                </a:lnTo>
                <a:close/>
              </a:path>
              <a:path w="10296525" h="3486150">
                <a:moveTo>
                  <a:pt x="5248275" y="2751671"/>
                </a:moveTo>
                <a:lnTo>
                  <a:pt x="5247818" y="2750540"/>
                </a:lnTo>
                <a:lnTo>
                  <a:pt x="5245951" y="2748686"/>
                </a:lnTo>
                <a:lnTo>
                  <a:pt x="5244833" y="2748216"/>
                </a:lnTo>
                <a:lnTo>
                  <a:pt x="5242204" y="2748216"/>
                </a:lnTo>
                <a:lnTo>
                  <a:pt x="5241074" y="2748686"/>
                </a:lnTo>
                <a:lnTo>
                  <a:pt x="5239220" y="2750540"/>
                </a:lnTo>
                <a:lnTo>
                  <a:pt x="5238750" y="2751671"/>
                </a:lnTo>
                <a:lnTo>
                  <a:pt x="5238750" y="2754299"/>
                </a:lnTo>
                <a:lnTo>
                  <a:pt x="5239220" y="2755417"/>
                </a:lnTo>
                <a:lnTo>
                  <a:pt x="5241074" y="2757284"/>
                </a:lnTo>
                <a:lnTo>
                  <a:pt x="5242204" y="2757741"/>
                </a:lnTo>
                <a:lnTo>
                  <a:pt x="5244833" y="2757741"/>
                </a:lnTo>
                <a:lnTo>
                  <a:pt x="5245951" y="2757284"/>
                </a:lnTo>
                <a:lnTo>
                  <a:pt x="5247818" y="2755417"/>
                </a:lnTo>
                <a:lnTo>
                  <a:pt x="5248275" y="2754299"/>
                </a:lnTo>
                <a:lnTo>
                  <a:pt x="5248275" y="2751671"/>
                </a:lnTo>
                <a:close/>
              </a:path>
              <a:path w="10296525" h="3486150">
                <a:moveTo>
                  <a:pt x="5248275" y="2028037"/>
                </a:moveTo>
                <a:lnTo>
                  <a:pt x="5247818" y="2026907"/>
                </a:lnTo>
                <a:lnTo>
                  <a:pt x="5245951" y="2025053"/>
                </a:lnTo>
                <a:lnTo>
                  <a:pt x="5244833" y="2024583"/>
                </a:lnTo>
                <a:lnTo>
                  <a:pt x="5242204" y="2024583"/>
                </a:lnTo>
                <a:lnTo>
                  <a:pt x="5241074" y="2025053"/>
                </a:lnTo>
                <a:lnTo>
                  <a:pt x="5239220" y="2026907"/>
                </a:lnTo>
                <a:lnTo>
                  <a:pt x="5238750" y="2028037"/>
                </a:lnTo>
                <a:lnTo>
                  <a:pt x="5238750" y="2030666"/>
                </a:lnTo>
                <a:lnTo>
                  <a:pt x="5239220" y="2031784"/>
                </a:lnTo>
                <a:lnTo>
                  <a:pt x="5241074" y="2033651"/>
                </a:lnTo>
                <a:lnTo>
                  <a:pt x="5242204" y="2034108"/>
                </a:lnTo>
                <a:lnTo>
                  <a:pt x="5244833" y="2034108"/>
                </a:lnTo>
                <a:lnTo>
                  <a:pt x="5245951" y="2033651"/>
                </a:lnTo>
                <a:lnTo>
                  <a:pt x="5247818" y="2031784"/>
                </a:lnTo>
                <a:lnTo>
                  <a:pt x="5248275" y="2030666"/>
                </a:lnTo>
                <a:lnTo>
                  <a:pt x="5248275" y="2028037"/>
                </a:lnTo>
                <a:close/>
              </a:path>
              <a:path w="10296525" h="3486150">
                <a:moveTo>
                  <a:pt x="5248275" y="1304391"/>
                </a:moveTo>
                <a:lnTo>
                  <a:pt x="5247818" y="1303274"/>
                </a:lnTo>
                <a:lnTo>
                  <a:pt x="5245951" y="1301419"/>
                </a:lnTo>
                <a:lnTo>
                  <a:pt x="5244833" y="1300949"/>
                </a:lnTo>
                <a:lnTo>
                  <a:pt x="5242204" y="1300949"/>
                </a:lnTo>
                <a:lnTo>
                  <a:pt x="5241074" y="1301419"/>
                </a:lnTo>
                <a:lnTo>
                  <a:pt x="5239220" y="1303274"/>
                </a:lnTo>
                <a:lnTo>
                  <a:pt x="5238750" y="1304391"/>
                </a:lnTo>
                <a:lnTo>
                  <a:pt x="5238750" y="1307033"/>
                </a:lnTo>
                <a:lnTo>
                  <a:pt x="5239220" y="1308150"/>
                </a:lnTo>
                <a:lnTo>
                  <a:pt x="5241074" y="1310005"/>
                </a:lnTo>
                <a:lnTo>
                  <a:pt x="5242204" y="1310474"/>
                </a:lnTo>
                <a:lnTo>
                  <a:pt x="5244833" y="1310474"/>
                </a:lnTo>
                <a:lnTo>
                  <a:pt x="5245951" y="1310005"/>
                </a:lnTo>
                <a:lnTo>
                  <a:pt x="5247818" y="1308150"/>
                </a:lnTo>
                <a:lnTo>
                  <a:pt x="5248275" y="1307033"/>
                </a:lnTo>
                <a:lnTo>
                  <a:pt x="5248275" y="1304391"/>
                </a:lnTo>
                <a:close/>
              </a:path>
              <a:path w="10296525" h="3486150">
                <a:moveTo>
                  <a:pt x="5248275" y="580758"/>
                </a:moveTo>
                <a:lnTo>
                  <a:pt x="5247818" y="579640"/>
                </a:lnTo>
                <a:lnTo>
                  <a:pt x="5245951" y="577773"/>
                </a:lnTo>
                <a:lnTo>
                  <a:pt x="5244833" y="577316"/>
                </a:lnTo>
                <a:lnTo>
                  <a:pt x="5242204" y="577316"/>
                </a:lnTo>
                <a:lnTo>
                  <a:pt x="5241074" y="577773"/>
                </a:lnTo>
                <a:lnTo>
                  <a:pt x="5239220" y="579640"/>
                </a:lnTo>
                <a:lnTo>
                  <a:pt x="5238750" y="580758"/>
                </a:lnTo>
                <a:lnTo>
                  <a:pt x="5238750" y="583387"/>
                </a:lnTo>
                <a:lnTo>
                  <a:pt x="5239220" y="584517"/>
                </a:lnTo>
                <a:lnTo>
                  <a:pt x="5241074" y="586371"/>
                </a:lnTo>
                <a:lnTo>
                  <a:pt x="5242204" y="586841"/>
                </a:lnTo>
                <a:lnTo>
                  <a:pt x="5244833" y="586841"/>
                </a:lnTo>
                <a:lnTo>
                  <a:pt x="5245951" y="586371"/>
                </a:lnTo>
                <a:lnTo>
                  <a:pt x="5247818" y="584517"/>
                </a:lnTo>
                <a:lnTo>
                  <a:pt x="5248275" y="583387"/>
                </a:lnTo>
                <a:lnTo>
                  <a:pt x="5248275" y="580758"/>
                </a:lnTo>
                <a:close/>
              </a:path>
              <a:path w="10296525" h="3486150">
                <a:moveTo>
                  <a:pt x="5295900" y="2751671"/>
                </a:moveTo>
                <a:lnTo>
                  <a:pt x="5295443" y="2750540"/>
                </a:lnTo>
                <a:lnTo>
                  <a:pt x="5293576" y="2748686"/>
                </a:lnTo>
                <a:lnTo>
                  <a:pt x="5292458" y="2748216"/>
                </a:lnTo>
                <a:lnTo>
                  <a:pt x="5289829" y="2748216"/>
                </a:lnTo>
                <a:lnTo>
                  <a:pt x="5288699" y="2748686"/>
                </a:lnTo>
                <a:lnTo>
                  <a:pt x="5286845" y="2750540"/>
                </a:lnTo>
                <a:lnTo>
                  <a:pt x="5286375" y="2751671"/>
                </a:lnTo>
                <a:lnTo>
                  <a:pt x="5286375" y="2754299"/>
                </a:lnTo>
                <a:lnTo>
                  <a:pt x="5286845" y="2755417"/>
                </a:lnTo>
                <a:lnTo>
                  <a:pt x="5288699" y="2757284"/>
                </a:lnTo>
                <a:lnTo>
                  <a:pt x="5289829" y="2757741"/>
                </a:lnTo>
                <a:lnTo>
                  <a:pt x="5292458" y="2757741"/>
                </a:lnTo>
                <a:lnTo>
                  <a:pt x="5293576" y="2757284"/>
                </a:lnTo>
                <a:lnTo>
                  <a:pt x="5295443" y="2755417"/>
                </a:lnTo>
                <a:lnTo>
                  <a:pt x="5295900" y="2754299"/>
                </a:lnTo>
                <a:lnTo>
                  <a:pt x="5295900" y="2751671"/>
                </a:lnTo>
                <a:close/>
              </a:path>
              <a:path w="10296525" h="3486150">
                <a:moveTo>
                  <a:pt x="5295900" y="2028037"/>
                </a:moveTo>
                <a:lnTo>
                  <a:pt x="5295443" y="2026907"/>
                </a:lnTo>
                <a:lnTo>
                  <a:pt x="5293576" y="2025053"/>
                </a:lnTo>
                <a:lnTo>
                  <a:pt x="5292458" y="2024583"/>
                </a:lnTo>
                <a:lnTo>
                  <a:pt x="5289829" y="2024583"/>
                </a:lnTo>
                <a:lnTo>
                  <a:pt x="5288699" y="2025053"/>
                </a:lnTo>
                <a:lnTo>
                  <a:pt x="5286845" y="2026907"/>
                </a:lnTo>
                <a:lnTo>
                  <a:pt x="5286375" y="2028037"/>
                </a:lnTo>
                <a:lnTo>
                  <a:pt x="5286375" y="2030666"/>
                </a:lnTo>
                <a:lnTo>
                  <a:pt x="5286845" y="2031784"/>
                </a:lnTo>
                <a:lnTo>
                  <a:pt x="5288699" y="2033651"/>
                </a:lnTo>
                <a:lnTo>
                  <a:pt x="5289829" y="2034108"/>
                </a:lnTo>
                <a:lnTo>
                  <a:pt x="5292458" y="2034108"/>
                </a:lnTo>
                <a:lnTo>
                  <a:pt x="5293576" y="2033651"/>
                </a:lnTo>
                <a:lnTo>
                  <a:pt x="5295443" y="2031784"/>
                </a:lnTo>
                <a:lnTo>
                  <a:pt x="5295900" y="2030666"/>
                </a:lnTo>
                <a:lnTo>
                  <a:pt x="5295900" y="2028037"/>
                </a:lnTo>
                <a:close/>
              </a:path>
              <a:path w="10296525" h="3486150">
                <a:moveTo>
                  <a:pt x="5295900" y="1304391"/>
                </a:moveTo>
                <a:lnTo>
                  <a:pt x="5295443" y="1303274"/>
                </a:lnTo>
                <a:lnTo>
                  <a:pt x="5293576" y="1301419"/>
                </a:lnTo>
                <a:lnTo>
                  <a:pt x="5292458" y="1300949"/>
                </a:lnTo>
                <a:lnTo>
                  <a:pt x="5289829" y="1300949"/>
                </a:lnTo>
                <a:lnTo>
                  <a:pt x="5288699" y="1301419"/>
                </a:lnTo>
                <a:lnTo>
                  <a:pt x="5286845" y="1303274"/>
                </a:lnTo>
                <a:lnTo>
                  <a:pt x="5286375" y="1304391"/>
                </a:lnTo>
                <a:lnTo>
                  <a:pt x="5286375" y="1307033"/>
                </a:lnTo>
                <a:lnTo>
                  <a:pt x="5286845" y="1308150"/>
                </a:lnTo>
                <a:lnTo>
                  <a:pt x="5288699" y="1310005"/>
                </a:lnTo>
                <a:lnTo>
                  <a:pt x="5289829" y="1310474"/>
                </a:lnTo>
                <a:lnTo>
                  <a:pt x="5292458" y="1310474"/>
                </a:lnTo>
                <a:lnTo>
                  <a:pt x="5293576" y="1310005"/>
                </a:lnTo>
                <a:lnTo>
                  <a:pt x="5295443" y="1308150"/>
                </a:lnTo>
                <a:lnTo>
                  <a:pt x="5295900" y="1307033"/>
                </a:lnTo>
                <a:lnTo>
                  <a:pt x="5295900" y="1304391"/>
                </a:lnTo>
                <a:close/>
              </a:path>
              <a:path w="10296525" h="3486150">
                <a:moveTo>
                  <a:pt x="5295900" y="580758"/>
                </a:moveTo>
                <a:lnTo>
                  <a:pt x="5295443" y="579640"/>
                </a:lnTo>
                <a:lnTo>
                  <a:pt x="5293576" y="577773"/>
                </a:lnTo>
                <a:lnTo>
                  <a:pt x="5292458" y="577316"/>
                </a:lnTo>
                <a:lnTo>
                  <a:pt x="5289829" y="577316"/>
                </a:lnTo>
                <a:lnTo>
                  <a:pt x="5288699" y="577773"/>
                </a:lnTo>
                <a:lnTo>
                  <a:pt x="5286845" y="579640"/>
                </a:lnTo>
                <a:lnTo>
                  <a:pt x="5286375" y="580758"/>
                </a:lnTo>
                <a:lnTo>
                  <a:pt x="5286375" y="583387"/>
                </a:lnTo>
                <a:lnTo>
                  <a:pt x="5286845" y="584517"/>
                </a:lnTo>
                <a:lnTo>
                  <a:pt x="5288699" y="586371"/>
                </a:lnTo>
                <a:lnTo>
                  <a:pt x="5289829" y="586841"/>
                </a:lnTo>
                <a:lnTo>
                  <a:pt x="5292458" y="586841"/>
                </a:lnTo>
                <a:lnTo>
                  <a:pt x="5293576" y="586371"/>
                </a:lnTo>
                <a:lnTo>
                  <a:pt x="5295443" y="584517"/>
                </a:lnTo>
                <a:lnTo>
                  <a:pt x="5295900" y="583387"/>
                </a:lnTo>
                <a:lnTo>
                  <a:pt x="5295900" y="580758"/>
                </a:lnTo>
                <a:close/>
              </a:path>
              <a:path w="10296525" h="3486150">
                <a:moveTo>
                  <a:pt x="5343525" y="2751671"/>
                </a:moveTo>
                <a:lnTo>
                  <a:pt x="5343068" y="2750540"/>
                </a:lnTo>
                <a:lnTo>
                  <a:pt x="5341201" y="2748686"/>
                </a:lnTo>
                <a:lnTo>
                  <a:pt x="5340083" y="2748216"/>
                </a:lnTo>
                <a:lnTo>
                  <a:pt x="5337454" y="2748216"/>
                </a:lnTo>
                <a:lnTo>
                  <a:pt x="5336324" y="2748686"/>
                </a:lnTo>
                <a:lnTo>
                  <a:pt x="5334470" y="2750540"/>
                </a:lnTo>
                <a:lnTo>
                  <a:pt x="5334000" y="2751671"/>
                </a:lnTo>
                <a:lnTo>
                  <a:pt x="5334000" y="2754299"/>
                </a:lnTo>
                <a:lnTo>
                  <a:pt x="5334470" y="2755417"/>
                </a:lnTo>
                <a:lnTo>
                  <a:pt x="5336324" y="2757284"/>
                </a:lnTo>
                <a:lnTo>
                  <a:pt x="5337454" y="2757741"/>
                </a:lnTo>
                <a:lnTo>
                  <a:pt x="5340083" y="2757741"/>
                </a:lnTo>
                <a:lnTo>
                  <a:pt x="5341201" y="2757284"/>
                </a:lnTo>
                <a:lnTo>
                  <a:pt x="5343068" y="2755417"/>
                </a:lnTo>
                <a:lnTo>
                  <a:pt x="5343525" y="2754299"/>
                </a:lnTo>
                <a:lnTo>
                  <a:pt x="5343525" y="2751671"/>
                </a:lnTo>
                <a:close/>
              </a:path>
              <a:path w="10296525" h="3486150">
                <a:moveTo>
                  <a:pt x="5343525" y="2028037"/>
                </a:moveTo>
                <a:lnTo>
                  <a:pt x="5343068" y="2026907"/>
                </a:lnTo>
                <a:lnTo>
                  <a:pt x="5341201" y="2025053"/>
                </a:lnTo>
                <a:lnTo>
                  <a:pt x="5340083" y="2024583"/>
                </a:lnTo>
                <a:lnTo>
                  <a:pt x="5337454" y="2024583"/>
                </a:lnTo>
                <a:lnTo>
                  <a:pt x="5336324" y="2025053"/>
                </a:lnTo>
                <a:lnTo>
                  <a:pt x="5334470" y="2026907"/>
                </a:lnTo>
                <a:lnTo>
                  <a:pt x="5334000" y="2028037"/>
                </a:lnTo>
                <a:lnTo>
                  <a:pt x="5334000" y="2030666"/>
                </a:lnTo>
                <a:lnTo>
                  <a:pt x="5334470" y="2031784"/>
                </a:lnTo>
                <a:lnTo>
                  <a:pt x="5336324" y="2033651"/>
                </a:lnTo>
                <a:lnTo>
                  <a:pt x="5337454" y="2034108"/>
                </a:lnTo>
                <a:lnTo>
                  <a:pt x="5340083" y="2034108"/>
                </a:lnTo>
                <a:lnTo>
                  <a:pt x="5341201" y="2033651"/>
                </a:lnTo>
                <a:lnTo>
                  <a:pt x="5343068" y="2031784"/>
                </a:lnTo>
                <a:lnTo>
                  <a:pt x="5343525" y="2030666"/>
                </a:lnTo>
                <a:lnTo>
                  <a:pt x="5343525" y="2028037"/>
                </a:lnTo>
                <a:close/>
              </a:path>
              <a:path w="10296525" h="3486150">
                <a:moveTo>
                  <a:pt x="5343525" y="1304391"/>
                </a:moveTo>
                <a:lnTo>
                  <a:pt x="5343068" y="1303274"/>
                </a:lnTo>
                <a:lnTo>
                  <a:pt x="5341201" y="1301419"/>
                </a:lnTo>
                <a:lnTo>
                  <a:pt x="5340083" y="1300949"/>
                </a:lnTo>
                <a:lnTo>
                  <a:pt x="5337454" y="1300949"/>
                </a:lnTo>
                <a:lnTo>
                  <a:pt x="5336324" y="1301419"/>
                </a:lnTo>
                <a:lnTo>
                  <a:pt x="5334470" y="1303274"/>
                </a:lnTo>
                <a:lnTo>
                  <a:pt x="5334000" y="1304391"/>
                </a:lnTo>
                <a:lnTo>
                  <a:pt x="5334000" y="1307033"/>
                </a:lnTo>
                <a:lnTo>
                  <a:pt x="5334470" y="1308150"/>
                </a:lnTo>
                <a:lnTo>
                  <a:pt x="5336324" y="1310005"/>
                </a:lnTo>
                <a:lnTo>
                  <a:pt x="5337454" y="1310474"/>
                </a:lnTo>
                <a:lnTo>
                  <a:pt x="5340083" y="1310474"/>
                </a:lnTo>
                <a:lnTo>
                  <a:pt x="5341201" y="1310005"/>
                </a:lnTo>
                <a:lnTo>
                  <a:pt x="5343068" y="1308150"/>
                </a:lnTo>
                <a:lnTo>
                  <a:pt x="5343525" y="1307033"/>
                </a:lnTo>
                <a:lnTo>
                  <a:pt x="5343525" y="1304391"/>
                </a:lnTo>
                <a:close/>
              </a:path>
              <a:path w="10296525" h="3486150">
                <a:moveTo>
                  <a:pt x="5343525" y="580758"/>
                </a:moveTo>
                <a:lnTo>
                  <a:pt x="5343068" y="579640"/>
                </a:lnTo>
                <a:lnTo>
                  <a:pt x="5341201" y="577773"/>
                </a:lnTo>
                <a:lnTo>
                  <a:pt x="5340083" y="577316"/>
                </a:lnTo>
                <a:lnTo>
                  <a:pt x="5337454" y="577316"/>
                </a:lnTo>
                <a:lnTo>
                  <a:pt x="5336324" y="577773"/>
                </a:lnTo>
                <a:lnTo>
                  <a:pt x="5334470" y="579640"/>
                </a:lnTo>
                <a:lnTo>
                  <a:pt x="5334000" y="580758"/>
                </a:lnTo>
                <a:lnTo>
                  <a:pt x="5334000" y="583387"/>
                </a:lnTo>
                <a:lnTo>
                  <a:pt x="5334470" y="584517"/>
                </a:lnTo>
                <a:lnTo>
                  <a:pt x="5336324" y="586371"/>
                </a:lnTo>
                <a:lnTo>
                  <a:pt x="5337454" y="586841"/>
                </a:lnTo>
                <a:lnTo>
                  <a:pt x="5340083" y="586841"/>
                </a:lnTo>
                <a:lnTo>
                  <a:pt x="5341201" y="586371"/>
                </a:lnTo>
                <a:lnTo>
                  <a:pt x="5343068" y="584517"/>
                </a:lnTo>
                <a:lnTo>
                  <a:pt x="5343525" y="583387"/>
                </a:lnTo>
                <a:lnTo>
                  <a:pt x="5343525" y="580758"/>
                </a:lnTo>
                <a:close/>
              </a:path>
              <a:path w="10296525" h="3486150">
                <a:moveTo>
                  <a:pt x="5391150" y="2751671"/>
                </a:moveTo>
                <a:lnTo>
                  <a:pt x="5390693" y="2750540"/>
                </a:lnTo>
                <a:lnTo>
                  <a:pt x="5388826" y="2748686"/>
                </a:lnTo>
                <a:lnTo>
                  <a:pt x="5387708" y="2748216"/>
                </a:lnTo>
                <a:lnTo>
                  <a:pt x="5385079" y="2748216"/>
                </a:lnTo>
                <a:lnTo>
                  <a:pt x="5383949" y="2748686"/>
                </a:lnTo>
                <a:lnTo>
                  <a:pt x="5382095" y="2750540"/>
                </a:lnTo>
                <a:lnTo>
                  <a:pt x="5381625" y="2751671"/>
                </a:lnTo>
                <a:lnTo>
                  <a:pt x="5381625" y="2754299"/>
                </a:lnTo>
                <a:lnTo>
                  <a:pt x="5382095" y="2755417"/>
                </a:lnTo>
                <a:lnTo>
                  <a:pt x="5383949" y="2757284"/>
                </a:lnTo>
                <a:lnTo>
                  <a:pt x="5385079" y="2757741"/>
                </a:lnTo>
                <a:lnTo>
                  <a:pt x="5387708" y="2757741"/>
                </a:lnTo>
                <a:lnTo>
                  <a:pt x="5388826" y="2757284"/>
                </a:lnTo>
                <a:lnTo>
                  <a:pt x="5390693" y="2755417"/>
                </a:lnTo>
                <a:lnTo>
                  <a:pt x="5391150" y="2754299"/>
                </a:lnTo>
                <a:lnTo>
                  <a:pt x="5391150" y="2751671"/>
                </a:lnTo>
                <a:close/>
              </a:path>
              <a:path w="10296525" h="3486150">
                <a:moveTo>
                  <a:pt x="5391150" y="2028037"/>
                </a:moveTo>
                <a:lnTo>
                  <a:pt x="5390693" y="2026907"/>
                </a:lnTo>
                <a:lnTo>
                  <a:pt x="5388826" y="2025053"/>
                </a:lnTo>
                <a:lnTo>
                  <a:pt x="5387708" y="2024583"/>
                </a:lnTo>
                <a:lnTo>
                  <a:pt x="5385079" y="2024583"/>
                </a:lnTo>
                <a:lnTo>
                  <a:pt x="5383949" y="2025053"/>
                </a:lnTo>
                <a:lnTo>
                  <a:pt x="5382095" y="2026907"/>
                </a:lnTo>
                <a:lnTo>
                  <a:pt x="5381625" y="2028037"/>
                </a:lnTo>
                <a:lnTo>
                  <a:pt x="5381625" y="2030666"/>
                </a:lnTo>
                <a:lnTo>
                  <a:pt x="5382095" y="2031784"/>
                </a:lnTo>
                <a:lnTo>
                  <a:pt x="5383949" y="2033651"/>
                </a:lnTo>
                <a:lnTo>
                  <a:pt x="5385079" y="2034108"/>
                </a:lnTo>
                <a:lnTo>
                  <a:pt x="5387708" y="2034108"/>
                </a:lnTo>
                <a:lnTo>
                  <a:pt x="5388826" y="2033651"/>
                </a:lnTo>
                <a:lnTo>
                  <a:pt x="5390693" y="2031784"/>
                </a:lnTo>
                <a:lnTo>
                  <a:pt x="5391150" y="2030666"/>
                </a:lnTo>
                <a:lnTo>
                  <a:pt x="5391150" y="2028037"/>
                </a:lnTo>
                <a:close/>
              </a:path>
              <a:path w="10296525" h="3486150">
                <a:moveTo>
                  <a:pt x="5391150" y="1304391"/>
                </a:moveTo>
                <a:lnTo>
                  <a:pt x="5390693" y="1303274"/>
                </a:lnTo>
                <a:lnTo>
                  <a:pt x="5388826" y="1301419"/>
                </a:lnTo>
                <a:lnTo>
                  <a:pt x="5387708" y="1300949"/>
                </a:lnTo>
                <a:lnTo>
                  <a:pt x="5385079" y="1300949"/>
                </a:lnTo>
                <a:lnTo>
                  <a:pt x="5383949" y="1301419"/>
                </a:lnTo>
                <a:lnTo>
                  <a:pt x="5382095" y="1303274"/>
                </a:lnTo>
                <a:lnTo>
                  <a:pt x="5381625" y="1304391"/>
                </a:lnTo>
                <a:lnTo>
                  <a:pt x="5381625" y="1307033"/>
                </a:lnTo>
                <a:lnTo>
                  <a:pt x="5382095" y="1308150"/>
                </a:lnTo>
                <a:lnTo>
                  <a:pt x="5383949" y="1310005"/>
                </a:lnTo>
                <a:lnTo>
                  <a:pt x="5385079" y="1310474"/>
                </a:lnTo>
                <a:lnTo>
                  <a:pt x="5387708" y="1310474"/>
                </a:lnTo>
                <a:lnTo>
                  <a:pt x="5388826" y="1310005"/>
                </a:lnTo>
                <a:lnTo>
                  <a:pt x="5390693" y="1308150"/>
                </a:lnTo>
                <a:lnTo>
                  <a:pt x="5391150" y="1307033"/>
                </a:lnTo>
                <a:lnTo>
                  <a:pt x="5391150" y="1304391"/>
                </a:lnTo>
                <a:close/>
              </a:path>
              <a:path w="10296525" h="3486150">
                <a:moveTo>
                  <a:pt x="5391150" y="580758"/>
                </a:moveTo>
                <a:lnTo>
                  <a:pt x="5390693" y="579640"/>
                </a:lnTo>
                <a:lnTo>
                  <a:pt x="5388826" y="577773"/>
                </a:lnTo>
                <a:lnTo>
                  <a:pt x="5387708" y="577316"/>
                </a:lnTo>
                <a:lnTo>
                  <a:pt x="5385079" y="577316"/>
                </a:lnTo>
                <a:lnTo>
                  <a:pt x="5383949" y="577773"/>
                </a:lnTo>
                <a:lnTo>
                  <a:pt x="5382095" y="579640"/>
                </a:lnTo>
                <a:lnTo>
                  <a:pt x="5381625" y="580758"/>
                </a:lnTo>
                <a:lnTo>
                  <a:pt x="5381625" y="583387"/>
                </a:lnTo>
                <a:lnTo>
                  <a:pt x="5382095" y="584517"/>
                </a:lnTo>
                <a:lnTo>
                  <a:pt x="5383949" y="586371"/>
                </a:lnTo>
                <a:lnTo>
                  <a:pt x="5385079" y="586841"/>
                </a:lnTo>
                <a:lnTo>
                  <a:pt x="5387708" y="586841"/>
                </a:lnTo>
                <a:lnTo>
                  <a:pt x="5388826" y="586371"/>
                </a:lnTo>
                <a:lnTo>
                  <a:pt x="5390693" y="584517"/>
                </a:lnTo>
                <a:lnTo>
                  <a:pt x="5391150" y="583387"/>
                </a:lnTo>
                <a:lnTo>
                  <a:pt x="5391150" y="580758"/>
                </a:lnTo>
                <a:close/>
              </a:path>
              <a:path w="10296525" h="3486150">
                <a:moveTo>
                  <a:pt x="5438775" y="2751671"/>
                </a:moveTo>
                <a:lnTo>
                  <a:pt x="5438318" y="2750540"/>
                </a:lnTo>
                <a:lnTo>
                  <a:pt x="5436451" y="2748686"/>
                </a:lnTo>
                <a:lnTo>
                  <a:pt x="5435333" y="2748216"/>
                </a:lnTo>
                <a:lnTo>
                  <a:pt x="5432704" y="2748216"/>
                </a:lnTo>
                <a:lnTo>
                  <a:pt x="5431574" y="2748686"/>
                </a:lnTo>
                <a:lnTo>
                  <a:pt x="5429720" y="2750540"/>
                </a:lnTo>
                <a:lnTo>
                  <a:pt x="5429250" y="2751671"/>
                </a:lnTo>
                <a:lnTo>
                  <a:pt x="5429250" y="2754299"/>
                </a:lnTo>
                <a:lnTo>
                  <a:pt x="5429720" y="2755417"/>
                </a:lnTo>
                <a:lnTo>
                  <a:pt x="5431574" y="2757284"/>
                </a:lnTo>
                <a:lnTo>
                  <a:pt x="5432704" y="2757741"/>
                </a:lnTo>
                <a:lnTo>
                  <a:pt x="5435333" y="2757741"/>
                </a:lnTo>
                <a:lnTo>
                  <a:pt x="5436451" y="2757284"/>
                </a:lnTo>
                <a:lnTo>
                  <a:pt x="5438318" y="2755417"/>
                </a:lnTo>
                <a:lnTo>
                  <a:pt x="5438775" y="2754299"/>
                </a:lnTo>
                <a:lnTo>
                  <a:pt x="5438775" y="2751671"/>
                </a:lnTo>
                <a:close/>
              </a:path>
              <a:path w="10296525" h="3486150">
                <a:moveTo>
                  <a:pt x="5438775" y="2028037"/>
                </a:moveTo>
                <a:lnTo>
                  <a:pt x="5438318" y="2026907"/>
                </a:lnTo>
                <a:lnTo>
                  <a:pt x="5436451" y="2025053"/>
                </a:lnTo>
                <a:lnTo>
                  <a:pt x="5435333" y="2024583"/>
                </a:lnTo>
                <a:lnTo>
                  <a:pt x="5432704" y="2024583"/>
                </a:lnTo>
                <a:lnTo>
                  <a:pt x="5431574" y="2025053"/>
                </a:lnTo>
                <a:lnTo>
                  <a:pt x="5429720" y="2026907"/>
                </a:lnTo>
                <a:lnTo>
                  <a:pt x="5429250" y="2028037"/>
                </a:lnTo>
                <a:lnTo>
                  <a:pt x="5429250" y="2030666"/>
                </a:lnTo>
                <a:lnTo>
                  <a:pt x="5429720" y="2031784"/>
                </a:lnTo>
                <a:lnTo>
                  <a:pt x="5431574" y="2033651"/>
                </a:lnTo>
                <a:lnTo>
                  <a:pt x="5432704" y="2034108"/>
                </a:lnTo>
                <a:lnTo>
                  <a:pt x="5435333" y="2034108"/>
                </a:lnTo>
                <a:lnTo>
                  <a:pt x="5436451" y="2033651"/>
                </a:lnTo>
                <a:lnTo>
                  <a:pt x="5438318" y="2031784"/>
                </a:lnTo>
                <a:lnTo>
                  <a:pt x="5438775" y="2030666"/>
                </a:lnTo>
                <a:lnTo>
                  <a:pt x="5438775" y="2028037"/>
                </a:lnTo>
                <a:close/>
              </a:path>
              <a:path w="10296525" h="3486150">
                <a:moveTo>
                  <a:pt x="5438775" y="1304391"/>
                </a:moveTo>
                <a:lnTo>
                  <a:pt x="5438318" y="1303274"/>
                </a:lnTo>
                <a:lnTo>
                  <a:pt x="5436451" y="1301419"/>
                </a:lnTo>
                <a:lnTo>
                  <a:pt x="5435333" y="1300949"/>
                </a:lnTo>
                <a:lnTo>
                  <a:pt x="5432704" y="1300949"/>
                </a:lnTo>
                <a:lnTo>
                  <a:pt x="5431574" y="1301419"/>
                </a:lnTo>
                <a:lnTo>
                  <a:pt x="5429720" y="1303274"/>
                </a:lnTo>
                <a:lnTo>
                  <a:pt x="5429250" y="1304391"/>
                </a:lnTo>
                <a:lnTo>
                  <a:pt x="5429250" y="1307033"/>
                </a:lnTo>
                <a:lnTo>
                  <a:pt x="5429720" y="1308150"/>
                </a:lnTo>
                <a:lnTo>
                  <a:pt x="5431574" y="1310005"/>
                </a:lnTo>
                <a:lnTo>
                  <a:pt x="5432704" y="1310474"/>
                </a:lnTo>
                <a:lnTo>
                  <a:pt x="5435333" y="1310474"/>
                </a:lnTo>
                <a:lnTo>
                  <a:pt x="5436451" y="1310005"/>
                </a:lnTo>
                <a:lnTo>
                  <a:pt x="5438318" y="1308150"/>
                </a:lnTo>
                <a:lnTo>
                  <a:pt x="5438775" y="1307033"/>
                </a:lnTo>
                <a:lnTo>
                  <a:pt x="5438775" y="1304391"/>
                </a:lnTo>
                <a:close/>
              </a:path>
              <a:path w="10296525" h="3486150">
                <a:moveTo>
                  <a:pt x="5438775" y="580758"/>
                </a:moveTo>
                <a:lnTo>
                  <a:pt x="5438318" y="579640"/>
                </a:lnTo>
                <a:lnTo>
                  <a:pt x="5436451" y="577773"/>
                </a:lnTo>
                <a:lnTo>
                  <a:pt x="5435333" y="577316"/>
                </a:lnTo>
                <a:lnTo>
                  <a:pt x="5432704" y="577316"/>
                </a:lnTo>
                <a:lnTo>
                  <a:pt x="5431574" y="577773"/>
                </a:lnTo>
                <a:lnTo>
                  <a:pt x="5429720" y="579640"/>
                </a:lnTo>
                <a:lnTo>
                  <a:pt x="5429250" y="580758"/>
                </a:lnTo>
                <a:lnTo>
                  <a:pt x="5429250" y="583387"/>
                </a:lnTo>
                <a:lnTo>
                  <a:pt x="5429720" y="584517"/>
                </a:lnTo>
                <a:lnTo>
                  <a:pt x="5431574" y="586371"/>
                </a:lnTo>
                <a:lnTo>
                  <a:pt x="5432704" y="586841"/>
                </a:lnTo>
                <a:lnTo>
                  <a:pt x="5435333" y="586841"/>
                </a:lnTo>
                <a:lnTo>
                  <a:pt x="5436451" y="586371"/>
                </a:lnTo>
                <a:lnTo>
                  <a:pt x="5438318" y="584517"/>
                </a:lnTo>
                <a:lnTo>
                  <a:pt x="5438775" y="583387"/>
                </a:lnTo>
                <a:lnTo>
                  <a:pt x="5438775" y="580758"/>
                </a:lnTo>
                <a:close/>
              </a:path>
              <a:path w="10296525" h="3486150">
                <a:moveTo>
                  <a:pt x="5486400" y="2751671"/>
                </a:moveTo>
                <a:lnTo>
                  <a:pt x="5485943" y="2750540"/>
                </a:lnTo>
                <a:lnTo>
                  <a:pt x="5484076" y="2748686"/>
                </a:lnTo>
                <a:lnTo>
                  <a:pt x="5482958" y="2748216"/>
                </a:lnTo>
                <a:lnTo>
                  <a:pt x="5480329" y="2748216"/>
                </a:lnTo>
                <a:lnTo>
                  <a:pt x="5479199" y="2748686"/>
                </a:lnTo>
                <a:lnTo>
                  <a:pt x="5477345" y="2750540"/>
                </a:lnTo>
                <a:lnTo>
                  <a:pt x="5476875" y="2751671"/>
                </a:lnTo>
                <a:lnTo>
                  <a:pt x="5476875" y="2754299"/>
                </a:lnTo>
                <a:lnTo>
                  <a:pt x="5477345" y="2755417"/>
                </a:lnTo>
                <a:lnTo>
                  <a:pt x="5479199" y="2757284"/>
                </a:lnTo>
                <a:lnTo>
                  <a:pt x="5480329" y="2757741"/>
                </a:lnTo>
                <a:lnTo>
                  <a:pt x="5482958" y="2757741"/>
                </a:lnTo>
                <a:lnTo>
                  <a:pt x="5484076" y="2757284"/>
                </a:lnTo>
                <a:lnTo>
                  <a:pt x="5485943" y="2755417"/>
                </a:lnTo>
                <a:lnTo>
                  <a:pt x="5486400" y="2754299"/>
                </a:lnTo>
                <a:lnTo>
                  <a:pt x="5486400" y="2751671"/>
                </a:lnTo>
                <a:close/>
              </a:path>
              <a:path w="10296525" h="3486150">
                <a:moveTo>
                  <a:pt x="5486400" y="2028037"/>
                </a:moveTo>
                <a:lnTo>
                  <a:pt x="5485943" y="2026907"/>
                </a:lnTo>
                <a:lnTo>
                  <a:pt x="5484076" y="2025053"/>
                </a:lnTo>
                <a:lnTo>
                  <a:pt x="5482958" y="2024583"/>
                </a:lnTo>
                <a:lnTo>
                  <a:pt x="5480329" y="2024583"/>
                </a:lnTo>
                <a:lnTo>
                  <a:pt x="5479199" y="2025053"/>
                </a:lnTo>
                <a:lnTo>
                  <a:pt x="5477345" y="2026907"/>
                </a:lnTo>
                <a:lnTo>
                  <a:pt x="5476875" y="2028037"/>
                </a:lnTo>
                <a:lnTo>
                  <a:pt x="5476875" y="2030666"/>
                </a:lnTo>
                <a:lnTo>
                  <a:pt x="5477345" y="2031784"/>
                </a:lnTo>
                <a:lnTo>
                  <a:pt x="5479199" y="2033651"/>
                </a:lnTo>
                <a:lnTo>
                  <a:pt x="5480329" y="2034108"/>
                </a:lnTo>
                <a:lnTo>
                  <a:pt x="5482958" y="2034108"/>
                </a:lnTo>
                <a:lnTo>
                  <a:pt x="5484076" y="2033651"/>
                </a:lnTo>
                <a:lnTo>
                  <a:pt x="5485943" y="2031784"/>
                </a:lnTo>
                <a:lnTo>
                  <a:pt x="5486400" y="2030666"/>
                </a:lnTo>
                <a:lnTo>
                  <a:pt x="5486400" y="2028037"/>
                </a:lnTo>
                <a:close/>
              </a:path>
              <a:path w="10296525" h="3486150">
                <a:moveTo>
                  <a:pt x="5486400" y="1304391"/>
                </a:moveTo>
                <a:lnTo>
                  <a:pt x="5485943" y="1303274"/>
                </a:lnTo>
                <a:lnTo>
                  <a:pt x="5484076" y="1301419"/>
                </a:lnTo>
                <a:lnTo>
                  <a:pt x="5482958" y="1300949"/>
                </a:lnTo>
                <a:lnTo>
                  <a:pt x="5480329" y="1300949"/>
                </a:lnTo>
                <a:lnTo>
                  <a:pt x="5479199" y="1301419"/>
                </a:lnTo>
                <a:lnTo>
                  <a:pt x="5477345" y="1303274"/>
                </a:lnTo>
                <a:lnTo>
                  <a:pt x="5476875" y="1304391"/>
                </a:lnTo>
                <a:lnTo>
                  <a:pt x="5476875" y="1307033"/>
                </a:lnTo>
                <a:lnTo>
                  <a:pt x="5477345" y="1308150"/>
                </a:lnTo>
                <a:lnTo>
                  <a:pt x="5479199" y="1310005"/>
                </a:lnTo>
                <a:lnTo>
                  <a:pt x="5480329" y="1310474"/>
                </a:lnTo>
                <a:lnTo>
                  <a:pt x="5482958" y="1310474"/>
                </a:lnTo>
                <a:lnTo>
                  <a:pt x="5484076" y="1310005"/>
                </a:lnTo>
                <a:lnTo>
                  <a:pt x="5485943" y="1308150"/>
                </a:lnTo>
                <a:lnTo>
                  <a:pt x="5486400" y="1307033"/>
                </a:lnTo>
                <a:lnTo>
                  <a:pt x="5486400" y="1304391"/>
                </a:lnTo>
                <a:close/>
              </a:path>
              <a:path w="10296525" h="3486150">
                <a:moveTo>
                  <a:pt x="5486400" y="580758"/>
                </a:moveTo>
                <a:lnTo>
                  <a:pt x="5485943" y="579640"/>
                </a:lnTo>
                <a:lnTo>
                  <a:pt x="5484076" y="577773"/>
                </a:lnTo>
                <a:lnTo>
                  <a:pt x="5482958" y="577316"/>
                </a:lnTo>
                <a:lnTo>
                  <a:pt x="5480329" y="577316"/>
                </a:lnTo>
                <a:lnTo>
                  <a:pt x="5479199" y="577773"/>
                </a:lnTo>
                <a:lnTo>
                  <a:pt x="5477345" y="579640"/>
                </a:lnTo>
                <a:lnTo>
                  <a:pt x="5476875" y="580758"/>
                </a:lnTo>
                <a:lnTo>
                  <a:pt x="5476875" y="583387"/>
                </a:lnTo>
                <a:lnTo>
                  <a:pt x="5477345" y="584517"/>
                </a:lnTo>
                <a:lnTo>
                  <a:pt x="5479199" y="586371"/>
                </a:lnTo>
                <a:lnTo>
                  <a:pt x="5480329" y="586841"/>
                </a:lnTo>
                <a:lnTo>
                  <a:pt x="5482958" y="586841"/>
                </a:lnTo>
                <a:lnTo>
                  <a:pt x="5484076" y="586371"/>
                </a:lnTo>
                <a:lnTo>
                  <a:pt x="5485943" y="584517"/>
                </a:lnTo>
                <a:lnTo>
                  <a:pt x="5486400" y="583387"/>
                </a:lnTo>
                <a:lnTo>
                  <a:pt x="5486400" y="580758"/>
                </a:lnTo>
                <a:close/>
              </a:path>
              <a:path w="10296525" h="3486150">
                <a:moveTo>
                  <a:pt x="5534025" y="2751671"/>
                </a:moveTo>
                <a:lnTo>
                  <a:pt x="5533568" y="2750540"/>
                </a:lnTo>
                <a:lnTo>
                  <a:pt x="5531701" y="2748686"/>
                </a:lnTo>
                <a:lnTo>
                  <a:pt x="5530583" y="2748216"/>
                </a:lnTo>
                <a:lnTo>
                  <a:pt x="5527954" y="2748216"/>
                </a:lnTo>
                <a:lnTo>
                  <a:pt x="5526824" y="2748686"/>
                </a:lnTo>
                <a:lnTo>
                  <a:pt x="5524970" y="2750540"/>
                </a:lnTo>
                <a:lnTo>
                  <a:pt x="5524500" y="2751671"/>
                </a:lnTo>
                <a:lnTo>
                  <a:pt x="5524500" y="2754299"/>
                </a:lnTo>
                <a:lnTo>
                  <a:pt x="5524970" y="2755417"/>
                </a:lnTo>
                <a:lnTo>
                  <a:pt x="5526824" y="2757284"/>
                </a:lnTo>
                <a:lnTo>
                  <a:pt x="5527954" y="2757741"/>
                </a:lnTo>
                <a:lnTo>
                  <a:pt x="5530583" y="2757741"/>
                </a:lnTo>
                <a:lnTo>
                  <a:pt x="5531701" y="2757284"/>
                </a:lnTo>
                <a:lnTo>
                  <a:pt x="5533568" y="2755417"/>
                </a:lnTo>
                <a:lnTo>
                  <a:pt x="5534025" y="2754299"/>
                </a:lnTo>
                <a:lnTo>
                  <a:pt x="5534025" y="2751671"/>
                </a:lnTo>
                <a:close/>
              </a:path>
              <a:path w="10296525" h="3486150">
                <a:moveTo>
                  <a:pt x="5534025" y="2028037"/>
                </a:moveTo>
                <a:lnTo>
                  <a:pt x="5533568" y="2026907"/>
                </a:lnTo>
                <a:lnTo>
                  <a:pt x="5531701" y="2025053"/>
                </a:lnTo>
                <a:lnTo>
                  <a:pt x="5530583" y="2024583"/>
                </a:lnTo>
                <a:lnTo>
                  <a:pt x="5527954" y="2024583"/>
                </a:lnTo>
                <a:lnTo>
                  <a:pt x="5526824" y="2025053"/>
                </a:lnTo>
                <a:lnTo>
                  <a:pt x="5524970" y="2026907"/>
                </a:lnTo>
                <a:lnTo>
                  <a:pt x="5524500" y="2028037"/>
                </a:lnTo>
                <a:lnTo>
                  <a:pt x="5524500" y="2030666"/>
                </a:lnTo>
                <a:lnTo>
                  <a:pt x="5524970" y="2031784"/>
                </a:lnTo>
                <a:lnTo>
                  <a:pt x="5526824" y="2033651"/>
                </a:lnTo>
                <a:lnTo>
                  <a:pt x="5527954" y="2034108"/>
                </a:lnTo>
                <a:lnTo>
                  <a:pt x="5530583" y="2034108"/>
                </a:lnTo>
                <a:lnTo>
                  <a:pt x="5531701" y="2033651"/>
                </a:lnTo>
                <a:lnTo>
                  <a:pt x="5533568" y="2031784"/>
                </a:lnTo>
                <a:lnTo>
                  <a:pt x="5534025" y="2030666"/>
                </a:lnTo>
                <a:lnTo>
                  <a:pt x="5534025" y="2028037"/>
                </a:lnTo>
                <a:close/>
              </a:path>
              <a:path w="10296525" h="3486150">
                <a:moveTo>
                  <a:pt x="5534025" y="1304391"/>
                </a:moveTo>
                <a:lnTo>
                  <a:pt x="5533568" y="1303274"/>
                </a:lnTo>
                <a:lnTo>
                  <a:pt x="5531701" y="1301419"/>
                </a:lnTo>
                <a:lnTo>
                  <a:pt x="5530583" y="1300949"/>
                </a:lnTo>
                <a:lnTo>
                  <a:pt x="5527954" y="1300949"/>
                </a:lnTo>
                <a:lnTo>
                  <a:pt x="5526824" y="1301419"/>
                </a:lnTo>
                <a:lnTo>
                  <a:pt x="5524970" y="1303274"/>
                </a:lnTo>
                <a:lnTo>
                  <a:pt x="5524500" y="1304391"/>
                </a:lnTo>
                <a:lnTo>
                  <a:pt x="5524500" y="1307033"/>
                </a:lnTo>
                <a:lnTo>
                  <a:pt x="5524970" y="1308150"/>
                </a:lnTo>
                <a:lnTo>
                  <a:pt x="5526824" y="1310005"/>
                </a:lnTo>
                <a:lnTo>
                  <a:pt x="5527954" y="1310474"/>
                </a:lnTo>
                <a:lnTo>
                  <a:pt x="5530583" y="1310474"/>
                </a:lnTo>
                <a:lnTo>
                  <a:pt x="5531701" y="1310005"/>
                </a:lnTo>
                <a:lnTo>
                  <a:pt x="5533568" y="1308150"/>
                </a:lnTo>
                <a:lnTo>
                  <a:pt x="5534025" y="1307033"/>
                </a:lnTo>
                <a:lnTo>
                  <a:pt x="5534025" y="1304391"/>
                </a:lnTo>
                <a:close/>
              </a:path>
              <a:path w="10296525" h="3486150">
                <a:moveTo>
                  <a:pt x="5534025" y="580758"/>
                </a:moveTo>
                <a:lnTo>
                  <a:pt x="5533568" y="579640"/>
                </a:lnTo>
                <a:lnTo>
                  <a:pt x="5531701" y="577773"/>
                </a:lnTo>
                <a:lnTo>
                  <a:pt x="5530583" y="577316"/>
                </a:lnTo>
                <a:lnTo>
                  <a:pt x="5527954" y="577316"/>
                </a:lnTo>
                <a:lnTo>
                  <a:pt x="5526824" y="577773"/>
                </a:lnTo>
                <a:lnTo>
                  <a:pt x="5524970" y="579640"/>
                </a:lnTo>
                <a:lnTo>
                  <a:pt x="5524500" y="580758"/>
                </a:lnTo>
                <a:lnTo>
                  <a:pt x="5524500" y="583387"/>
                </a:lnTo>
                <a:lnTo>
                  <a:pt x="5524970" y="584517"/>
                </a:lnTo>
                <a:lnTo>
                  <a:pt x="5526824" y="586371"/>
                </a:lnTo>
                <a:lnTo>
                  <a:pt x="5527954" y="586841"/>
                </a:lnTo>
                <a:lnTo>
                  <a:pt x="5530583" y="586841"/>
                </a:lnTo>
                <a:lnTo>
                  <a:pt x="5531701" y="586371"/>
                </a:lnTo>
                <a:lnTo>
                  <a:pt x="5533568" y="584517"/>
                </a:lnTo>
                <a:lnTo>
                  <a:pt x="5534025" y="583387"/>
                </a:lnTo>
                <a:lnTo>
                  <a:pt x="5534025" y="580758"/>
                </a:lnTo>
                <a:close/>
              </a:path>
              <a:path w="10296525" h="3486150">
                <a:moveTo>
                  <a:pt x="5581650" y="2751671"/>
                </a:moveTo>
                <a:lnTo>
                  <a:pt x="5581193" y="2750540"/>
                </a:lnTo>
                <a:lnTo>
                  <a:pt x="5579326" y="2748686"/>
                </a:lnTo>
                <a:lnTo>
                  <a:pt x="5578208" y="2748216"/>
                </a:lnTo>
                <a:lnTo>
                  <a:pt x="5575579" y="2748216"/>
                </a:lnTo>
                <a:lnTo>
                  <a:pt x="5574449" y="2748686"/>
                </a:lnTo>
                <a:lnTo>
                  <a:pt x="5572595" y="2750540"/>
                </a:lnTo>
                <a:lnTo>
                  <a:pt x="5572125" y="2751671"/>
                </a:lnTo>
                <a:lnTo>
                  <a:pt x="5572125" y="2754299"/>
                </a:lnTo>
                <a:lnTo>
                  <a:pt x="5572595" y="2755417"/>
                </a:lnTo>
                <a:lnTo>
                  <a:pt x="5574449" y="2757284"/>
                </a:lnTo>
                <a:lnTo>
                  <a:pt x="5575579" y="2757741"/>
                </a:lnTo>
                <a:lnTo>
                  <a:pt x="5578208" y="2757741"/>
                </a:lnTo>
                <a:lnTo>
                  <a:pt x="5579326" y="2757284"/>
                </a:lnTo>
                <a:lnTo>
                  <a:pt x="5581193" y="2755417"/>
                </a:lnTo>
                <a:lnTo>
                  <a:pt x="5581650" y="2754299"/>
                </a:lnTo>
                <a:lnTo>
                  <a:pt x="5581650" y="2751671"/>
                </a:lnTo>
                <a:close/>
              </a:path>
              <a:path w="10296525" h="3486150">
                <a:moveTo>
                  <a:pt x="5581650" y="2028037"/>
                </a:moveTo>
                <a:lnTo>
                  <a:pt x="5581193" y="2026907"/>
                </a:lnTo>
                <a:lnTo>
                  <a:pt x="5579326" y="2025053"/>
                </a:lnTo>
                <a:lnTo>
                  <a:pt x="5578208" y="2024583"/>
                </a:lnTo>
                <a:lnTo>
                  <a:pt x="5575579" y="2024583"/>
                </a:lnTo>
                <a:lnTo>
                  <a:pt x="5574449" y="2025053"/>
                </a:lnTo>
                <a:lnTo>
                  <a:pt x="5572595" y="2026907"/>
                </a:lnTo>
                <a:lnTo>
                  <a:pt x="5572125" y="2028037"/>
                </a:lnTo>
                <a:lnTo>
                  <a:pt x="5572125" y="2030666"/>
                </a:lnTo>
                <a:lnTo>
                  <a:pt x="5572595" y="2031784"/>
                </a:lnTo>
                <a:lnTo>
                  <a:pt x="5574449" y="2033651"/>
                </a:lnTo>
                <a:lnTo>
                  <a:pt x="5575579" y="2034108"/>
                </a:lnTo>
                <a:lnTo>
                  <a:pt x="5578208" y="2034108"/>
                </a:lnTo>
                <a:lnTo>
                  <a:pt x="5579326" y="2033651"/>
                </a:lnTo>
                <a:lnTo>
                  <a:pt x="5581193" y="2031784"/>
                </a:lnTo>
                <a:lnTo>
                  <a:pt x="5581650" y="2030666"/>
                </a:lnTo>
                <a:lnTo>
                  <a:pt x="5581650" y="2028037"/>
                </a:lnTo>
                <a:close/>
              </a:path>
              <a:path w="10296525" h="3486150">
                <a:moveTo>
                  <a:pt x="5581650" y="1304391"/>
                </a:moveTo>
                <a:lnTo>
                  <a:pt x="5581193" y="1303274"/>
                </a:lnTo>
                <a:lnTo>
                  <a:pt x="5579326" y="1301419"/>
                </a:lnTo>
                <a:lnTo>
                  <a:pt x="5578208" y="1300949"/>
                </a:lnTo>
                <a:lnTo>
                  <a:pt x="5575579" y="1300949"/>
                </a:lnTo>
                <a:lnTo>
                  <a:pt x="5574449" y="1301419"/>
                </a:lnTo>
                <a:lnTo>
                  <a:pt x="5572595" y="1303274"/>
                </a:lnTo>
                <a:lnTo>
                  <a:pt x="5572125" y="1304391"/>
                </a:lnTo>
                <a:lnTo>
                  <a:pt x="5572125" y="1307033"/>
                </a:lnTo>
                <a:lnTo>
                  <a:pt x="5572595" y="1308150"/>
                </a:lnTo>
                <a:lnTo>
                  <a:pt x="5574449" y="1310005"/>
                </a:lnTo>
                <a:lnTo>
                  <a:pt x="5575579" y="1310474"/>
                </a:lnTo>
                <a:lnTo>
                  <a:pt x="5578208" y="1310474"/>
                </a:lnTo>
                <a:lnTo>
                  <a:pt x="5579326" y="1310005"/>
                </a:lnTo>
                <a:lnTo>
                  <a:pt x="5581193" y="1308150"/>
                </a:lnTo>
                <a:lnTo>
                  <a:pt x="5581650" y="1307033"/>
                </a:lnTo>
                <a:lnTo>
                  <a:pt x="5581650" y="1304391"/>
                </a:lnTo>
                <a:close/>
              </a:path>
              <a:path w="10296525" h="3486150">
                <a:moveTo>
                  <a:pt x="5581650" y="580758"/>
                </a:moveTo>
                <a:lnTo>
                  <a:pt x="5581193" y="579640"/>
                </a:lnTo>
                <a:lnTo>
                  <a:pt x="5579326" y="577773"/>
                </a:lnTo>
                <a:lnTo>
                  <a:pt x="5578208" y="577316"/>
                </a:lnTo>
                <a:lnTo>
                  <a:pt x="5575579" y="577316"/>
                </a:lnTo>
                <a:lnTo>
                  <a:pt x="5574449" y="577773"/>
                </a:lnTo>
                <a:lnTo>
                  <a:pt x="5572595" y="579640"/>
                </a:lnTo>
                <a:lnTo>
                  <a:pt x="5572125" y="580758"/>
                </a:lnTo>
                <a:lnTo>
                  <a:pt x="5572125" y="583387"/>
                </a:lnTo>
                <a:lnTo>
                  <a:pt x="5572595" y="584517"/>
                </a:lnTo>
                <a:lnTo>
                  <a:pt x="5574449" y="586371"/>
                </a:lnTo>
                <a:lnTo>
                  <a:pt x="5575579" y="586841"/>
                </a:lnTo>
                <a:lnTo>
                  <a:pt x="5578208" y="586841"/>
                </a:lnTo>
                <a:lnTo>
                  <a:pt x="5579326" y="586371"/>
                </a:lnTo>
                <a:lnTo>
                  <a:pt x="5581193" y="584517"/>
                </a:lnTo>
                <a:lnTo>
                  <a:pt x="5581650" y="583387"/>
                </a:lnTo>
                <a:lnTo>
                  <a:pt x="5581650" y="580758"/>
                </a:lnTo>
                <a:close/>
              </a:path>
              <a:path w="10296525" h="3486150">
                <a:moveTo>
                  <a:pt x="5629275" y="2751671"/>
                </a:moveTo>
                <a:lnTo>
                  <a:pt x="5628818" y="2750540"/>
                </a:lnTo>
                <a:lnTo>
                  <a:pt x="5626951" y="2748686"/>
                </a:lnTo>
                <a:lnTo>
                  <a:pt x="5625833" y="2748216"/>
                </a:lnTo>
                <a:lnTo>
                  <a:pt x="5623204" y="2748216"/>
                </a:lnTo>
                <a:lnTo>
                  <a:pt x="5622087" y="2748686"/>
                </a:lnTo>
                <a:lnTo>
                  <a:pt x="5620220" y="2750540"/>
                </a:lnTo>
                <a:lnTo>
                  <a:pt x="5619750" y="2751671"/>
                </a:lnTo>
                <a:lnTo>
                  <a:pt x="5619750" y="2754299"/>
                </a:lnTo>
                <a:lnTo>
                  <a:pt x="5620220" y="2755417"/>
                </a:lnTo>
                <a:lnTo>
                  <a:pt x="5622087" y="2757284"/>
                </a:lnTo>
                <a:lnTo>
                  <a:pt x="5623204" y="2757741"/>
                </a:lnTo>
                <a:lnTo>
                  <a:pt x="5625833" y="2757741"/>
                </a:lnTo>
                <a:lnTo>
                  <a:pt x="5626951" y="2757284"/>
                </a:lnTo>
                <a:lnTo>
                  <a:pt x="5628818" y="2755417"/>
                </a:lnTo>
                <a:lnTo>
                  <a:pt x="5629275" y="2754299"/>
                </a:lnTo>
                <a:lnTo>
                  <a:pt x="5629275" y="2751671"/>
                </a:lnTo>
                <a:close/>
              </a:path>
              <a:path w="10296525" h="3486150">
                <a:moveTo>
                  <a:pt x="5629275" y="2028037"/>
                </a:moveTo>
                <a:lnTo>
                  <a:pt x="5628818" y="2026907"/>
                </a:lnTo>
                <a:lnTo>
                  <a:pt x="5626951" y="2025053"/>
                </a:lnTo>
                <a:lnTo>
                  <a:pt x="5625833" y="2024583"/>
                </a:lnTo>
                <a:lnTo>
                  <a:pt x="5623204" y="2024583"/>
                </a:lnTo>
                <a:lnTo>
                  <a:pt x="5622087" y="2025053"/>
                </a:lnTo>
                <a:lnTo>
                  <a:pt x="5620220" y="2026907"/>
                </a:lnTo>
                <a:lnTo>
                  <a:pt x="5619750" y="2028037"/>
                </a:lnTo>
                <a:lnTo>
                  <a:pt x="5619750" y="2030666"/>
                </a:lnTo>
                <a:lnTo>
                  <a:pt x="5620220" y="2031784"/>
                </a:lnTo>
                <a:lnTo>
                  <a:pt x="5622087" y="2033651"/>
                </a:lnTo>
                <a:lnTo>
                  <a:pt x="5623204" y="2034108"/>
                </a:lnTo>
                <a:lnTo>
                  <a:pt x="5625833" y="2034108"/>
                </a:lnTo>
                <a:lnTo>
                  <a:pt x="5626951" y="2033651"/>
                </a:lnTo>
                <a:lnTo>
                  <a:pt x="5628818" y="2031784"/>
                </a:lnTo>
                <a:lnTo>
                  <a:pt x="5629275" y="2030666"/>
                </a:lnTo>
                <a:lnTo>
                  <a:pt x="5629275" y="2028037"/>
                </a:lnTo>
                <a:close/>
              </a:path>
              <a:path w="10296525" h="3486150">
                <a:moveTo>
                  <a:pt x="5629275" y="1304391"/>
                </a:moveTo>
                <a:lnTo>
                  <a:pt x="5628818" y="1303274"/>
                </a:lnTo>
                <a:lnTo>
                  <a:pt x="5626951" y="1301419"/>
                </a:lnTo>
                <a:lnTo>
                  <a:pt x="5625833" y="1300949"/>
                </a:lnTo>
                <a:lnTo>
                  <a:pt x="5623204" y="1300949"/>
                </a:lnTo>
                <a:lnTo>
                  <a:pt x="5622087" y="1301419"/>
                </a:lnTo>
                <a:lnTo>
                  <a:pt x="5620220" y="1303274"/>
                </a:lnTo>
                <a:lnTo>
                  <a:pt x="5619750" y="1304391"/>
                </a:lnTo>
                <a:lnTo>
                  <a:pt x="5619750" y="1307033"/>
                </a:lnTo>
                <a:lnTo>
                  <a:pt x="5620220" y="1308150"/>
                </a:lnTo>
                <a:lnTo>
                  <a:pt x="5622087" y="1310005"/>
                </a:lnTo>
                <a:lnTo>
                  <a:pt x="5623204" y="1310474"/>
                </a:lnTo>
                <a:lnTo>
                  <a:pt x="5625833" y="1310474"/>
                </a:lnTo>
                <a:lnTo>
                  <a:pt x="5626951" y="1310005"/>
                </a:lnTo>
                <a:lnTo>
                  <a:pt x="5628818" y="1308150"/>
                </a:lnTo>
                <a:lnTo>
                  <a:pt x="5629275" y="1307033"/>
                </a:lnTo>
                <a:lnTo>
                  <a:pt x="5629275" y="1304391"/>
                </a:lnTo>
                <a:close/>
              </a:path>
              <a:path w="10296525" h="3486150">
                <a:moveTo>
                  <a:pt x="5629275" y="580758"/>
                </a:moveTo>
                <a:lnTo>
                  <a:pt x="5628818" y="579640"/>
                </a:lnTo>
                <a:lnTo>
                  <a:pt x="5626951" y="577773"/>
                </a:lnTo>
                <a:lnTo>
                  <a:pt x="5625833" y="577316"/>
                </a:lnTo>
                <a:lnTo>
                  <a:pt x="5623204" y="577316"/>
                </a:lnTo>
                <a:lnTo>
                  <a:pt x="5622087" y="577773"/>
                </a:lnTo>
                <a:lnTo>
                  <a:pt x="5620220" y="579640"/>
                </a:lnTo>
                <a:lnTo>
                  <a:pt x="5619750" y="580758"/>
                </a:lnTo>
                <a:lnTo>
                  <a:pt x="5619750" y="583387"/>
                </a:lnTo>
                <a:lnTo>
                  <a:pt x="5620220" y="584517"/>
                </a:lnTo>
                <a:lnTo>
                  <a:pt x="5622087" y="586371"/>
                </a:lnTo>
                <a:lnTo>
                  <a:pt x="5623204" y="586841"/>
                </a:lnTo>
                <a:lnTo>
                  <a:pt x="5625833" y="586841"/>
                </a:lnTo>
                <a:lnTo>
                  <a:pt x="5626951" y="586371"/>
                </a:lnTo>
                <a:lnTo>
                  <a:pt x="5628818" y="584517"/>
                </a:lnTo>
                <a:lnTo>
                  <a:pt x="5629275" y="583387"/>
                </a:lnTo>
                <a:lnTo>
                  <a:pt x="5629275" y="580758"/>
                </a:lnTo>
                <a:close/>
              </a:path>
              <a:path w="10296525" h="3486150">
                <a:moveTo>
                  <a:pt x="5676900" y="2751671"/>
                </a:moveTo>
                <a:lnTo>
                  <a:pt x="5676443" y="2750540"/>
                </a:lnTo>
                <a:lnTo>
                  <a:pt x="5674576" y="2748686"/>
                </a:lnTo>
                <a:lnTo>
                  <a:pt x="5673458" y="2748216"/>
                </a:lnTo>
                <a:lnTo>
                  <a:pt x="5670829" y="2748216"/>
                </a:lnTo>
                <a:lnTo>
                  <a:pt x="5669699" y="2748686"/>
                </a:lnTo>
                <a:lnTo>
                  <a:pt x="5667845" y="2750540"/>
                </a:lnTo>
                <a:lnTo>
                  <a:pt x="5667375" y="2751671"/>
                </a:lnTo>
                <a:lnTo>
                  <a:pt x="5667375" y="2754299"/>
                </a:lnTo>
                <a:lnTo>
                  <a:pt x="5667845" y="2755417"/>
                </a:lnTo>
                <a:lnTo>
                  <a:pt x="5669699" y="2757284"/>
                </a:lnTo>
                <a:lnTo>
                  <a:pt x="5670829" y="2757741"/>
                </a:lnTo>
                <a:lnTo>
                  <a:pt x="5673458" y="2757741"/>
                </a:lnTo>
                <a:lnTo>
                  <a:pt x="5674576" y="2757284"/>
                </a:lnTo>
                <a:lnTo>
                  <a:pt x="5676443" y="2755417"/>
                </a:lnTo>
                <a:lnTo>
                  <a:pt x="5676900" y="2754299"/>
                </a:lnTo>
                <a:lnTo>
                  <a:pt x="5676900" y="2751671"/>
                </a:lnTo>
                <a:close/>
              </a:path>
              <a:path w="10296525" h="3486150">
                <a:moveTo>
                  <a:pt x="5676900" y="2028037"/>
                </a:moveTo>
                <a:lnTo>
                  <a:pt x="5676443" y="2026907"/>
                </a:lnTo>
                <a:lnTo>
                  <a:pt x="5674576" y="2025053"/>
                </a:lnTo>
                <a:lnTo>
                  <a:pt x="5673458" y="2024583"/>
                </a:lnTo>
                <a:lnTo>
                  <a:pt x="5670829" y="2024583"/>
                </a:lnTo>
                <a:lnTo>
                  <a:pt x="5669699" y="2025053"/>
                </a:lnTo>
                <a:lnTo>
                  <a:pt x="5667845" y="2026907"/>
                </a:lnTo>
                <a:lnTo>
                  <a:pt x="5667375" y="2028037"/>
                </a:lnTo>
                <a:lnTo>
                  <a:pt x="5667375" y="2030666"/>
                </a:lnTo>
                <a:lnTo>
                  <a:pt x="5667845" y="2031784"/>
                </a:lnTo>
                <a:lnTo>
                  <a:pt x="5669699" y="2033651"/>
                </a:lnTo>
                <a:lnTo>
                  <a:pt x="5670829" y="2034108"/>
                </a:lnTo>
                <a:lnTo>
                  <a:pt x="5673458" y="2034108"/>
                </a:lnTo>
                <a:lnTo>
                  <a:pt x="5674576" y="2033651"/>
                </a:lnTo>
                <a:lnTo>
                  <a:pt x="5676443" y="2031784"/>
                </a:lnTo>
                <a:lnTo>
                  <a:pt x="5676900" y="2030666"/>
                </a:lnTo>
                <a:lnTo>
                  <a:pt x="5676900" y="2028037"/>
                </a:lnTo>
                <a:close/>
              </a:path>
              <a:path w="10296525" h="3486150">
                <a:moveTo>
                  <a:pt x="5676900" y="1304391"/>
                </a:moveTo>
                <a:lnTo>
                  <a:pt x="5676443" y="1303274"/>
                </a:lnTo>
                <a:lnTo>
                  <a:pt x="5674576" y="1301419"/>
                </a:lnTo>
                <a:lnTo>
                  <a:pt x="5673458" y="1300949"/>
                </a:lnTo>
                <a:lnTo>
                  <a:pt x="5670829" y="1300949"/>
                </a:lnTo>
                <a:lnTo>
                  <a:pt x="5669699" y="1301419"/>
                </a:lnTo>
                <a:lnTo>
                  <a:pt x="5667845" y="1303274"/>
                </a:lnTo>
                <a:lnTo>
                  <a:pt x="5667375" y="1304391"/>
                </a:lnTo>
                <a:lnTo>
                  <a:pt x="5667375" y="1307033"/>
                </a:lnTo>
                <a:lnTo>
                  <a:pt x="5667845" y="1308150"/>
                </a:lnTo>
                <a:lnTo>
                  <a:pt x="5669699" y="1310005"/>
                </a:lnTo>
                <a:lnTo>
                  <a:pt x="5670829" y="1310474"/>
                </a:lnTo>
                <a:lnTo>
                  <a:pt x="5673458" y="1310474"/>
                </a:lnTo>
                <a:lnTo>
                  <a:pt x="5674576" y="1310005"/>
                </a:lnTo>
                <a:lnTo>
                  <a:pt x="5676443" y="1308150"/>
                </a:lnTo>
                <a:lnTo>
                  <a:pt x="5676900" y="1307033"/>
                </a:lnTo>
                <a:lnTo>
                  <a:pt x="5676900" y="1304391"/>
                </a:lnTo>
                <a:close/>
              </a:path>
              <a:path w="10296525" h="3486150">
                <a:moveTo>
                  <a:pt x="5676900" y="580758"/>
                </a:moveTo>
                <a:lnTo>
                  <a:pt x="5676443" y="579640"/>
                </a:lnTo>
                <a:lnTo>
                  <a:pt x="5674576" y="577773"/>
                </a:lnTo>
                <a:lnTo>
                  <a:pt x="5673458" y="577316"/>
                </a:lnTo>
                <a:lnTo>
                  <a:pt x="5670829" y="577316"/>
                </a:lnTo>
                <a:lnTo>
                  <a:pt x="5669699" y="577773"/>
                </a:lnTo>
                <a:lnTo>
                  <a:pt x="5667845" y="579640"/>
                </a:lnTo>
                <a:lnTo>
                  <a:pt x="5667375" y="580758"/>
                </a:lnTo>
                <a:lnTo>
                  <a:pt x="5667375" y="583387"/>
                </a:lnTo>
                <a:lnTo>
                  <a:pt x="5667845" y="584517"/>
                </a:lnTo>
                <a:lnTo>
                  <a:pt x="5669699" y="586371"/>
                </a:lnTo>
                <a:lnTo>
                  <a:pt x="5670829" y="586841"/>
                </a:lnTo>
                <a:lnTo>
                  <a:pt x="5673458" y="586841"/>
                </a:lnTo>
                <a:lnTo>
                  <a:pt x="5674576" y="586371"/>
                </a:lnTo>
                <a:lnTo>
                  <a:pt x="5676443" y="584517"/>
                </a:lnTo>
                <a:lnTo>
                  <a:pt x="5676900" y="583387"/>
                </a:lnTo>
                <a:lnTo>
                  <a:pt x="5676900" y="580758"/>
                </a:lnTo>
                <a:close/>
              </a:path>
              <a:path w="10296525" h="3486150">
                <a:moveTo>
                  <a:pt x="5724525" y="2751671"/>
                </a:moveTo>
                <a:lnTo>
                  <a:pt x="5724068" y="2750540"/>
                </a:lnTo>
                <a:lnTo>
                  <a:pt x="5722201" y="2748686"/>
                </a:lnTo>
                <a:lnTo>
                  <a:pt x="5721083" y="2748216"/>
                </a:lnTo>
                <a:lnTo>
                  <a:pt x="5718454" y="2748216"/>
                </a:lnTo>
                <a:lnTo>
                  <a:pt x="5717324" y="2748686"/>
                </a:lnTo>
                <a:lnTo>
                  <a:pt x="5715470" y="2750540"/>
                </a:lnTo>
                <a:lnTo>
                  <a:pt x="5715000" y="2751671"/>
                </a:lnTo>
                <a:lnTo>
                  <a:pt x="5715000" y="2754299"/>
                </a:lnTo>
                <a:lnTo>
                  <a:pt x="5715470" y="2755417"/>
                </a:lnTo>
                <a:lnTo>
                  <a:pt x="5717324" y="2757284"/>
                </a:lnTo>
                <a:lnTo>
                  <a:pt x="5718454" y="2757741"/>
                </a:lnTo>
                <a:lnTo>
                  <a:pt x="5721083" y="2757741"/>
                </a:lnTo>
                <a:lnTo>
                  <a:pt x="5722201" y="2757284"/>
                </a:lnTo>
                <a:lnTo>
                  <a:pt x="5724068" y="2755417"/>
                </a:lnTo>
                <a:lnTo>
                  <a:pt x="5724525" y="2754299"/>
                </a:lnTo>
                <a:lnTo>
                  <a:pt x="5724525" y="2751671"/>
                </a:lnTo>
                <a:close/>
              </a:path>
              <a:path w="10296525" h="3486150">
                <a:moveTo>
                  <a:pt x="5724525" y="2028037"/>
                </a:moveTo>
                <a:lnTo>
                  <a:pt x="5724068" y="2026907"/>
                </a:lnTo>
                <a:lnTo>
                  <a:pt x="5722201" y="2025053"/>
                </a:lnTo>
                <a:lnTo>
                  <a:pt x="5721083" y="2024583"/>
                </a:lnTo>
                <a:lnTo>
                  <a:pt x="5718454" y="2024583"/>
                </a:lnTo>
                <a:lnTo>
                  <a:pt x="5717324" y="2025053"/>
                </a:lnTo>
                <a:lnTo>
                  <a:pt x="5715470" y="2026907"/>
                </a:lnTo>
                <a:lnTo>
                  <a:pt x="5715000" y="2028037"/>
                </a:lnTo>
                <a:lnTo>
                  <a:pt x="5715000" y="2030666"/>
                </a:lnTo>
                <a:lnTo>
                  <a:pt x="5715470" y="2031784"/>
                </a:lnTo>
                <a:lnTo>
                  <a:pt x="5717324" y="2033651"/>
                </a:lnTo>
                <a:lnTo>
                  <a:pt x="5718454" y="2034108"/>
                </a:lnTo>
                <a:lnTo>
                  <a:pt x="5721083" y="2034108"/>
                </a:lnTo>
                <a:lnTo>
                  <a:pt x="5722201" y="2033651"/>
                </a:lnTo>
                <a:lnTo>
                  <a:pt x="5724068" y="2031784"/>
                </a:lnTo>
                <a:lnTo>
                  <a:pt x="5724525" y="2030666"/>
                </a:lnTo>
                <a:lnTo>
                  <a:pt x="5724525" y="2028037"/>
                </a:lnTo>
                <a:close/>
              </a:path>
              <a:path w="10296525" h="3486150">
                <a:moveTo>
                  <a:pt x="5724525" y="1304391"/>
                </a:moveTo>
                <a:lnTo>
                  <a:pt x="5724068" y="1303274"/>
                </a:lnTo>
                <a:lnTo>
                  <a:pt x="5722201" y="1301419"/>
                </a:lnTo>
                <a:lnTo>
                  <a:pt x="5721083" y="1300949"/>
                </a:lnTo>
                <a:lnTo>
                  <a:pt x="5718454" y="1300949"/>
                </a:lnTo>
                <a:lnTo>
                  <a:pt x="5717324" y="1301419"/>
                </a:lnTo>
                <a:lnTo>
                  <a:pt x="5715470" y="1303274"/>
                </a:lnTo>
                <a:lnTo>
                  <a:pt x="5715000" y="1304391"/>
                </a:lnTo>
                <a:lnTo>
                  <a:pt x="5715000" y="1307033"/>
                </a:lnTo>
                <a:lnTo>
                  <a:pt x="5715470" y="1308150"/>
                </a:lnTo>
                <a:lnTo>
                  <a:pt x="5717324" y="1310005"/>
                </a:lnTo>
                <a:lnTo>
                  <a:pt x="5718454" y="1310474"/>
                </a:lnTo>
                <a:lnTo>
                  <a:pt x="5721083" y="1310474"/>
                </a:lnTo>
                <a:lnTo>
                  <a:pt x="5722201" y="1310005"/>
                </a:lnTo>
                <a:lnTo>
                  <a:pt x="5724068" y="1308150"/>
                </a:lnTo>
                <a:lnTo>
                  <a:pt x="5724525" y="1307033"/>
                </a:lnTo>
                <a:lnTo>
                  <a:pt x="5724525" y="1304391"/>
                </a:lnTo>
                <a:close/>
              </a:path>
              <a:path w="10296525" h="3486150">
                <a:moveTo>
                  <a:pt x="5724525" y="580758"/>
                </a:moveTo>
                <a:lnTo>
                  <a:pt x="5724068" y="579640"/>
                </a:lnTo>
                <a:lnTo>
                  <a:pt x="5722201" y="577773"/>
                </a:lnTo>
                <a:lnTo>
                  <a:pt x="5721083" y="577316"/>
                </a:lnTo>
                <a:lnTo>
                  <a:pt x="5718454" y="577316"/>
                </a:lnTo>
                <a:lnTo>
                  <a:pt x="5717324" y="577773"/>
                </a:lnTo>
                <a:lnTo>
                  <a:pt x="5715470" y="579640"/>
                </a:lnTo>
                <a:lnTo>
                  <a:pt x="5715000" y="580758"/>
                </a:lnTo>
                <a:lnTo>
                  <a:pt x="5715000" y="583387"/>
                </a:lnTo>
                <a:lnTo>
                  <a:pt x="5715470" y="584517"/>
                </a:lnTo>
                <a:lnTo>
                  <a:pt x="5717324" y="586371"/>
                </a:lnTo>
                <a:lnTo>
                  <a:pt x="5718454" y="586841"/>
                </a:lnTo>
                <a:lnTo>
                  <a:pt x="5721083" y="586841"/>
                </a:lnTo>
                <a:lnTo>
                  <a:pt x="5722201" y="586371"/>
                </a:lnTo>
                <a:lnTo>
                  <a:pt x="5724068" y="584517"/>
                </a:lnTo>
                <a:lnTo>
                  <a:pt x="5724525" y="583387"/>
                </a:lnTo>
                <a:lnTo>
                  <a:pt x="5724525" y="580758"/>
                </a:lnTo>
                <a:close/>
              </a:path>
              <a:path w="10296525" h="3486150">
                <a:moveTo>
                  <a:pt x="5772150" y="2751671"/>
                </a:moveTo>
                <a:lnTo>
                  <a:pt x="5771693" y="2750540"/>
                </a:lnTo>
                <a:lnTo>
                  <a:pt x="5769826" y="2748686"/>
                </a:lnTo>
                <a:lnTo>
                  <a:pt x="5768708" y="2748216"/>
                </a:lnTo>
                <a:lnTo>
                  <a:pt x="5766079" y="2748216"/>
                </a:lnTo>
                <a:lnTo>
                  <a:pt x="5764949" y="2748686"/>
                </a:lnTo>
                <a:lnTo>
                  <a:pt x="5763095" y="2750540"/>
                </a:lnTo>
                <a:lnTo>
                  <a:pt x="5762625" y="2751671"/>
                </a:lnTo>
                <a:lnTo>
                  <a:pt x="5762625" y="2754299"/>
                </a:lnTo>
                <a:lnTo>
                  <a:pt x="5763095" y="2755417"/>
                </a:lnTo>
                <a:lnTo>
                  <a:pt x="5764949" y="2757284"/>
                </a:lnTo>
                <a:lnTo>
                  <a:pt x="5766079" y="2757741"/>
                </a:lnTo>
                <a:lnTo>
                  <a:pt x="5768708" y="2757741"/>
                </a:lnTo>
                <a:lnTo>
                  <a:pt x="5769826" y="2757284"/>
                </a:lnTo>
                <a:lnTo>
                  <a:pt x="5771693" y="2755417"/>
                </a:lnTo>
                <a:lnTo>
                  <a:pt x="5772150" y="2754299"/>
                </a:lnTo>
                <a:lnTo>
                  <a:pt x="5772150" y="2751671"/>
                </a:lnTo>
                <a:close/>
              </a:path>
              <a:path w="10296525" h="3486150">
                <a:moveTo>
                  <a:pt x="5772150" y="2028037"/>
                </a:moveTo>
                <a:lnTo>
                  <a:pt x="5771693" y="2026907"/>
                </a:lnTo>
                <a:lnTo>
                  <a:pt x="5769826" y="2025053"/>
                </a:lnTo>
                <a:lnTo>
                  <a:pt x="5768708" y="2024583"/>
                </a:lnTo>
                <a:lnTo>
                  <a:pt x="5766079" y="2024583"/>
                </a:lnTo>
                <a:lnTo>
                  <a:pt x="5764949" y="2025053"/>
                </a:lnTo>
                <a:lnTo>
                  <a:pt x="5763095" y="2026907"/>
                </a:lnTo>
                <a:lnTo>
                  <a:pt x="5762625" y="2028037"/>
                </a:lnTo>
                <a:lnTo>
                  <a:pt x="5762625" y="2030666"/>
                </a:lnTo>
                <a:lnTo>
                  <a:pt x="5763095" y="2031784"/>
                </a:lnTo>
                <a:lnTo>
                  <a:pt x="5764949" y="2033651"/>
                </a:lnTo>
                <a:lnTo>
                  <a:pt x="5766079" y="2034108"/>
                </a:lnTo>
                <a:lnTo>
                  <a:pt x="5768708" y="2034108"/>
                </a:lnTo>
                <a:lnTo>
                  <a:pt x="5769826" y="2033651"/>
                </a:lnTo>
                <a:lnTo>
                  <a:pt x="5771693" y="2031784"/>
                </a:lnTo>
                <a:lnTo>
                  <a:pt x="5772150" y="2030666"/>
                </a:lnTo>
                <a:lnTo>
                  <a:pt x="5772150" y="2028037"/>
                </a:lnTo>
                <a:close/>
              </a:path>
              <a:path w="10296525" h="3486150">
                <a:moveTo>
                  <a:pt x="5772150" y="1304391"/>
                </a:moveTo>
                <a:lnTo>
                  <a:pt x="5771693" y="1303274"/>
                </a:lnTo>
                <a:lnTo>
                  <a:pt x="5769826" y="1301419"/>
                </a:lnTo>
                <a:lnTo>
                  <a:pt x="5768708" y="1300949"/>
                </a:lnTo>
                <a:lnTo>
                  <a:pt x="5766079" y="1300949"/>
                </a:lnTo>
                <a:lnTo>
                  <a:pt x="5764949" y="1301419"/>
                </a:lnTo>
                <a:lnTo>
                  <a:pt x="5763095" y="1303274"/>
                </a:lnTo>
                <a:lnTo>
                  <a:pt x="5762625" y="1304391"/>
                </a:lnTo>
                <a:lnTo>
                  <a:pt x="5762625" y="1307033"/>
                </a:lnTo>
                <a:lnTo>
                  <a:pt x="5763095" y="1308150"/>
                </a:lnTo>
                <a:lnTo>
                  <a:pt x="5764949" y="1310005"/>
                </a:lnTo>
                <a:lnTo>
                  <a:pt x="5766079" y="1310474"/>
                </a:lnTo>
                <a:lnTo>
                  <a:pt x="5768708" y="1310474"/>
                </a:lnTo>
                <a:lnTo>
                  <a:pt x="5769826" y="1310005"/>
                </a:lnTo>
                <a:lnTo>
                  <a:pt x="5771693" y="1308150"/>
                </a:lnTo>
                <a:lnTo>
                  <a:pt x="5772150" y="1307033"/>
                </a:lnTo>
                <a:lnTo>
                  <a:pt x="5772150" y="1304391"/>
                </a:lnTo>
                <a:close/>
              </a:path>
              <a:path w="10296525" h="3486150">
                <a:moveTo>
                  <a:pt x="5772150" y="580758"/>
                </a:moveTo>
                <a:lnTo>
                  <a:pt x="5771693" y="579640"/>
                </a:lnTo>
                <a:lnTo>
                  <a:pt x="5769826" y="577773"/>
                </a:lnTo>
                <a:lnTo>
                  <a:pt x="5768708" y="577316"/>
                </a:lnTo>
                <a:lnTo>
                  <a:pt x="5766079" y="577316"/>
                </a:lnTo>
                <a:lnTo>
                  <a:pt x="5764949" y="577773"/>
                </a:lnTo>
                <a:lnTo>
                  <a:pt x="5763095" y="579640"/>
                </a:lnTo>
                <a:lnTo>
                  <a:pt x="5762625" y="580758"/>
                </a:lnTo>
                <a:lnTo>
                  <a:pt x="5762625" y="583387"/>
                </a:lnTo>
                <a:lnTo>
                  <a:pt x="5763095" y="584517"/>
                </a:lnTo>
                <a:lnTo>
                  <a:pt x="5764949" y="586371"/>
                </a:lnTo>
                <a:lnTo>
                  <a:pt x="5766079" y="586841"/>
                </a:lnTo>
                <a:lnTo>
                  <a:pt x="5768708" y="586841"/>
                </a:lnTo>
                <a:lnTo>
                  <a:pt x="5769826" y="586371"/>
                </a:lnTo>
                <a:lnTo>
                  <a:pt x="5771693" y="584517"/>
                </a:lnTo>
                <a:lnTo>
                  <a:pt x="5772150" y="583387"/>
                </a:lnTo>
                <a:lnTo>
                  <a:pt x="5772150" y="580758"/>
                </a:lnTo>
                <a:close/>
              </a:path>
              <a:path w="10296525" h="3486150">
                <a:moveTo>
                  <a:pt x="5819775" y="2751671"/>
                </a:moveTo>
                <a:lnTo>
                  <a:pt x="5819318" y="2750540"/>
                </a:lnTo>
                <a:lnTo>
                  <a:pt x="5817451" y="2748686"/>
                </a:lnTo>
                <a:lnTo>
                  <a:pt x="5816333" y="2748216"/>
                </a:lnTo>
                <a:lnTo>
                  <a:pt x="5813704" y="2748216"/>
                </a:lnTo>
                <a:lnTo>
                  <a:pt x="5812574" y="2748686"/>
                </a:lnTo>
                <a:lnTo>
                  <a:pt x="5810720" y="2750540"/>
                </a:lnTo>
                <a:lnTo>
                  <a:pt x="5810250" y="2751671"/>
                </a:lnTo>
                <a:lnTo>
                  <a:pt x="5810250" y="2754299"/>
                </a:lnTo>
                <a:lnTo>
                  <a:pt x="5810720" y="2755417"/>
                </a:lnTo>
                <a:lnTo>
                  <a:pt x="5812574" y="2757284"/>
                </a:lnTo>
                <a:lnTo>
                  <a:pt x="5813704" y="2757741"/>
                </a:lnTo>
                <a:lnTo>
                  <a:pt x="5816333" y="2757741"/>
                </a:lnTo>
                <a:lnTo>
                  <a:pt x="5817451" y="2757284"/>
                </a:lnTo>
                <a:lnTo>
                  <a:pt x="5819318" y="2755417"/>
                </a:lnTo>
                <a:lnTo>
                  <a:pt x="5819775" y="2754299"/>
                </a:lnTo>
                <a:lnTo>
                  <a:pt x="5819775" y="2751671"/>
                </a:lnTo>
                <a:close/>
              </a:path>
              <a:path w="10296525" h="3486150">
                <a:moveTo>
                  <a:pt x="5819775" y="2028037"/>
                </a:moveTo>
                <a:lnTo>
                  <a:pt x="5819318" y="2026907"/>
                </a:lnTo>
                <a:lnTo>
                  <a:pt x="5817451" y="2025053"/>
                </a:lnTo>
                <a:lnTo>
                  <a:pt x="5816333" y="2024583"/>
                </a:lnTo>
                <a:lnTo>
                  <a:pt x="5813704" y="2024583"/>
                </a:lnTo>
                <a:lnTo>
                  <a:pt x="5812574" y="2025053"/>
                </a:lnTo>
                <a:lnTo>
                  <a:pt x="5810720" y="2026907"/>
                </a:lnTo>
                <a:lnTo>
                  <a:pt x="5810250" y="2028037"/>
                </a:lnTo>
                <a:lnTo>
                  <a:pt x="5810250" y="2030666"/>
                </a:lnTo>
                <a:lnTo>
                  <a:pt x="5810720" y="2031784"/>
                </a:lnTo>
                <a:lnTo>
                  <a:pt x="5812574" y="2033651"/>
                </a:lnTo>
                <a:lnTo>
                  <a:pt x="5813704" y="2034108"/>
                </a:lnTo>
                <a:lnTo>
                  <a:pt x="5816333" y="2034108"/>
                </a:lnTo>
                <a:lnTo>
                  <a:pt x="5817451" y="2033651"/>
                </a:lnTo>
                <a:lnTo>
                  <a:pt x="5819318" y="2031784"/>
                </a:lnTo>
                <a:lnTo>
                  <a:pt x="5819775" y="2030666"/>
                </a:lnTo>
                <a:lnTo>
                  <a:pt x="5819775" y="2028037"/>
                </a:lnTo>
                <a:close/>
              </a:path>
              <a:path w="10296525" h="3486150">
                <a:moveTo>
                  <a:pt x="5819775" y="1304391"/>
                </a:moveTo>
                <a:lnTo>
                  <a:pt x="5819318" y="1303274"/>
                </a:lnTo>
                <a:lnTo>
                  <a:pt x="5817451" y="1301419"/>
                </a:lnTo>
                <a:lnTo>
                  <a:pt x="5816333" y="1300949"/>
                </a:lnTo>
                <a:lnTo>
                  <a:pt x="5813704" y="1300949"/>
                </a:lnTo>
                <a:lnTo>
                  <a:pt x="5812574" y="1301419"/>
                </a:lnTo>
                <a:lnTo>
                  <a:pt x="5810720" y="1303274"/>
                </a:lnTo>
                <a:lnTo>
                  <a:pt x="5810250" y="1304391"/>
                </a:lnTo>
                <a:lnTo>
                  <a:pt x="5810250" y="1307033"/>
                </a:lnTo>
                <a:lnTo>
                  <a:pt x="5810720" y="1308150"/>
                </a:lnTo>
                <a:lnTo>
                  <a:pt x="5812574" y="1310005"/>
                </a:lnTo>
                <a:lnTo>
                  <a:pt x="5813704" y="1310474"/>
                </a:lnTo>
                <a:lnTo>
                  <a:pt x="5816333" y="1310474"/>
                </a:lnTo>
                <a:lnTo>
                  <a:pt x="5817451" y="1310005"/>
                </a:lnTo>
                <a:lnTo>
                  <a:pt x="5819318" y="1308150"/>
                </a:lnTo>
                <a:lnTo>
                  <a:pt x="5819775" y="1307033"/>
                </a:lnTo>
                <a:lnTo>
                  <a:pt x="5819775" y="1304391"/>
                </a:lnTo>
                <a:close/>
              </a:path>
              <a:path w="10296525" h="3486150">
                <a:moveTo>
                  <a:pt x="5819775" y="580758"/>
                </a:moveTo>
                <a:lnTo>
                  <a:pt x="5819318" y="579640"/>
                </a:lnTo>
                <a:lnTo>
                  <a:pt x="5817451" y="577773"/>
                </a:lnTo>
                <a:lnTo>
                  <a:pt x="5816333" y="577316"/>
                </a:lnTo>
                <a:lnTo>
                  <a:pt x="5813704" y="577316"/>
                </a:lnTo>
                <a:lnTo>
                  <a:pt x="5812574" y="577773"/>
                </a:lnTo>
                <a:lnTo>
                  <a:pt x="5810720" y="579640"/>
                </a:lnTo>
                <a:lnTo>
                  <a:pt x="5810250" y="580758"/>
                </a:lnTo>
                <a:lnTo>
                  <a:pt x="5810250" y="583387"/>
                </a:lnTo>
                <a:lnTo>
                  <a:pt x="5810720" y="584517"/>
                </a:lnTo>
                <a:lnTo>
                  <a:pt x="5812574" y="586371"/>
                </a:lnTo>
                <a:lnTo>
                  <a:pt x="5813704" y="586841"/>
                </a:lnTo>
                <a:lnTo>
                  <a:pt x="5816333" y="586841"/>
                </a:lnTo>
                <a:lnTo>
                  <a:pt x="5817451" y="586371"/>
                </a:lnTo>
                <a:lnTo>
                  <a:pt x="5819318" y="584517"/>
                </a:lnTo>
                <a:lnTo>
                  <a:pt x="5819775" y="583387"/>
                </a:lnTo>
                <a:lnTo>
                  <a:pt x="5819775" y="580758"/>
                </a:lnTo>
                <a:close/>
              </a:path>
              <a:path w="10296525" h="3486150">
                <a:moveTo>
                  <a:pt x="5867400" y="2751671"/>
                </a:moveTo>
                <a:lnTo>
                  <a:pt x="5866943" y="2750540"/>
                </a:lnTo>
                <a:lnTo>
                  <a:pt x="5865076" y="2748686"/>
                </a:lnTo>
                <a:lnTo>
                  <a:pt x="5863958" y="2748216"/>
                </a:lnTo>
                <a:lnTo>
                  <a:pt x="5861329" y="2748216"/>
                </a:lnTo>
                <a:lnTo>
                  <a:pt x="5860199" y="2748686"/>
                </a:lnTo>
                <a:lnTo>
                  <a:pt x="5858345" y="2750540"/>
                </a:lnTo>
                <a:lnTo>
                  <a:pt x="5857875" y="2751671"/>
                </a:lnTo>
                <a:lnTo>
                  <a:pt x="5857875" y="2754299"/>
                </a:lnTo>
                <a:lnTo>
                  <a:pt x="5858345" y="2755417"/>
                </a:lnTo>
                <a:lnTo>
                  <a:pt x="5860199" y="2757284"/>
                </a:lnTo>
                <a:lnTo>
                  <a:pt x="5861329" y="2757741"/>
                </a:lnTo>
                <a:lnTo>
                  <a:pt x="5863958" y="2757741"/>
                </a:lnTo>
                <a:lnTo>
                  <a:pt x="5865076" y="2757284"/>
                </a:lnTo>
                <a:lnTo>
                  <a:pt x="5866943" y="2755417"/>
                </a:lnTo>
                <a:lnTo>
                  <a:pt x="5867400" y="2754299"/>
                </a:lnTo>
                <a:lnTo>
                  <a:pt x="5867400" y="2751671"/>
                </a:lnTo>
                <a:close/>
              </a:path>
              <a:path w="10296525" h="3486150">
                <a:moveTo>
                  <a:pt x="5867400" y="2028037"/>
                </a:moveTo>
                <a:lnTo>
                  <a:pt x="5866943" y="2026907"/>
                </a:lnTo>
                <a:lnTo>
                  <a:pt x="5865076" y="2025053"/>
                </a:lnTo>
                <a:lnTo>
                  <a:pt x="5863958" y="2024583"/>
                </a:lnTo>
                <a:lnTo>
                  <a:pt x="5861329" y="2024583"/>
                </a:lnTo>
                <a:lnTo>
                  <a:pt x="5860199" y="2025053"/>
                </a:lnTo>
                <a:lnTo>
                  <a:pt x="5858345" y="2026907"/>
                </a:lnTo>
                <a:lnTo>
                  <a:pt x="5857875" y="2028037"/>
                </a:lnTo>
                <a:lnTo>
                  <a:pt x="5857875" y="2030666"/>
                </a:lnTo>
                <a:lnTo>
                  <a:pt x="5858345" y="2031784"/>
                </a:lnTo>
                <a:lnTo>
                  <a:pt x="5860199" y="2033651"/>
                </a:lnTo>
                <a:lnTo>
                  <a:pt x="5861329" y="2034108"/>
                </a:lnTo>
                <a:lnTo>
                  <a:pt x="5863958" y="2034108"/>
                </a:lnTo>
                <a:lnTo>
                  <a:pt x="5865076" y="2033651"/>
                </a:lnTo>
                <a:lnTo>
                  <a:pt x="5866943" y="2031784"/>
                </a:lnTo>
                <a:lnTo>
                  <a:pt x="5867400" y="2030666"/>
                </a:lnTo>
                <a:lnTo>
                  <a:pt x="5867400" y="2028037"/>
                </a:lnTo>
                <a:close/>
              </a:path>
              <a:path w="10296525" h="3486150">
                <a:moveTo>
                  <a:pt x="5867400" y="1304391"/>
                </a:moveTo>
                <a:lnTo>
                  <a:pt x="5866943" y="1303274"/>
                </a:lnTo>
                <a:lnTo>
                  <a:pt x="5865076" y="1301419"/>
                </a:lnTo>
                <a:lnTo>
                  <a:pt x="5863958" y="1300949"/>
                </a:lnTo>
                <a:lnTo>
                  <a:pt x="5861329" y="1300949"/>
                </a:lnTo>
                <a:lnTo>
                  <a:pt x="5860199" y="1301419"/>
                </a:lnTo>
                <a:lnTo>
                  <a:pt x="5858345" y="1303274"/>
                </a:lnTo>
                <a:lnTo>
                  <a:pt x="5857875" y="1304391"/>
                </a:lnTo>
                <a:lnTo>
                  <a:pt x="5857875" y="1307033"/>
                </a:lnTo>
                <a:lnTo>
                  <a:pt x="5858345" y="1308150"/>
                </a:lnTo>
                <a:lnTo>
                  <a:pt x="5860199" y="1310005"/>
                </a:lnTo>
                <a:lnTo>
                  <a:pt x="5861329" y="1310474"/>
                </a:lnTo>
                <a:lnTo>
                  <a:pt x="5863958" y="1310474"/>
                </a:lnTo>
                <a:lnTo>
                  <a:pt x="5865076" y="1310005"/>
                </a:lnTo>
                <a:lnTo>
                  <a:pt x="5866943" y="1308150"/>
                </a:lnTo>
                <a:lnTo>
                  <a:pt x="5867400" y="1307033"/>
                </a:lnTo>
                <a:lnTo>
                  <a:pt x="5867400" y="1304391"/>
                </a:lnTo>
                <a:close/>
              </a:path>
              <a:path w="10296525" h="3486150">
                <a:moveTo>
                  <a:pt x="5867400" y="580758"/>
                </a:moveTo>
                <a:lnTo>
                  <a:pt x="5866943" y="579640"/>
                </a:lnTo>
                <a:lnTo>
                  <a:pt x="5865076" y="577773"/>
                </a:lnTo>
                <a:lnTo>
                  <a:pt x="5863958" y="577316"/>
                </a:lnTo>
                <a:lnTo>
                  <a:pt x="5861329" y="577316"/>
                </a:lnTo>
                <a:lnTo>
                  <a:pt x="5860199" y="577773"/>
                </a:lnTo>
                <a:lnTo>
                  <a:pt x="5858345" y="579640"/>
                </a:lnTo>
                <a:lnTo>
                  <a:pt x="5857875" y="580758"/>
                </a:lnTo>
                <a:lnTo>
                  <a:pt x="5857875" y="583387"/>
                </a:lnTo>
                <a:lnTo>
                  <a:pt x="5858345" y="584517"/>
                </a:lnTo>
                <a:lnTo>
                  <a:pt x="5860199" y="586371"/>
                </a:lnTo>
                <a:lnTo>
                  <a:pt x="5861329" y="586841"/>
                </a:lnTo>
                <a:lnTo>
                  <a:pt x="5863958" y="586841"/>
                </a:lnTo>
                <a:lnTo>
                  <a:pt x="5865076" y="586371"/>
                </a:lnTo>
                <a:lnTo>
                  <a:pt x="5866943" y="584517"/>
                </a:lnTo>
                <a:lnTo>
                  <a:pt x="5867400" y="583387"/>
                </a:lnTo>
                <a:lnTo>
                  <a:pt x="5867400" y="580758"/>
                </a:lnTo>
                <a:close/>
              </a:path>
              <a:path w="10296525" h="3486150">
                <a:moveTo>
                  <a:pt x="5915025" y="2751671"/>
                </a:moveTo>
                <a:lnTo>
                  <a:pt x="5914568" y="2750540"/>
                </a:lnTo>
                <a:lnTo>
                  <a:pt x="5912701" y="2748686"/>
                </a:lnTo>
                <a:lnTo>
                  <a:pt x="5911583" y="2748216"/>
                </a:lnTo>
                <a:lnTo>
                  <a:pt x="5908954" y="2748216"/>
                </a:lnTo>
                <a:lnTo>
                  <a:pt x="5907824" y="2748686"/>
                </a:lnTo>
                <a:lnTo>
                  <a:pt x="5905970" y="2750540"/>
                </a:lnTo>
                <a:lnTo>
                  <a:pt x="5905500" y="2751671"/>
                </a:lnTo>
                <a:lnTo>
                  <a:pt x="5905500" y="2754299"/>
                </a:lnTo>
                <a:lnTo>
                  <a:pt x="5905970" y="2755417"/>
                </a:lnTo>
                <a:lnTo>
                  <a:pt x="5907824" y="2757284"/>
                </a:lnTo>
                <a:lnTo>
                  <a:pt x="5908954" y="2757741"/>
                </a:lnTo>
                <a:lnTo>
                  <a:pt x="5911583" y="2757741"/>
                </a:lnTo>
                <a:lnTo>
                  <a:pt x="5912701" y="2757284"/>
                </a:lnTo>
                <a:lnTo>
                  <a:pt x="5914568" y="2755417"/>
                </a:lnTo>
                <a:lnTo>
                  <a:pt x="5915025" y="2754299"/>
                </a:lnTo>
                <a:lnTo>
                  <a:pt x="5915025" y="2751671"/>
                </a:lnTo>
                <a:close/>
              </a:path>
              <a:path w="10296525" h="3486150">
                <a:moveTo>
                  <a:pt x="5915025" y="2028037"/>
                </a:moveTo>
                <a:lnTo>
                  <a:pt x="5914568" y="2026907"/>
                </a:lnTo>
                <a:lnTo>
                  <a:pt x="5912701" y="2025053"/>
                </a:lnTo>
                <a:lnTo>
                  <a:pt x="5911583" y="2024583"/>
                </a:lnTo>
                <a:lnTo>
                  <a:pt x="5908954" y="2024583"/>
                </a:lnTo>
                <a:lnTo>
                  <a:pt x="5907824" y="2025053"/>
                </a:lnTo>
                <a:lnTo>
                  <a:pt x="5905970" y="2026907"/>
                </a:lnTo>
                <a:lnTo>
                  <a:pt x="5905500" y="2028037"/>
                </a:lnTo>
                <a:lnTo>
                  <a:pt x="5905500" y="2030666"/>
                </a:lnTo>
                <a:lnTo>
                  <a:pt x="5905970" y="2031784"/>
                </a:lnTo>
                <a:lnTo>
                  <a:pt x="5907824" y="2033651"/>
                </a:lnTo>
                <a:lnTo>
                  <a:pt x="5908954" y="2034108"/>
                </a:lnTo>
                <a:lnTo>
                  <a:pt x="5911583" y="2034108"/>
                </a:lnTo>
                <a:lnTo>
                  <a:pt x="5912701" y="2033651"/>
                </a:lnTo>
                <a:lnTo>
                  <a:pt x="5914568" y="2031784"/>
                </a:lnTo>
                <a:lnTo>
                  <a:pt x="5915025" y="2030666"/>
                </a:lnTo>
                <a:lnTo>
                  <a:pt x="5915025" y="2028037"/>
                </a:lnTo>
                <a:close/>
              </a:path>
              <a:path w="10296525" h="3486150">
                <a:moveTo>
                  <a:pt x="5915025" y="1304391"/>
                </a:moveTo>
                <a:lnTo>
                  <a:pt x="5914568" y="1303274"/>
                </a:lnTo>
                <a:lnTo>
                  <a:pt x="5912701" y="1301419"/>
                </a:lnTo>
                <a:lnTo>
                  <a:pt x="5911583" y="1300949"/>
                </a:lnTo>
                <a:lnTo>
                  <a:pt x="5908954" y="1300949"/>
                </a:lnTo>
                <a:lnTo>
                  <a:pt x="5907824" y="1301419"/>
                </a:lnTo>
                <a:lnTo>
                  <a:pt x="5905970" y="1303274"/>
                </a:lnTo>
                <a:lnTo>
                  <a:pt x="5905500" y="1304391"/>
                </a:lnTo>
                <a:lnTo>
                  <a:pt x="5905500" y="1307033"/>
                </a:lnTo>
                <a:lnTo>
                  <a:pt x="5905970" y="1308150"/>
                </a:lnTo>
                <a:lnTo>
                  <a:pt x="5907824" y="1310005"/>
                </a:lnTo>
                <a:lnTo>
                  <a:pt x="5908954" y="1310474"/>
                </a:lnTo>
                <a:lnTo>
                  <a:pt x="5911583" y="1310474"/>
                </a:lnTo>
                <a:lnTo>
                  <a:pt x="5912701" y="1310005"/>
                </a:lnTo>
                <a:lnTo>
                  <a:pt x="5914568" y="1308150"/>
                </a:lnTo>
                <a:lnTo>
                  <a:pt x="5915025" y="1307033"/>
                </a:lnTo>
                <a:lnTo>
                  <a:pt x="5915025" y="1304391"/>
                </a:lnTo>
                <a:close/>
              </a:path>
              <a:path w="10296525" h="3486150">
                <a:moveTo>
                  <a:pt x="5915025" y="580758"/>
                </a:moveTo>
                <a:lnTo>
                  <a:pt x="5914568" y="579640"/>
                </a:lnTo>
                <a:lnTo>
                  <a:pt x="5912701" y="577773"/>
                </a:lnTo>
                <a:lnTo>
                  <a:pt x="5911583" y="577316"/>
                </a:lnTo>
                <a:lnTo>
                  <a:pt x="5908954" y="577316"/>
                </a:lnTo>
                <a:lnTo>
                  <a:pt x="5907824" y="577773"/>
                </a:lnTo>
                <a:lnTo>
                  <a:pt x="5905970" y="579640"/>
                </a:lnTo>
                <a:lnTo>
                  <a:pt x="5905500" y="580758"/>
                </a:lnTo>
                <a:lnTo>
                  <a:pt x="5905500" y="583387"/>
                </a:lnTo>
                <a:lnTo>
                  <a:pt x="5905970" y="584517"/>
                </a:lnTo>
                <a:lnTo>
                  <a:pt x="5907824" y="586371"/>
                </a:lnTo>
                <a:lnTo>
                  <a:pt x="5908954" y="586841"/>
                </a:lnTo>
                <a:lnTo>
                  <a:pt x="5911583" y="586841"/>
                </a:lnTo>
                <a:lnTo>
                  <a:pt x="5912701" y="586371"/>
                </a:lnTo>
                <a:lnTo>
                  <a:pt x="5914568" y="584517"/>
                </a:lnTo>
                <a:lnTo>
                  <a:pt x="5915025" y="583387"/>
                </a:lnTo>
                <a:lnTo>
                  <a:pt x="5915025" y="580758"/>
                </a:lnTo>
                <a:close/>
              </a:path>
              <a:path w="10296525" h="3486150">
                <a:moveTo>
                  <a:pt x="5962650" y="2751671"/>
                </a:moveTo>
                <a:lnTo>
                  <a:pt x="5962193" y="2750540"/>
                </a:lnTo>
                <a:lnTo>
                  <a:pt x="5960326" y="2748686"/>
                </a:lnTo>
                <a:lnTo>
                  <a:pt x="5959208" y="2748216"/>
                </a:lnTo>
                <a:lnTo>
                  <a:pt x="5956579" y="2748216"/>
                </a:lnTo>
                <a:lnTo>
                  <a:pt x="5955449" y="2748686"/>
                </a:lnTo>
                <a:lnTo>
                  <a:pt x="5953595" y="2750540"/>
                </a:lnTo>
                <a:lnTo>
                  <a:pt x="5953125" y="2751671"/>
                </a:lnTo>
                <a:lnTo>
                  <a:pt x="5953125" y="2754299"/>
                </a:lnTo>
                <a:lnTo>
                  <a:pt x="5953595" y="2755417"/>
                </a:lnTo>
                <a:lnTo>
                  <a:pt x="5955449" y="2757284"/>
                </a:lnTo>
                <a:lnTo>
                  <a:pt x="5956579" y="2757741"/>
                </a:lnTo>
                <a:lnTo>
                  <a:pt x="5959208" y="2757741"/>
                </a:lnTo>
                <a:lnTo>
                  <a:pt x="5960326" y="2757284"/>
                </a:lnTo>
                <a:lnTo>
                  <a:pt x="5962193" y="2755417"/>
                </a:lnTo>
                <a:lnTo>
                  <a:pt x="5962650" y="2754299"/>
                </a:lnTo>
                <a:lnTo>
                  <a:pt x="5962650" y="2751671"/>
                </a:lnTo>
                <a:close/>
              </a:path>
              <a:path w="10296525" h="3486150">
                <a:moveTo>
                  <a:pt x="5962650" y="2028037"/>
                </a:moveTo>
                <a:lnTo>
                  <a:pt x="5962193" y="2026907"/>
                </a:lnTo>
                <a:lnTo>
                  <a:pt x="5960326" y="2025053"/>
                </a:lnTo>
                <a:lnTo>
                  <a:pt x="5959208" y="2024583"/>
                </a:lnTo>
                <a:lnTo>
                  <a:pt x="5956579" y="2024583"/>
                </a:lnTo>
                <a:lnTo>
                  <a:pt x="5955449" y="2025053"/>
                </a:lnTo>
                <a:lnTo>
                  <a:pt x="5953595" y="2026907"/>
                </a:lnTo>
                <a:lnTo>
                  <a:pt x="5953125" y="2028037"/>
                </a:lnTo>
                <a:lnTo>
                  <a:pt x="5953125" y="2030666"/>
                </a:lnTo>
                <a:lnTo>
                  <a:pt x="5953595" y="2031784"/>
                </a:lnTo>
                <a:lnTo>
                  <a:pt x="5955449" y="2033651"/>
                </a:lnTo>
                <a:lnTo>
                  <a:pt x="5956579" y="2034108"/>
                </a:lnTo>
                <a:lnTo>
                  <a:pt x="5959208" y="2034108"/>
                </a:lnTo>
                <a:lnTo>
                  <a:pt x="5960326" y="2033651"/>
                </a:lnTo>
                <a:lnTo>
                  <a:pt x="5962193" y="2031784"/>
                </a:lnTo>
                <a:lnTo>
                  <a:pt x="5962650" y="2030666"/>
                </a:lnTo>
                <a:lnTo>
                  <a:pt x="5962650" y="2028037"/>
                </a:lnTo>
                <a:close/>
              </a:path>
              <a:path w="10296525" h="3486150">
                <a:moveTo>
                  <a:pt x="5962650" y="1304391"/>
                </a:moveTo>
                <a:lnTo>
                  <a:pt x="5962193" y="1303274"/>
                </a:lnTo>
                <a:lnTo>
                  <a:pt x="5960326" y="1301419"/>
                </a:lnTo>
                <a:lnTo>
                  <a:pt x="5959208" y="1300949"/>
                </a:lnTo>
                <a:lnTo>
                  <a:pt x="5956579" y="1300949"/>
                </a:lnTo>
                <a:lnTo>
                  <a:pt x="5955449" y="1301419"/>
                </a:lnTo>
                <a:lnTo>
                  <a:pt x="5953595" y="1303274"/>
                </a:lnTo>
                <a:lnTo>
                  <a:pt x="5953125" y="1304391"/>
                </a:lnTo>
                <a:lnTo>
                  <a:pt x="5953125" y="1307033"/>
                </a:lnTo>
                <a:lnTo>
                  <a:pt x="5953595" y="1308150"/>
                </a:lnTo>
                <a:lnTo>
                  <a:pt x="5955449" y="1310005"/>
                </a:lnTo>
                <a:lnTo>
                  <a:pt x="5956579" y="1310474"/>
                </a:lnTo>
                <a:lnTo>
                  <a:pt x="5959208" y="1310474"/>
                </a:lnTo>
                <a:lnTo>
                  <a:pt x="5960326" y="1310005"/>
                </a:lnTo>
                <a:lnTo>
                  <a:pt x="5962193" y="1308150"/>
                </a:lnTo>
                <a:lnTo>
                  <a:pt x="5962650" y="1307033"/>
                </a:lnTo>
                <a:lnTo>
                  <a:pt x="5962650" y="1304391"/>
                </a:lnTo>
                <a:close/>
              </a:path>
              <a:path w="10296525" h="3486150">
                <a:moveTo>
                  <a:pt x="5962650" y="580758"/>
                </a:moveTo>
                <a:lnTo>
                  <a:pt x="5962193" y="579640"/>
                </a:lnTo>
                <a:lnTo>
                  <a:pt x="5960326" y="577773"/>
                </a:lnTo>
                <a:lnTo>
                  <a:pt x="5959208" y="577316"/>
                </a:lnTo>
                <a:lnTo>
                  <a:pt x="5956579" y="577316"/>
                </a:lnTo>
                <a:lnTo>
                  <a:pt x="5955449" y="577773"/>
                </a:lnTo>
                <a:lnTo>
                  <a:pt x="5953595" y="579640"/>
                </a:lnTo>
                <a:lnTo>
                  <a:pt x="5953125" y="580758"/>
                </a:lnTo>
                <a:lnTo>
                  <a:pt x="5953125" y="583387"/>
                </a:lnTo>
                <a:lnTo>
                  <a:pt x="5953595" y="584517"/>
                </a:lnTo>
                <a:lnTo>
                  <a:pt x="5955449" y="586371"/>
                </a:lnTo>
                <a:lnTo>
                  <a:pt x="5956579" y="586841"/>
                </a:lnTo>
                <a:lnTo>
                  <a:pt x="5959208" y="586841"/>
                </a:lnTo>
                <a:lnTo>
                  <a:pt x="5960326" y="586371"/>
                </a:lnTo>
                <a:lnTo>
                  <a:pt x="5962193" y="584517"/>
                </a:lnTo>
                <a:lnTo>
                  <a:pt x="5962650" y="583387"/>
                </a:lnTo>
                <a:lnTo>
                  <a:pt x="5962650" y="580758"/>
                </a:lnTo>
                <a:close/>
              </a:path>
              <a:path w="10296525" h="3486150">
                <a:moveTo>
                  <a:pt x="6010275" y="2751671"/>
                </a:moveTo>
                <a:lnTo>
                  <a:pt x="6009818" y="2750540"/>
                </a:lnTo>
                <a:lnTo>
                  <a:pt x="6007951" y="2748686"/>
                </a:lnTo>
                <a:lnTo>
                  <a:pt x="6006833" y="2748216"/>
                </a:lnTo>
                <a:lnTo>
                  <a:pt x="6004204" y="2748216"/>
                </a:lnTo>
                <a:lnTo>
                  <a:pt x="6003087" y="2748686"/>
                </a:lnTo>
                <a:lnTo>
                  <a:pt x="6001220" y="2750540"/>
                </a:lnTo>
                <a:lnTo>
                  <a:pt x="6000750" y="2751671"/>
                </a:lnTo>
                <a:lnTo>
                  <a:pt x="6000750" y="2754299"/>
                </a:lnTo>
                <a:lnTo>
                  <a:pt x="6001220" y="2755417"/>
                </a:lnTo>
                <a:lnTo>
                  <a:pt x="6003087" y="2757284"/>
                </a:lnTo>
                <a:lnTo>
                  <a:pt x="6004204" y="2757741"/>
                </a:lnTo>
                <a:lnTo>
                  <a:pt x="6006833" y="2757741"/>
                </a:lnTo>
                <a:lnTo>
                  <a:pt x="6007951" y="2757284"/>
                </a:lnTo>
                <a:lnTo>
                  <a:pt x="6009818" y="2755417"/>
                </a:lnTo>
                <a:lnTo>
                  <a:pt x="6010275" y="2754299"/>
                </a:lnTo>
                <a:lnTo>
                  <a:pt x="6010275" y="2751671"/>
                </a:lnTo>
                <a:close/>
              </a:path>
              <a:path w="10296525" h="3486150">
                <a:moveTo>
                  <a:pt x="6010275" y="2028037"/>
                </a:moveTo>
                <a:lnTo>
                  <a:pt x="6009818" y="2026907"/>
                </a:lnTo>
                <a:lnTo>
                  <a:pt x="6007951" y="2025053"/>
                </a:lnTo>
                <a:lnTo>
                  <a:pt x="6006833" y="2024583"/>
                </a:lnTo>
                <a:lnTo>
                  <a:pt x="6004204" y="2024583"/>
                </a:lnTo>
                <a:lnTo>
                  <a:pt x="6003087" y="2025053"/>
                </a:lnTo>
                <a:lnTo>
                  <a:pt x="6001220" y="2026907"/>
                </a:lnTo>
                <a:lnTo>
                  <a:pt x="6000750" y="2028037"/>
                </a:lnTo>
                <a:lnTo>
                  <a:pt x="6000750" y="2030666"/>
                </a:lnTo>
                <a:lnTo>
                  <a:pt x="6001220" y="2031784"/>
                </a:lnTo>
                <a:lnTo>
                  <a:pt x="6003087" y="2033651"/>
                </a:lnTo>
                <a:lnTo>
                  <a:pt x="6004204" y="2034108"/>
                </a:lnTo>
                <a:lnTo>
                  <a:pt x="6006833" y="2034108"/>
                </a:lnTo>
                <a:lnTo>
                  <a:pt x="6007951" y="2033651"/>
                </a:lnTo>
                <a:lnTo>
                  <a:pt x="6009818" y="2031784"/>
                </a:lnTo>
                <a:lnTo>
                  <a:pt x="6010275" y="2030666"/>
                </a:lnTo>
                <a:lnTo>
                  <a:pt x="6010275" y="2028037"/>
                </a:lnTo>
                <a:close/>
              </a:path>
              <a:path w="10296525" h="3486150">
                <a:moveTo>
                  <a:pt x="6010275" y="1304391"/>
                </a:moveTo>
                <a:lnTo>
                  <a:pt x="6009818" y="1303274"/>
                </a:lnTo>
                <a:lnTo>
                  <a:pt x="6007951" y="1301419"/>
                </a:lnTo>
                <a:lnTo>
                  <a:pt x="6006833" y="1300949"/>
                </a:lnTo>
                <a:lnTo>
                  <a:pt x="6004204" y="1300949"/>
                </a:lnTo>
                <a:lnTo>
                  <a:pt x="6003087" y="1301419"/>
                </a:lnTo>
                <a:lnTo>
                  <a:pt x="6001220" y="1303274"/>
                </a:lnTo>
                <a:lnTo>
                  <a:pt x="6000750" y="1304391"/>
                </a:lnTo>
                <a:lnTo>
                  <a:pt x="6000750" y="1307033"/>
                </a:lnTo>
                <a:lnTo>
                  <a:pt x="6001220" y="1308150"/>
                </a:lnTo>
                <a:lnTo>
                  <a:pt x="6003087" y="1310005"/>
                </a:lnTo>
                <a:lnTo>
                  <a:pt x="6004204" y="1310474"/>
                </a:lnTo>
                <a:lnTo>
                  <a:pt x="6006833" y="1310474"/>
                </a:lnTo>
                <a:lnTo>
                  <a:pt x="6007951" y="1310005"/>
                </a:lnTo>
                <a:lnTo>
                  <a:pt x="6009818" y="1308150"/>
                </a:lnTo>
                <a:lnTo>
                  <a:pt x="6010275" y="1307033"/>
                </a:lnTo>
                <a:lnTo>
                  <a:pt x="6010275" y="1304391"/>
                </a:lnTo>
                <a:close/>
              </a:path>
              <a:path w="10296525" h="3486150">
                <a:moveTo>
                  <a:pt x="6010275" y="580758"/>
                </a:moveTo>
                <a:lnTo>
                  <a:pt x="6009818" y="579640"/>
                </a:lnTo>
                <a:lnTo>
                  <a:pt x="6007951" y="577773"/>
                </a:lnTo>
                <a:lnTo>
                  <a:pt x="6006833" y="577316"/>
                </a:lnTo>
                <a:lnTo>
                  <a:pt x="6004204" y="577316"/>
                </a:lnTo>
                <a:lnTo>
                  <a:pt x="6003087" y="577773"/>
                </a:lnTo>
                <a:lnTo>
                  <a:pt x="6001220" y="579640"/>
                </a:lnTo>
                <a:lnTo>
                  <a:pt x="6000750" y="580758"/>
                </a:lnTo>
                <a:lnTo>
                  <a:pt x="6000750" y="583387"/>
                </a:lnTo>
                <a:lnTo>
                  <a:pt x="6001220" y="584517"/>
                </a:lnTo>
                <a:lnTo>
                  <a:pt x="6003087" y="586371"/>
                </a:lnTo>
                <a:lnTo>
                  <a:pt x="6004204" y="586841"/>
                </a:lnTo>
                <a:lnTo>
                  <a:pt x="6006833" y="586841"/>
                </a:lnTo>
                <a:lnTo>
                  <a:pt x="6007951" y="586371"/>
                </a:lnTo>
                <a:lnTo>
                  <a:pt x="6009818" y="584517"/>
                </a:lnTo>
                <a:lnTo>
                  <a:pt x="6010275" y="583387"/>
                </a:lnTo>
                <a:lnTo>
                  <a:pt x="6010275" y="580758"/>
                </a:lnTo>
                <a:close/>
              </a:path>
              <a:path w="10296525" h="3486150">
                <a:moveTo>
                  <a:pt x="6057900" y="2751671"/>
                </a:moveTo>
                <a:lnTo>
                  <a:pt x="6057443" y="2750540"/>
                </a:lnTo>
                <a:lnTo>
                  <a:pt x="6055576" y="2748686"/>
                </a:lnTo>
                <a:lnTo>
                  <a:pt x="6054458" y="2748216"/>
                </a:lnTo>
                <a:lnTo>
                  <a:pt x="6051829" y="2748216"/>
                </a:lnTo>
                <a:lnTo>
                  <a:pt x="6050699" y="2748686"/>
                </a:lnTo>
                <a:lnTo>
                  <a:pt x="6048845" y="2750540"/>
                </a:lnTo>
                <a:lnTo>
                  <a:pt x="6048375" y="2751671"/>
                </a:lnTo>
                <a:lnTo>
                  <a:pt x="6048375" y="2754299"/>
                </a:lnTo>
                <a:lnTo>
                  <a:pt x="6048845" y="2755417"/>
                </a:lnTo>
                <a:lnTo>
                  <a:pt x="6050699" y="2757284"/>
                </a:lnTo>
                <a:lnTo>
                  <a:pt x="6051829" y="2757741"/>
                </a:lnTo>
                <a:lnTo>
                  <a:pt x="6054458" y="2757741"/>
                </a:lnTo>
                <a:lnTo>
                  <a:pt x="6055576" y="2757284"/>
                </a:lnTo>
                <a:lnTo>
                  <a:pt x="6057443" y="2755417"/>
                </a:lnTo>
                <a:lnTo>
                  <a:pt x="6057900" y="2754299"/>
                </a:lnTo>
                <a:lnTo>
                  <a:pt x="6057900" y="2751671"/>
                </a:lnTo>
                <a:close/>
              </a:path>
              <a:path w="10296525" h="3486150">
                <a:moveTo>
                  <a:pt x="6057900" y="2028037"/>
                </a:moveTo>
                <a:lnTo>
                  <a:pt x="6057443" y="2026907"/>
                </a:lnTo>
                <a:lnTo>
                  <a:pt x="6055576" y="2025053"/>
                </a:lnTo>
                <a:lnTo>
                  <a:pt x="6054458" y="2024583"/>
                </a:lnTo>
                <a:lnTo>
                  <a:pt x="6051829" y="2024583"/>
                </a:lnTo>
                <a:lnTo>
                  <a:pt x="6050699" y="2025053"/>
                </a:lnTo>
                <a:lnTo>
                  <a:pt x="6048845" y="2026907"/>
                </a:lnTo>
                <a:lnTo>
                  <a:pt x="6048375" y="2028037"/>
                </a:lnTo>
                <a:lnTo>
                  <a:pt x="6048375" y="2030666"/>
                </a:lnTo>
                <a:lnTo>
                  <a:pt x="6048845" y="2031784"/>
                </a:lnTo>
                <a:lnTo>
                  <a:pt x="6050699" y="2033651"/>
                </a:lnTo>
                <a:lnTo>
                  <a:pt x="6051829" y="2034108"/>
                </a:lnTo>
                <a:lnTo>
                  <a:pt x="6054458" y="2034108"/>
                </a:lnTo>
                <a:lnTo>
                  <a:pt x="6055576" y="2033651"/>
                </a:lnTo>
                <a:lnTo>
                  <a:pt x="6057443" y="2031784"/>
                </a:lnTo>
                <a:lnTo>
                  <a:pt x="6057900" y="2030666"/>
                </a:lnTo>
                <a:lnTo>
                  <a:pt x="6057900" y="2028037"/>
                </a:lnTo>
                <a:close/>
              </a:path>
              <a:path w="10296525" h="3486150">
                <a:moveTo>
                  <a:pt x="6057900" y="1304391"/>
                </a:moveTo>
                <a:lnTo>
                  <a:pt x="6057443" y="1303274"/>
                </a:lnTo>
                <a:lnTo>
                  <a:pt x="6055576" y="1301419"/>
                </a:lnTo>
                <a:lnTo>
                  <a:pt x="6054458" y="1300949"/>
                </a:lnTo>
                <a:lnTo>
                  <a:pt x="6051829" y="1300949"/>
                </a:lnTo>
                <a:lnTo>
                  <a:pt x="6050699" y="1301419"/>
                </a:lnTo>
                <a:lnTo>
                  <a:pt x="6048845" y="1303274"/>
                </a:lnTo>
                <a:lnTo>
                  <a:pt x="6048375" y="1304391"/>
                </a:lnTo>
                <a:lnTo>
                  <a:pt x="6048375" y="1307033"/>
                </a:lnTo>
                <a:lnTo>
                  <a:pt x="6048845" y="1308150"/>
                </a:lnTo>
                <a:lnTo>
                  <a:pt x="6050699" y="1310005"/>
                </a:lnTo>
                <a:lnTo>
                  <a:pt x="6051829" y="1310474"/>
                </a:lnTo>
                <a:lnTo>
                  <a:pt x="6054458" y="1310474"/>
                </a:lnTo>
                <a:lnTo>
                  <a:pt x="6055576" y="1310005"/>
                </a:lnTo>
                <a:lnTo>
                  <a:pt x="6057443" y="1308150"/>
                </a:lnTo>
                <a:lnTo>
                  <a:pt x="6057900" y="1307033"/>
                </a:lnTo>
                <a:lnTo>
                  <a:pt x="6057900" y="1304391"/>
                </a:lnTo>
                <a:close/>
              </a:path>
              <a:path w="10296525" h="3486150">
                <a:moveTo>
                  <a:pt x="6057900" y="580758"/>
                </a:moveTo>
                <a:lnTo>
                  <a:pt x="6057443" y="579640"/>
                </a:lnTo>
                <a:lnTo>
                  <a:pt x="6055576" y="577773"/>
                </a:lnTo>
                <a:lnTo>
                  <a:pt x="6054458" y="577316"/>
                </a:lnTo>
                <a:lnTo>
                  <a:pt x="6051829" y="577316"/>
                </a:lnTo>
                <a:lnTo>
                  <a:pt x="6050699" y="577773"/>
                </a:lnTo>
                <a:lnTo>
                  <a:pt x="6048845" y="579640"/>
                </a:lnTo>
                <a:lnTo>
                  <a:pt x="6048375" y="580758"/>
                </a:lnTo>
                <a:lnTo>
                  <a:pt x="6048375" y="583387"/>
                </a:lnTo>
                <a:lnTo>
                  <a:pt x="6048845" y="584517"/>
                </a:lnTo>
                <a:lnTo>
                  <a:pt x="6050699" y="586371"/>
                </a:lnTo>
                <a:lnTo>
                  <a:pt x="6051829" y="586841"/>
                </a:lnTo>
                <a:lnTo>
                  <a:pt x="6054458" y="586841"/>
                </a:lnTo>
                <a:lnTo>
                  <a:pt x="6055576" y="586371"/>
                </a:lnTo>
                <a:lnTo>
                  <a:pt x="6057443" y="584517"/>
                </a:lnTo>
                <a:lnTo>
                  <a:pt x="6057900" y="583387"/>
                </a:lnTo>
                <a:lnTo>
                  <a:pt x="6057900" y="580758"/>
                </a:lnTo>
                <a:close/>
              </a:path>
              <a:path w="10296525" h="3486150">
                <a:moveTo>
                  <a:pt x="6105525" y="2751671"/>
                </a:moveTo>
                <a:lnTo>
                  <a:pt x="6105068" y="2750540"/>
                </a:lnTo>
                <a:lnTo>
                  <a:pt x="6103201" y="2748686"/>
                </a:lnTo>
                <a:lnTo>
                  <a:pt x="6102083" y="2748216"/>
                </a:lnTo>
                <a:lnTo>
                  <a:pt x="6099454" y="2748216"/>
                </a:lnTo>
                <a:lnTo>
                  <a:pt x="6098324" y="2748686"/>
                </a:lnTo>
                <a:lnTo>
                  <a:pt x="6096470" y="2750540"/>
                </a:lnTo>
                <a:lnTo>
                  <a:pt x="6096000" y="2751671"/>
                </a:lnTo>
                <a:lnTo>
                  <a:pt x="6096000" y="2754299"/>
                </a:lnTo>
                <a:lnTo>
                  <a:pt x="6096470" y="2755417"/>
                </a:lnTo>
                <a:lnTo>
                  <a:pt x="6098324" y="2757284"/>
                </a:lnTo>
                <a:lnTo>
                  <a:pt x="6099454" y="2757741"/>
                </a:lnTo>
                <a:lnTo>
                  <a:pt x="6102083" y="2757741"/>
                </a:lnTo>
                <a:lnTo>
                  <a:pt x="6103201" y="2757284"/>
                </a:lnTo>
                <a:lnTo>
                  <a:pt x="6105068" y="2755417"/>
                </a:lnTo>
                <a:lnTo>
                  <a:pt x="6105525" y="2754299"/>
                </a:lnTo>
                <a:lnTo>
                  <a:pt x="6105525" y="2751671"/>
                </a:lnTo>
                <a:close/>
              </a:path>
              <a:path w="10296525" h="3486150">
                <a:moveTo>
                  <a:pt x="6105525" y="2028037"/>
                </a:moveTo>
                <a:lnTo>
                  <a:pt x="6105068" y="2026907"/>
                </a:lnTo>
                <a:lnTo>
                  <a:pt x="6103201" y="2025053"/>
                </a:lnTo>
                <a:lnTo>
                  <a:pt x="6102083" y="2024583"/>
                </a:lnTo>
                <a:lnTo>
                  <a:pt x="6099454" y="2024583"/>
                </a:lnTo>
                <a:lnTo>
                  <a:pt x="6098324" y="2025053"/>
                </a:lnTo>
                <a:lnTo>
                  <a:pt x="6096470" y="2026907"/>
                </a:lnTo>
                <a:lnTo>
                  <a:pt x="6096000" y="2028037"/>
                </a:lnTo>
                <a:lnTo>
                  <a:pt x="6096000" y="2030666"/>
                </a:lnTo>
                <a:lnTo>
                  <a:pt x="6096470" y="2031784"/>
                </a:lnTo>
                <a:lnTo>
                  <a:pt x="6098324" y="2033651"/>
                </a:lnTo>
                <a:lnTo>
                  <a:pt x="6099454" y="2034108"/>
                </a:lnTo>
                <a:lnTo>
                  <a:pt x="6102083" y="2034108"/>
                </a:lnTo>
                <a:lnTo>
                  <a:pt x="6103201" y="2033651"/>
                </a:lnTo>
                <a:lnTo>
                  <a:pt x="6105068" y="2031784"/>
                </a:lnTo>
                <a:lnTo>
                  <a:pt x="6105525" y="2030666"/>
                </a:lnTo>
                <a:lnTo>
                  <a:pt x="6105525" y="2028037"/>
                </a:lnTo>
                <a:close/>
              </a:path>
              <a:path w="10296525" h="3486150">
                <a:moveTo>
                  <a:pt x="6105525" y="1304391"/>
                </a:moveTo>
                <a:lnTo>
                  <a:pt x="6105068" y="1303274"/>
                </a:lnTo>
                <a:lnTo>
                  <a:pt x="6103201" y="1301419"/>
                </a:lnTo>
                <a:lnTo>
                  <a:pt x="6102083" y="1300949"/>
                </a:lnTo>
                <a:lnTo>
                  <a:pt x="6099454" y="1300949"/>
                </a:lnTo>
                <a:lnTo>
                  <a:pt x="6098324" y="1301419"/>
                </a:lnTo>
                <a:lnTo>
                  <a:pt x="6096470" y="1303274"/>
                </a:lnTo>
                <a:lnTo>
                  <a:pt x="6096000" y="1304391"/>
                </a:lnTo>
                <a:lnTo>
                  <a:pt x="6096000" y="1307033"/>
                </a:lnTo>
                <a:lnTo>
                  <a:pt x="6096470" y="1308150"/>
                </a:lnTo>
                <a:lnTo>
                  <a:pt x="6098324" y="1310005"/>
                </a:lnTo>
                <a:lnTo>
                  <a:pt x="6099454" y="1310474"/>
                </a:lnTo>
                <a:lnTo>
                  <a:pt x="6102083" y="1310474"/>
                </a:lnTo>
                <a:lnTo>
                  <a:pt x="6103201" y="1310005"/>
                </a:lnTo>
                <a:lnTo>
                  <a:pt x="6105068" y="1308150"/>
                </a:lnTo>
                <a:lnTo>
                  <a:pt x="6105525" y="1307033"/>
                </a:lnTo>
                <a:lnTo>
                  <a:pt x="6105525" y="1304391"/>
                </a:lnTo>
                <a:close/>
              </a:path>
              <a:path w="10296525" h="3486150">
                <a:moveTo>
                  <a:pt x="6105525" y="580758"/>
                </a:moveTo>
                <a:lnTo>
                  <a:pt x="6105068" y="579640"/>
                </a:lnTo>
                <a:lnTo>
                  <a:pt x="6103201" y="577773"/>
                </a:lnTo>
                <a:lnTo>
                  <a:pt x="6102083" y="577316"/>
                </a:lnTo>
                <a:lnTo>
                  <a:pt x="6099454" y="577316"/>
                </a:lnTo>
                <a:lnTo>
                  <a:pt x="6098324" y="577773"/>
                </a:lnTo>
                <a:lnTo>
                  <a:pt x="6096470" y="579640"/>
                </a:lnTo>
                <a:lnTo>
                  <a:pt x="6096000" y="580758"/>
                </a:lnTo>
                <a:lnTo>
                  <a:pt x="6096000" y="583387"/>
                </a:lnTo>
                <a:lnTo>
                  <a:pt x="6096470" y="584517"/>
                </a:lnTo>
                <a:lnTo>
                  <a:pt x="6098324" y="586371"/>
                </a:lnTo>
                <a:lnTo>
                  <a:pt x="6099454" y="586841"/>
                </a:lnTo>
                <a:lnTo>
                  <a:pt x="6102083" y="586841"/>
                </a:lnTo>
                <a:lnTo>
                  <a:pt x="6103201" y="586371"/>
                </a:lnTo>
                <a:lnTo>
                  <a:pt x="6105068" y="584517"/>
                </a:lnTo>
                <a:lnTo>
                  <a:pt x="6105525" y="583387"/>
                </a:lnTo>
                <a:lnTo>
                  <a:pt x="6105525" y="580758"/>
                </a:lnTo>
                <a:close/>
              </a:path>
              <a:path w="10296525" h="3486150">
                <a:moveTo>
                  <a:pt x="6153150" y="2751671"/>
                </a:moveTo>
                <a:lnTo>
                  <a:pt x="6152693" y="2750540"/>
                </a:lnTo>
                <a:lnTo>
                  <a:pt x="6150826" y="2748686"/>
                </a:lnTo>
                <a:lnTo>
                  <a:pt x="6149708" y="2748216"/>
                </a:lnTo>
                <a:lnTo>
                  <a:pt x="6147079" y="2748216"/>
                </a:lnTo>
                <a:lnTo>
                  <a:pt x="6145949" y="2748686"/>
                </a:lnTo>
                <a:lnTo>
                  <a:pt x="6144095" y="2750540"/>
                </a:lnTo>
                <a:lnTo>
                  <a:pt x="6143625" y="2751671"/>
                </a:lnTo>
                <a:lnTo>
                  <a:pt x="6143625" y="2754299"/>
                </a:lnTo>
                <a:lnTo>
                  <a:pt x="6144095" y="2755417"/>
                </a:lnTo>
                <a:lnTo>
                  <a:pt x="6145949" y="2757284"/>
                </a:lnTo>
                <a:lnTo>
                  <a:pt x="6147079" y="2757741"/>
                </a:lnTo>
                <a:lnTo>
                  <a:pt x="6149708" y="2757741"/>
                </a:lnTo>
                <a:lnTo>
                  <a:pt x="6150826" y="2757284"/>
                </a:lnTo>
                <a:lnTo>
                  <a:pt x="6152693" y="2755417"/>
                </a:lnTo>
                <a:lnTo>
                  <a:pt x="6153150" y="2754299"/>
                </a:lnTo>
                <a:lnTo>
                  <a:pt x="6153150" y="2751671"/>
                </a:lnTo>
                <a:close/>
              </a:path>
              <a:path w="10296525" h="3486150">
                <a:moveTo>
                  <a:pt x="6153150" y="2028037"/>
                </a:moveTo>
                <a:lnTo>
                  <a:pt x="6152693" y="2026907"/>
                </a:lnTo>
                <a:lnTo>
                  <a:pt x="6150826" y="2025053"/>
                </a:lnTo>
                <a:lnTo>
                  <a:pt x="6149708" y="2024583"/>
                </a:lnTo>
                <a:lnTo>
                  <a:pt x="6147079" y="2024583"/>
                </a:lnTo>
                <a:lnTo>
                  <a:pt x="6145949" y="2025053"/>
                </a:lnTo>
                <a:lnTo>
                  <a:pt x="6144095" y="2026907"/>
                </a:lnTo>
                <a:lnTo>
                  <a:pt x="6143625" y="2028037"/>
                </a:lnTo>
                <a:lnTo>
                  <a:pt x="6143625" y="2030666"/>
                </a:lnTo>
                <a:lnTo>
                  <a:pt x="6144095" y="2031784"/>
                </a:lnTo>
                <a:lnTo>
                  <a:pt x="6145949" y="2033651"/>
                </a:lnTo>
                <a:lnTo>
                  <a:pt x="6147079" y="2034108"/>
                </a:lnTo>
                <a:lnTo>
                  <a:pt x="6149708" y="2034108"/>
                </a:lnTo>
                <a:lnTo>
                  <a:pt x="6150826" y="2033651"/>
                </a:lnTo>
                <a:lnTo>
                  <a:pt x="6152693" y="2031784"/>
                </a:lnTo>
                <a:lnTo>
                  <a:pt x="6153150" y="2030666"/>
                </a:lnTo>
                <a:lnTo>
                  <a:pt x="6153150" y="2028037"/>
                </a:lnTo>
                <a:close/>
              </a:path>
              <a:path w="10296525" h="3486150">
                <a:moveTo>
                  <a:pt x="6153150" y="1304391"/>
                </a:moveTo>
                <a:lnTo>
                  <a:pt x="6152693" y="1303274"/>
                </a:lnTo>
                <a:lnTo>
                  <a:pt x="6150826" y="1301419"/>
                </a:lnTo>
                <a:lnTo>
                  <a:pt x="6149708" y="1300949"/>
                </a:lnTo>
                <a:lnTo>
                  <a:pt x="6147079" y="1300949"/>
                </a:lnTo>
                <a:lnTo>
                  <a:pt x="6145949" y="1301419"/>
                </a:lnTo>
                <a:lnTo>
                  <a:pt x="6144095" y="1303274"/>
                </a:lnTo>
                <a:lnTo>
                  <a:pt x="6143625" y="1304391"/>
                </a:lnTo>
                <a:lnTo>
                  <a:pt x="6143625" y="1307033"/>
                </a:lnTo>
                <a:lnTo>
                  <a:pt x="6144095" y="1308150"/>
                </a:lnTo>
                <a:lnTo>
                  <a:pt x="6145949" y="1310005"/>
                </a:lnTo>
                <a:lnTo>
                  <a:pt x="6147079" y="1310474"/>
                </a:lnTo>
                <a:lnTo>
                  <a:pt x="6149708" y="1310474"/>
                </a:lnTo>
                <a:lnTo>
                  <a:pt x="6150826" y="1310005"/>
                </a:lnTo>
                <a:lnTo>
                  <a:pt x="6152693" y="1308150"/>
                </a:lnTo>
                <a:lnTo>
                  <a:pt x="6153150" y="1307033"/>
                </a:lnTo>
                <a:lnTo>
                  <a:pt x="6153150" y="1304391"/>
                </a:lnTo>
                <a:close/>
              </a:path>
              <a:path w="10296525" h="3486150">
                <a:moveTo>
                  <a:pt x="6153150" y="580758"/>
                </a:moveTo>
                <a:lnTo>
                  <a:pt x="6152693" y="579640"/>
                </a:lnTo>
                <a:lnTo>
                  <a:pt x="6150826" y="577773"/>
                </a:lnTo>
                <a:lnTo>
                  <a:pt x="6149708" y="577316"/>
                </a:lnTo>
                <a:lnTo>
                  <a:pt x="6147079" y="577316"/>
                </a:lnTo>
                <a:lnTo>
                  <a:pt x="6145949" y="577773"/>
                </a:lnTo>
                <a:lnTo>
                  <a:pt x="6144095" y="579640"/>
                </a:lnTo>
                <a:lnTo>
                  <a:pt x="6143625" y="580758"/>
                </a:lnTo>
                <a:lnTo>
                  <a:pt x="6143625" y="583387"/>
                </a:lnTo>
                <a:lnTo>
                  <a:pt x="6144095" y="584517"/>
                </a:lnTo>
                <a:lnTo>
                  <a:pt x="6145949" y="586371"/>
                </a:lnTo>
                <a:lnTo>
                  <a:pt x="6147079" y="586841"/>
                </a:lnTo>
                <a:lnTo>
                  <a:pt x="6149708" y="586841"/>
                </a:lnTo>
                <a:lnTo>
                  <a:pt x="6150826" y="586371"/>
                </a:lnTo>
                <a:lnTo>
                  <a:pt x="6152693" y="584517"/>
                </a:lnTo>
                <a:lnTo>
                  <a:pt x="6153150" y="583387"/>
                </a:lnTo>
                <a:lnTo>
                  <a:pt x="6153150" y="580758"/>
                </a:lnTo>
                <a:close/>
              </a:path>
              <a:path w="10296525" h="3486150">
                <a:moveTo>
                  <a:pt x="6200775" y="2751671"/>
                </a:moveTo>
                <a:lnTo>
                  <a:pt x="6200318" y="2750540"/>
                </a:lnTo>
                <a:lnTo>
                  <a:pt x="6198451" y="2748686"/>
                </a:lnTo>
                <a:lnTo>
                  <a:pt x="6197333" y="2748216"/>
                </a:lnTo>
                <a:lnTo>
                  <a:pt x="6194704" y="2748216"/>
                </a:lnTo>
                <a:lnTo>
                  <a:pt x="6193574" y="2748686"/>
                </a:lnTo>
                <a:lnTo>
                  <a:pt x="6191720" y="2750540"/>
                </a:lnTo>
                <a:lnTo>
                  <a:pt x="6191250" y="2751671"/>
                </a:lnTo>
                <a:lnTo>
                  <a:pt x="6191250" y="2754299"/>
                </a:lnTo>
                <a:lnTo>
                  <a:pt x="6191720" y="2755417"/>
                </a:lnTo>
                <a:lnTo>
                  <a:pt x="6193574" y="2757284"/>
                </a:lnTo>
                <a:lnTo>
                  <a:pt x="6194704" y="2757741"/>
                </a:lnTo>
                <a:lnTo>
                  <a:pt x="6197333" y="2757741"/>
                </a:lnTo>
                <a:lnTo>
                  <a:pt x="6198451" y="2757284"/>
                </a:lnTo>
                <a:lnTo>
                  <a:pt x="6200318" y="2755417"/>
                </a:lnTo>
                <a:lnTo>
                  <a:pt x="6200775" y="2754299"/>
                </a:lnTo>
                <a:lnTo>
                  <a:pt x="6200775" y="2751671"/>
                </a:lnTo>
                <a:close/>
              </a:path>
              <a:path w="10296525" h="3486150">
                <a:moveTo>
                  <a:pt x="6200775" y="2028037"/>
                </a:moveTo>
                <a:lnTo>
                  <a:pt x="6200318" y="2026907"/>
                </a:lnTo>
                <a:lnTo>
                  <a:pt x="6198451" y="2025053"/>
                </a:lnTo>
                <a:lnTo>
                  <a:pt x="6197333" y="2024583"/>
                </a:lnTo>
                <a:lnTo>
                  <a:pt x="6194704" y="2024583"/>
                </a:lnTo>
                <a:lnTo>
                  <a:pt x="6193574" y="2025053"/>
                </a:lnTo>
                <a:lnTo>
                  <a:pt x="6191720" y="2026907"/>
                </a:lnTo>
                <a:lnTo>
                  <a:pt x="6191250" y="2028037"/>
                </a:lnTo>
                <a:lnTo>
                  <a:pt x="6191250" y="2030666"/>
                </a:lnTo>
                <a:lnTo>
                  <a:pt x="6191720" y="2031784"/>
                </a:lnTo>
                <a:lnTo>
                  <a:pt x="6193574" y="2033651"/>
                </a:lnTo>
                <a:lnTo>
                  <a:pt x="6194704" y="2034108"/>
                </a:lnTo>
                <a:lnTo>
                  <a:pt x="6197333" y="2034108"/>
                </a:lnTo>
                <a:lnTo>
                  <a:pt x="6198451" y="2033651"/>
                </a:lnTo>
                <a:lnTo>
                  <a:pt x="6200318" y="2031784"/>
                </a:lnTo>
                <a:lnTo>
                  <a:pt x="6200775" y="2030666"/>
                </a:lnTo>
                <a:lnTo>
                  <a:pt x="6200775" y="2028037"/>
                </a:lnTo>
                <a:close/>
              </a:path>
              <a:path w="10296525" h="3486150">
                <a:moveTo>
                  <a:pt x="6200775" y="1304391"/>
                </a:moveTo>
                <a:lnTo>
                  <a:pt x="6200318" y="1303274"/>
                </a:lnTo>
                <a:lnTo>
                  <a:pt x="6198451" y="1301419"/>
                </a:lnTo>
                <a:lnTo>
                  <a:pt x="6197333" y="1300949"/>
                </a:lnTo>
                <a:lnTo>
                  <a:pt x="6194704" y="1300949"/>
                </a:lnTo>
                <a:lnTo>
                  <a:pt x="6193574" y="1301419"/>
                </a:lnTo>
                <a:lnTo>
                  <a:pt x="6191720" y="1303274"/>
                </a:lnTo>
                <a:lnTo>
                  <a:pt x="6191250" y="1304391"/>
                </a:lnTo>
                <a:lnTo>
                  <a:pt x="6191250" y="1307033"/>
                </a:lnTo>
                <a:lnTo>
                  <a:pt x="6191720" y="1308150"/>
                </a:lnTo>
                <a:lnTo>
                  <a:pt x="6193574" y="1310005"/>
                </a:lnTo>
                <a:lnTo>
                  <a:pt x="6194704" y="1310474"/>
                </a:lnTo>
                <a:lnTo>
                  <a:pt x="6197333" y="1310474"/>
                </a:lnTo>
                <a:lnTo>
                  <a:pt x="6198451" y="1310005"/>
                </a:lnTo>
                <a:lnTo>
                  <a:pt x="6200318" y="1308150"/>
                </a:lnTo>
                <a:lnTo>
                  <a:pt x="6200775" y="1307033"/>
                </a:lnTo>
                <a:lnTo>
                  <a:pt x="6200775" y="1304391"/>
                </a:lnTo>
                <a:close/>
              </a:path>
              <a:path w="10296525" h="3486150">
                <a:moveTo>
                  <a:pt x="6200775" y="580758"/>
                </a:moveTo>
                <a:lnTo>
                  <a:pt x="6200318" y="579640"/>
                </a:lnTo>
                <a:lnTo>
                  <a:pt x="6198451" y="577773"/>
                </a:lnTo>
                <a:lnTo>
                  <a:pt x="6197333" y="577316"/>
                </a:lnTo>
                <a:lnTo>
                  <a:pt x="6194704" y="577316"/>
                </a:lnTo>
                <a:lnTo>
                  <a:pt x="6193574" y="577773"/>
                </a:lnTo>
                <a:lnTo>
                  <a:pt x="6191720" y="579640"/>
                </a:lnTo>
                <a:lnTo>
                  <a:pt x="6191250" y="580758"/>
                </a:lnTo>
                <a:lnTo>
                  <a:pt x="6191250" y="583387"/>
                </a:lnTo>
                <a:lnTo>
                  <a:pt x="6191720" y="584517"/>
                </a:lnTo>
                <a:lnTo>
                  <a:pt x="6193574" y="586371"/>
                </a:lnTo>
                <a:lnTo>
                  <a:pt x="6194704" y="586841"/>
                </a:lnTo>
                <a:lnTo>
                  <a:pt x="6197333" y="586841"/>
                </a:lnTo>
                <a:lnTo>
                  <a:pt x="6198451" y="586371"/>
                </a:lnTo>
                <a:lnTo>
                  <a:pt x="6200318" y="584517"/>
                </a:lnTo>
                <a:lnTo>
                  <a:pt x="6200775" y="583387"/>
                </a:lnTo>
                <a:lnTo>
                  <a:pt x="6200775" y="580758"/>
                </a:lnTo>
                <a:close/>
              </a:path>
              <a:path w="10296525" h="3486150">
                <a:moveTo>
                  <a:pt x="6248400" y="2751671"/>
                </a:moveTo>
                <a:lnTo>
                  <a:pt x="6247943" y="2750540"/>
                </a:lnTo>
                <a:lnTo>
                  <a:pt x="6246076" y="2748686"/>
                </a:lnTo>
                <a:lnTo>
                  <a:pt x="6244958" y="2748216"/>
                </a:lnTo>
                <a:lnTo>
                  <a:pt x="6242329" y="2748216"/>
                </a:lnTo>
                <a:lnTo>
                  <a:pt x="6241199" y="2748686"/>
                </a:lnTo>
                <a:lnTo>
                  <a:pt x="6239345" y="2750540"/>
                </a:lnTo>
                <a:lnTo>
                  <a:pt x="6238875" y="2751671"/>
                </a:lnTo>
                <a:lnTo>
                  <a:pt x="6238875" y="2754299"/>
                </a:lnTo>
                <a:lnTo>
                  <a:pt x="6239345" y="2755417"/>
                </a:lnTo>
                <a:lnTo>
                  <a:pt x="6241199" y="2757284"/>
                </a:lnTo>
                <a:lnTo>
                  <a:pt x="6242329" y="2757741"/>
                </a:lnTo>
                <a:lnTo>
                  <a:pt x="6244958" y="2757741"/>
                </a:lnTo>
                <a:lnTo>
                  <a:pt x="6246076" y="2757284"/>
                </a:lnTo>
                <a:lnTo>
                  <a:pt x="6247943" y="2755417"/>
                </a:lnTo>
                <a:lnTo>
                  <a:pt x="6248400" y="2754299"/>
                </a:lnTo>
                <a:lnTo>
                  <a:pt x="6248400" y="2751671"/>
                </a:lnTo>
                <a:close/>
              </a:path>
              <a:path w="10296525" h="3486150">
                <a:moveTo>
                  <a:pt x="6248400" y="2028037"/>
                </a:moveTo>
                <a:lnTo>
                  <a:pt x="6247943" y="2026907"/>
                </a:lnTo>
                <a:lnTo>
                  <a:pt x="6246076" y="2025053"/>
                </a:lnTo>
                <a:lnTo>
                  <a:pt x="6244958" y="2024583"/>
                </a:lnTo>
                <a:lnTo>
                  <a:pt x="6242329" y="2024583"/>
                </a:lnTo>
                <a:lnTo>
                  <a:pt x="6241199" y="2025053"/>
                </a:lnTo>
                <a:lnTo>
                  <a:pt x="6239345" y="2026907"/>
                </a:lnTo>
                <a:lnTo>
                  <a:pt x="6238875" y="2028037"/>
                </a:lnTo>
                <a:lnTo>
                  <a:pt x="6238875" y="2030666"/>
                </a:lnTo>
                <a:lnTo>
                  <a:pt x="6239345" y="2031784"/>
                </a:lnTo>
                <a:lnTo>
                  <a:pt x="6241199" y="2033651"/>
                </a:lnTo>
                <a:lnTo>
                  <a:pt x="6242329" y="2034108"/>
                </a:lnTo>
                <a:lnTo>
                  <a:pt x="6244958" y="2034108"/>
                </a:lnTo>
                <a:lnTo>
                  <a:pt x="6246076" y="2033651"/>
                </a:lnTo>
                <a:lnTo>
                  <a:pt x="6247943" y="2031784"/>
                </a:lnTo>
                <a:lnTo>
                  <a:pt x="6248400" y="2030666"/>
                </a:lnTo>
                <a:lnTo>
                  <a:pt x="6248400" y="2028037"/>
                </a:lnTo>
                <a:close/>
              </a:path>
              <a:path w="10296525" h="3486150">
                <a:moveTo>
                  <a:pt x="6248400" y="1304391"/>
                </a:moveTo>
                <a:lnTo>
                  <a:pt x="6247943" y="1303274"/>
                </a:lnTo>
                <a:lnTo>
                  <a:pt x="6246076" y="1301419"/>
                </a:lnTo>
                <a:lnTo>
                  <a:pt x="6244958" y="1300949"/>
                </a:lnTo>
                <a:lnTo>
                  <a:pt x="6242329" y="1300949"/>
                </a:lnTo>
                <a:lnTo>
                  <a:pt x="6241199" y="1301419"/>
                </a:lnTo>
                <a:lnTo>
                  <a:pt x="6239345" y="1303274"/>
                </a:lnTo>
                <a:lnTo>
                  <a:pt x="6238875" y="1304391"/>
                </a:lnTo>
                <a:lnTo>
                  <a:pt x="6238875" y="1307033"/>
                </a:lnTo>
                <a:lnTo>
                  <a:pt x="6239345" y="1308150"/>
                </a:lnTo>
                <a:lnTo>
                  <a:pt x="6241199" y="1310005"/>
                </a:lnTo>
                <a:lnTo>
                  <a:pt x="6242329" y="1310474"/>
                </a:lnTo>
                <a:lnTo>
                  <a:pt x="6244958" y="1310474"/>
                </a:lnTo>
                <a:lnTo>
                  <a:pt x="6246076" y="1310005"/>
                </a:lnTo>
                <a:lnTo>
                  <a:pt x="6247943" y="1308150"/>
                </a:lnTo>
                <a:lnTo>
                  <a:pt x="6248400" y="1307033"/>
                </a:lnTo>
                <a:lnTo>
                  <a:pt x="6248400" y="1304391"/>
                </a:lnTo>
                <a:close/>
              </a:path>
              <a:path w="10296525" h="3486150">
                <a:moveTo>
                  <a:pt x="6248400" y="580758"/>
                </a:moveTo>
                <a:lnTo>
                  <a:pt x="6247943" y="579640"/>
                </a:lnTo>
                <a:lnTo>
                  <a:pt x="6246076" y="577773"/>
                </a:lnTo>
                <a:lnTo>
                  <a:pt x="6244958" y="577316"/>
                </a:lnTo>
                <a:lnTo>
                  <a:pt x="6242329" y="577316"/>
                </a:lnTo>
                <a:lnTo>
                  <a:pt x="6241199" y="577773"/>
                </a:lnTo>
                <a:lnTo>
                  <a:pt x="6239345" y="579640"/>
                </a:lnTo>
                <a:lnTo>
                  <a:pt x="6238875" y="580758"/>
                </a:lnTo>
                <a:lnTo>
                  <a:pt x="6238875" y="583387"/>
                </a:lnTo>
                <a:lnTo>
                  <a:pt x="6239345" y="584517"/>
                </a:lnTo>
                <a:lnTo>
                  <a:pt x="6241199" y="586371"/>
                </a:lnTo>
                <a:lnTo>
                  <a:pt x="6242329" y="586841"/>
                </a:lnTo>
                <a:lnTo>
                  <a:pt x="6244958" y="586841"/>
                </a:lnTo>
                <a:lnTo>
                  <a:pt x="6246076" y="586371"/>
                </a:lnTo>
                <a:lnTo>
                  <a:pt x="6247943" y="584517"/>
                </a:lnTo>
                <a:lnTo>
                  <a:pt x="6248400" y="583387"/>
                </a:lnTo>
                <a:lnTo>
                  <a:pt x="6248400" y="580758"/>
                </a:lnTo>
                <a:close/>
              </a:path>
              <a:path w="10296525" h="3486150">
                <a:moveTo>
                  <a:pt x="6296025" y="2751671"/>
                </a:moveTo>
                <a:lnTo>
                  <a:pt x="6295568" y="2750540"/>
                </a:lnTo>
                <a:lnTo>
                  <a:pt x="6293701" y="2748686"/>
                </a:lnTo>
                <a:lnTo>
                  <a:pt x="6292583" y="2748216"/>
                </a:lnTo>
                <a:lnTo>
                  <a:pt x="6289954" y="2748216"/>
                </a:lnTo>
                <a:lnTo>
                  <a:pt x="6288824" y="2748686"/>
                </a:lnTo>
                <a:lnTo>
                  <a:pt x="6286970" y="2750540"/>
                </a:lnTo>
                <a:lnTo>
                  <a:pt x="6286500" y="2751671"/>
                </a:lnTo>
                <a:lnTo>
                  <a:pt x="6286500" y="2754299"/>
                </a:lnTo>
                <a:lnTo>
                  <a:pt x="6286970" y="2755417"/>
                </a:lnTo>
                <a:lnTo>
                  <a:pt x="6288824" y="2757284"/>
                </a:lnTo>
                <a:lnTo>
                  <a:pt x="6289954" y="2757741"/>
                </a:lnTo>
                <a:lnTo>
                  <a:pt x="6292583" y="2757741"/>
                </a:lnTo>
                <a:lnTo>
                  <a:pt x="6293701" y="2757284"/>
                </a:lnTo>
                <a:lnTo>
                  <a:pt x="6295568" y="2755417"/>
                </a:lnTo>
                <a:lnTo>
                  <a:pt x="6296025" y="2754299"/>
                </a:lnTo>
                <a:lnTo>
                  <a:pt x="6296025" y="2751671"/>
                </a:lnTo>
                <a:close/>
              </a:path>
              <a:path w="10296525" h="3486150">
                <a:moveTo>
                  <a:pt x="6296025" y="2028037"/>
                </a:moveTo>
                <a:lnTo>
                  <a:pt x="6295568" y="2026907"/>
                </a:lnTo>
                <a:lnTo>
                  <a:pt x="6293701" y="2025053"/>
                </a:lnTo>
                <a:lnTo>
                  <a:pt x="6292583" y="2024583"/>
                </a:lnTo>
                <a:lnTo>
                  <a:pt x="6289954" y="2024583"/>
                </a:lnTo>
                <a:lnTo>
                  <a:pt x="6288824" y="2025053"/>
                </a:lnTo>
                <a:lnTo>
                  <a:pt x="6286970" y="2026907"/>
                </a:lnTo>
                <a:lnTo>
                  <a:pt x="6286500" y="2028037"/>
                </a:lnTo>
                <a:lnTo>
                  <a:pt x="6286500" y="2030666"/>
                </a:lnTo>
                <a:lnTo>
                  <a:pt x="6286970" y="2031784"/>
                </a:lnTo>
                <a:lnTo>
                  <a:pt x="6288824" y="2033651"/>
                </a:lnTo>
                <a:lnTo>
                  <a:pt x="6289954" y="2034108"/>
                </a:lnTo>
                <a:lnTo>
                  <a:pt x="6292583" y="2034108"/>
                </a:lnTo>
                <a:lnTo>
                  <a:pt x="6293701" y="2033651"/>
                </a:lnTo>
                <a:lnTo>
                  <a:pt x="6295568" y="2031784"/>
                </a:lnTo>
                <a:lnTo>
                  <a:pt x="6296025" y="2030666"/>
                </a:lnTo>
                <a:lnTo>
                  <a:pt x="6296025" y="2028037"/>
                </a:lnTo>
                <a:close/>
              </a:path>
              <a:path w="10296525" h="3486150">
                <a:moveTo>
                  <a:pt x="6296025" y="1304391"/>
                </a:moveTo>
                <a:lnTo>
                  <a:pt x="6295568" y="1303274"/>
                </a:lnTo>
                <a:lnTo>
                  <a:pt x="6293701" y="1301419"/>
                </a:lnTo>
                <a:lnTo>
                  <a:pt x="6292583" y="1300949"/>
                </a:lnTo>
                <a:lnTo>
                  <a:pt x="6289954" y="1300949"/>
                </a:lnTo>
                <a:lnTo>
                  <a:pt x="6288824" y="1301419"/>
                </a:lnTo>
                <a:lnTo>
                  <a:pt x="6286970" y="1303274"/>
                </a:lnTo>
                <a:lnTo>
                  <a:pt x="6286500" y="1304391"/>
                </a:lnTo>
                <a:lnTo>
                  <a:pt x="6286500" y="1307033"/>
                </a:lnTo>
                <a:lnTo>
                  <a:pt x="6286970" y="1308150"/>
                </a:lnTo>
                <a:lnTo>
                  <a:pt x="6288824" y="1310005"/>
                </a:lnTo>
                <a:lnTo>
                  <a:pt x="6289954" y="1310474"/>
                </a:lnTo>
                <a:lnTo>
                  <a:pt x="6292583" y="1310474"/>
                </a:lnTo>
                <a:lnTo>
                  <a:pt x="6293701" y="1310005"/>
                </a:lnTo>
                <a:lnTo>
                  <a:pt x="6295568" y="1308150"/>
                </a:lnTo>
                <a:lnTo>
                  <a:pt x="6296025" y="1307033"/>
                </a:lnTo>
                <a:lnTo>
                  <a:pt x="6296025" y="1304391"/>
                </a:lnTo>
                <a:close/>
              </a:path>
              <a:path w="10296525" h="3486150">
                <a:moveTo>
                  <a:pt x="6296025" y="580758"/>
                </a:moveTo>
                <a:lnTo>
                  <a:pt x="6295568" y="579640"/>
                </a:lnTo>
                <a:lnTo>
                  <a:pt x="6293701" y="577773"/>
                </a:lnTo>
                <a:lnTo>
                  <a:pt x="6292583" y="577316"/>
                </a:lnTo>
                <a:lnTo>
                  <a:pt x="6289954" y="577316"/>
                </a:lnTo>
                <a:lnTo>
                  <a:pt x="6288824" y="577773"/>
                </a:lnTo>
                <a:lnTo>
                  <a:pt x="6286970" y="579640"/>
                </a:lnTo>
                <a:lnTo>
                  <a:pt x="6286500" y="580758"/>
                </a:lnTo>
                <a:lnTo>
                  <a:pt x="6286500" y="583387"/>
                </a:lnTo>
                <a:lnTo>
                  <a:pt x="6286970" y="584517"/>
                </a:lnTo>
                <a:lnTo>
                  <a:pt x="6288824" y="586371"/>
                </a:lnTo>
                <a:lnTo>
                  <a:pt x="6289954" y="586841"/>
                </a:lnTo>
                <a:lnTo>
                  <a:pt x="6292583" y="586841"/>
                </a:lnTo>
                <a:lnTo>
                  <a:pt x="6293701" y="586371"/>
                </a:lnTo>
                <a:lnTo>
                  <a:pt x="6295568" y="584517"/>
                </a:lnTo>
                <a:lnTo>
                  <a:pt x="6296025" y="583387"/>
                </a:lnTo>
                <a:lnTo>
                  <a:pt x="6296025" y="580758"/>
                </a:lnTo>
                <a:close/>
              </a:path>
              <a:path w="10296525" h="3486150">
                <a:moveTo>
                  <a:pt x="6343650" y="2751671"/>
                </a:moveTo>
                <a:lnTo>
                  <a:pt x="6343193" y="2750540"/>
                </a:lnTo>
                <a:lnTo>
                  <a:pt x="6341326" y="2748686"/>
                </a:lnTo>
                <a:lnTo>
                  <a:pt x="6340208" y="2748216"/>
                </a:lnTo>
                <a:lnTo>
                  <a:pt x="6337579" y="2748216"/>
                </a:lnTo>
                <a:lnTo>
                  <a:pt x="6336449" y="2748686"/>
                </a:lnTo>
                <a:lnTo>
                  <a:pt x="6334595" y="2750540"/>
                </a:lnTo>
                <a:lnTo>
                  <a:pt x="6334125" y="2751671"/>
                </a:lnTo>
                <a:lnTo>
                  <a:pt x="6334125" y="2754299"/>
                </a:lnTo>
                <a:lnTo>
                  <a:pt x="6334595" y="2755417"/>
                </a:lnTo>
                <a:lnTo>
                  <a:pt x="6336449" y="2757284"/>
                </a:lnTo>
                <a:lnTo>
                  <a:pt x="6337579" y="2757741"/>
                </a:lnTo>
                <a:lnTo>
                  <a:pt x="6340208" y="2757741"/>
                </a:lnTo>
                <a:lnTo>
                  <a:pt x="6341326" y="2757284"/>
                </a:lnTo>
                <a:lnTo>
                  <a:pt x="6343193" y="2755417"/>
                </a:lnTo>
                <a:lnTo>
                  <a:pt x="6343650" y="2754299"/>
                </a:lnTo>
                <a:lnTo>
                  <a:pt x="6343650" y="2751671"/>
                </a:lnTo>
                <a:close/>
              </a:path>
              <a:path w="10296525" h="3486150">
                <a:moveTo>
                  <a:pt x="6343650" y="2028037"/>
                </a:moveTo>
                <a:lnTo>
                  <a:pt x="6343193" y="2026907"/>
                </a:lnTo>
                <a:lnTo>
                  <a:pt x="6341326" y="2025053"/>
                </a:lnTo>
                <a:lnTo>
                  <a:pt x="6340208" y="2024583"/>
                </a:lnTo>
                <a:lnTo>
                  <a:pt x="6337579" y="2024583"/>
                </a:lnTo>
                <a:lnTo>
                  <a:pt x="6336449" y="2025053"/>
                </a:lnTo>
                <a:lnTo>
                  <a:pt x="6334595" y="2026907"/>
                </a:lnTo>
                <a:lnTo>
                  <a:pt x="6334125" y="2028037"/>
                </a:lnTo>
                <a:lnTo>
                  <a:pt x="6334125" y="2030666"/>
                </a:lnTo>
                <a:lnTo>
                  <a:pt x="6334595" y="2031784"/>
                </a:lnTo>
                <a:lnTo>
                  <a:pt x="6336449" y="2033651"/>
                </a:lnTo>
                <a:lnTo>
                  <a:pt x="6337579" y="2034108"/>
                </a:lnTo>
                <a:lnTo>
                  <a:pt x="6340208" y="2034108"/>
                </a:lnTo>
                <a:lnTo>
                  <a:pt x="6341326" y="2033651"/>
                </a:lnTo>
                <a:lnTo>
                  <a:pt x="6343193" y="2031784"/>
                </a:lnTo>
                <a:lnTo>
                  <a:pt x="6343650" y="2030666"/>
                </a:lnTo>
                <a:lnTo>
                  <a:pt x="6343650" y="2028037"/>
                </a:lnTo>
                <a:close/>
              </a:path>
              <a:path w="10296525" h="3486150">
                <a:moveTo>
                  <a:pt x="6343650" y="1304391"/>
                </a:moveTo>
                <a:lnTo>
                  <a:pt x="6343193" y="1303274"/>
                </a:lnTo>
                <a:lnTo>
                  <a:pt x="6341326" y="1301419"/>
                </a:lnTo>
                <a:lnTo>
                  <a:pt x="6340208" y="1300949"/>
                </a:lnTo>
                <a:lnTo>
                  <a:pt x="6337579" y="1300949"/>
                </a:lnTo>
                <a:lnTo>
                  <a:pt x="6336449" y="1301419"/>
                </a:lnTo>
                <a:lnTo>
                  <a:pt x="6334595" y="1303274"/>
                </a:lnTo>
                <a:lnTo>
                  <a:pt x="6334125" y="1304391"/>
                </a:lnTo>
                <a:lnTo>
                  <a:pt x="6334125" y="1307033"/>
                </a:lnTo>
                <a:lnTo>
                  <a:pt x="6334595" y="1308150"/>
                </a:lnTo>
                <a:lnTo>
                  <a:pt x="6336449" y="1310005"/>
                </a:lnTo>
                <a:lnTo>
                  <a:pt x="6337579" y="1310474"/>
                </a:lnTo>
                <a:lnTo>
                  <a:pt x="6340208" y="1310474"/>
                </a:lnTo>
                <a:lnTo>
                  <a:pt x="6341326" y="1310005"/>
                </a:lnTo>
                <a:lnTo>
                  <a:pt x="6343193" y="1308150"/>
                </a:lnTo>
                <a:lnTo>
                  <a:pt x="6343650" y="1307033"/>
                </a:lnTo>
                <a:lnTo>
                  <a:pt x="6343650" y="1304391"/>
                </a:lnTo>
                <a:close/>
              </a:path>
              <a:path w="10296525" h="3486150">
                <a:moveTo>
                  <a:pt x="6343650" y="580758"/>
                </a:moveTo>
                <a:lnTo>
                  <a:pt x="6343193" y="579640"/>
                </a:lnTo>
                <a:lnTo>
                  <a:pt x="6341326" y="577773"/>
                </a:lnTo>
                <a:lnTo>
                  <a:pt x="6340208" y="577316"/>
                </a:lnTo>
                <a:lnTo>
                  <a:pt x="6337579" y="577316"/>
                </a:lnTo>
                <a:lnTo>
                  <a:pt x="6336449" y="577773"/>
                </a:lnTo>
                <a:lnTo>
                  <a:pt x="6334595" y="579640"/>
                </a:lnTo>
                <a:lnTo>
                  <a:pt x="6334125" y="580758"/>
                </a:lnTo>
                <a:lnTo>
                  <a:pt x="6334125" y="583387"/>
                </a:lnTo>
                <a:lnTo>
                  <a:pt x="6334595" y="584517"/>
                </a:lnTo>
                <a:lnTo>
                  <a:pt x="6336449" y="586371"/>
                </a:lnTo>
                <a:lnTo>
                  <a:pt x="6337579" y="586841"/>
                </a:lnTo>
                <a:lnTo>
                  <a:pt x="6340208" y="586841"/>
                </a:lnTo>
                <a:lnTo>
                  <a:pt x="6341326" y="586371"/>
                </a:lnTo>
                <a:lnTo>
                  <a:pt x="6343193" y="584517"/>
                </a:lnTo>
                <a:lnTo>
                  <a:pt x="6343650" y="583387"/>
                </a:lnTo>
                <a:lnTo>
                  <a:pt x="6343650" y="580758"/>
                </a:lnTo>
                <a:close/>
              </a:path>
              <a:path w="10296525" h="3486150">
                <a:moveTo>
                  <a:pt x="6391275" y="2751671"/>
                </a:moveTo>
                <a:lnTo>
                  <a:pt x="6390818" y="2750540"/>
                </a:lnTo>
                <a:lnTo>
                  <a:pt x="6388951" y="2748686"/>
                </a:lnTo>
                <a:lnTo>
                  <a:pt x="6387833" y="2748216"/>
                </a:lnTo>
                <a:lnTo>
                  <a:pt x="6385204" y="2748216"/>
                </a:lnTo>
                <a:lnTo>
                  <a:pt x="6384074" y="2748686"/>
                </a:lnTo>
                <a:lnTo>
                  <a:pt x="6382220" y="2750540"/>
                </a:lnTo>
                <a:lnTo>
                  <a:pt x="6381750" y="2751671"/>
                </a:lnTo>
                <a:lnTo>
                  <a:pt x="6381750" y="2754299"/>
                </a:lnTo>
                <a:lnTo>
                  <a:pt x="6382220" y="2755417"/>
                </a:lnTo>
                <a:lnTo>
                  <a:pt x="6384074" y="2757284"/>
                </a:lnTo>
                <a:lnTo>
                  <a:pt x="6385204" y="2757741"/>
                </a:lnTo>
                <a:lnTo>
                  <a:pt x="6387833" y="2757741"/>
                </a:lnTo>
                <a:lnTo>
                  <a:pt x="6388951" y="2757284"/>
                </a:lnTo>
                <a:lnTo>
                  <a:pt x="6390818" y="2755417"/>
                </a:lnTo>
                <a:lnTo>
                  <a:pt x="6391275" y="2754299"/>
                </a:lnTo>
                <a:lnTo>
                  <a:pt x="6391275" y="2751671"/>
                </a:lnTo>
                <a:close/>
              </a:path>
              <a:path w="10296525" h="3486150">
                <a:moveTo>
                  <a:pt x="6391275" y="2028037"/>
                </a:moveTo>
                <a:lnTo>
                  <a:pt x="6390818" y="2026907"/>
                </a:lnTo>
                <a:lnTo>
                  <a:pt x="6388951" y="2025053"/>
                </a:lnTo>
                <a:lnTo>
                  <a:pt x="6387833" y="2024583"/>
                </a:lnTo>
                <a:lnTo>
                  <a:pt x="6385204" y="2024583"/>
                </a:lnTo>
                <a:lnTo>
                  <a:pt x="6384074" y="2025053"/>
                </a:lnTo>
                <a:lnTo>
                  <a:pt x="6382220" y="2026907"/>
                </a:lnTo>
                <a:lnTo>
                  <a:pt x="6381750" y="2028037"/>
                </a:lnTo>
                <a:lnTo>
                  <a:pt x="6381750" y="2030666"/>
                </a:lnTo>
                <a:lnTo>
                  <a:pt x="6382220" y="2031784"/>
                </a:lnTo>
                <a:lnTo>
                  <a:pt x="6384074" y="2033651"/>
                </a:lnTo>
                <a:lnTo>
                  <a:pt x="6385204" y="2034108"/>
                </a:lnTo>
                <a:lnTo>
                  <a:pt x="6387833" y="2034108"/>
                </a:lnTo>
                <a:lnTo>
                  <a:pt x="6388951" y="2033651"/>
                </a:lnTo>
                <a:lnTo>
                  <a:pt x="6390818" y="2031784"/>
                </a:lnTo>
                <a:lnTo>
                  <a:pt x="6391275" y="2030666"/>
                </a:lnTo>
                <a:lnTo>
                  <a:pt x="6391275" y="2028037"/>
                </a:lnTo>
                <a:close/>
              </a:path>
              <a:path w="10296525" h="3486150">
                <a:moveTo>
                  <a:pt x="6391275" y="1304391"/>
                </a:moveTo>
                <a:lnTo>
                  <a:pt x="6390818" y="1303274"/>
                </a:lnTo>
                <a:lnTo>
                  <a:pt x="6388951" y="1301419"/>
                </a:lnTo>
                <a:lnTo>
                  <a:pt x="6387833" y="1300949"/>
                </a:lnTo>
                <a:lnTo>
                  <a:pt x="6385204" y="1300949"/>
                </a:lnTo>
                <a:lnTo>
                  <a:pt x="6384074" y="1301419"/>
                </a:lnTo>
                <a:lnTo>
                  <a:pt x="6382220" y="1303274"/>
                </a:lnTo>
                <a:lnTo>
                  <a:pt x="6381750" y="1304391"/>
                </a:lnTo>
                <a:lnTo>
                  <a:pt x="6381750" y="1307033"/>
                </a:lnTo>
                <a:lnTo>
                  <a:pt x="6382220" y="1308150"/>
                </a:lnTo>
                <a:lnTo>
                  <a:pt x="6384074" y="1310005"/>
                </a:lnTo>
                <a:lnTo>
                  <a:pt x="6385204" y="1310474"/>
                </a:lnTo>
                <a:lnTo>
                  <a:pt x="6387833" y="1310474"/>
                </a:lnTo>
                <a:lnTo>
                  <a:pt x="6388951" y="1310005"/>
                </a:lnTo>
                <a:lnTo>
                  <a:pt x="6390818" y="1308150"/>
                </a:lnTo>
                <a:lnTo>
                  <a:pt x="6391275" y="1307033"/>
                </a:lnTo>
                <a:lnTo>
                  <a:pt x="6391275" y="1304391"/>
                </a:lnTo>
                <a:close/>
              </a:path>
              <a:path w="10296525" h="3486150">
                <a:moveTo>
                  <a:pt x="6391275" y="580758"/>
                </a:moveTo>
                <a:lnTo>
                  <a:pt x="6390818" y="579640"/>
                </a:lnTo>
                <a:lnTo>
                  <a:pt x="6388951" y="577773"/>
                </a:lnTo>
                <a:lnTo>
                  <a:pt x="6387833" y="577316"/>
                </a:lnTo>
                <a:lnTo>
                  <a:pt x="6385204" y="577316"/>
                </a:lnTo>
                <a:lnTo>
                  <a:pt x="6384074" y="577773"/>
                </a:lnTo>
                <a:lnTo>
                  <a:pt x="6382220" y="579640"/>
                </a:lnTo>
                <a:lnTo>
                  <a:pt x="6381750" y="580758"/>
                </a:lnTo>
                <a:lnTo>
                  <a:pt x="6381750" y="583387"/>
                </a:lnTo>
                <a:lnTo>
                  <a:pt x="6382220" y="584517"/>
                </a:lnTo>
                <a:lnTo>
                  <a:pt x="6384074" y="586371"/>
                </a:lnTo>
                <a:lnTo>
                  <a:pt x="6385204" y="586841"/>
                </a:lnTo>
                <a:lnTo>
                  <a:pt x="6387833" y="586841"/>
                </a:lnTo>
                <a:lnTo>
                  <a:pt x="6388951" y="586371"/>
                </a:lnTo>
                <a:lnTo>
                  <a:pt x="6390818" y="584517"/>
                </a:lnTo>
                <a:lnTo>
                  <a:pt x="6391275" y="583387"/>
                </a:lnTo>
                <a:lnTo>
                  <a:pt x="6391275" y="580758"/>
                </a:lnTo>
                <a:close/>
              </a:path>
              <a:path w="10296525" h="3486150">
                <a:moveTo>
                  <a:pt x="6438900" y="2751671"/>
                </a:moveTo>
                <a:lnTo>
                  <a:pt x="6438443" y="2750540"/>
                </a:lnTo>
                <a:lnTo>
                  <a:pt x="6436576" y="2748686"/>
                </a:lnTo>
                <a:lnTo>
                  <a:pt x="6435458" y="2748216"/>
                </a:lnTo>
                <a:lnTo>
                  <a:pt x="6432829" y="2748216"/>
                </a:lnTo>
                <a:lnTo>
                  <a:pt x="6431699" y="2748686"/>
                </a:lnTo>
                <a:lnTo>
                  <a:pt x="6429845" y="2750540"/>
                </a:lnTo>
                <a:lnTo>
                  <a:pt x="6429375" y="2751671"/>
                </a:lnTo>
                <a:lnTo>
                  <a:pt x="6429375" y="2754299"/>
                </a:lnTo>
                <a:lnTo>
                  <a:pt x="6429845" y="2755417"/>
                </a:lnTo>
                <a:lnTo>
                  <a:pt x="6431699" y="2757284"/>
                </a:lnTo>
                <a:lnTo>
                  <a:pt x="6432829" y="2757741"/>
                </a:lnTo>
                <a:lnTo>
                  <a:pt x="6435458" y="2757741"/>
                </a:lnTo>
                <a:lnTo>
                  <a:pt x="6436576" y="2757284"/>
                </a:lnTo>
                <a:lnTo>
                  <a:pt x="6438443" y="2755417"/>
                </a:lnTo>
                <a:lnTo>
                  <a:pt x="6438900" y="2754299"/>
                </a:lnTo>
                <a:lnTo>
                  <a:pt x="6438900" y="2751671"/>
                </a:lnTo>
                <a:close/>
              </a:path>
              <a:path w="10296525" h="3486150">
                <a:moveTo>
                  <a:pt x="6438900" y="2028037"/>
                </a:moveTo>
                <a:lnTo>
                  <a:pt x="6438443" y="2026907"/>
                </a:lnTo>
                <a:lnTo>
                  <a:pt x="6436576" y="2025053"/>
                </a:lnTo>
                <a:lnTo>
                  <a:pt x="6435458" y="2024583"/>
                </a:lnTo>
                <a:lnTo>
                  <a:pt x="6432829" y="2024583"/>
                </a:lnTo>
                <a:lnTo>
                  <a:pt x="6431699" y="2025053"/>
                </a:lnTo>
                <a:lnTo>
                  <a:pt x="6429845" y="2026907"/>
                </a:lnTo>
                <a:lnTo>
                  <a:pt x="6429375" y="2028037"/>
                </a:lnTo>
                <a:lnTo>
                  <a:pt x="6429375" y="2030666"/>
                </a:lnTo>
                <a:lnTo>
                  <a:pt x="6429845" y="2031784"/>
                </a:lnTo>
                <a:lnTo>
                  <a:pt x="6431699" y="2033651"/>
                </a:lnTo>
                <a:lnTo>
                  <a:pt x="6432829" y="2034108"/>
                </a:lnTo>
                <a:lnTo>
                  <a:pt x="6435458" y="2034108"/>
                </a:lnTo>
                <a:lnTo>
                  <a:pt x="6436576" y="2033651"/>
                </a:lnTo>
                <a:lnTo>
                  <a:pt x="6438443" y="2031784"/>
                </a:lnTo>
                <a:lnTo>
                  <a:pt x="6438900" y="2030666"/>
                </a:lnTo>
                <a:lnTo>
                  <a:pt x="6438900" y="2028037"/>
                </a:lnTo>
                <a:close/>
              </a:path>
              <a:path w="10296525" h="3486150">
                <a:moveTo>
                  <a:pt x="6438900" y="1304391"/>
                </a:moveTo>
                <a:lnTo>
                  <a:pt x="6438443" y="1303274"/>
                </a:lnTo>
                <a:lnTo>
                  <a:pt x="6436576" y="1301419"/>
                </a:lnTo>
                <a:lnTo>
                  <a:pt x="6435458" y="1300949"/>
                </a:lnTo>
                <a:lnTo>
                  <a:pt x="6432829" y="1300949"/>
                </a:lnTo>
                <a:lnTo>
                  <a:pt x="6431699" y="1301419"/>
                </a:lnTo>
                <a:lnTo>
                  <a:pt x="6429845" y="1303274"/>
                </a:lnTo>
                <a:lnTo>
                  <a:pt x="6429375" y="1304391"/>
                </a:lnTo>
                <a:lnTo>
                  <a:pt x="6429375" y="1307033"/>
                </a:lnTo>
                <a:lnTo>
                  <a:pt x="6429845" y="1308150"/>
                </a:lnTo>
                <a:lnTo>
                  <a:pt x="6431699" y="1310005"/>
                </a:lnTo>
                <a:lnTo>
                  <a:pt x="6432829" y="1310474"/>
                </a:lnTo>
                <a:lnTo>
                  <a:pt x="6435458" y="1310474"/>
                </a:lnTo>
                <a:lnTo>
                  <a:pt x="6436576" y="1310005"/>
                </a:lnTo>
                <a:lnTo>
                  <a:pt x="6438443" y="1308150"/>
                </a:lnTo>
                <a:lnTo>
                  <a:pt x="6438900" y="1307033"/>
                </a:lnTo>
                <a:lnTo>
                  <a:pt x="6438900" y="1304391"/>
                </a:lnTo>
                <a:close/>
              </a:path>
              <a:path w="10296525" h="3486150">
                <a:moveTo>
                  <a:pt x="6438900" y="580758"/>
                </a:moveTo>
                <a:lnTo>
                  <a:pt x="6438443" y="579640"/>
                </a:lnTo>
                <a:lnTo>
                  <a:pt x="6436576" y="577773"/>
                </a:lnTo>
                <a:lnTo>
                  <a:pt x="6435458" y="577316"/>
                </a:lnTo>
                <a:lnTo>
                  <a:pt x="6432829" y="577316"/>
                </a:lnTo>
                <a:lnTo>
                  <a:pt x="6431699" y="577773"/>
                </a:lnTo>
                <a:lnTo>
                  <a:pt x="6429845" y="579640"/>
                </a:lnTo>
                <a:lnTo>
                  <a:pt x="6429375" y="580758"/>
                </a:lnTo>
                <a:lnTo>
                  <a:pt x="6429375" y="583387"/>
                </a:lnTo>
                <a:lnTo>
                  <a:pt x="6429845" y="584517"/>
                </a:lnTo>
                <a:lnTo>
                  <a:pt x="6431699" y="586371"/>
                </a:lnTo>
                <a:lnTo>
                  <a:pt x="6432829" y="586841"/>
                </a:lnTo>
                <a:lnTo>
                  <a:pt x="6435458" y="586841"/>
                </a:lnTo>
                <a:lnTo>
                  <a:pt x="6436576" y="586371"/>
                </a:lnTo>
                <a:lnTo>
                  <a:pt x="6438443" y="584517"/>
                </a:lnTo>
                <a:lnTo>
                  <a:pt x="6438900" y="583387"/>
                </a:lnTo>
                <a:lnTo>
                  <a:pt x="6438900" y="580758"/>
                </a:lnTo>
                <a:close/>
              </a:path>
              <a:path w="10296525" h="3486150">
                <a:moveTo>
                  <a:pt x="6486525" y="2751671"/>
                </a:moveTo>
                <a:lnTo>
                  <a:pt x="6486068" y="2750540"/>
                </a:lnTo>
                <a:lnTo>
                  <a:pt x="6484201" y="2748686"/>
                </a:lnTo>
                <a:lnTo>
                  <a:pt x="6483083" y="2748216"/>
                </a:lnTo>
                <a:lnTo>
                  <a:pt x="6480454" y="2748216"/>
                </a:lnTo>
                <a:lnTo>
                  <a:pt x="6479324" y="2748686"/>
                </a:lnTo>
                <a:lnTo>
                  <a:pt x="6477470" y="2750540"/>
                </a:lnTo>
                <a:lnTo>
                  <a:pt x="6477000" y="2751671"/>
                </a:lnTo>
                <a:lnTo>
                  <a:pt x="6477000" y="2754299"/>
                </a:lnTo>
                <a:lnTo>
                  <a:pt x="6477470" y="2755417"/>
                </a:lnTo>
                <a:lnTo>
                  <a:pt x="6479324" y="2757284"/>
                </a:lnTo>
                <a:lnTo>
                  <a:pt x="6480454" y="2757741"/>
                </a:lnTo>
                <a:lnTo>
                  <a:pt x="6483083" y="2757741"/>
                </a:lnTo>
                <a:lnTo>
                  <a:pt x="6484201" y="2757284"/>
                </a:lnTo>
                <a:lnTo>
                  <a:pt x="6486068" y="2755417"/>
                </a:lnTo>
                <a:lnTo>
                  <a:pt x="6486525" y="2754299"/>
                </a:lnTo>
                <a:lnTo>
                  <a:pt x="6486525" y="2751671"/>
                </a:lnTo>
                <a:close/>
              </a:path>
              <a:path w="10296525" h="3486150">
                <a:moveTo>
                  <a:pt x="6486525" y="2028037"/>
                </a:moveTo>
                <a:lnTo>
                  <a:pt x="6486068" y="2026907"/>
                </a:lnTo>
                <a:lnTo>
                  <a:pt x="6484201" y="2025053"/>
                </a:lnTo>
                <a:lnTo>
                  <a:pt x="6483083" y="2024583"/>
                </a:lnTo>
                <a:lnTo>
                  <a:pt x="6480454" y="2024583"/>
                </a:lnTo>
                <a:lnTo>
                  <a:pt x="6479324" y="2025053"/>
                </a:lnTo>
                <a:lnTo>
                  <a:pt x="6477470" y="2026907"/>
                </a:lnTo>
                <a:lnTo>
                  <a:pt x="6477000" y="2028037"/>
                </a:lnTo>
                <a:lnTo>
                  <a:pt x="6477000" y="2030666"/>
                </a:lnTo>
                <a:lnTo>
                  <a:pt x="6477470" y="2031784"/>
                </a:lnTo>
                <a:lnTo>
                  <a:pt x="6479324" y="2033651"/>
                </a:lnTo>
                <a:lnTo>
                  <a:pt x="6480454" y="2034108"/>
                </a:lnTo>
                <a:lnTo>
                  <a:pt x="6483083" y="2034108"/>
                </a:lnTo>
                <a:lnTo>
                  <a:pt x="6484201" y="2033651"/>
                </a:lnTo>
                <a:lnTo>
                  <a:pt x="6486068" y="2031784"/>
                </a:lnTo>
                <a:lnTo>
                  <a:pt x="6486525" y="2030666"/>
                </a:lnTo>
                <a:lnTo>
                  <a:pt x="6486525" y="2028037"/>
                </a:lnTo>
                <a:close/>
              </a:path>
              <a:path w="10296525" h="3486150">
                <a:moveTo>
                  <a:pt x="6486525" y="1304391"/>
                </a:moveTo>
                <a:lnTo>
                  <a:pt x="6486068" y="1303274"/>
                </a:lnTo>
                <a:lnTo>
                  <a:pt x="6484201" y="1301419"/>
                </a:lnTo>
                <a:lnTo>
                  <a:pt x="6483083" y="1300949"/>
                </a:lnTo>
                <a:lnTo>
                  <a:pt x="6480454" y="1300949"/>
                </a:lnTo>
                <a:lnTo>
                  <a:pt x="6479324" y="1301419"/>
                </a:lnTo>
                <a:lnTo>
                  <a:pt x="6477470" y="1303274"/>
                </a:lnTo>
                <a:lnTo>
                  <a:pt x="6477000" y="1304391"/>
                </a:lnTo>
                <a:lnTo>
                  <a:pt x="6477000" y="1307033"/>
                </a:lnTo>
                <a:lnTo>
                  <a:pt x="6477470" y="1308150"/>
                </a:lnTo>
                <a:lnTo>
                  <a:pt x="6479324" y="1310005"/>
                </a:lnTo>
                <a:lnTo>
                  <a:pt x="6480454" y="1310474"/>
                </a:lnTo>
                <a:lnTo>
                  <a:pt x="6483083" y="1310474"/>
                </a:lnTo>
                <a:lnTo>
                  <a:pt x="6484201" y="1310005"/>
                </a:lnTo>
                <a:lnTo>
                  <a:pt x="6486068" y="1308150"/>
                </a:lnTo>
                <a:lnTo>
                  <a:pt x="6486525" y="1307033"/>
                </a:lnTo>
                <a:lnTo>
                  <a:pt x="6486525" y="1304391"/>
                </a:lnTo>
                <a:close/>
              </a:path>
              <a:path w="10296525" h="3486150">
                <a:moveTo>
                  <a:pt x="6486525" y="580758"/>
                </a:moveTo>
                <a:lnTo>
                  <a:pt x="6486068" y="579640"/>
                </a:lnTo>
                <a:lnTo>
                  <a:pt x="6484201" y="577773"/>
                </a:lnTo>
                <a:lnTo>
                  <a:pt x="6483083" y="577316"/>
                </a:lnTo>
                <a:lnTo>
                  <a:pt x="6480454" y="577316"/>
                </a:lnTo>
                <a:lnTo>
                  <a:pt x="6479324" y="577773"/>
                </a:lnTo>
                <a:lnTo>
                  <a:pt x="6477470" y="579640"/>
                </a:lnTo>
                <a:lnTo>
                  <a:pt x="6477000" y="580758"/>
                </a:lnTo>
                <a:lnTo>
                  <a:pt x="6477000" y="583387"/>
                </a:lnTo>
                <a:lnTo>
                  <a:pt x="6477470" y="584517"/>
                </a:lnTo>
                <a:lnTo>
                  <a:pt x="6479324" y="586371"/>
                </a:lnTo>
                <a:lnTo>
                  <a:pt x="6480454" y="586841"/>
                </a:lnTo>
                <a:lnTo>
                  <a:pt x="6483083" y="586841"/>
                </a:lnTo>
                <a:lnTo>
                  <a:pt x="6484201" y="586371"/>
                </a:lnTo>
                <a:lnTo>
                  <a:pt x="6486068" y="584517"/>
                </a:lnTo>
                <a:lnTo>
                  <a:pt x="6486525" y="583387"/>
                </a:lnTo>
                <a:lnTo>
                  <a:pt x="6486525" y="580758"/>
                </a:lnTo>
                <a:close/>
              </a:path>
              <a:path w="10296525" h="3486150">
                <a:moveTo>
                  <a:pt x="6534150" y="2751671"/>
                </a:moveTo>
                <a:lnTo>
                  <a:pt x="6533693" y="2750540"/>
                </a:lnTo>
                <a:lnTo>
                  <a:pt x="6531826" y="2748686"/>
                </a:lnTo>
                <a:lnTo>
                  <a:pt x="6530708" y="2748216"/>
                </a:lnTo>
                <a:lnTo>
                  <a:pt x="6528079" y="2748216"/>
                </a:lnTo>
                <a:lnTo>
                  <a:pt x="6526962" y="2748686"/>
                </a:lnTo>
                <a:lnTo>
                  <a:pt x="6525095" y="2750540"/>
                </a:lnTo>
                <a:lnTo>
                  <a:pt x="6524625" y="2751671"/>
                </a:lnTo>
                <a:lnTo>
                  <a:pt x="6524625" y="2754299"/>
                </a:lnTo>
                <a:lnTo>
                  <a:pt x="6525095" y="2755417"/>
                </a:lnTo>
                <a:lnTo>
                  <a:pt x="6526962" y="2757284"/>
                </a:lnTo>
                <a:lnTo>
                  <a:pt x="6528079" y="2757741"/>
                </a:lnTo>
                <a:lnTo>
                  <a:pt x="6530708" y="2757741"/>
                </a:lnTo>
                <a:lnTo>
                  <a:pt x="6531826" y="2757284"/>
                </a:lnTo>
                <a:lnTo>
                  <a:pt x="6533693" y="2755417"/>
                </a:lnTo>
                <a:lnTo>
                  <a:pt x="6534150" y="2754299"/>
                </a:lnTo>
                <a:lnTo>
                  <a:pt x="6534150" y="2751671"/>
                </a:lnTo>
                <a:close/>
              </a:path>
              <a:path w="10296525" h="3486150">
                <a:moveTo>
                  <a:pt x="6534150" y="2028037"/>
                </a:moveTo>
                <a:lnTo>
                  <a:pt x="6533693" y="2026907"/>
                </a:lnTo>
                <a:lnTo>
                  <a:pt x="6531826" y="2025053"/>
                </a:lnTo>
                <a:lnTo>
                  <a:pt x="6530708" y="2024583"/>
                </a:lnTo>
                <a:lnTo>
                  <a:pt x="6528079" y="2024583"/>
                </a:lnTo>
                <a:lnTo>
                  <a:pt x="6526962" y="2025053"/>
                </a:lnTo>
                <a:lnTo>
                  <a:pt x="6525095" y="2026907"/>
                </a:lnTo>
                <a:lnTo>
                  <a:pt x="6524625" y="2028037"/>
                </a:lnTo>
                <a:lnTo>
                  <a:pt x="6524625" y="2030666"/>
                </a:lnTo>
                <a:lnTo>
                  <a:pt x="6525095" y="2031784"/>
                </a:lnTo>
                <a:lnTo>
                  <a:pt x="6526962" y="2033651"/>
                </a:lnTo>
                <a:lnTo>
                  <a:pt x="6528079" y="2034108"/>
                </a:lnTo>
                <a:lnTo>
                  <a:pt x="6530708" y="2034108"/>
                </a:lnTo>
                <a:lnTo>
                  <a:pt x="6531826" y="2033651"/>
                </a:lnTo>
                <a:lnTo>
                  <a:pt x="6533693" y="2031784"/>
                </a:lnTo>
                <a:lnTo>
                  <a:pt x="6534150" y="2030666"/>
                </a:lnTo>
                <a:lnTo>
                  <a:pt x="6534150" y="2028037"/>
                </a:lnTo>
                <a:close/>
              </a:path>
              <a:path w="10296525" h="3486150">
                <a:moveTo>
                  <a:pt x="6534150" y="1304391"/>
                </a:moveTo>
                <a:lnTo>
                  <a:pt x="6533693" y="1303274"/>
                </a:lnTo>
                <a:lnTo>
                  <a:pt x="6531826" y="1301419"/>
                </a:lnTo>
                <a:lnTo>
                  <a:pt x="6530708" y="1300949"/>
                </a:lnTo>
                <a:lnTo>
                  <a:pt x="6528079" y="1300949"/>
                </a:lnTo>
                <a:lnTo>
                  <a:pt x="6526962" y="1301419"/>
                </a:lnTo>
                <a:lnTo>
                  <a:pt x="6525095" y="1303274"/>
                </a:lnTo>
                <a:lnTo>
                  <a:pt x="6524625" y="1304391"/>
                </a:lnTo>
                <a:lnTo>
                  <a:pt x="6524625" y="1307033"/>
                </a:lnTo>
                <a:lnTo>
                  <a:pt x="6525095" y="1308150"/>
                </a:lnTo>
                <a:lnTo>
                  <a:pt x="6526962" y="1310005"/>
                </a:lnTo>
                <a:lnTo>
                  <a:pt x="6528079" y="1310474"/>
                </a:lnTo>
                <a:lnTo>
                  <a:pt x="6530708" y="1310474"/>
                </a:lnTo>
                <a:lnTo>
                  <a:pt x="6531826" y="1310005"/>
                </a:lnTo>
                <a:lnTo>
                  <a:pt x="6533693" y="1308150"/>
                </a:lnTo>
                <a:lnTo>
                  <a:pt x="6534150" y="1307033"/>
                </a:lnTo>
                <a:lnTo>
                  <a:pt x="6534150" y="1304391"/>
                </a:lnTo>
                <a:close/>
              </a:path>
              <a:path w="10296525" h="3486150">
                <a:moveTo>
                  <a:pt x="6534150" y="580758"/>
                </a:moveTo>
                <a:lnTo>
                  <a:pt x="6533693" y="579640"/>
                </a:lnTo>
                <a:lnTo>
                  <a:pt x="6531826" y="577773"/>
                </a:lnTo>
                <a:lnTo>
                  <a:pt x="6530708" y="577316"/>
                </a:lnTo>
                <a:lnTo>
                  <a:pt x="6528079" y="577316"/>
                </a:lnTo>
                <a:lnTo>
                  <a:pt x="6526962" y="577773"/>
                </a:lnTo>
                <a:lnTo>
                  <a:pt x="6525095" y="579640"/>
                </a:lnTo>
                <a:lnTo>
                  <a:pt x="6524625" y="580758"/>
                </a:lnTo>
                <a:lnTo>
                  <a:pt x="6524625" y="583387"/>
                </a:lnTo>
                <a:lnTo>
                  <a:pt x="6525095" y="584517"/>
                </a:lnTo>
                <a:lnTo>
                  <a:pt x="6526962" y="586371"/>
                </a:lnTo>
                <a:lnTo>
                  <a:pt x="6528079" y="586841"/>
                </a:lnTo>
                <a:lnTo>
                  <a:pt x="6530708" y="586841"/>
                </a:lnTo>
                <a:lnTo>
                  <a:pt x="6531826" y="586371"/>
                </a:lnTo>
                <a:lnTo>
                  <a:pt x="6533693" y="584517"/>
                </a:lnTo>
                <a:lnTo>
                  <a:pt x="6534150" y="583387"/>
                </a:lnTo>
                <a:lnTo>
                  <a:pt x="6534150" y="580758"/>
                </a:lnTo>
                <a:close/>
              </a:path>
              <a:path w="10296525" h="3486150">
                <a:moveTo>
                  <a:pt x="6581775" y="2751671"/>
                </a:moveTo>
                <a:lnTo>
                  <a:pt x="6581318" y="2750540"/>
                </a:lnTo>
                <a:lnTo>
                  <a:pt x="6579451" y="2748686"/>
                </a:lnTo>
                <a:lnTo>
                  <a:pt x="6578333" y="2748216"/>
                </a:lnTo>
                <a:lnTo>
                  <a:pt x="6575704" y="2748216"/>
                </a:lnTo>
                <a:lnTo>
                  <a:pt x="6574574" y="2748686"/>
                </a:lnTo>
                <a:lnTo>
                  <a:pt x="6572720" y="2750540"/>
                </a:lnTo>
                <a:lnTo>
                  <a:pt x="6572250" y="2751671"/>
                </a:lnTo>
                <a:lnTo>
                  <a:pt x="6572250" y="2754299"/>
                </a:lnTo>
                <a:lnTo>
                  <a:pt x="6572720" y="2755417"/>
                </a:lnTo>
                <a:lnTo>
                  <a:pt x="6574574" y="2757284"/>
                </a:lnTo>
                <a:lnTo>
                  <a:pt x="6575704" y="2757741"/>
                </a:lnTo>
                <a:lnTo>
                  <a:pt x="6578333" y="2757741"/>
                </a:lnTo>
                <a:lnTo>
                  <a:pt x="6579451" y="2757284"/>
                </a:lnTo>
                <a:lnTo>
                  <a:pt x="6581318" y="2755417"/>
                </a:lnTo>
                <a:lnTo>
                  <a:pt x="6581775" y="2754299"/>
                </a:lnTo>
                <a:lnTo>
                  <a:pt x="6581775" y="2751671"/>
                </a:lnTo>
                <a:close/>
              </a:path>
              <a:path w="10296525" h="3486150">
                <a:moveTo>
                  <a:pt x="6581775" y="2028037"/>
                </a:moveTo>
                <a:lnTo>
                  <a:pt x="6581318" y="2026907"/>
                </a:lnTo>
                <a:lnTo>
                  <a:pt x="6579451" y="2025053"/>
                </a:lnTo>
                <a:lnTo>
                  <a:pt x="6578333" y="2024583"/>
                </a:lnTo>
                <a:lnTo>
                  <a:pt x="6575704" y="2024583"/>
                </a:lnTo>
                <a:lnTo>
                  <a:pt x="6574574" y="2025053"/>
                </a:lnTo>
                <a:lnTo>
                  <a:pt x="6572720" y="2026907"/>
                </a:lnTo>
                <a:lnTo>
                  <a:pt x="6572250" y="2028037"/>
                </a:lnTo>
                <a:lnTo>
                  <a:pt x="6572250" y="2030666"/>
                </a:lnTo>
                <a:lnTo>
                  <a:pt x="6572720" y="2031784"/>
                </a:lnTo>
                <a:lnTo>
                  <a:pt x="6574574" y="2033651"/>
                </a:lnTo>
                <a:lnTo>
                  <a:pt x="6575704" y="2034108"/>
                </a:lnTo>
                <a:lnTo>
                  <a:pt x="6578333" y="2034108"/>
                </a:lnTo>
                <a:lnTo>
                  <a:pt x="6579451" y="2033651"/>
                </a:lnTo>
                <a:lnTo>
                  <a:pt x="6581318" y="2031784"/>
                </a:lnTo>
                <a:lnTo>
                  <a:pt x="6581775" y="2030666"/>
                </a:lnTo>
                <a:lnTo>
                  <a:pt x="6581775" y="2028037"/>
                </a:lnTo>
                <a:close/>
              </a:path>
              <a:path w="10296525" h="3486150">
                <a:moveTo>
                  <a:pt x="6581775" y="1304391"/>
                </a:moveTo>
                <a:lnTo>
                  <a:pt x="6581318" y="1303274"/>
                </a:lnTo>
                <a:lnTo>
                  <a:pt x="6579451" y="1301419"/>
                </a:lnTo>
                <a:lnTo>
                  <a:pt x="6578333" y="1300949"/>
                </a:lnTo>
                <a:lnTo>
                  <a:pt x="6575704" y="1300949"/>
                </a:lnTo>
                <a:lnTo>
                  <a:pt x="6574574" y="1301419"/>
                </a:lnTo>
                <a:lnTo>
                  <a:pt x="6572720" y="1303274"/>
                </a:lnTo>
                <a:lnTo>
                  <a:pt x="6572250" y="1304391"/>
                </a:lnTo>
                <a:lnTo>
                  <a:pt x="6572250" y="1307033"/>
                </a:lnTo>
                <a:lnTo>
                  <a:pt x="6572720" y="1308150"/>
                </a:lnTo>
                <a:lnTo>
                  <a:pt x="6574574" y="1310005"/>
                </a:lnTo>
                <a:lnTo>
                  <a:pt x="6575704" y="1310474"/>
                </a:lnTo>
                <a:lnTo>
                  <a:pt x="6578333" y="1310474"/>
                </a:lnTo>
                <a:lnTo>
                  <a:pt x="6579451" y="1310005"/>
                </a:lnTo>
                <a:lnTo>
                  <a:pt x="6581318" y="1308150"/>
                </a:lnTo>
                <a:lnTo>
                  <a:pt x="6581775" y="1307033"/>
                </a:lnTo>
                <a:lnTo>
                  <a:pt x="6581775" y="1304391"/>
                </a:lnTo>
                <a:close/>
              </a:path>
              <a:path w="10296525" h="3486150">
                <a:moveTo>
                  <a:pt x="6581775" y="580758"/>
                </a:moveTo>
                <a:lnTo>
                  <a:pt x="6581318" y="579640"/>
                </a:lnTo>
                <a:lnTo>
                  <a:pt x="6579451" y="577773"/>
                </a:lnTo>
                <a:lnTo>
                  <a:pt x="6578333" y="577316"/>
                </a:lnTo>
                <a:lnTo>
                  <a:pt x="6575704" y="577316"/>
                </a:lnTo>
                <a:lnTo>
                  <a:pt x="6574574" y="577773"/>
                </a:lnTo>
                <a:lnTo>
                  <a:pt x="6572720" y="579640"/>
                </a:lnTo>
                <a:lnTo>
                  <a:pt x="6572250" y="580758"/>
                </a:lnTo>
                <a:lnTo>
                  <a:pt x="6572250" y="583387"/>
                </a:lnTo>
                <a:lnTo>
                  <a:pt x="6572720" y="584517"/>
                </a:lnTo>
                <a:lnTo>
                  <a:pt x="6574574" y="586371"/>
                </a:lnTo>
                <a:lnTo>
                  <a:pt x="6575704" y="586841"/>
                </a:lnTo>
                <a:lnTo>
                  <a:pt x="6578333" y="586841"/>
                </a:lnTo>
                <a:lnTo>
                  <a:pt x="6579451" y="586371"/>
                </a:lnTo>
                <a:lnTo>
                  <a:pt x="6581318" y="584517"/>
                </a:lnTo>
                <a:lnTo>
                  <a:pt x="6581775" y="583387"/>
                </a:lnTo>
                <a:lnTo>
                  <a:pt x="6581775" y="580758"/>
                </a:lnTo>
                <a:close/>
              </a:path>
              <a:path w="10296525" h="3486150">
                <a:moveTo>
                  <a:pt x="6629400" y="2751671"/>
                </a:moveTo>
                <a:lnTo>
                  <a:pt x="6628943" y="2750540"/>
                </a:lnTo>
                <a:lnTo>
                  <a:pt x="6627076" y="2748686"/>
                </a:lnTo>
                <a:lnTo>
                  <a:pt x="6625958" y="2748216"/>
                </a:lnTo>
                <a:lnTo>
                  <a:pt x="6623329" y="2748216"/>
                </a:lnTo>
                <a:lnTo>
                  <a:pt x="6622199" y="2748686"/>
                </a:lnTo>
                <a:lnTo>
                  <a:pt x="6620345" y="2750540"/>
                </a:lnTo>
                <a:lnTo>
                  <a:pt x="6619875" y="2751671"/>
                </a:lnTo>
                <a:lnTo>
                  <a:pt x="6619875" y="2754299"/>
                </a:lnTo>
                <a:lnTo>
                  <a:pt x="6620345" y="2755417"/>
                </a:lnTo>
                <a:lnTo>
                  <a:pt x="6622199" y="2757284"/>
                </a:lnTo>
                <a:lnTo>
                  <a:pt x="6623329" y="2757741"/>
                </a:lnTo>
                <a:lnTo>
                  <a:pt x="6625958" y="2757741"/>
                </a:lnTo>
                <a:lnTo>
                  <a:pt x="6627076" y="2757284"/>
                </a:lnTo>
                <a:lnTo>
                  <a:pt x="6628943" y="2755417"/>
                </a:lnTo>
                <a:lnTo>
                  <a:pt x="6629400" y="2754299"/>
                </a:lnTo>
                <a:lnTo>
                  <a:pt x="6629400" y="2751671"/>
                </a:lnTo>
                <a:close/>
              </a:path>
              <a:path w="10296525" h="3486150">
                <a:moveTo>
                  <a:pt x="6629400" y="2028037"/>
                </a:moveTo>
                <a:lnTo>
                  <a:pt x="6628943" y="2026907"/>
                </a:lnTo>
                <a:lnTo>
                  <a:pt x="6627076" y="2025053"/>
                </a:lnTo>
                <a:lnTo>
                  <a:pt x="6625958" y="2024583"/>
                </a:lnTo>
                <a:lnTo>
                  <a:pt x="6623329" y="2024583"/>
                </a:lnTo>
                <a:lnTo>
                  <a:pt x="6622199" y="2025053"/>
                </a:lnTo>
                <a:lnTo>
                  <a:pt x="6620345" y="2026907"/>
                </a:lnTo>
                <a:lnTo>
                  <a:pt x="6619875" y="2028037"/>
                </a:lnTo>
                <a:lnTo>
                  <a:pt x="6619875" y="2030666"/>
                </a:lnTo>
                <a:lnTo>
                  <a:pt x="6620345" y="2031784"/>
                </a:lnTo>
                <a:lnTo>
                  <a:pt x="6622199" y="2033651"/>
                </a:lnTo>
                <a:lnTo>
                  <a:pt x="6623329" y="2034108"/>
                </a:lnTo>
                <a:lnTo>
                  <a:pt x="6625958" y="2034108"/>
                </a:lnTo>
                <a:lnTo>
                  <a:pt x="6627076" y="2033651"/>
                </a:lnTo>
                <a:lnTo>
                  <a:pt x="6628943" y="2031784"/>
                </a:lnTo>
                <a:lnTo>
                  <a:pt x="6629400" y="2030666"/>
                </a:lnTo>
                <a:lnTo>
                  <a:pt x="6629400" y="2028037"/>
                </a:lnTo>
                <a:close/>
              </a:path>
              <a:path w="10296525" h="3486150">
                <a:moveTo>
                  <a:pt x="6629400" y="1304391"/>
                </a:moveTo>
                <a:lnTo>
                  <a:pt x="6628943" y="1303274"/>
                </a:lnTo>
                <a:lnTo>
                  <a:pt x="6627076" y="1301419"/>
                </a:lnTo>
                <a:lnTo>
                  <a:pt x="6625958" y="1300949"/>
                </a:lnTo>
                <a:lnTo>
                  <a:pt x="6623329" y="1300949"/>
                </a:lnTo>
                <a:lnTo>
                  <a:pt x="6622199" y="1301419"/>
                </a:lnTo>
                <a:lnTo>
                  <a:pt x="6620345" y="1303274"/>
                </a:lnTo>
                <a:lnTo>
                  <a:pt x="6619875" y="1304391"/>
                </a:lnTo>
                <a:lnTo>
                  <a:pt x="6619875" y="1307033"/>
                </a:lnTo>
                <a:lnTo>
                  <a:pt x="6620345" y="1308150"/>
                </a:lnTo>
                <a:lnTo>
                  <a:pt x="6622199" y="1310005"/>
                </a:lnTo>
                <a:lnTo>
                  <a:pt x="6623329" y="1310474"/>
                </a:lnTo>
                <a:lnTo>
                  <a:pt x="6625958" y="1310474"/>
                </a:lnTo>
                <a:lnTo>
                  <a:pt x="6627076" y="1310005"/>
                </a:lnTo>
                <a:lnTo>
                  <a:pt x="6628943" y="1308150"/>
                </a:lnTo>
                <a:lnTo>
                  <a:pt x="6629400" y="1307033"/>
                </a:lnTo>
                <a:lnTo>
                  <a:pt x="6629400" y="1304391"/>
                </a:lnTo>
                <a:close/>
              </a:path>
              <a:path w="10296525" h="3486150">
                <a:moveTo>
                  <a:pt x="6629400" y="580758"/>
                </a:moveTo>
                <a:lnTo>
                  <a:pt x="6628943" y="579640"/>
                </a:lnTo>
                <a:lnTo>
                  <a:pt x="6627076" y="577773"/>
                </a:lnTo>
                <a:lnTo>
                  <a:pt x="6625958" y="577316"/>
                </a:lnTo>
                <a:lnTo>
                  <a:pt x="6623329" y="577316"/>
                </a:lnTo>
                <a:lnTo>
                  <a:pt x="6622199" y="577773"/>
                </a:lnTo>
                <a:lnTo>
                  <a:pt x="6620345" y="579640"/>
                </a:lnTo>
                <a:lnTo>
                  <a:pt x="6619875" y="580758"/>
                </a:lnTo>
                <a:lnTo>
                  <a:pt x="6619875" y="583387"/>
                </a:lnTo>
                <a:lnTo>
                  <a:pt x="6620345" y="584517"/>
                </a:lnTo>
                <a:lnTo>
                  <a:pt x="6622199" y="586371"/>
                </a:lnTo>
                <a:lnTo>
                  <a:pt x="6623329" y="586841"/>
                </a:lnTo>
                <a:lnTo>
                  <a:pt x="6625958" y="586841"/>
                </a:lnTo>
                <a:lnTo>
                  <a:pt x="6627076" y="586371"/>
                </a:lnTo>
                <a:lnTo>
                  <a:pt x="6628943" y="584517"/>
                </a:lnTo>
                <a:lnTo>
                  <a:pt x="6629400" y="583387"/>
                </a:lnTo>
                <a:lnTo>
                  <a:pt x="6629400" y="580758"/>
                </a:lnTo>
                <a:close/>
              </a:path>
              <a:path w="10296525" h="3486150">
                <a:moveTo>
                  <a:pt x="6677025" y="2751671"/>
                </a:moveTo>
                <a:lnTo>
                  <a:pt x="6676568" y="2750540"/>
                </a:lnTo>
                <a:lnTo>
                  <a:pt x="6674701" y="2748686"/>
                </a:lnTo>
                <a:lnTo>
                  <a:pt x="6673583" y="2748216"/>
                </a:lnTo>
                <a:lnTo>
                  <a:pt x="6670954" y="2748216"/>
                </a:lnTo>
                <a:lnTo>
                  <a:pt x="6669824" y="2748686"/>
                </a:lnTo>
                <a:lnTo>
                  <a:pt x="6667970" y="2750540"/>
                </a:lnTo>
                <a:lnTo>
                  <a:pt x="6667500" y="2751671"/>
                </a:lnTo>
                <a:lnTo>
                  <a:pt x="6667500" y="2754299"/>
                </a:lnTo>
                <a:lnTo>
                  <a:pt x="6667970" y="2755417"/>
                </a:lnTo>
                <a:lnTo>
                  <a:pt x="6669824" y="2757284"/>
                </a:lnTo>
                <a:lnTo>
                  <a:pt x="6670954" y="2757741"/>
                </a:lnTo>
                <a:lnTo>
                  <a:pt x="6673583" y="2757741"/>
                </a:lnTo>
                <a:lnTo>
                  <a:pt x="6674701" y="2757284"/>
                </a:lnTo>
                <a:lnTo>
                  <a:pt x="6676568" y="2755417"/>
                </a:lnTo>
                <a:lnTo>
                  <a:pt x="6677025" y="2754299"/>
                </a:lnTo>
                <a:lnTo>
                  <a:pt x="6677025" y="2751671"/>
                </a:lnTo>
                <a:close/>
              </a:path>
              <a:path w="10296525" h="3486150">
                <a:moveTo>
                  <a:pt x="6677025" y="2028037"/>
                </a:moveTo>
                <a:lnTo>
                  <a:pt x="6676568" y="2026907"/>
                </a:lnTo>
                <a:lnTo>
                  <a:pt x="6674701" y="2025053"/>
                </a:lnTo>
                <a:lnTo>
                  <a:pt x="6673583" y="2024583"/>
                </a:lnTo>
                <a:lnTo>
                  <a:pt x="6670954" y="2024583"/>
                </a:lnTo>
                <a:lnTo>
                  <a:pt x="6669824" y="2025053"/>
                </a:lnTo>
                <a:lnTo>
                  <a:pt x="6667970" y="2026907"/>
                </a:lnTo>
                <a:lnTo>
                  <a:pt x="6667500" y="2028037"/>
                </a:lnTo>
                <a:lnTo>
                  <a:pt x="6667500" y="2030666"/>
                </a:lnTo>
                <a:lnTo>
                  <a:pt x="6667970" y="2031784"/>
                </a:lnTo>
                <a:lnTo>
                  <a:pt x="6669824" y="2033651"/>
                </a:lnTo>
                <a:lnTo>
                  <a:pt x="6670954" y="2034108"/>
                </a:lnTo>
                <a:lnTo>
                  <a:pt x="6673583" y="2034108"/>
                </a:lnTo>
                <a:lnTo>
                  <a:pt x="6674701" y="2033651"/>
                </a:lnTo>
                <a:lnTo>
                  <a:pt x="6676568" y="2031784"/>
                </a:lnTo>
                <a:lnTo>
                  <a:pt x="6677025" y="2030666"/>
                </a:lnTo>
                <a:lnTo>
                  <a:pt x="6677025" y="2028037"/>
                </a:lnTo>
                <a:close/>
              </a:path>
              <a:path w="10296525" h="3486150">
                <a:moveTo>
                  <a:pt x="6677025" y="1304391"/>
                </a:moveTo>
                <a:lnTo>
                  <a:pt x="6676568" y="1303274"/>
                </a:lnTo>
                <a:lnTo>
                  <a:pt x="6674701" y="1301419"/>
                </a:lnTo>
                <a:lnTo>
                  <a:pt x="6673583" y="1300949"/>
                </a:lnTo>
                <a:lnTo>
                  <a:pt x="6670954" y="1300949"/>
                </a:lnTo>
                <a:lnTo>
                  <a:pt x="6669824" y="1301419"/>
                </a:lnTo>
                <a:lnTo>
                  <a:pt x="6667970" y="1303274"/>
                </a:lnTo>
                <a:lnTo>
                  <a:pt x="6667500" y="1304391"/>
                </a:lnTo>
                <a:lnTo>
                  <a:pt x="6667500" y="1307033"/>
                </a:lnTo>
                <a:lnTo>
                  <a:pt x="6667970" y="1308150"/>
                </a:lnTo>
                <a:lnTo>
                  <a:pt x="6669824" y="1310005"/>
                </a:lnTo>
                <a:lnTo>
                  <a:pt x="6670954" y="1310474"/>
                </a:lnTo>
                <a:lnTo>
                  <a:pt x="6673583" y="1310474"/>
                </a:lnTo>
                <a:lnTo>
                  <a:pt x="6674701" y="1310005"/>
                </a:lnTo>
                <a:lnTo>
                  <a:pt x="6676568" y="1308150"/>
                </a:lnTo>
                <a:lnTo>
                  <a:pt x="6677025" y="1307033"/>
                </a:lnTo>
                <a:lnTo>
                  <a:pt x="6677025" y="1304391"/>
                </a:lnTo>
                <a:close/>
              </a:path>
              <a:path w="10296525" h="3486150">
                <a:moveTo>
                  <a:pt x="6677025" y="580758"/>
                </a:moveTo>
                <a:lnTo>
                  <a:pt x="6676568" y="579640"/>
                </a:lnTo>
                <a:lnTo>
                  <a:pt x="6674701" y="577773"/>
                </a:lnTo>
                <a:lnTo>
                  <a:pt x="6673583" y="577316"/>
                </a:lnTo>
                <a:lnTo>
                  <a:pt x="6670954" y="577316"/>
                </a:lnTo>
                <a:lnTo>
                  <a:pt x="6669824" y="577773"/>
                </a:lnTo>
                <a:lnTo>
                  <a:pt x="6667970" y="579640"/>
                </a:lnTo>
                <a:lnTo>
                  <a:pt x="6667500" y="580758"/>
                </a:lnTo>
                <a:lnTo>
                  <a:pt x="6667500" y="583387"/>
                </a:lnTo>
                <a:lnTo>
                  <a:pt x="6667970" y="584517"/>
                </a:lnTo>
                <a:lnTo>
                  <a:pt x="6669824" y="586371"/>
                </a:lnTo>
                <a:lnTo>
                  <a:pt x="6670954" y="586841"/>
                </a:lnTo>
                <a:lnTo>
                  <a:pt x="6673583" y="586841"/>
                </a:lnTo>
                <a:lnTo>
                  <a:pt x="6674701" y="586371"/>
                </a:lnTo>
                <a:lnTo>
                  <a:pt x="6676568" y="584517"/>
                </a:lnTo>
                <a:lnTo>
                  <a:pt x="6677025" y="583387"/>
                </a:lnTo>
                <a:lnTo>
                  <a:pt x="6677025" y="580758"/>
                </a:lnTo>
                <a:close/>
              </a:path>
              <a:path w="10296525" h="3486150">
                <a:moveTo>
                  <a:pt x="6724650" y="2751671"/>
                </a:moveTo>
                <a:lnTo>
                  <a:pt x="6724193" y="2750540"/>
                </a:lnTo>
                <a:lnTo>
                  <a:pt x="6722326" y="2748686"/>
                </a:lnTo>
                <a:lnTo>
                  <a:pt x="6721208" y="2748216"/>
                </a:lnTo>
                <a:lnTo>
                  <a:pt x="6718579" y="2748216"/>
                </a:lnTo>
                <a:lnTo>
                  <a:pt x="6717449" y="2748686"/>
                </a:lnTo>
                <a:lnTo>
                  <a:pt x="6715595" y="2750540"/>
                </a:lnTo>
                <a:lnTo>
                  <a:pt x="6715125" y="2751671"/>
                </a:lnTo>
                <a:lnTo>
                  <a:pt x="6715125" y="2754299"/>
                </a:lnTo>
                <a:lnTo>
                  <a:pt x="6715595" y="2755417"/>
                </a:lnTo>
                <a:lnTo>
                  <a:pt x="6717449" y="2757284"/>
                </a:lnTo>
                <a:lnTo>
                  <a:pt x="6718579" y="2757741"/>
                </a:lnTo>
                <a:lnTo>
                  <a:pt x="6721208" y="2757741"/>
                </a:lnTo>
                <a:lnTo>
                  <a:pt x="6722326" y="2757284"/>
                </a:lnTo>
                <a:lnTo>
                  <a:pt x="6724193" y="2755417"/>
                </a:lnTo>
                <a:lnTo>
                  <a:pt x="6724650" y="2754299"/>
                </a:lnTo>
                <a:lnTo>
                  <a:pt x="6724650" y="2751671"/>
                </a:lnTo>
                <a:close/>
              </a:path>
              <a:path w="10296525" h="3486150">
                <a:moveTo>
                  <a:pt x="6724650" y="2028037"/>
                </a:moveTo>
                <a:lnTo>
                  <a:pt x="6724193" y="2026907"/>
                </a:lnTo>
                <a:lnTo>
                  <a:pt x="6722326" y="2025053"/>
                </a:lnTo>
                <a:lnTo>
                  <a:pt x="6721208" y="2024583"/>
                </a:lnTo>
                <a:lnTo>
                  <a:pt x="6718579" y="2024583"/>
                </a:lnTo>
                <a:lnTo>
                  <a:pt x="6717449" y="2025053"/>
                </a:lnTo>
                <a:lnTo>
                  <a:pt x="6715595" y="2026907"/>
                </a:lnTo>
                <a:lnTo>
                  <a:pt x="6715125" y="2028037"/>
                </a:lnTo>
                <a:lnTo>
                  <a:pt x="6715125" y="2030666"/>
                </a:lnTo>
                <a:lnTo>
                  <a:pt x="6715595" y="2031784"/>
                </a:lnTo>
                <a:lnTo>
                  <a:pt x="6717449" y="2033651"/>
                </a:lnTo>
                <a:lnTo>
                  <a:pt x="6718579" y="2034108"/>
                </a:lnTo>
                <a:lnTo>
                  <a:pt x="6721208" y="2034108"/>
                </a:lnTo>
                <a:lnTo>
                  <a:pt x="6722326" y="2033651"/>
                </a:lnTo>
                <a:lnTo>
                  <a:pt x="6724193" y="2031784"/>
                </a:lnTo>
                <a:lnTo>
                  <a:pt x="6724650" y="2030666"/>
                </a:lnTo>
                <a:lnTo>
                  <a:pt x="6724650" y="2028037"/>
                </a:lnTo>
                <a:close/>
              </a:path>
              <a:path w="10296525" h="3486150">
                <a:moveTo>
                  <a:pt x="6724650" y="1304391"/>
                </a:moveTo>
                <a:lnTo>
                  <a:pt x="6724193" y="1303274"/>
                </a:lnTo>
                <a:lnTo>
                  <a:pt x="6722326" y="1301419"/>
                </a:lnTo>
                <a:lnTo>
                  <a:pt x="6721208" y="1300949"/>
                </a:lnTo>
                <a:lnTo>
                  <a:pt x="6718579" y="1300949"/>
                </a:lnTo>
                <a:lnTo>
                  <a:pt x="6717449" y="1301419"/>
                </a:lnTo>
                <a:lnTo>
                  <a:pt x="6715595" y="1303274"/>
                </a:lnTo>
                <a:lnTo>
                  <a:pt x="6715125" y="1304391"/>
                </a:lnTo>
                <a:lnTo>
                  <a:pt x="6715125" y="1307033"/>
                </a:lnTo>
                <a:lnTo>
                  <a:pt x="6715595" y="1308150"/>
                </a:lnTo>
                <a:lnTo>
                  <a:pt x="6717449" y="1310005"/>
                </a:lnTo>
                <a:lnTo>
                  <a:pt x="6718579" y="1310474"/>
                </a:lnTo>
                <a:lnTo>
                  <a:pt x="6721208" y="1310474"/>
                </a:lnTo>
                <a:lnTo>
                  <a:pt x="6722326" y="1310005"/>
                </a:lnTo>
                <a:lnTo>
                  <a:pt x="6724193" y="1308150"/>
                </a:lnTo>
                <a:lnTo>
                  <a:pt x="6724650" y="1307033"/>
                </a:lnTo>
                <a:lnTo>
                  <a:pt x="6724650" y="1304391"/>
                </a:lnTo>
                <a:close/>
              </a:path>
              <a:path w="10296525" h="3486150">
                <a:moveTo>
                  <a:pt x="6724650" y="580758"/>
                </a:moveTo>
                <a:lnTo>
                  <a:pt x="6724193" y="579640"/>
                </a:lnTo>
                <a:lnTo>
                  <a:pt x="6722326" y="577773"/>
                </a:lnTo>
                <a:lnTo>
                  <a:pt x="6721208" y="577316"/>
                </a:lnTo>
                <a:lnTo>
                  <a:pt x="6718579" y="577316"/>
                </a:lnTo>
                <a:lnTo>
                  <a:pt x="6717449" y="577773"/>
                </a:lnTo>
                <a:lnTo>
                  <a:pt x="6715595" y="579640"/>
                </a:lnTo>
                <a:lnTo>
                  <a:pt x="6715125" y="580758"/>
                </a:lnTo>
                <a:lnTo>
                  <a:pt x="6715125" y="583387"/>
                </a:lnTo>
                <a:lnTo>
                  <a:pt x="6715595" y="584517"/>
                </a:lnTo>
                <a:lnTo>
                  <a:pt x="6717449" y="586371"/>
                </a:lnTo>
                <a:lnTo>
                  <a:pt x="6718579" y="586841"/>
                </a:lnTo>
                <a:lnTo>
                  <a:pt x="6721208" y="586841"/>
                </a:lnTo>
                <a:lnTo>
                  <a:pt x="6722326" y="586371"/>
                </a:lnTo>
                <a:lnTo>
                  <a:pt x="6724193" y="584517"/>
                </a:lnTo>
                <a:lnTo>
                  <a:pt x="6724650" y="583387"/>
                </a:lnTo>
                <a:lnTo>
                  <a:pt x="6724650" y="580758"/>
                </a:lnTo>
                <a:close/>
              </a:path>
              <a:path w="10296525" h="3486150">
                <a:moveTo>
                  <a:pt x="6772275" y="2751671"/>
                </a:moveTo>
                <a:lnTo>
                  <a:pt x="6771818" y="2750540"/>
                </a:lnTo>
                <a:lnTo>
                  <a:pt x="6769951" y="2748686"/>
                </a:lnTo>
                <a:lnTo>
                  <a:pt x="6768833" y="2748216"/>
                </a:lnTo>
                <a:lnTo>
                  <a:pt x="6766204" y="2748216"/>
                </a:lnTo>
                <a:lnTo>
                  <a:pt x="6765074" y="2748686"/>
                </a:lnTo>
                <a:lnTo>
                  <a:pt x="6763220" y="2750540"/>
                </a:lnTo>
                <a:lnTo>
                  <a:pt x="6762750" y="2751671"/>
                </a:lnTo>
                <a:lnTo>
                  <a:pt x="6762750" y="2754299"/>
                </a:lnTo>
                <a:lnTo>
                  <a:pt x="6763220" y="2755417"/>
                </a:lnTo>
                <a:lnTo>
                  <a:pt x="6765074" y="2757284"/>
                </a:lnTo>
                <a:lnTo>
                  <a:pt x="6766204" y="2757741"/>
                </a:lnTo>
                <a:lnTo>
                  <a:pt x="6768833" y="2757741"/>
                </a:lnTo>
                <a:lnTo>
                  <a:pt x="6769951" y="2757284"/>
                </a:lnTo>
                <a:lnTo>
                  <a:pt x="6771818" y="2755417"/>
                </a:lnTo>
                <a:lnTo>
                  <a:pt x="6772275" y="2754299"/>
                </a:lnTo>
                <a:lnTo>
                  <a:pt x="6772275" y="2751671"/>
                </a:lnTo>
                <a:close/>
              </a:path>
              <a:path w="10296525" h="3486150">
                <a:moveTo>
                  <a:pt x="6772275" y="2028037"/>
                </a:moveTo>
                <a:lnTo>
                  <a:pt x="6771818" y="2026907"/>
                </a:lnTo>
                <a:lnTo>
                  <a:pt x="6769951" y="2025053"/>
                </a:lnTo>
                <a:lnTo>
                  <a:pt x="6768833" y="2024583"/>
                </a:lnTo>
                <a:lnTo>
                  <a:pt x="6766204" y="2024583"/>
                </a:lnTo>
                <a:lnTo>
                  <a:pt x="6765074" y="2025053"/>
                </a:lnTo>
                <a:lnTo>
                  <a:pt x="6763220" y="2026907"/>
                </a:lnTo>
                <a:lnTo>
                  <a:pt x="6762750" y="2028037"/>
                </a:lnTo>
                <a:lnTo>
                  <a:pt x="6762750" y="2030666"/>
                </a:lnTo>
                <a:lnTo>
                  <a:pt x="6763220" y="2031784"/>
                </a:lnTo>
                <a:lnTo>
                  <a:pt x="6765074" y="2033651"/>
                </a:lnTo>
                <a:lnTo>
                  <a:pt x="6766204" y="2034108"/>
                </a:lnTo>
                <a:lnTo>
                  <a:pt x="6768833" y="2034108"/>
                </a:lnTo>
                <a:lnTo>
                  <a:pt x="6769951" y="2033651"/>
                </a:lnTo>
                <a:lnTo>
                  <a:pt x="6771818" y="2031784"/>
                </a:lnTo>
                <a:lnTo>
                  <a:pt x="6772275" y="2030666"/>
                </a:lnTo>
                <a:lnTo>
                  <a:pt x="6772275" y="2028037"/>
                </a:lnTo>
                <a:close/>
              </a:path>
              <a:path w="10296525" h="3486150">
                <a:moveTo>
                  <a:pt x="6772275" y="1304391"/>
                </a:moveTo>
                <a:lnTo>
                  <a:pt x="6771818" y="1303274"/>
                </a:lnTo>
                <a:lnTo>
                  <a:pt x="6769951" y="1301419"/>
                </a:lnTo>
                <a:lnTo>
                  <a:pt x="6768833" y="1300949"/>
                </a:lnTo>
                <a:lnTo>
                  <a:pt x="6766204" y="1300949"/>
                </a:lnTo>
                <a:lnTo>
                  <a:pt x="6765074" y="1301419"/>
                </a:lnTo>
                <a:lnTo>
                  <a:pt x="6763220" y="1303274"/>
                </a:lnTo>
                <a:lnTo>
                  <a:pt x="6762750" y="1304391"/>
                </a:lnTo>
                <a:lnTo>
                  <a:pt x="6762750" y="1307033"/>
                </a:lnTo>
                <a:lnTo>
                  <a:pt x="6763220" y="1308150"/>
                </a:lnTo>
                <a:lnTo>
                  <a:pt x="6765074" y="1310005"/>
                </a:lnTo>
                <a:lnTo>
                  <a:pt x="6766204" y="1310474"/>
                </a:lnTo>
                <a:lnTo>
                  <a:pt x="6768833" y="1310474"/>
                </a:lnTo>
                <a:lnTo>
                  <a:pt x="6769951" y="1310005"/>
                </a:lnTo>
                <a:lnTo>
                  <a:pt x="6771818" y="1308150"/>
                </a:lnTo>
                <a:lnTo>
                  <a:pt x="6772275" y="1307033"/>
                </a:lnTo>
                <a:lnTo>
                  <a:pt x="6772275" y="1304391"/>
                </a:lnTo>
                <a:close/>
              </a:path>
              <a:path w="10296525" h="3486150">
                <a:moveTo>
                  <a:pt x="6772275" y="580758"/>
                </a:moveTo>
                <a:lnTo>
                  <a:pt x="6771818" y="579640"/>
                </a:lnTo>
                <a:lnTo>
                  <a:pt x="6769951" y="577773"/>
                </a:lnTo>
                <a:lnTo>
                  <a:pt x="6768833" y="577316"/>
                </a:lnTo>
                <a:lnTo>
                  <a:pt x="6766204" y="577316"/>
                </a:lnTo>
                <a:lnTo>
                  <a:pt x="6765074" y="577773"/>
                </a:lnTo>
                <a:lnTo>
                  <a:pt x="6763220" y="579640"/>
                </a:lnTo>
                <a:lnTo>
                  <a:pt x="6762750" y="580758"/>
                </a:lnTo>
                <a:lnTo>
                  <a:pt x="6762750" y="583387"/>
                </a:lnTo>
                <a:lnTo>
                  <a:pt x="6763220" y="584517"/>
                </a:lnTo>
                <a:lnTo>
                  <a:pt x="6765074" y="586371"/>
                </a:lnTo>
                <a:lnTo>
                  <a:pt x="6766204" y="586841"/>
                </a:lnTo>
                <a:lnTo>
                  <a:pt x="6768833" y="586841"/>
                </a:lnTo>
                <a:lnTo>
                  <a:pt x="6769951" y="586371"/>
                </a:lnTo>
                <a:lnTo>
                  <a:pt x="6771818" y="584517"/>
                </a:lnTo>
                <a:lnTo>
                  <a:pt x="6772275" y="583387"/>
                </a:lnTo>
                <a:lnTo>
                  <a:pt x="6772275" y="580758"/>
                </a:lnTo>
                <a:close/>
              </a:path>
              <a:path w="10296525" h="3486150">
                <a:moveTo>
                  <a:pt x="6819900" y="2751671"/>
                </a:moveTo>
                <a:lnTo>
                  <a:pt x="6819443" y="2750540"/>
                </a:lnTo>
                <a:lnTo>
                  <a:pt x="6817576" y="2748686"/>
                </a:lnTo>
                <a:lnTo>
                  <a:pt x="6816458" y="2748216"/>
                </a:lnTo>
                <a:lnTo>
                  <a:pt x="6813829" y="2748216"/>
                </a:lnTo>
                <a:lnTo>
                  <a:pt x="6812699" y="2748686"/>
                </a:lnTo>
                <a:lnTo>
                  <a:pt x="6810845" y="2750540"/>
                </a:lnTo>
                <a:lnTo>
                  <a:pt x="6810375" y="2751671"/>
                </a:lnTo>
                <a:lnTo>
                  <a:pt x="6810375" y="2754299"/>
                </a:lnTo>
                <a:lnTo>
                  <a:pt x="6810845" y="2755417"/>
                </a:lnTo>
                <a:lnTo>
                  <a:pt x="6812699" y="2757284"/>
                </a:lnTo>
                <a:lnTo>
                  <a:pt x="6813829" y="2757741"/>
                </a:lnTo>
                <a:lnTo>
                  <a:pt x="6816458" y="2757741"/>
                </a:lnTo>
                <a:lnTo>
                  <a:pt x="6817576" y="2757284"/>
                </a:lnTo>
                <a:lnTo>
                  <a:pt x="6819443" y="2755417"/>
                </a:lnTo>
                <a:lnTo>
                  <a:pt x="6819900" y="2754299"/>
                </a:lnTo>
                <a:lnTo>
                  <a:pt x="6819900" y="2751671"/>
                </a:lnTo>
                <a:close/>
              </a:path>
              <a:path w="10296525" h="3486150">
                <a:moveTo>
                  <a:pt x="6819900" y="2028037"/>
                </a:moveTo>
                <a:lnTo>
                  <a:pt x="6819443" y="2026907"/>
                </a:lnTo>
                <a:lnTo>
                  <a:pt x="6817576" y="2025053"/>
                </a:lnTo>
                <a:lnTo>
                  <a:pt x="6816458" y="2024583"/>
                </a:lnTo>
                <a:lnTo>
                  <a:pt x="6813829" y="2024583"/>
                </a:lnTo>
                <a:lnTo>
                  <a:pt x="6812699" y="2025053"/>
                </a:lnTo>
                <a:lnTo>
                  <a:pt x="6810845" y="2026907"/>
                </a:lnTo>
                <a:lnTo>
                  <a:pt x="6810375" y="2028037"/>
                </a:lnTo>
                <a:lnTo>
                  <a:pt x="6810375" y="2030666"/>
                </a:lnTo>
                <a:lnTo>
                  <a:pt x="6810845" y="2031784"/>
                </a:lnTo>
                <a:lnTo>
                  <a:pt x="6812699" y="2033651"/>
                </a:lnTo>
                <a:lnTo>
                  <a:pt x="6813829" y="2034108"/>
                </a:lnTo>
                <a:lnTo>
                  <a:pt x="6816458" y="2034108"/>
                </a:lnTo>
                <a:lnTo>
                  <a:pt x="6817576" y="2033651"/>
                </a:lnTo>
                <a:lnTo>
                  <a:pt x="6819443" y="2031784"/>
                </a:lnTo>
                <a:lnTo>
                  <a:pt x="6819900" y="2030666"/>
                </a:lnTo>
                <a:lnTo>
                  <a:pt x="6819900" y="2028037"/>
                </a:lnTo>
                <a:close/>
              </a:path>
              <a:path w="10296525" h="3486150">
                <a:moveTo>
                  <a:pt x="6819900" y="1304391"/>
                </a:moveTo>
                <a:lnTo>
                  <a:pt x="6819443" y="1303274"/>
                </a:lnTo>
                <a:lnTo>
                  <a:pt x="6817576" y="1301419"/>
                </a:lnTo>
                <a:lnTo>
                  <a:pt x="6816458" y="1300949"/>
                </a:lnTo>
                <a:lnTo>
                  <a:pt x="6813829" y="1300949"/>
                </a:lnTo>
                <a:lnTo>
                  <a:pt x="6812699" y="1301419"/>
                </a:lnTo>
                <a:lnTo>
                  <a:pt x="6810845" y="1303274"/>
                </a:lnTo>
                <a:lnTo>
                  <a:pt x="6810375" y="1304391"/>
                </a:lnTo>
                <a:lnTo>
                  <a:pt x="6810375" y="1307033"/>
                </a:lnTo>
                <a:lnTo>
                  <a:pt x="6810845" y="1308150"/>
                </a:lnTo>
                <a:lnTo>
                  <a:pt x="6812699" y="1310005"/>
                </a:lnTo>
                <a:lnTo>
                  <a:pt x="6813829" y="1310474"/>
                </a:lnTo>
                <a:lnTo>
                  <a:pt x="6816458" y="1310474"/>
                </a:lnTo>
                <a:lnTo>
                  <a:pt x="6817576" y="1310005"/>
                </a:lnTo>
                <a:lnTo>
                  <a:pt x="6819443" y="1308150"/>
                </a:lnTo>
                <a:lnTo>
                  <a:pt x="6819900" y="1307033"/>
                </a:lnTo>
                <a:lnTo>
                  <a:pt x="6819900" y="1304391"/>
                </a:lnTo>
                <a:close/>
              </a:path>
              <a:path w="10296525" h="3486150">
                <a:moveTo>
                  <a:pt x="6819900" y="580758"/>
                </a:moveTo>
                <a:lnTo>
                  <a:pt x="6819443" y="579640"/>
                </a:lnTo>
                <a:lnTo>
                  <a:pt x="6817576" y="577773"/>
                </a:lnTo>
                <a:lnTo>
                  <a:pt x="6816458" y="577316"/>
                </a:lnTo>
                <a:lnTo>
                  <a:pt x="6813829" y="577316"/>
                </a:lnTo>
                <a:lnTo>
                  <a:pt x="6812699" y="577773"/>
                </a:lnTo>
                <a:lnTo>
                  <a:pt x="6810845" y="579640"/>
                </a:lnTo>
                <a:lnTo>
                  <a:pt x="6810375" y="580758"/>
                </a:lnTo>
                <a:lnTo>
                  <a:pt x="6810375" y="583387"/>
                </a:lnTo>
                <a:lnTo>
                  <a:pt x="6810845" y="584517"/>
                </a:lnTo>
                <a:lnTo>
                  <a:pt x="6812699" y="586371"/>
                </a:lnTo>
                <a:lnTo>
                  <a:pt x="6813829" y="586841"/>
                </a:lnTo>
                <a:lnTo>
                  <a:pt x="6816458" y="586841"/>
                </a:lnTo>
                <a:lnTo>
                  <a:pt x="6817576" y="586371"/>
                </a:lnTo>
                <a:lnTo>
                  <a:pt x="6819443" y="584517"/>
                </a:lnTo>
                <a:lnTo>
                  <a:pt x="6819900" y="583387"/>
                </a:lnTo>
                <a:lnTo>
                  <a:pt x="6819900" y="580758"/>
                </a:lnTo>
                <a:close/>
              </a:path>
              <a:path w="10296525" h="3486150">
                <a:moveTo>
                  <a:pt x="6867525" y="2751671"/>
                </a:moveTo>
                <a:lnTo>
                  <a:pt x="6867068" y="2750540"/>
                </a:lnTo>
                <a:lnTo>
                  <a:pt x="6865201" y="2748686"/>
                </a:lnTo>
                <a:lnTo>
                  <a:pt x="6864083" y="2748216"/>
                </a:lnTo>
                <a:lnTo>
                  <a:pt x="6861454" y="2748216"/>
                </a:lnTo>
                <a:lnTo>
                  <a:pt x="6860324" y="2748686"/>
                </a:lnTo>
                <a:lnTo>
                  <a:pt x="6858470" y="2750540"/>
                </a:lnTo>
                <a:lnTo>
                  <a:pt x="6858000" y="2751671"/>
                </a:lnTo>
                <a:lnTo>
                  <a:pt x="6858000" y="2754299"/>
                </a:lnTo>
                <a:lnTo>
                  <a:pt x="6858470" y="2755417"/>
                </a:lnTo>
                <a:lnTo>
                  <a:pt x="6860324" y="2757284"/>
                </a:lnTo>
                <a:lnTo>
                  <a:pt x="6861454" y="2757741"/>
                </a:lnTo>
                <a:lnTo>
                  <a:pt x="6864083" y="2757741"/>
                </a:lnTo>
                <a:lnTo>
                  <a:pt x="6865201" y="2757284"/>
                </a:lnTo>
                <a:lnTo>
                  <a:pt x="6867068" y="2755417"/>
                </a:lnTo>
                <a:lnTo>
                  <a:pt x="6867525" y="2754299"/>
                </a:lnTo>
                <a:lnTo>
                  <a:pt x="6867525" y="2751671"/>
                </a:lnTo>
                <a:close/>
              </a:path>
              <a:path w="10296525" h="3486150">
                <a:moveTo>
                  <a:pt x="6867525" y="2028037"/>
                </a:moveTo>
                <a:lnTo>
                  <a:pt x="6867068" y="2026907"/>
                </a:lnTo>
                <a:lnTo>
                  <a:pt x="6865201" y="2025053"/>
                </a:lnTo>
                <a:lnTo>
                  <a:pt x="6864083" y="2024583"/>
                </a:lnTo>
                <a:lnTo>
                  <a:pt x="6861454" y="2024583"/>
                </a:lnTo>
                <a:lnTo>
                  <a:pt x="6860324" y="2025053"/>
                </a:lnTo>
                <a:lnTo>
                  <a:pt x="6858470" y="2026907"/>
                </a:lnTo>
                <a:lnTo>
                  <a:pt x="6858000" y="2028037"/>
                </a:lnTo>
                <a:lnTo>
                  <a:pt x="6858000" y="2030666"/>
                </a:lnTo>
                <a:lnTo>
                  <a:pt x="6858470" y="2031784"/>
                </a:lnTo>
                <a:lnTo>
                  <a:pt x="6860324" y="2033651"/>
                </a:lnTo>
                <a:lnTo>
                  <a:pt x="6861454" y="2034108"/>
                </a:lnTo>
                <a:lnTo>
                  <a:pt x="6864083" y="2034108"/>
                </a:lnTo>
                <a:lnTo>
                  <a:pt x="6865201" y="2033651"/>
                </a:lnTo>
                <a:lnTo>
                  <a:pt x="6867068" y="2031784"/>
                </a:lnTo>
                <a:lnTo>
                  <a:pt x="6867525" y="2030666"/>
                </a:lnTo>
                <a:lnTo>
                  <a:pt x="6867525" y="2028037"/>
                </a:lnTo>
                <a:close/>
              </a:path>
              <a:path w="10296525" h="3486150">
                <a:moveTo>
                  <a:pt x="6867525" y="1304391"/>
                </a:moveTo>
                <a:lnTo>
                  <a:pt x="6867068" y="1303274"/>
                </a:lnTo>
                <a:lnTo>
                  <a:pt x="6865201" y="1301419"/>
                </a:lnTo>
                <a:lnTo>
                  <a:pt x="6864083" y="1300949"/>
                </a:lnTo>
                <a:lnTo>
                  <a:pt x="6861454" y="1300949"/>
                </a:lnTo>
                <a:lnTo>
                  <a:pt x="6860324" y="1301419"/>
                </a:lnTo>
                <a:lnTo>
                  <a:pt x="6858470" y="1303274"/>
                </a:lnTo>
                <a:lnTo>
                  <a:pt x="6858000" y="1304391"/>
                </a:lnTo>
                <a:lnTo>
                  <a:pt x="6858000" y="1307033"/>
                </a:lnTo>
                <a:lnTo>
                  <a:pt x="6858470" y="1308150"/>
                </a:lnTo>
                <a:lnTo>
                  <a:pt x="6860324" y="1310005"/>
                </a:lnTo>
                <a:lnTo>
                  <a:pt x="6861454" y="1310474"/>
                </a:lnTo>
                <a:lnTo>
                  <a:pt x="6864083" y="1310474"/>
                </a:lnTo>
                <a:lnTo>
                  <a:pt x="6865201" y="1310005"/>
                </a:lnTo>
                <a:lnTo>
                  <a:pt x="6867068" y="1308150"/>
                </a:lnTo>
                <a:lnTo>
                  <a:pt x="6867525" y="1307033"/>
                </a:lnTo>
                <a:lnTo>
                  <a:pt x="6867525" y="1304391"/>
                </a:lnTo>
                <a:close/>
              </a:path>
              <a:path w="10296525" h="3486150">
                <a:moveTo>
                  <a:pt x="6867525" y="580758"/>
                </a:moveTo>
                <a:lnTo>
                  <a:pt x="6867068" y="579640"/>
                </a:lnTo>
                <a:lnTo>
                  <a:pt x="6865201" y="577773"/>
                </a:lnTo>
                <a:lnTo>
                  <a:pt x="6864083" y="577316"/>
                </a:lnTo>
                <a:lnTo>
                  <a:pt x="6861454" y="577316"/>
                </a:lnTo>
                <a:lnTo>
                  <a:pt x="6860324" y="577773"/>
                </a:lnTo>
                <a:lnTo>
                  <a:pt x="6858470" y="579640"/>
                </a:lnTo>
                <a:lnTo>
                  <a:pt x="6858000" y="580758"/>
                </a:lnTo>
                <a:lnTo>
                  <a:pt x="6858000" y="583387"/>
                </a:lnTo>
                <a:lnTo>
                  <a:pt x="6858470" y="584517"/>
                </a:lnTo>
                <a:lnTo>
                  <a:pt x="6860324" y="586371"/>
                </a:lnTo>
                <a:lnTo>
                  <a:pt x="6861454" y="586841"/>
                </a:lnTo>
                <a:lnTo>
                  <a:pt x="6864083" y="586841"/>
                </a:lnTo>
                <a:lnTo>
                  <a:pt x="6865201" y="586371"/>
                </a:lnTo>
                <a:lnTo>
                  <a:pt x="6867068" y="584517"/>
                </a:lnTo>
                <a:lnTo>
                  <a:pt x="6867525" y="583387"/>
                </a:lnTo>
                <a:lnTo>
                  <a:pt x="6867525" y="580758"/>
                </a:lnTo>
                <a:close/>
              </a:path>
              <a:path w="10296525" h="3486150">
                <a:moveTo>
                  <a:pt x="6915150" y="2751671"/>
                </a:moveTo>
                <a:lnTo>
                  <a:pt x="6914693" y="2750540"/>
                </a:lnTo>
                <a:lnTo>
                  <a:pt x="6912826" y="2748686"/>
                </a:lnTo>
                <a:lnTo>
                  <a:pt x="6911708" y="2748216"/>
                </a:lnTo>
                <a:lnTo>
                  <a:pt x="6909079" y="2748216"/>
                </a:lnTo>
                <a:lnTo>
                  <a:pt x="6907949" y="2748686"/>
                </a:lnTo>
                <a:lnTo>
                  <a:pt x="6906095" y="2750540"/>
                </a:lnTo>
                <a:lnTo>
                  <a:pt x="6905625" y="2751671"/>
                </a:lnTo>
                <a:lnTo>
                  <a:pt x="6905625" y="2754299"/>
                </a:lnTo>
                <a:lnTo>
                  <a:pt x="6906095" y="2755417"/>
                </a:lnTo>
                <a:lnTo>
                  <a:pt x="6907949" y="2757284"/>
                </a:lnTo>
                <a:lnTo>
                  <a:pt x="6909079" y="2757741"/>
                </a:lnTo>
                <a:lnTo>
                  <a:pt x="6911708" y="2757741"/>
                </a:lnTo>
                <a:lnTo>
                  <a:pt x="6912826" y="2757284"/>
                </a:lnTo>
                <a:lnTo>
                  <a:pt x="6914693" y="2755417"/>
                </a:lnTo>
                <a:lnTo>
                  <a:pt x="6915150" y="2754299"/>
                </a:lnTo>
                <a:lnTo>
                  <a:pt x="6915150" y="2751671"/>
                </a:lnTo>
                <a:close/>
              </a:path>
              <a:path w="10296525" h="3486150">
                <a:moveTo>
                  <a:pt x="6915150" y="2028037"/>
                </a:moveTo>
                <a:lnTo>
                  <a:pt x="6914693" y="2026907"/>
                </a:lnTo>
                <a:lnTo>
                  <a:pt x="6912826" y="2025053"/>
                </a:lnTo>
                <a:lnTo>
                  <a:pt x="6911708" y="2024583"/>
                </a:lnTo>
                <a:lnTo>
                  <a:pt x="6909079" y="2024583"/>
                </a:lnTo>
                <a:lnTo>
                  <a:pt x="6907949" y="2025053"/>
                </a:lnTo>
                <a:lnTo>
                  <a:pt x="6906095" y="2026907"/>
                </a:lnTo>
                <a:lnTo>
                  <a:pt x="6905625" y="2028037"/>
                </a:lnTo>
                <a:lnTo>
                  <a:pt x="6905625" y="2030666"/>
                </a:lnTo>
                <a:lnTo>
                  <a:pt x="6906095" y="2031784"/>
                </a:lnTo>
                <a:lnTo>
                  <a:pt x="6907949" y="2033651"/>
                </a:lnTo>
                <a:lnTo>
                  <a:pt x="6909079" y="2034108"/>
                </a:lnTo>
                <a:lnTo>
                  <a:pt x="6911708" y="2034108"/>
                </a:lnTo>
                <a:lnTo>
                  <a:pt x="6912826" y="2033651"/>
                </a:lnTo>
                <a:lnTo>
                  <a:pt x="6914693" y="2031784"/>
                </a:lnTo>
                <a:lnTo>
                  <a:pt x="6915150" y="2030666"/>
                </a:lnTo>
                <a:lnTo>
                  <a:pt x="6915150" y="2028037"/>
                </a:lnTo>
                <a:close/>
              </a:path>
              <a:path w="10296525" h="3486150">
                <a:moveTo>
                  <a:pt x="6915150" y="1304391"/>
                </a:moveTo>
                <a:lnTo>
                  <a:pt x="6914693" y="1303274"/>
                </a:lnTo>
                <a:lnTo>
                  <a:pt x="6912826" y="1301419"/>
                </a:lnTo>
                <a:lnTo>
                  <a:pt x="6911708" y="1300949"/>
                </a:lnTo>
                <a:lnTo>
                  <a:pt x="6909079" y="1300949"/>
                </a:lnTo>
                <a:lnTo>
                  <a:pt x="6907949" y="1301419"/>
                </a:lnTo>
                <a:lnTo>
                  <a:pt x="6906095" y="1303274"/>
                </a:lnTo>
                <a:lnTo>
                  <a:pt x="6905625" y="1304391"/>
                </a:lnTo>
                <a:lnTo>
                  <a:pt x="6905625" y="1307033"/>
                </a:lnTo>
                <a:lnTo>
                  <a:pt x="6906095" y="1308150"/>
                </a:lnTo>
                <a:lnTo>
                  <a:pt x="6907949" y="1310005"/>
                </a:lnTo>
                <a:lnTo>
                  <a:pt x="6909079" y="1310474"/>
                </a:lnTo>
                <a:lnTo>
                  <a:pt x="6911708" y="1310474"/>
                </a:lnTo>
                <a:lnTo>
                  <a:pt x="6912826" y="1310005"/>
                </a:lnTo>
                <a:lnTo>
                  <a:pt x="6914693" y="1308150"/>
                </a:lnTo>
                <a:lnTo>
                  <a:pt x="6915150" y="1307033"/>
                </a:lnTo>
                <a:lnTo>
                  <a:pt x="6915150" y="1304391"/>
                </a:lnTo>
                <a:close/>
              </a:path>
              <a:path w="10296525" h="3486150">
                <a:moveTo>
                  <a:pt x="6915150" y="580758"/>
                </a:moveTo>
                <a:lnTo>
                  <a:pt x="6914693" y="579640"/>
                </a:lnTo>
                <a:lnTo>
                  <a:pt x="6912826" y="577773"/>
                </a:lnTo>
                <a:lnTo>
                  <a:pt x="6911708" y="577316"/>
                </a:lnTo>
                <a:lnTo>
                  <a:pt x="6909079" y="577316"/>
                </a:lnTo>
                <a:lnTo>
                  <a:pt x="6907949" y="577773"/>
                </a:lnTo>
                <a:lnTo>
                  <a:pt x="6906095" y="579640"/>
                </a:lnTo>
                <a:lnTo>
                  <a:pt x="6905625" y="580758"/>
                </a:lnTo>
                <a:lnTo>
                  <a:pt x="6905625" y="583387"/>
                </a:lnTo>
                <a:lnTo>
                  <a:pt x="6906095" y="584517"/>
                </a:lnTo>
                <a:lnTo>
                  <a:pt x="6907949" y="586371"/>
                </a:lnTo>
                <a:lnTo>
                  <a:pt x="6909079" y="586841"/>
                </a:lnTo>
                <a:lnTo>
                  <a:pt x="6911708" y="586841"/>
                </a:lnTo>
                <a:lnTo>
                  <a:pt x="6912826" y="586371"/>
                </a:lnTo>
                <a:lnTo>
                  <a:pt x="6914693" y="584517"/>
                </a:lnTo>
                <a:lnTo>
                  <a:pt x="6915150" y="583387"/>
                </a:lnTo>
                <a:lnTo>
                  <a:pt x="6915150" y="580758"/>
                </a:lnTo>
                <a:close/>
              </a:path>
              <a:path w="10296525" h="3486150">
                <a:moveTo>
                  <a:pt x="6962775" y="2751671"/>
                </a:moveTo>
                <a:lnTo>
                  <a:pt x="6962318" y="2750540"/>
                </a:lnTo>
                <a:lnTo>
                  <a:pt x="6960451" y="2748686"/>
                </a:lnTo>
                <a:lnTo>
                  <a:pt x="6959333" y="2748216"/>
                </a:lnTo>
                <a:lnTo>
                  <a:pt x="6956704" y="2748216"/>
                </a:lnTo>
                <a:lnTo>
                  <a:pt x="6955587" y="2748686"/>
                </a:lnTo>
                <a:lnTo>
                  <a:pt x="6953720" y="2750540"/>
                </a:lnTo>
                <a:lnTo>
                  <a:pt x="6953250" y="2751671"/>
                </a:lnTo>
                <a:lnTo>
                  <a:pt x="6953250" y="2754299"/>
                </a:lnTo>
                <a:lnTo>
                  <a:pt x="6953720" y="2755417"/>
                </a:lnTo>
                <a:lnTo>
                  <a:pt x="6955587" y="2757284"/>
                </a:lnTo>
                <a:lnTo>
                  <a:pt x="6956704" y="2757741"/>
                </a:lnTo>
                <a:lnTo>
                  <a:pt x="6959333" y="2757741"/>
                </a:lnTo>
                <a:lnTo>
                  <a:pt x="6960451" y="2757284"/>
                </a:lnTo>
                <a:lnTo>
                  <a:pt x="6962318" y="2755417"/>
                </a:lnTo>
                <a:lnTo>
                  <a:pt x="6962775" y="2754299"/>
                </a:lnTo>
                <a:lnTo>
                  <a:pt x="6962775" y="2751671"/>
                </a:lnTo>
                <a:close/>
              </a:path>
              <a:path w="10296525" h="3486150">
                <a:moveTo>
                  <a:pt x="6962775" y="2028037"/>
                </a:moveTo>
                <a:lnTo>
                  <a:pt x="6962318" y="2026907"/>
                </a:lnTo>
                <a:lnTo>
                  <a:pt x="6960451" y="2025053"/>
                </a:lnTo>
                <a:lnTo>
                  <a:pt x="6959333" y="2024583"/>
                </a:lnTo>
                <a:lnTo>
                  <a:pt x="6956704" y="2024583"/>
                </a:lnTo>
                <a:lnTo>
                  <a:pt x="6955587" y="2025053"/>
                </a:lnTo>
                <a:lnTo>
                  <a:pt x="6953720" y="2026907"/>
                </a:lnTo>
                <a:lnTo>
                  <a:pt x="6953250" y="2028037"/>
                </a:lnTo>
                <a:lnTo>
                  <a:pt x="6953250" y="2030666"/>
                </a:lnTo>
                <a:lnTo>
                  <a:pt x="6953720" y="2031784"/>
                </a:lnTo>
                <a:lnTo>
                  <a:pt x="6955587" y="2033651"/>
                </a:lnTo>
                <a:lnTo>
                  <a:pt x="6956704" y="2034108"/>
                </a:lnTo>
                <a:lnTo>
                  <a:pt x="6959333" y="2034108"/>
                </a:lnTo>
                <a:lnTo>
                  <a:pt x="6960451" y="2033651"/>
                </a:lnTo>
                <a:lnTo>
                  <a:pt x="6962318" y="2031784"/>
                </a:lnTo>
                <a:lnTo>
                  <a:pt x="6962775" y="2030666"/>
                </a:lnTo>
                <a:lnTo>
                  <a:pt x="6962775" y="2028037"/>
                </a:lnTo>
                <a:close/>
              </a:path>
              <a:path w="10296525" h="3486150">
                <a:moveTo>
                  <a:pt x="6962775" y="1304391"/>
                </a:moveTo>
                <a:lnTo>
                  <a:pt x="6962318" y="1303274"/>
                </a:lnTo>
                <a:lnTo>
                  <a:pt x="6960451" y="1301419"/>
                </a:lnTo>
                <a:lnTo>
                  <a:pt x="6959333" y="1300949"/>
                </a:lnTo>
                <a:lnTo>
                  <a:pt x="6956704" y="1300949"/>
                </a:lnTo>
                <a:lnTo>
                  <a:pt x="6955587" y="1301419"/>
                </a:lnTo>
                <a:lnTo>
                  <a:pt x="6953720" y="1303274"/>
                </a:lnTo>
                <a:lnTo>
                  <a:pt x="6953250" y="1304391"/>
                </a:lnTo>
                <a:lnTo>
                  <a:pt x="6953250" y="1307033"/>
                </a:lnTo>
                <a:lnTo>
                  <a:pt x="6953720" y="1308150"/>
                </a:lnTo>
                <a:lnTo>
                  <a:pt x="6955587" y="1310005"/>
                </a:lnTo>
                <a:lnTo>
                  <a:pt x="6956704" y="1310474"/>
                </a:lnTo>
                <a:lnTo>
                  <a:pt x="6959333" y="1310474"/>
                </a:lnTo>
                <a:lnTo>
                  <a:pt x="6960451" y="1310005"/>
                </a:lnTo>
                <a:lnTo>
                  <a:pt x="6962318" y="1308150"/>
                </a:lnTo>
                <a:lnTo>
                  <a:pt x="6962775" y="1307033"/>
                </a:lnTo>
                <a:lnTo>
                  <a:pt x="6962775" y="1304391"/>
                </a:lnTo>
                <a:close/>
              </a:path>
              <a:path w="10296525" h="3486150">
                <a:moveTo>
                  <a:pt x="6962775" y="580758"/>
                </a:moveTo>
                <a:lnTo>
                  <a:pt x="6962318" y="579640"/>
                </a:lnTo>
                <a:lnTo>
                  <a:pt x="6960451" y="577773"/>
                </a:lnTo>
                <a:lnTo>
                  <a:pt x="6959333" y="577316"/>
                </a:lnTo>
                <a:lnTo>
                  <a:pt x="6956704" y="577316"/>
                </a:lnTo>
                <a:lnTo>
                  <a:pt x="6955587" y="577773"/>
                </a:lnTo>
                <a:lnTo>
                  <a:pt x="6953720" y="579640"/>
                </a:lnTo>
                <a:lnTo>
                  <a:pt x="6953250" y="580758"/>
                </a:lnTo>
                <a:lnTo>
                  <a:pt x="6953250" y="583387"/>
                </a:lnTo>
                <a:lnTo>
                  <a:pt x="6953720" y="584517"/>
                </a:lnTo>
                <a:lnTo>
                  <a:pt x="6955587" y="586371"/>
                </a:lnTo>
                <a:lnTo>
                  <a:pt x="6956704" y="586841"/>
                </a:lnTo>
                <a:lnTo>
                  <a:pt x="6959333" y="586841"/>
                </a:lnTo>
                <a:lnTo>
                  <a:pt x="6960451" y="586371"/>
                </a:lnTo>
                <a:lnTo>
                  <a:pt x="6962318" y="584517"/>
                </a:lnTo>
                <a:lnTo>
                  <a:pt x="6962775" y="583387"/>
                </a:lnTo>
                <a:lnTo>
                  <a:pt x="6962775" y="580758"/>
                </a:lnTo>
                <a:close/>
              </a:path>
              <a:path w="10296525" h="3486150">
                <a:moveTo>
                  <a:pt x="7010400" y="2751671"/>
                </a:moveTo>
                <a:lnTo>
                  <a:pt x="7009943" y="2750540"/>
                </a:lnTo>
                <a:lnTo>
                  <a:pt x="7008076" y="2748686"/>
                </a:lnTo>
                <a:lnTo>
                  <a:pt x="7006958" y="2748216"/>
                </a:lnTo>
                <a:lnTo>
                  <a:pt x="7004329" y="2748216"/>
                </a:lnTo>
                <a:lnTo>
                  <a:pt x="7003212" y="2748686"/>
                </a:lnTo>
                <a:lnTo>
                  <a:pt x="7001345" y="2750540"/>
                </a:lnTo>
                <a:lnTo>
                  <a:pt x="7000888" y="2751671"/>
                </a:lnTo>
                <a:lnTo>
                  <a:pt x="7000888" y="2754299"/>
                </a:lnTo>
                <a:lnTo>
                  <a:pt x="7001345" y="2755417"/>
                </a:lnTo>
                <a:lnTo>
                  <a:pt x="7003212" y="2757284"/>
                </a:lnTo>
                <a:lnTo>
                  <a:pt x="7004329" y="2757741"/>
                </a:lnTo>
                <a:lnTo>
                  <a:pt x="7006958" y="2757741"/>
                </a:lnTo>
                <a:lnTo>
                  <a:pt x="7008076" y="2757284"/>
                </a:lnTo>
                <a:lnTo>
                  <a:pt x="7009943" y="2755417"/>
                </a:lnTo>
                <a:lnTo>
                  <a:pt x="7010400" y="2754299"/>
                </a:lnTo>
                <a:lnTo>
                  <a:pt x="7010400" y="2751671"/>
                </a:lnTo>
                <a:close/>
              </a:path>
              <a:path w="10296525" h="3486150">
                <a:moveTo>
                  <a:pt x="7010400" y="2028037"/>
                </a:moveTo>
                <a:lnTo>
                  <a:pt x="7009943" y="2026907"/>
                </a:lnTo>
                <a:lnTo>
                  <a:pt x="7008076" y="2025053"/>
                </a:lnTo>
                <a:lnTo>
                  <a:pt x="7006958" y="2024583"/>
                </a:lnTo>
                <a:lnTo>
                  <a:pt x="7004329" y="2024583"/>
                </a:lnTo>
                <a:lnTo>
                  <a:pt x="7003212" y="2025053"/>
                </a:lnTo>
                <a:lnTo>
                  <a:pt x="7001345" y="2026907"/>
                </a:lnTo>
                <a:lnTo>
                  <a:pt x="7000888" y="2028037"/>
                </a:lnTo>
                <a:lnTo>
                  <a:pt x="7000888" y="2030666"/>
                </a:lnTo>
                <a:lnTo>
                  <a:pt x="7001345" y="2031784"/>
                </a:lnTo>
                <a:lnTo>
                  <a:pt x="7003212" y="2033651"/>
                </a:lnTo>
                <a:lnTo>
                  <a:pt x="7004329" y="2034108"/>
                </a:lnTo>
                <a:lnTo>
                  <a:pt x="7006958" y="2034108"/>
                </a:lnTo>
                <a:lnTo>
                  <a:pt x="7008076" y="2033651"/>
                </a:lnTo>
                <a:lnTo>
                  <a:pt x="7009943" y="2031784"/>
                </a:lnTo>
                <a:lnTo>
                  <a:pt x="7010400" y="2030666"/>
                </a:lnTo>
                <a:lnTo>
                  <a:pt x="7010400" y="2028037"/>
                </a:lnTo>
                <a:close/>
              </a:path>
              <a:path w="10296525" h="3486150">
                <a:moveTo>
                  <a:pt x="7010400" y="1304391"/>
                </a:moveTo>
                <a:lnTo>
                  <a:pt x="7009943" y="1303274"/>
                </a:lnTo>
                <a:lnTo>
                  <a:pt x="7008076" y="1301419"/>
                </a:lnTo>
                <a:lnTo>
                  <a:pt x="7006958" y="1300949"/>
                </a:lnTo>
                <a:lnTo>
                  <a:pt x="7004329" y="1300949"/>
                </a:lnTo>
                <a:lnTo>
                  <a:pt x="7003212" y="1301419"/>
                </a:lnTo>
                <a:lnTo>
                  <a:pt x="7001345" y="1303274"/>
                </a:lnTo>
                <a:lnTo>
                  <a:pt x="7000888" y="1304391"/>
                </a:lnTo>
                <a:lnTo>
                  <a:pt x="7000888" y="1307033"/>
                </a:lnTo>
                <a:lnTo>
                  <a:pt x="7001345" y="1308150"/>
                </a:lnTo>
                <a:lnTo>
                  <a:pt x="7003212" y="1310005"/>
                </a:lnTo>
                <a:lnTo>
                  <a:pt x="7004329" y="1310474"/>
                </a:lnTo>
                <a:lnTo>
                  <a:pt x="7006958" y="1310474"/>
                </a:lnTo>
                <a:lnTo>
                  <a:pt x="7008076" y="1310005"/>
                </a:lnTo>
                <a:lnTo>
                  <a:pt x="7009943" y="1308150"/>
                </a:lnTo>
                <a:lnTo>
                  <a:pt x="7010400" y="1307033"/>
                </a:lnTo>
                <a:lnTo>
                  <a:pt x="7010400" y="1304391"/>
                </a:lnTo>
                <a:close/>
              </a:path>
              <a:path w="10296525" h="3486150">
                <a:moveTo>
                  <a:pt x="7010400" y="580758"/>
                </a:moveTo>
                <a:lnTo>
                  <a:pt x="7009943" y="579640"/>
                </a:lnTo>
                <a:lnTo>
                  <a:pt x="7008076" y="577773"/>
                </a:lnTo>
                <a:lnTo>
                  <a:pt x="7006958" y="577316"/>
                </a:lnTo>
                <a:lnTo>
                  <a:pt x="7004329" y="577316"/>
                </a:lnTo>
                <a:lnTo>
                  <a:pt x="7003212" y="577773"/>
                </a:lnTo>
                <a:lnTo>
                  <a:pt x="7001345" y="579640"/>
                </a:lnTo>
                <a:lnTo>
                  <a:pt x="7000888" y="580758"/>
                </a:lnTo>
                <a:lnTo>
                  <a:pt x="7000888" y="583387"/>
                </a:lnTo>
                <a:lnTo>
                  <a:pt x="7001345" y="584517"/>
                </a:lnTo>
                <a:lnTo>
                  <a:pt x="7003212" y="586371"/>
                </a:lnTo>
                <a:lnTo>
                  <a:pt x="7004329" y="586841"/>
                </a:lnTo>
                <a:lnTo>
                  <a:pt x="7006958" y="586841"/>
                </a:lnTo>
                <a:lnTo>
                  <a:pt x="7008076" y="586371"/>
                </a:lnTo>
                <a:lnTo>
                  <a:pt x="7009943" y="584517"/>
                </a:lnTo>
                <a:lnTo>
                  <a:pt x="7010400" y="583387"/>
                </a:lnTo>
                <a:lnTo>
                  <a:pt x="7010400" y="580758"/>
                </a:lnTo>
                <a:close/>
              </a:path>
              <a:path w="10296525" h="3486150">
                <a:moveTo>
                  <a:pt x="7058025" y="2751671"/>
                </a:moveTo>
                <a:lnTo>
                  <a:pt x="7057568" y="2750540"/>
                </a:lnTo>
                <a:lnTo>
                  <a:pt x="7055701" y="2748686"/>
                </a:lnTo>
                <a:lnTo>
                  <a:pt x="7054583" y="2748216"/>
                </a:lnTo>
                <a:lnTo>
                  <a:pt x="7051954" y="2748216"/>
                </a:lnTo>
                <a:lnTo>
                  <a:pt x="7050837" y="2748686"/>
                </a:lnTo>
                <a:lnTo>
                  <a:pt x="7048970" y="2750540"/>
                </a:lnTo>
                <a:lnTo>
                  <a:pt x="7048500" y="2751671"/>
                </a:lnTo>
                <a:lnTo>
                  <a:pt x="7048500" y="2754299"/>
                </a:lnTo>
                <a:lnTo>
                  <a:pt x="7048970" y="2755417"/>
                </a:lnTo>
                <a:lnTo>
                  <a:pt x="7050837" y="2757284"/>
                </a:lnTo>
                <a:lnTo>
                  <a:pt x="7051954" y="2757741"/>
                </a:lnTo>
                <a:lnTo>
                  <a:pt x="7054583" y="2757741"/>
                </a:lnTo>
                <a:lnTo>
                  <a:pt x="7055701" y="2757284"/>
                </a:lnTo>
                <a:lnTo>
                  <a:pt x="7057568" y="2755417"/>
                </a:lnTo>
                <a:lnTo>
                  <a:pt x="7058025" y="2754299"/>
                </a:lnTo>
                <a:lnTo>
                  <a:pt x="7058025" y="2751671"/>
                </a:lnTo>
                <a:close/>
              </a:path>
              <a:path w="10296525" h="3486150">
                <a:moveTo>
                  <a:pt x="7058025" y="2028037"/>
                </a:moveTo>
                <a:lnTo>
                  <a:pt x="7057568" y="2026907"/>
                </a:lnTo>
                <a:lnTo>
                  <a:pt x="7055701" y="2025053"/>
                </a:lnTo>
                <a:lnTo>
                  <a:pt x="7054583" y="2024583"/>
                </a:lnTo>
                <a:lnTo>
                  <a:pt x="7051954" y="2024583"/>
                </a:lnTo>
                <a:lnTo>
                  <a:pt x="7050837" y="2025053"/>
                </a:lnTo>
                <a:lnTo>
                  <a:pt x="7048970" y="2026907"/>
                </a:lnTo>
                <a:lnTo>
                  <a:pt x="7048500" y="2028037"/>
                </a:lnTo>
                <a:lnTo>
                  <a:pt x="7048500" y="2030666"/>
                </a:lnTo>
                <a:lnTo>
                  <a:pt x="7048970" y="2031784"/>
                </a:lnTo>
                <a:lnTo>
                  <a:pt x="7050837" y="2033651"/>
                </a:lnTo>
                <a:lnTo>
                  <a:pt x="7051954" y="2034108"/>
                </a:lnTo>
                <a:lnTo>
                  <a:pt x="7054583" y="2034108"/>
                </a:lnTo>
                <a:lnTo>
                  <a:pt x="7055701" y="2033651"/>
                </a:lnTo>
                <a:lnTo>
                  <a:pt x="7057568" y="2031784"/>
                </a:lnTo>
                <a:lnTo>
                  <a:pt x="7058025" y="2030666"/>
                </a:lnTo>
                <a:lnTo>
                  <a:pt x="7058025" y="2028037"/>
                </a:lnTo>
                <a:close/>
              </a:path>
              <a:path w="10296525" h="3486150">
                <a:moveTo>
                  <a:pt x="7058025" y="1304391"/>
                </a:moveTo>
                <a:lnTo>
                  <a:pt x="7057568" y="1303274"/>
                </a:lnTo>
                <a:lnTo>
                  <a:pt x="7055701" y="1301419"/>
                </a:lnTo>
                <a:lnTo>
                  <a:pt x="7054583" y="1300949"/>
                </a:lnTo>
                <a:lnTo>
                  <a:pt x="7051954" y="1300949"/>
                </a:lnTo>
                <a:lnTo>
                  <a:pt x="7050837" y="1301419"/>
                </a:lnTo>
                <a:lnTo>
                  <a:pt x="7048970" y="1303274"/>
                </a:lnTo>
                <a:lnTo>
                  <a:pt x="7048500" y="1304391"/>
                </a:lnTo>
                <a:lnTo>
                  <a:pt x="7048500" y="1307033"/>
                </a:lnTo>
                <a:lnTo>
                  <a:pt x="7048970" y="1308150"/>
                </a:lnTo>
                <a:lnTo>
                  <a:pt x="7050837" y="1310005"/>
                </a:lnTo>
                <a:lnTo>
                  <a:pt x="7051954" y="1310474"/>
                </a:lnTo>
                <a:lnTo>
                  <a:pt x="7054583" y="1310474"/>
                </a:lnTo>
                <a:lnTo>
                  <a:pt x="7055701" y="1310005"/>
                </a:lnTo>
                <a:lnTo>
                  <a:pt x="7057568" y="1308150"/>
                </a:lnTo>
                <a:lnTo>
                  <a:pt x="7058025" y="1307033"/>
                </a:lnTo>
                <a:lnTo>
                  <a:pt x="7058025" y="1304391"/>
                </a:lnTo>
                <a:close/>
              </a:path>
              <a:path w="10296525" h="3486150">
                <a:moveTo>
                  <a:pt x="7058025" y="580758"/>
                </a:moveTo>
                <a:lnTo>
                  <a:pt x="7057568" y="579640"/>
                </a:lnTo>
                <a:lnTo>
                  <a:pt x="7055701" y="577773"/>
                </a:lnTo>
                <a:lnTo>
                  <a:pt x="7054583" y="577316"/>
                </a:lnTo>
                <a:lnTo>
                  <a:pt x="7051954" y="577316"/>
                </a:lnTo>
                <a:lnTo>
                  <a:pt x="7050837" y="577773"/>
                </a:lnTo>
                <a:lnTo>
                  <a:pt x="7048970" y="579640"/>
                </a:lnTo>
                <a:lnTo>
                  <a:pt x="7048500" y="580758"/>
                </a:lnTo>
                <a:lnTo>
                  <a:pt x="7048500" y="583387"/>
                </a:lnTo>
                <a:lnTo>
                  <a:pt x="7048970" y="584517"/>
                </a:lnTo>
                <a:lnTo>
                  <a:pt x="7050837" y="586371"/>
                </a:lnTo>
                <a:lnTo>
                  <a:pt x="7051954" y="586841"/>
                </a:lnTo>
                <a:lnTo>
                  <a:pt x="7054583" y="586841"/>
                </a:lnTo>
                <a:lnTo>
                  <a:pt x="7055701" y="586371"/>
                </a:lnTo>
                <a:lnTo>
                  <a:pt x="7057568" y="584517"/>
                </a:lnTo>
                <a:lnTo>
                  <a:pt x="7058025" y="583387"/>
                </a:lnTo>
                <a:lnTo>
                  <a:pt x="7058025" y="580758"/>
                </a:lnTo>
                <a:close/>
              </a:path>
              <a:path w="10296525" h="3486150">
                <a:moveTo>
                  <a:pt x="7105650" y="2751671"/>
                </a:moveTo>
                <a:lnTo>
                  <a:pt x="7105193" y="2750540"/>
                </a:lnTo>
                <a:lnTo>
                  <a:pt x="7103326" y="2748686"/>
                </a:lnTo>
                <a:lnTo>
                  <a:pt x="7102208" y="2748216"/>
                </a:lnTo>
                <a:lnTo>
                  <a:pt x="7099579" y="2748216"/>
                </a:lnTo>
                <a:lnTo>
                  <a:pt x="7098449" y="2748686"/>
                </a:lnTo>
                <a:lnTo>
                  <a:pt x="7096595" y="2750540"/>
                </a:lnTo>
                <a:lnTo>
                  <a:pt x="7096125" y="2751671"/>
                </a:lnTo>
                <a:lnTo>
                  <a:pt x="7096125" y="2754299"/>
                </a:lnTo>
                <a:lnTo>
                  <a:pt x="7096595" y="2755417"/>
                </a:lnTo>
                <a:lnTo>
                  <a:pt x="7098449" y="2757284"/>
                </a:lnTo>
                <a:lnTo>
                  <a:pt x="7099579" y="2757741"/>
                </a:lnTo>
                <a:lnTo>
                  <a:pt x="7102208" y="2757741"/>
                </a:lnTo>
                <a:lnTo>
                  <a:pt x="7103326" y="2757284"/>
                </a:lnTo>
                <a:lnTo>
                  <a:pt x="7105193" y="2755417"/>
                </a:lnTo>
                <a:lnTo>
                  <a:pt x="7105650" y="2754299"/>
                </a:lnTo>
                <a:lnTo>
                  <a:pt x="7105650" y="2751671"/>
                </a:lnTo>
                <a:close/>
              </a:path>
              <a:path w="10296525" h="3486150">
                <a:moveTo>
                  <a:pt x="7105650" y="2028037"/>
                </a:moveTo>
                <a:lnTo>
                  <a:pt x="7105193" y="2026907"/>
                </a:lnTo>
                <a:lnTo>
                  <a:pt x="7103326" y="2025053"/>
                </a:lnTo>
                <a:lnTo>
                  <a:pt x="7102208" y="2024583"/>
                </a:lnTo>
                <a:lnTo>
                  <a:pt x="7099579" y="2024583"/>
                </a:lnTo>
                <a:lnTo>
                  <a:pt x="7098449" y="2025053"/>
                </a:lnTo>
                <a:lnTo>
                  <a:pt x="7096595" y="2026907"/>
                </a:lnTo>
                <a:lnTo>
                  <a:pt x="7096125" y="2028037"/>
                </a:lnTo>
                <a:lnTo>
                  <a:pt x="7096125" y="2030666"/>
                </a:lnTo>
                <a:lnTo>
                  <a:pt x="7096595" y="2031784"/>
                </a:lnTo>
                <a:lnTo>
                  <a:pt x="7098449" y="2033651"/>
                </a:lnTo>
                <a:lnTo>
                  <a:pt x="7099579" y="2034108"/>
                </a:lnTo>
                <a:lnTo>
                  <a:pt x="7102208" y="2034108"/>
                </a:lnTo>
                <a:lnTo>
                  <a:pt x="7103326" y="2033651"/>
                </a:lnTo>
                <a:lnTo>
                  <a:pt x="7105193" y="2031784"/>
                </a:lnTo>
                <a:lnTo>
                  <a:pt x="7105650" y="2030666"/>
                </a:lnTo>
                <a:lnTo>
                  <a:pt x="7105650" y="2028037"/>
                </a:lnTo>
                <a:close/>
              </a:path>
              <a:path w="10296525" h="3486150">
                <a:moveTo>
                  <a:pt x="7105650" y="1304391"/>
                </a:moveTo>
                <a:lnTo>
                  <a:pt x="7105193" y="1303274"/>
                </a:lnTo>
                <a:lnTo>
                  <a:pt x="7103326" y="1301419"/>
                </a:lnTo>
                <a:lnTo>
                  <a:pt x="7102208" y="1300949"/>
                </a:lnTo>
                <a:lnTo>
                  <a:pt x="7099579" y="1300949"/>
                </a:lnTo>
                <a:lnTo>
                  <a:pt x="7098449" y="1301419"/>
                </a:lnTo>
                <a:lnTo>
                  <a:pt x="7096595" y="1303274"/>
                </a:lnTo>
                <a:lnTo>
                  <a:pt x="7096125" y="1304391"/>
                </a:lnTo>
                <a:lnTo>
                  <a:pt x="7096125" y="1307033"/>
                </a:lnTo>
                <a:lnTo>
                  <a:pt x="7096595" y="1308150"/>
                </a:lnTo>
                <a:lnTo>
                  <a:pt x="7098449" y="1310005"/>
                </a:lnTo>
                <a:lnTo>
                  <a:pt x="7099579" y="1310474"/>
                </a:lnTo>
                <a:lnTo>
                  <a:pt x="7102208" y="1310474"/>
                </a:lnTo>
                <a:lnTo>
                  <a:pt x="7103326" y="1310005"/>
                </a:lnTo>
                <a:lnTo>
                  <a:pt x="7105193" y="1308150"/>
                </a:lnTo>
                <a:lnTo>
                  <a:pt x="7105650" y="1307033"/>
                </a:lnTo>
                <a:lnTo>
                  <a:pt x="7105650" y="1304391"/>
                </a:lnTo>
                <a:close/>
              </a:path>
              <a:path w="10296525" h="3486150">
                <a:moveTo>
                  <a:pt x="7105650" y="580758"/>
                </a:moveTo>
                <a:lnTo>
                  <a:pt x="7105193" y="579640"/>
                </a:lnTo>
                <a:lnTo>
                  <a:pt x="7103326" y="577773"/>
                </a:lnTo>
                <a:lnTo>
                  <a:pt x="7102208" y="577316"/>
                </a:lnTo>
                <a:lnTo>
                  <a:pt x="7099579" y="577316"/>
                </a:lnTo>
                <a:lnTo>
                  <a:pt x="7098449" y="577773"/>
                </a:lnTo>
                <a:lnTo>
                  <a:pt x="7096595" y="579640"/>
                </a:lnTo>
                <a:lnTo>
                  <a:pt x="7096125" y="580758"/>
                </a:lnTo>
                <a:lnTo>
                  <a:pt x="7096125" y="583387"/>
                </a:lnTo>
                <a:lnTo>
                  <a:pt x="7096595" y="584517"/>
                </a:lnTo>
                <a:lnTo>
                  <a:pt x="7098449" y="586371"/>
                </a:lnTo>
                <a:lnTo>
                  <a:pt x="7099579" y="586841"/>
                </a:lnTo>
                <a:lnTo>
                  <a:pt x="7102208" y="586841"/>
                </a:lnTo>
                <a:lnTo>
                  <a:pt x="7103326" y="586371"/>
                </a:lnTo>
                <a:lnTo>
                  <a:pt x="7105193" y="584517"/>
                </a:lnTo>
                <a:lnTo>
                  <a:pt x="7105650" y="583387"/>
                </a:lnTo>
                <a:lnTo>
                  <a:pt x="7105650" y="580758"/>
                </a:lnTo>
                <a:close/>
              </a:path>
              <a:path w="10296525" h="3486150">
                <a:moveTo>
                  <a:pt x="7153275" y="2751671"/>
                </a:moveTo>
                <a:lnTo>
                  <a:pt x="7152818" y="2750540"/>
                </a:lnTo>
                <a:lnTo>
                  <a:pt x="7150951" y="2748686"/>
                </a:lnTo>
                <a:lnTo>
                  <a:pt x="7149833" y="2748216"/>
                </a:lnTo>
                <a:lnTo>
                  <a:pt x="7147204" y="2748216"/>
                </a:lnTo>
                <a:lnTo>
                  <a:pt x="7146074" y="2748686"/>
                </a:lnTo>
                <a:lnTo>
                  <a:pt x="7144220" y="2750540"/>
                </a:lnTo>
                <a:lnTo>
                  <a:pt x="7143750" y="2751671"/>
                </a:lnTo>
                <a:lnTo>
                  <a:pt x="7143750" y="2754299"/>
                </a:lnTo>
                <a:lnTo>
                  <a:pt x="7144220" y="2755417"/>
                </a:lnTo>
                <a:lnTo>
                  <a:pt x="7146074" y="2757284"/>
                </a:lnTo>
                <a:lnTo>
                  <a:pt x="7147204" y="2757741"/>
                </a:lnTo>
                <a:lnTo>
                  <a:pt x="7149833" y="2757741"/>
                </a:lnTo>
                <a:lnTo>
                  <a:pt x="7150951" y="2757284"/>
                </a:lnTo>
                <a:lnTo>
                  <a:pt x="7152818" y="2755417"/>
                </a:lnTo>
                <a:lnTo>
                  <a:pt x="7153275" y="2754299"/>
                </a:lnTo>
                <a:lnTo>
                  <a:pt x="7153275" y="2751671"/>
                </a:lnTo>
                <a:close/>
              </a:path>
              <a:path w="10296525" h="3486150">
                <a:moveTo>
                  <a:pt x="7153275" y="2028037"/>
                </a:moveTo>
                <a:lnTo>
                  <a:pt x="7152818" y="2026907"/>
                </a:lnTo>
                <a:lnTo>
                  <a:pt x="7150951" y="2025053"/>
                </a:lnTo>
                <a:lnTo>
                  <a:pt x="7149833" y="2024583"/>
                </a:lnTo>
                <a:lnTo>
                  <a:pt x="7147204" y="2024583"/>
                </a:lnTo>
                <a:lnTo>
                  <a:pt x="7146074" y="2025053"/>
                </a:lnTo>
                <a:lnTo>
                  <a:pt x="7144220" y="2026907"/>
                </a:lnTo>
                <a:lnTo>
                  <a:pt x="7143750" y="2028037"/>
                </a:lnTo>
                <a:lnTo>
                  <a:pt x="7143750" y="2030666"/>
                </a:lnTo>
                <a:lnTo>
                  <a:pt x="7144220" y="2031784"/>
                </a:lnTo>
                <a:lnTo>
                  <a:pt x="7146074" y="2033651"/>
                </a:lnTo>
                <a:lnTo>
                  <a:pt x="7147204" y="2034108"/>
                </a:lnTo>
                <a:lnTo>
                  <a:pt x="7149833" y="2034108"/>
                </a:lnTo>
                <a:lnTo>
                  <a:pt x="7150951" y="2033651"/>
                </a:lnTo>
                <a:lnTo>
                  <a:pt x="7152818" y="2031784"/>
                </a:lnTo>
                <a:lnTo>
                  <a:pt x="7153275" y="2030666"/>
                </a:lnTo>
                <a:lnTo>
                  <a:pt x="7153275" y="2028037"/>
                </a:lnTo>
                <a:close/>
              </a:path>
              <a:path w="10296525" h="3486150">
                <a:moveTo>
                  <a:pt x="7153275" y="1304391"/>
                </a:moveTo>
                <a:lnTo>
                  <a:pt x="7152818" y="1303274"/>
                </a:lnTo>
                <a:lnTo>
                  <a:pt x="7150951" y="1301419"/>
                </a:lnTo>
                <a:lnTo>
                  <a:pt x="7149833" y="1300949"/>
                </a:lnTo>
                <a:lnTo>
                  <a:pt x="7147204" y="1300949"/>
                </a:lnTo>
                <a:lnTo>
                  <a:pt x="7146074" y="1301419"/>
                </a:lnTo>
                <a:lnTo>
                  <a:pt x="7144220" y="1303274"/>
                </a:lnTo>
                <a:lnTo>
                  <a:pt x="7143750" y="1304391"/>
                </a:lnTo>
                <a:lnTo>
                  <a:pt x="7143750" y="1307033"/>
                </a:lnTo>
                <a:lnTo>
                  <a:pt x="7144220" y="1308150"/>
                </a:lnTo>
                <a:lnTo>
                  <a:pt x="7146074" y="1310005"/>
                </a:lnTo>
                <a:lnTo>
                  <a:pt x="7147204" y="1310474"/>
                </a:lnTo>
                <a:lnTo>
                  <a:pt x="7149833" y="1310474"/>
                </a:lnTo>
                <a:lnTo>
                  <a:pt x="7150951" y="1310005"/>
                </a:lnTo>
                <a:lnTo>
                  <a:pt x="7152818" y="1308150"/>
                </a:lnTo>
                <a:lnTo>
                  <a:pt x="7153275" y="1307033"/>
                </a:lnTo>
                <a:lnTo>
                  <a:pt x="7153275" y="1304391"/>
                </a:lnTo>
                <a:close/>
              </a:path>
              <a:path w="10296525" h="3486150">
                <a:moveTo>
                  <a:pt x="7153275" y="580758"/>
                </a:moveTo>
                <a:lnTo>
                  <a:pt x="7152818" y="579640"/>
                </a:lnTo>
                <a:lnTo>
                  <a:pt x="7150951" y="577773"/>
                </a:lnTo>
                <a:lnTo>
                  <a:pt x="7149833" y="577316"/>
                </a:lnTo>
                <a:lnTo>
                  <a:pt x="7147204" y="577316"/>
                </a:lnTo>
                <a:lnTo>
                  <a:pt x="7146074" y="577773"/>
                </a:lnTo>
                <a:lnTo>
                  <a:pt x="7144220" y="579640"/>
                </a:lnTo>
                <a:lnTo>
                  <a:pt x="7143750" y="580758"/>
                </a:lnTo>
                <a:lnTo>
                  <a:pt x="7143750" y="583387"/>
                </a:lnTo>
                <a:lnTo>
                  <a:pt x="7144220" y="584517"/>
                </a:lnTo>
                <a:lnTo>
                  <a:pt x="7146074" y="586371"/>
                </a:lnTo>
                <a:lnTo>
                  <a:pt x="7147204" y="586841"/>
                </a:lnTo>
                <a:lnTo>
                  <a:pt x="7149833" y="586841"/>
                </a:lnTo>
                <a:lnTo>
                  <a:pt x="7150951" y="586371"/>
                </a:lnTo>
                <a:lnTo>
                  <a:pt x="7152818" y="584517"/>
                </a:lnTo>
                <a:lnTo>
                  <a:pt x="7153275" y="583387"/>
                </a:lnTo>
                <a:lnTo>
                  <a:pt x="7153275" y="580758"/>
                </a:lnTo>
                <a:close/>
              </a:path>
              <a:path w="10296525" h="3486150">
                <a:moveTo>
                  <a:pt x="7200900" y="2751671"/>
                </a:moveTo>
                <a:lnTo>
                  <a:pt x="7200443" y="2750540"/>
                </a:lnTo>
                <a:lnTo>
                  <a:pt x="7198576" y="2748686"/>
                </a:lnTo>
                <a:lnTo>
                  <a:pt x="7197458" y="2748216"/>
                </a:lnTo>
                <a:lnTo>
                  <a:pt x="7194829" y="2748216"/>
                </a:lnTo>
                <a:lnTo>
                  <a:pt x="7193699" y="2748686"/>
                </a:lnTo>
                <a:lnTo>
                  <a:pt x="7191845" y="2750540"/>
                </a:lnTo>
                <a:lnTo>
                  <a:pt x="7191375" y="2751671"/>
                </a:lnTo>
                <a:lnTo>
                  <a:pt x="7191375" y="2754299"/>
                </a:lnTo>
                <a:lnTo>
                  <a:pt x="7191845" y="2755417"/>
                </a:lnTo>
                <a:lnTo>
                  <a:pt x="7193699" y="2757284"/>
                </a:lnTo>
                <a:lnTo>
                  <a:pt x="7194829" y="2757741"/>
                </a:lnTo>
                <a:lnTo>
                  <a:pt x="7197458" y="2757741"/>
                </a:lnTo>
                <a:lnTo>
                  <a:pt x="7198576" y="2757284"/>
                </a:lnTo>
                <a:lnTo>
                  <a:pt x="7200443" y="2755417"/>
                </a:lnTo>
                <a:lnTo>
                  <a:pt x="7200900" y="2754299"/>
                </a:lnTo>
                <a:lnTo>
                  <a:pt x="7200900" y="2751671"/>
                </a:lnTo>
                <a:close/>
              </a:path>
              <a:path w="10296525" h="3486150">
                <a:moveTo>
                  <a:pt x="7200900" y="2028037"/>
                </a:moveTo>
                <a:lnTo>
                  <a:pt x="7200443" y="2026907"/>
                </a:lnTo>
                <a:lnTo>
                  <a:pt x="7198576" y="2025053"/>
                </a:lnTo>
                <a:lnTo>
                  <a:pt x="7197458" y="2024583"/>
                </a:lnTo>
                <a:lnTo>
                  <a:pt x="7194829" y="2024583"/>
                </a:lnTo>
                <a:lnTo>
                  <a:pt x="7193699" y="2025053"/>
                </a:lnTo>
                <a:lnTo>
                  <a:pt x="7191845" y="2026907"/>
                </a:lnTo>
                <a:lnTo>
                  <a:pt x="7191375" y="2028037"/>
                </a:lnTo>
                <a:lnTo>
                  <a:pt x="7191375" y="2030666"/>
                </a:lnTo>
                <a:lnTo>
                  <a:pt x="7191845" y="2031784"/>
                </a:lnTo>
                <a:lnTo>
                  <a:pt x="7193699" y="2033651"/>
                </a:lnTo>
                <a:lnTo>
                  <a:pt x="7194829" y="2034108"/>
                </a:lnTo>
                <a:lnTo>
                  <a:pt x="7197458" y="2034108"/>
                </a:lnTo>
                <a:lnTo>
                  <a:pt x="7198576" y="2033651"/>
                </a:lnTo>
                <a:lnTo>
                  <a:pt x="7200443" y="2031784"/>
                </a:lnTo>
                <a:lnTo>
                  <a:pt x="7200900" y="2030666"/>
                </a:lnTo>
                <a:lnTo>
                  <a:pt x="7200900" y="2028037"/>
                </a:lnTo>
                <a:close/>
              </a:path>
              <a:path w="10296525" h="3486150">
                <a:moveTo>
                  <a:pt x="7200900" y="1304391"/>
                </a:moveTo>
                <a:lnTo>
                  <a:pt x="7200443" y="1303274"/>
                </a:lnTo>
                <a:lnTo>
                  <a:pt x="7198576" y="1301419"/>
                </a:lnTo>
                <a:lnTo>
                  <a:pt x="7197458" y="1300949"/>
                </a:lnTo>
                <a:lnTo>
                  <a:pt x="7194829" y="1300949"/>
                </a:lnTo>
                <a:lnTo>
                  <a:pt x="7193699" y="1301419"/>
                </a:lnTo>
                <a:lnTo>
                  <a:pt x="7191845" y="1303274"/>
                </a:lnTo>
                <a:lnTo>
                  <a:pt x="7191375" y="1304391"/>
                </a:lnTo>
                <a:lnTo>
                  <a:pt x="7191375" y="1307033"/>
                </a:lnTo>
                <a:lnTo>
                  <a:pt x="7191845" y="1308150"/>
                </a:lnTo>
                <a:lnTo>
                  <a:pt x="7193699" y="1310005"/>
                </a:lnTo>
                <a:lnTo>
                  <a:pt x="7194829" y="1310474"/>
                </a:lnTo>
                <a:lnTo>
                  <a:pt x="7197458" y="1310474"/>
                </a:lnTo>
                <a:lnTo>
                  <a:pt x="7198576" y="1310005"/>
                </a:lnTo>
                <a:lnTo>
                  <a:pt x="7200443" y="1308150"/>
                </a:lnTo>
                <a:lnTo>
                  <a:pt x="7200900" y="1307033"/>
                </a:lnTo>
                <a:lnTo>
                  <a:pt x="7200900" y="1304391"/>
                </a:lnTo>
                <a:close/>
              </a:path>
              <a:path w="10296525" h="3486150">
                <a:moveTo>
                  <a:pt x="7200900" y="580758"/>
                </a:moveTo>
                <a:lnTo>
                  <a:pt x="7200443" y="579640"/>
                </a:lnTo>
                <a:lnTo>
                  <a:pt x="7198576" y="577773"/>
                </a:lnTo>
                <a:lnTo>
                  <a:pt x="7197458" y="577316"/>
                </a:lnTo>
                <a:lnTo>
                  <a:pt x="7194829" y="577316"/>
                </a:lnTo>
                <a:lnTo>
                  <a:pt x="7193699" y="577773"/>
                </a:lnTo>
                <a:lnTo>
                  <a:pt x="7191845" y="579640"/>
                </a:lnTo>
                <a:lnTo>
                  <a:pt x="7191375" y="580758"/>
                </a:lnTo>
                <a:lnTo>
                  <a:pt x="7191375" y="583387"/>
                </a:lnTo>
                <a:lnTo>
                  <a:pt x="7191845" y="584517"/>
                </a:lnTo>
                <a:lnTo>
                  <a:pt x="7193699" y="586371"/>
                </a:lnTo>
                <a:lnTo>
                  <a:pt x="7194829" y="586841"/>
                </a:lnTo>
                <a:lnTo>
                  <a:pt x="7197458" y="586841"/>
                </a:lnTo>
                <a:lnTo>
                  <a:pt x="7198576" y="586371"/>
                </a:lnTo>
                <a:lnTo>
                  <a:pt x="7200443" y="584517"/>
                </a:lnTo>
                <a:lnTo>
                  <a:pt x="7200900" y="583387"/>
                </a:lnTo>
                <a:lnTo>
                  <a:pt x="7200900" y="580758"/>
                </a:lnTo>
                <a:close/>
              </a:path>
              <a:path w="10296525" h="3486150">
                <a:moveTo>
                  <a:pt x="7248525" y="2751671"/>
                </a:moveTo>
                <a:lnTo>
                  <a:pt x="7248068" y="2750540"/>
                </a:lnTo>
                <a:lnTo>
                  <a:pt x="7246201" y="2748686"/>
                </a:lnTo>
                <a:lnTo>
                  <a:pt x="7245083" y="2748216"/>
                </a:lnTo>
                <a:lnTo>
                  <a:pt x="7242454" y="2748216"/>
                </a:lnTo>
                <a:lnTo>
                  <a:pt x="7241324" y="2748686"/>
                </a:lnTo>
                <a:lnTo>
                  <a:pt x="7239470" y="2750540"/>
                </a:lnTo>
                <a:lnTo>
                  <a:pt x="7239000" y="2751671"/>
                </a:lnTo>
                <a:lnTo>
                  <a:pt x="7239000" y="2754299"/>
                </a:lnTo>
                <a:lnTo>
                  <a:pt x="7239470" y="2755417"/>
                </a:lnTo>
                <a:lnTo>
                  <a:pt x="7241324" y="2757284"/>
                </a:lnTo>
                <a:lnTo>
                  <a:pt x="7242454" y="2757741"/>
                </a:lnTo>
                <a:lnTo>
                  <a:pt x="7245083" y="2757741"/>
                </a:lnTo>
                <a:lnTo>
                  <a:pt x="7246201" y="2757284"/>
                </a:lnTo>
                <a:lnTo>
                  <a:pt x="7248068" y="2755417"/>
                </a:lnTo>
                <a:lnTo>
                  <a:pt x="7248525" y="2754299"/>
                </a:lnTo>
                <a:lnTo>
                  <a:pt x="7248525" y="2751671"/>
                </a:lnTo>
                <a:close/>
              </a:path>
              <a:path w="10296525" h="3486150">
                <a:moveTo>
                  <a:pt x="7248525" y="2028037"/>
                </a:moveTo>
                <a:lnTo>
                  <a:pt x="7248068" y="2026907"/>
                </a:lnTo>
                <a:lnTo>
                  <a:pt x="7246201" y="2025053"/>
                </a:lnTo>
                <a:lnTo>
                  <a:pt x="7245083" y="2024583"/>
                </a:lnTo>
                <a:lnTo>
                  <a:pt x="7242454" y="2024583"/>
                </a:lnTo>
                <a:lnTo>
                  <a:pt x="7241324" y="2025053"/>
                </a:lnTo>
                <a:lnTo>
                  <a:pt x="7239470" y="2026907"/>
                </a:lnTo>
                <a:lnTo>
                  <a:pt x="7239000" y="2028037"/>
                </a:lnTo>
                <a:lnTo>
                  <a:pt x="7239000" y="2030666"/>
                </a:lnTo>
                <a:lnTo>
                  <a:pt x="7239470" y="2031784"/>
                </a:lnTo>
                <a:lnTo>
                  <a:pt x="7241324" y="2033651"/>
                </a:lnTo>
                <a:lnTo>
                  <a:pt x="7242454" y="2034108"/>
                </a:lnTo>
                <a:lnTo>
                  <a:pt x="7245083" y="2034108"/>
                </a:lnTo>
                <a:lnTo>
                  <a:pt x="7246201" y="2033651"/>
                </a:lnTo>
                <a:lnTo>
                  <a:pt x="7248068" y="2031784"/>
                </a:lnTo>
                <a:lnTo>
                  <a:pt x="7248525" y="2030666"/>
                </a:lnTo>
                <a:lnTo>
                  <a:pt x="7248525" y="2028037"/>
                </a:lnTo>
                <a:close/>
              </a:path>
              <a:path w="10296525" h="3486150">
                <a:moveTo>
                  <a:pt x="7248525" y="1304391"/>
                </a:moveTo>
                <a:lnTo>
                  <a:pt x="7248068" y="1303274"/>
                </a:lnTo>
                <a:lnTo>
                  <a:pt x="7246201" y="1301419"/>
                </a:lnTo>
                <a:lnTo>
                  <a:pt x="7245083" y="1300949"/>
                </a:lnTo>
                <a:lnTo>
                  <a:pt x="7242454" y="1300949"/>
                </a:lnTo>
                <a:lnTo>
                  <a:pt x="7241324" y="1301419"/>
                </a:lnTo>
                <a:lnTo>
                  <a:pt x="7239470" y="1303274"/>
                </a:lnTo>
                <a:lnTo>
                  <a:pt x="7239000" y="1304391"/>
                </a:lnTo>
                <a:lnTo>
                  <a:pt x="7239000" y="1307033"/>
                </a:lnTo>
                <a:lnTo>
                  <a:pt x="7239470" y="1308150"/>
                </a:lnTo>
                <a:lnTo>
                  <a:pt x="7241324" y="1310005"/>
                </a:lnTo>
                <a:lnTo>
                  <a:pt x="7242454" y="1310474"/>
                </a:lnTo>
                <a:lnTo>
                  <a:pt x="7245083" y="1310474"/>
                </a:lnTo>
                <a:lnTo>
                  <a:pt x="7246201" y="1310005"/>
                </a:lnTo>
                <a:lnTo>
                  <a:pt x="7248068" y="1308150"/>
                </a:lnTo>
                <a:lnTo>
                  <a:pt x="7248525" y="1307033"/>
                </a:lnTo>
                <a:lnTo>
                  <a:pt x="7248525" y="1304391"/>
                </a:lnTo>
                <a:close/>
              </a:path>
              <a:path w="10296525" h="3486150">
                <a:moveTo>
                  <a:pt x="7248525" y="580758"/>
                </a:moveTo>
                <a:lnTo>
                  <a:pt x="7248068" y="579640"/>
                </a:lnTo>
                <a:lnTo>
                  <a:pt x="7246201" y="577773"/>
                </a:lnTo>
                <a:lnTo>
                  <a:pt x="7245083" y="577316"/>
                </a:lnTo>
                <a:lnTo>
                  <a:pt x="7242454" y="577316"/>
                </a:lnTo>
                <a:lnTo>
                  <a:pt x="7241324" y="577773"/>
                </a:lnTo>
                <a:lnTo>
                  <a:pt x="7239470" y="579640"/>
                </a:lnTo>
                <a:lnTo>
                  <a:pt x="7239000" y="580758"/>
                </a:lnTo>
                <a:lnTo>
                  <a:pt x="7239000" y="583387"/>
                </a:lnTo>
                <a:lnTo>
                  <a:pt x="7239470" y="584517"/>
                </a:lnTo>
                <a:lnTo>
                  <a:pt x="7241324" y="586371"/>
                </a:lnTo>
                <a:lnTo>
                  <a:pt x="7242454" y="586841"/>
                </a:lnTo>
                <a:lnTo>
                  <a:pt x="7245083" y="586841"/>
                </a:lnTo>
                <a:lnTo>
                  <a:pt x="7246201" y="586371"/>
                </a:lnTo>
                <a:lnTo>
                  <a:pt x="7248068" y="584517"/>
                </a:lnTo>
                <a:lnTo>
                  <a:pt x="7248525" y="583387"/>
                </a:lnTo>
                <a:lnTo>
                  <a:pt x="7248525" y="580758"/>
                </a:lnTo>
                <a:close/>
              </a:path>
              <a:path w="10296525" h="3486150">
                <a:moveTo>
                  <a:pt x="7296150" y="2751671"/>
                </a:moveTo>
                <a:lnTo>
                  <a:pt x="7295693" y="2750540"/>
                </a:lnTo>
                <a:lnTo>
                  <a:pt x="7293826" y="2748686"/>
                </a:lnTo>
                <a:lnTo>
                  <a:pt x="7292708" y="2748216"/>
                </a:lnTo>
                <a:lnTo>
                  <a:pt x="7290079" y="2748216"/>
                </a:lnTo>
                <a:lnTo>
                  <a:pt x="7288949" y="2748686"/>
                </a:lnTo>
                <a:lnTo>
                  <a:pt x="7287095" y="2750540"/>
                </a:lnTo>
                <a:lnTo>
                  <a:pt x="7286625" y="2751671"/>
                </a:lnTo>
                <a:lnTo>
                  <a:pt x="7286625" y="2754299"/>
                </a:lnTo>
                <a:lnTo>
                  <a:pt x="7287095" y="2755417"/>
                </a:lnTo>
                <a:lnTo>
                  <a:pt x="7288949" y="2757284"/>
                </a:lnTo>
                <a:lnTo>
                  <a:pt x="7290079" y="2757741"/>
                </a:lnTo>
                <a:lnTo>
                  <a:pt x="7292708" y="2757741"/>
                </a:lnTo>
                <a:lnTo>
                  <a:pt x="7293826" y="2757284"/>
                </a:lnTo>
                <a:lnTo>
                  <a:pt x="7295693" y="2755417"/>
                </a:lnTo>
                <a:lnTo>
                  <a:pt x="7296150" y="2754299"/>
                </a:lnTo>
                <a:lnTo>
                  <a:pt x="7296150" y="2751671"/>
                </a:lnTo>
                <a:close/>
              </a:path>
              <a:path w="10296525" h="3486150">
                <a:moveTo>
                  <a:pt x="7296150" y="2028037"/>
                </a:moveTo>
                <a:lnTo>
                  <a:pt x="7295693" y="2026907"/>
                </a:lnTo>
                <a:lnTo>
                  <a:pt x="7293826" y="2025053"/>
                </a:lnTo>
                <a:lnTo>
                  <a:pt x="7292708" y="2024583"/>
                </a:lnTo>
                <a:lnTo>
                  <a:pt x="7290079" y="2024583"/>
                </a:lnTo>
                <a:lnTo>
                  <a:pt x="7288949" y="2025053"/>
                </a:lnTo>
                <a:lnTo>
                  <a:pt x="7287095" y="2026907"/>
                </a:lnTo>
                <a:lnTo>
                  <a:pt x="7286625" y="2028037"/>
                </a:lnTo>
                <a:lnTo>
                  <a:pt x="7286625" y="2030666"/>
                </a:lnTo>
                <a:lnTo>
                  <a:pt x="7287095" y="2031784"/>
                </a:lnTo>
                <a:lnTo>
                  <a:pt x="7288949" y="2033651"/>
                </a:lnTo>
                <a:lnTo>
                  <a:pt x="7290079" y="2034108"/>
                </a:lnTo>
                <a:lnTo>
                  <a:pt x="7292708" y="2034108"/>
                </a:lnTo>
                <a:lnTo>
                  <a:pt x="7293826" y="2033651"/>
                </a:lnTo>
                <a:lnTo>
                  <a:pt x="7295693" y="2031784"/>
                </a:lnTo>
                <a:lnTo>
                  <a:pt x="7296150" y="2030666"/>
                </a:lnTo>
                <a:lnTo>
                  <a:pt x="7296150" y="2028037"/>
                </a:lnTo>
                <a:close/>
              </a:path>
              <a:path w="10296525" h="3486150">
                <a:moveTo>
                  <a:pt x="7296150" y="1304391"/>
                </a:moveTo>
                <a:lnTo>
                  <a:pt x="7295693" y="1303274"/>
                </a:lnTo>
                <a:lnTo>
                  <a:pt x="7293826" y="1301419"/>
                </a:lnTo>
                <a:lnTo>
                  <a:pt x="7292708" y="1300949"/>
                </a:lnTo>
                <a:lnTo>
                  <a:pt x="7290079" y="1300949"/>
                </a:lnTo>
                <a:lnTo>
                  <a:pt x="7288949" y="1301419"/>
                </a:lnTo>
                <a:lnTo>
                  <a:pt x="7287095" y="1303274"/>
                </a:lnTo>
                <a:lnTo>
                  <a:pt x="7286625" y="1304391"/>
                </a:lnTo>
                <a:lnTo>
                  <a:pt x="7286625" y="1307033"/>
                </a:lnTo>
                <a:lnTo>
                  <a:pt x="7287095" y="1308150"/>
                </a:lnTo>
                <a:lnTo>
                  <a:pt x="7288949" y="1310005"/>
                </a:lnTo>
                <a:lnTo>
                  <a:pt x="7290079" y="1310474"/>
                </a:lnTo>
                <a:lnTo>
                  <a:pt x="7292708" y="1310474"/>
                </a:lnTo>
                <a:lnTo>
                  <a:pt x="7293826" y="1310005"/>
                </a:lnTo>
                <a:lnTo>
                  <a:pt x="7295693" y="1308150"/>
                </a:lnTo>
                <a:lnTo>
                  <a:pt x="7296150" y="1307033"/>
                </a:lnTo>
                <a:lnTo>
                  <a:pt x="7296150" y="1304391"/>
                </a:lnTo>
                <a:close/>
              </a:path>
              <a:path w="10296525" h="3486150">
                <a:moveTo>
                  <a:pt x="7296150" y="580758"/>
                </a:moveTo>
                <a:lnTo>
                  <a:pt x="7295693" y="579640"/>
                </a:lnTo>
                <a:lnTo>
                  <a:pt x="7293826" y="577773"/>
                </a:lnTo>
                <a:lnTo>
                  <a:pt x="7292708" y="577316"/>
                </a:lnTo>
                <a:lnTo>
                  <a:pt x="7290079" y="577316"/>
                </a:lnTo>
                <a:lnTo>
                  <a:pt x="7288949" y="577773"/>
                </a:lnTo>
                <a:lnTo>
                  <a:pt x="7287095" y="579640"/>
                </a:lnTo>
                <a:lnTo>
                  <a:pt x="7286625" y="580758"/>
                </a:lnTo>
                <a:lnTo>
                  <a:pt x="7286625" y="583387"/>
                </a:lnTo>
                <a:lnTo>
                  <a:pt x="7287095" y="584517"/>
                </a:lnTo>
                <a:lnTo>
                  <a:pt x="7288949" y="586371"/>
                </a:lnTo>
                <a:lnTo>
                  <a:pt x="7290079" y="586841"/>
                </a:lnTo>
                <a:lnTo>
                  <a:pt x="7292708" y="586841"/>
                </a:lnTo>
                <a:lnTo>
                  <a:pt x="7293826" y="586371"/>
                </a:lnTo>
                <a:lnTo>
                  <a:pt x="7295693" y="584517"/>
                </a:lnTo>
                <a:lnTo>
                  <a:pt x="7296150" y="583387"/>
                </a:lnTo>
                <a:lnTo>
                  <a:pt x="7296150" y="580758"/>
                </a:lnTo>
                <a:close/>
              </a:path>
              <a:path w="10296525" h="3486150">
                <a:moveTo>
                  <a:pt x="7343775" y="2751671"/>
                </a:moveTo>
                <a:lnTo>
                  <a:pt x="7343318" y="2750540"/>
                </a:lnTo>
                <a:lnTo>
                  <a:pt x="7341451" y="2748686"/>
                </a:lnTo>
                <a:lnTo>
                  <a:pt x="7340333" y="2748216"/>
                </a:lnTo>
                <a:lnTo>
                  <a:pt x="7337704" y="2748216"/>
                </a:lnTo>
                <a:lnTo>
                  <a:pt x="7336574" y="2748686"/>
                </a:lnTo>
                <a:lnTo>
                  <a:pt x="7334720" y="2750540"/>
                </a:lnTo>
                <a:lnTo>
                  <a:pt x="7334250" y="2751671"/>
                </a:lnTo>
                <a:lnTo>
                  <a:pt x="7334250" y="2754299"/>
                </a:lnTo>
                <a:lnTo>
                  <a:pt x="7334720" y="2755417"/>
                </a:lnTo>
                <a:lnTo>
                  <a:pt x="7336574" y="2757284"/>
                </a:lnTo>
                <a:lnTo>
                  <a:pt x="7337704" y="2757741"/>
                </a:lnTo>
                <a:lnTo>
                  <a:pt x="7340333" y="2757741"/>
                </a:lnTo>
                <a:lnTo>
                  <a:pt x="7341451" y="2757284"/>
                </a:lnTo>
                <a:lnTo>
                  <a:pt x="7343318" y="2755417"/>
                </a:lnTo>
                <a:lnTo>
                  <a:pt x="7343775" y="2754299"/>
                </a:lnTo>
                <a:lnTo>
                  <a:pt x="7343775" y="2751671"/>
                </a:lnTo>
                <a:close/>
              </a:path>
              <a:path w="10296525" h="3486150">
                <a:moveTo>
                  <a:pt x="7343775" y="2028037"/>
                </a:moveTo>
                <a:lnTo>
                  <a:pt x="7343318" y="2026907"/>
                </a:lnTo>
                <a:lnTo>
                  <a:pt x="7341451" y="2025053"/>
                </a:lnTo>
                <a:lnTo>
                  <a:pt x="7340333" y="2024583"/>
                </a:lnTo>
                <a:lnTo>
                  <a:pt x="7337704" y="2024583"/>
                </a:lnTo>
                <a:lnTo>
                  <a:pt x="7336574" y="2025053"/>
                </a:lnTo>
                <a:lnTo>
                  <a:pt x="7334720" y="2026907"/>
                </a:lnTo>
                <a:lnTo>
                  <a:pt x="7334250" y="2028037"/>
                </a:lnTo>
                <a:lnTo>
                  <a:pt x="7334250" y="2030666"/>
                </a:lnTo>
                <a:lnTo>
                  <a:pt x="7334720" y="2031784"/>
                </a:lnTo>
                <a:lnTo>
                  <a:pt x="7336574" y="2033651"/>
                </a:lnTo>
                <a:lnTo>
                  <a:pt x="7337704" y="2034108"/>
                </a:lnTo>
                <a:lnTo>
                  <a:pt x="7340333" y="2034108"/>
                </a:lnTo>
                <a:lnTo>
                  <a:pt x="7341451" y="2033651"/>
                </a:lnTo>
                <a:lnTo>
                  <a:pt x="7343318" y="2031784"/>
                </a:lnTo>
                <a:lnTo>
                  <a:pt x="7343775" y="2030666"/>
                </a:lnTo>
                <a:lnTo>
                  <a:pt x="7343775" y="2028037"/>
                </a:lnTo>
                <a:close/>
              </a:path>
              <a:path w="10296525" h="3486150">
                <a:moveTo>
                  <a:pt x="7343775" y="1304391"/>
                </a:moveTo>
                <a:lnTo>
                  <a:pt x="7343318" y="1303274"/>
                </a:lnTo>
                <a:lnTo>
                  <a:pt x="7341451" y="1301419"/>
                </a:lnTo>
                <a:lnTo>
                  <a:pt x="7340333" y="1300949"/>
                </a:lnTo>
                <a:lnTo>
                  <a:pt x="7337704" y="1300949"/>
                </a:lnTo>
                <a:lnTo>
                  <a:pt x="7336574" y="1301419"/>
                </a:lnTo>
                <a:lnTo>
                  <a:pt x="7334720" y="1303274"/>
                </a:lnTo>
                <a:lnTo>
                  <a:pt x="7334250" y="1304391"/>
                </a:lnTo>
                <a:lnTo>
                  <a:pt x="7334250" y="1307033"/>
                </a:lnTo>
                <a:lnTo>
                  <a:pt x="7334720" y="1308150"/>
                </a:lnTo>
                <a:lnTo>
                  <a:pt x="7336574" y="1310005"/>
                </a:lnTo>
                <a:lnTo>
                  <a:pt x="7337704" y="1310474"/>
                </a:lnTo>
                <a:lnTo>
                  <a:pt x="7340333" y="1310474"/>
                </a:lnTo>
                <a:lnTo>
                  <a:pt x="7341451" y="1310005"/>
                </a:lnTo>
                <a:lnTo>
                  <a:pt x="7343318" y="1308150"/>
                </a:lnTo>
                <a:lnTo>
                  <a:pt x="7343775" y="1307033"/>
                </a:lnTo>
                <a:lnTo>
                  <a:pt x="7343775" y="1304391"/>
                </a:lnTo>
                <a:close/>
              </a:path>
              <a:path w="10296525" h="3486150">
                <a:moveTo>
                  <a:pt x="7343775" y="580758"/>
                </a:moveTo>
                <a:lnTo>
                  <a:pt x="7343318" y="579640"/>
                </a:lnTo>
                <a:lnTo>
                  <a:pt x="7341451" y="577773"/>
                </a:lnTo>
                <a:lnTo>
                  <a:pt x="7340333" y="577316"/>
                </a:lnTo>
                <a:lnTo>
                  <a:pt x="7337704" y="577316"/>
                </a:lnTo>
                <a:lnTo>
                  <a:pt x="7336574" y="577773"/>
                </a:lnTo>
                <a:lnTo>
                  <a:pt x="7334720" y="579640"/>
                </a:lnTo>
                <a:lnTo>
                  <a:pt x="7334250" y="580758"/>
                </a:lnTo>
                <a:lnTo>
                  <a:pt x="7334250" y="583387"/>
                </a:lnTo>
                <a:lnTo>
                  <a:pt x="7334720" y="584517"/>
                </a:lnTo>
                <a:lnTo>
                  <a:pt x="7336574" y="586371"/>
                </a:lnTo>
                <a:lnTo>
                  <a:pt x="7337704" y="586841"/>
                </a:lnTo>
                <a:lnTo>
                  <a:pt x="7340333" y="586841"/>
                </a:lnTo>
                <a:lnTo>
                  <a:pt x="7341451" y="586371"/>
                </a:lnTo>
                <a:lnTo>
                  <a:pt x="7343318" y="584517"/>
                </a:lnTo>
                <a:lnTo>
                  <a:pt x="7343775" y="583387"/>
                </a:lnTo>
                <a:lnTo>
                  <a:pt x="7343775" y="580758"/>
                </a:lnTo>
                <a:close/>
              </a:path>
              <a:path w="10296525" h="3486150">
                <a:moveTo>
                  <a:pt x="7391400" y="2751671"/>
                </a:moveTo>
                <a:lnTo>
                  <a:pt x="7390943" y="2750540"/>
                </a:lnTo>
                <a:lnTo>
                  <a:pt x="7389076" y="2748686"/>
                </a:lnTo>
                <a:lnTo>
                  <a:pt x="7387958" y="2748216"/>
                </a:lnTo>
                <a:lnTo>
                  <a:pt x="7385329" y="2748216"/>
                </a:lnTo>
                <a:lnTo>
                  <a:pt x="7384199" y="2748686"/>
                </a:lnTo>
                <a:lnTo>
                  <a:pt x="7382345" y="2750540"/>
                </a:lnTo>
                <a:lnTo>
                  <a:pt x="7381875" y="2751671"/>
                </a:lnTo>
                <a:lnTo>
                  <a:pt x="7381875" y="2754299"/>
                </a:lnTo>
                <a:lnTo>
                  <a:pt x="7382345" y="2755417"/>
                </a:lnTo>
                <a:lnTo>
                  <a:pt x="7384199" y="2757284"/>
                </a:lnTo>
                <a:lnTo>
                  <a:pt x="7385329" y="2757741"/>
                </a:lnTo>
                <a:lnTo>
                  <a:pt x="7387958" y="2757741"/>
                </a:lnTo>
                <a:lnTo>
                  <a:pt x="7389076" y="2757284"/>
                </a:lnTo>
                <a:lnTo>
                  <a:pt x="7390943" y="2755417"/>
                </a:lnTo>
                <a:lnTo>
                  <a:pt x="7391400" y="2754299"/>
                </a:lnTo>
                <a:lnTo>
                  <a:pt x="7391400" y="2751671"/>
                </a:lnTo>
                <a:close/>
              </a:path>
              <a:path w="10296525" h="3486150">
                <a:moveTo>
                  <a:pt x="7391400" y="2028037"/>
                </a:moveTo>
                <a:lnTo>
                  <a:pt x="7390943" y="2026907"/>
                </a:lnTo>
                <a:lnTo>
                  <a:pt x="7389076" y="2025053"/>
                </a:lnTo>
                <a:lnTo>
                  <a:pt x="7387958" y="2024583"/>
                </a:lnTo>
                <a:lnTo>
                  <a:pt x="7385329" y="2024583"/>
                </a:lnTo>
                <a:lnTo>
                  <a:pt x="7384199" y="2025053"/>
                </a:lnTo>
                <a:lnTo>
                  <a:pt x="7382345" y="2026907"/>
                </a:lnTo>
                <a:lnTo>
                  <a:pt x="7381875" y="2028037"/>
                </a:lnTo>
                <a:lnTo>
                  <a:pt x="7381875" y="2030666"/>
                </a:lnTo>
                <a:lnTo>
                  <a:pt x="7382345" y="2031784"/>
                </a:lnTo>
                <a:lnTo>
                  <a:pt x="7384199" y="2033651"/>
                </a:lnTo>
                <a:lnTo>
                  <a:pt x="7385329" y="2034108"/>
                </a:lnTo>
                <a:lnTo>
                  <a:pt x="7387958" y="2034108"/>
                </a:lnTo>
                <a:lnTo>
                  <a:pt x="7389076" y="2033651"/>
                </a:lnTo>
                <a:lnTo>
                  <a:pt x="7390943" y="2031784"/>
                </a:lnTo>
                <a:lnTo>
                  <a:pt x="7391400" y="2030666"/>
                </a:lnTo>
                <a:lnTo>
                  <a:pt x="7391400" y="2028037"/>
                </a:lnTo>
                <a:close/>
              </a:path>
              <a:path w="10296525" h="3486150">
                <a:moveTo>
                  <a:pt x="7391400" y="1304391"/>
                </a:moveTo>
                <a:lnTo>
                  <a:pt x="7390943" y="1303274"/>
                </a:lnTo>
                <a:lnTo>
                  <a:pt x="7389076" y="1301419"/>
                </a:lnTo>
                <a:lnTo>
                  <a:pt x="7387958" y="1300949"/>
                </a:lnTo>
                <a:lnTo>
                  <a:pt x="7385329" y="1300949"/>
                </a:lnTo>
                <a:lnTo>
                  <a:pt x="7384199" y="1301419"/>
                </a:lnTo>
                <a:lnTo>
                  <a:pt x="7382345" y="1303274"/>
                </a:lnTo>
                <a:lnTo>
                  <a:pt x="7381875" y="1304391"/>
                </a:lnTo>
                <a:lnTo>
                  <a:pt x="7381875" y="1307033"/>
                </a:lnTo>
                <a:lnTo>
                  <a:pt x="7382345" y="1308150"/>
                </a:lnTo>
                <a:lnTo>
                  <a:pt x="7384199" y="1310005"/>
                </a:lnTo>
                <a:lnTo>
                  <a:pt x="7385329" y="1310474"/>
                </a:lnTo>
                <a:lnTo>
                  <a:pt x="7387958" y="1310474"/>
                </a:lnTo>
                <a:lnTo>
                  <a:pt x="7389076" y="1310005"/>
                </a:lnTo>
                <a:lnTo>
                  <a:pt x="7390943" y="1308150"/>
                </a:lnTo>
                <a:lnTo>
                  <a:pt x="7391400" y="1307033"/>
                </a:lnTo>
                <a:lnTo>
                  <a:pt x="7391400" y="1304391"/>
                </a:lnTo>
                <a:close/>
              </a:path>
              <a:path w="10296525" h="3486150">
                <a:moveTo>
                  <a:pt x="7391400" y="580758"/>
                </a:moveTo>
                <a:lnTo>
                  <a:pt x="7390943" y="579640"/>
                </a:lnTo>
                <a:lnTo>
                  <a:pt x="7389076" y="577773"/>
                </a:lnTo>
                <a:lnTo>
                  <a:pt x="7387958" y="577316"/>
                </a:lnTo>
                <a:lnTo>
                  <a:pt x="7385329" y="577316"/>
                </a:lnTo>
                <a:lnTo>
                  <a:pt x="7384199" y="577773"/>
                </a:lnTo>
                <a:lnTo>
                  <a:pt x="7382345" y="579640"/>
                </a:lnTo>
                <a:lnTo>
                  <a:pt x="7381875" y="580758"/>
                </a:lnTo>
                <a:lnTo>
                  <a:pt x="7381875" y="583387"/>
                </a:lnTo>
                <a:lnTo>
                  <a:pt x="7382345" y="584517"/>
                </a:lnTo>
                <a:lnTo>
                  <a:pt x="7384199" y="586371"/>
                </a:lnTo>
                <a:lnTo>
                  <a:pt x="7385329" y="586841"/>
                </a:lnTo>
                <a:lnTo>
                  <a:pt x="7387958" y="586841"/>
                </a:lnTo>
                <a:lnTo>
                  <a:pt x="7389076" y="586371"/>
                </a:lnTo>
                <a:lnTo>
                  <a:pt x="7390943" y="584517"/>
                </a:lnTo>
                <a:lnTo>
                  <a:pt x="7391400" y="583387"/>
                </a:lnTo>
                <a:lnTo>
                  <a:pt x="7391400" y="580758"/>
                </a:lnTo>
                <a:close/>
              </a:path>
              <a:path w="10296525" h="3486150">
                <a:moveTo>
                  <a:pt x="7439025" y="2751671"/>
                </a:moveTo>
                <a:lnTo>
                  <a:pt x="7438568" y="2750540"/>
                </a:lnTo>
                <a:lnTo>
                  <a:pt x="7436701" y="2748686"/>
                </a:lnTo>
                <a:lnTo>
                  <a:pt x="7435583" y="2748216"/>
                </a:lnTo>
                <a:lnTo>
                  <a:pt x="7432954" y="2748216"/>
                </a:lnTo>
                <a:lnTo>
                  <a:pt x="7431824" y="2748686"/>
                </a:lnTo>
                <a:lnTo>
                  <a:pt x="7429970" y="2750540"/>
                </a:lnTo>
                <a:lnTo>
                  <a:pt x="7429500" y="2751671"/>
                </a:lnTo>
                <a:lnTo>
                  <a:pt x="7429500" y="2754299"/>
                </a:lnTo>
                <a:lnTo>
                  <a:pt x="7429970" y="2755417"/>
                </a:lnTo>
                <a:lnTo>
                  <a:pt x="7431824" y="2757284"/>
                </a:lnTo>
                <a:lnTo>
                  <a:pt x="7432954" y="2757741"/>
                </a:lnTo>
                <a:lnTo>
                  <a:pt x="7435583" y="2757741"/>
                </a:lnTo>
                <a:lnTo>
                  <a:pt x="7436701" y="2757284"/>
                </a:lnTo>
                <a:lnTo>
                  <a:pt x="7438568" y="2755417"/>
                </a:lnTo>
                <a:lnTo>
                  <a:pt x="7439025" y="2754299"/>
                </a:lnTo>
                <a:lnTo>
                  <a:pt x="7439025" y="2751671"/>
                </a:lnTo>
                <a:close/>
              </a:path>
              <a:path w="10296525" h="3486150">
                <a:moveTo>
                  <a:pt x="7439025" y="2028037"/>
                </a:moveTo>
                <a:lnTo>
                  <a:pt x="7438568" y="2026907"/>
                </a:lnTo>
                <a:lnTo>
                  <a:pt x="7436701" y="2025053"/>
                </a:lnTo>
                <a:lnTo>
                  <a:pt x="7435583" y="2024583"/>
                </a:lnTo>
                <a:lnTo>
                  <a:pt x="7432954" y="2024583"/>
                </a:lnTo>
                <a:lnTo>
                  <a:pt x="7431824" y="2025053"/>
                </a:lnTo>
                <a:lnTo>
                  <a:pt x="7429970" y="2026907"/>
                </a:lnTo>
                <a:lnTo>
                  <a:pt x="7429500" y="2028037"/>
                </a:lnTo>
                <a:lnTo>
                  <a:pt x="7429500" y="2030666"/>
                </a:lnTo>
                <a:lnTo>
                  <a:pt x="7429970" y="2031784"/>
                </a:lnTo>
                <a:lnTo>
                  <a:pt x="7431824" y="2033651"/>
                </a:lnTo>
                <a:lnTo>
                  <a:pt x="7432954" y="2034108"/>
                </a:lnTo>
                <a:lnTo>
                  <a:pt x="7435583" y="2034108"/>
                </a:lnTo>
                <a:lnTo>
                  <a:pt x="7436701" y="2033651"/>
                </a:lnTo>
                <a:lnTo>
                  <a:pt x="7438568" y="2031784"/>
                </a:lnTo>
                <a:lnTo>
                  <a:pt x="7439025" y="2030666"/>
                </a:lnTo>
                <a:lnTo>
                  <a:pt x="7439025" y="2028037"/>
                </a:lnTo>
                <a:close/>
              </a:path>
              <a:path w="10296525" h="3486150">
                <a:moveTo>
                  <a:pt x="7439025" y="1304391"/>
                </a:moveTo>
                <a:lnTo>
                  <a:pt x="7438568" y="1303274"/>
                </a:lnTo>
                <a:lnTo>
                  <a:pt x="7436701" y="1301419"/>
                </a:lnTo>
                <a:lnTo>
                  <a:pt x="7435583" y="1300949"/>
                </a:lnTo>
                <a:lnTo>
                  <a:pt x="7432954" y="1300949"/>
                </a:lnTo>
                <a:lnTo>
                  <a:pt x="7431824" y="1301419"/>
                </a:lnTo>
                <a:lnTo>
                  <a:pt x="7429970" y="1303274"/>
                </a:lnTo>
                <a:lnTo>
                  <a:pt x="7429500" y="1304391"/>
                </a:lnTo>
                <a:lnTo>
                  <a:pt x="7429500" y="1307033"/>
                </a:lnTo>
                <a:lnTo>
                  <a:pt x="7429970" y="1308150"/>
                </a:lnTo>
                <a:lnTo>
                  <a:pt x="7431824" y="1310005"/>
                </a:lnTo>
                <a:lnTo>
                  <a:pt x="7432954" y="1310474"/>
                </a:lnTo>
                <a:lnTo>
                  <a:pt x="7435583" y="1310474"/>
                </a:lnTo>
                <a:lnTo>
                  <a:pt x="7436701" y="1310005"/>
                </a:lnTo>
                <a:lnTo>
                  <a:pt x="7438568" y="1308150"/>
                </a:lnTo>
                <a:lnTo>
                  <a:pt x="7439025" y="1307033"/>
                </a:lnTo>
                <a:lnTo>
                  <a:pt x="7439025" y="1304391"/>
                </a:lnTo>
                <a:close/>
              </a:path>
              <a:path w="10296525" h="3486150">
                <a:moveTo>
                  <a:pt x="7439025" y="580758"/>
                </a:moveTo>
                <a:lnTo>
                  <a:pt x="7438568" y="579640"/>
                </a:lnTo>
                <a:lnTo>
                  <a:pt x="7436701" y="577773"/>
                </a:lnTo>
                <a:lnTo>
                  <a:pt x="7435583" y="577316"/>
                </a:lnTo>
                <a:lnTo>
                  <a:pt x="7432954" y="577316"/>
                </a:lnTo>
                <a:lnTo>
                  <a:pt x="7431824" y="577773"/>
                </a:lnTo>
                <a:lnTo>
                  <a:pt x="7429970" y="579640"/>
                </a:lnTo>
                <a:lnTo>
                  <a:pt x="7429500" y="580758"/>
                </a:lnTo>
                <a:lnTo>
                  <a:pt x="7429500" y="583387"/>
                </a:lnTo>
                <a:lnTo>
                  <a:pt x="7429970" y="584517"/>
                </a:lnTo>
                <a:lnTo>
                  <a:pt x="7431824" y="586371"/>
                </a:lnTo>
                <a:lnTo>
                  <a:pt x="7432954" y="586841"/>
                </a:lnTo>
                <a:lnTo>
                  <a:pt x="7435583" y="586841"/>
                </a:lnTo>
                <a:lnTo>
                  <a:pt x="7436701" y="586371"/>
                </a:lnTo>
                <a:lnTo>
                  <a:pt x="7438568" y="584517"/>
                </a:lnTo>
                <a:lnTo>
                  <a:pt x="7439025" y="583387"/>
                </a:lnTo>
                <a:lnTo>
                  <a:pt x="7439025" y="580758"/>
                </a:lnTo>
                <a:close/>
              </a:path>
              <a:path w="10296525" h="3486150">
                <a:moveTo>
                  <a:pt x="7486650" y="2751671"/>
                </a:moveTo>
                <a:lnTo>
                  <a:pt x="7486193" y="2750540"/>
                </a:lnTo>
                <a:lnTo>
                  <a:pt x="7484326" y="2748686"/>
                </a:lnTo>
                <a:lnTo>
                  <a:pt x="7483208" y="2748216"/>
                </a:lnTo>
                <a:lnTo>
                  <a:pt x="7480579" y="2748216"/>
                </a:lnTo>
                <a:lnTo>
                  <a:pt x="7479462" y="2748686"/>
                </a:lnTo>
                <a:lnTo>
                  <a:pt x="7477595" y="2750540"/>
                </a:lnTo>
                <a:lnTo>
                  <a:pt x="7477125" y="2751671"/>
                </a:lnTo>
                <a:lnTo>
                  <a:pt x="7477125" y="2754299"/>
                </a:lnTo>
                <a:lnTo>
                  <a:pt x="7477595" y="2755417"/>
                </a:lnTo>
                <a:lnTo>
                  <a:pt x="7479462" y="2757284"/>
                </a:lnTo>
                <a:lnTo>
                  <a:pt x="7480579" y="2757741"/>
                </a:lnTo>
                <a:lnTo>
                  <a:pt x="7483208" y="2757741"/>
                </a:lnTo>
                <a:lnTo>
                  <a:pt x="7484326" y="2757284"/>
                </a:lnTo>
                <a:lnTo>
                  <a:pt x="7486193" y="2755417"/>
                </a:lnTo>
                <a:lnTo>
                  <a:pt x="7486650" y="2754299"/>
                </a:lnTo>
                <a:lnTo>
                  <a:pt x="7486650" y="2751671"/>
                </a:lnTo>
                <a:close/>
              </a:path>
              <a:path w="10296525" h="3486150">
                <a:moveTo>
                  <a:pt x="7486650" y="2028037"/>
                </a:moveTo>
                <a:lnTo>
                  <a:pt x="7486193" y="2026907"/>
                </a:lnTo>
                <a:lnTo>
                  <a:pt x="7484326" y="2025053"/>
                </a:lnTo>
                <a:lnTo>
                  <a:pt x="7483208" y="2024583"/>
                </a:lnTo>
                <a:lnTo>
                  <a:pt x="7480579" y="2024583"/>
                </a:lnTo>
                <a:lnTo>
                  <a:pt x="7479462" y="2025053"/>
                </a:lnTo>
                <a:lnTo>
                  <a:pt x="7477595" y="2026907"/>
                </a:lnTo>
                <a:lnTo>
                  <a:pt x="7477125" y="2028037"/>
                </a:lnTo>
                <a:lnTo>
                  <a:pt x="7477125" y="2030666"/>
                </a:lnTo>
                <a:lnTo>
                  <a:pt x="7477595" y="2031784"/>
                </a:lnTo>
                <a:lnTo>
                  <a:pt x="7479462" y="2033651"/>
                </a:lnTo>
                <a:lnTo>
                  <a:pt x="7480579" y="2034108"/>
                </a:lnTo>
                <a:lnTo>
                  <a:pt x="7483208" y="2034108"/>
                </a:lnTo>
                <a:lnTo>
                  <a:pt x="7484326" y="2033651"/>
                </a:lnTo>
                <a:lnTo>
                  <a:pt x="7486193" y="2031784"/>
                </a:lnTo>
                <a:lnTo>
                  <a:pt x="7486650" y="2030666"/>
                </a:lnTo>
                <a:lnTo>
                  <a:pt x="7486650" y="2028037"/>
                </a:lnTo>
                <a:close/>
              </a:path>
              <a:path w="10296525" h="3486150">
                <a:moveTo>
                  <a:pt x="7486650" y="1304391"/>
                </a:moveTo>
                <a:lnTo>
                  <a:pt x="7486193" y="1303274"/>
                </a:lnTo>
                <a:lnTo>
                  <a:pt x="7484326" y="1301419"/>
                </a:lnTo>
                <a:lnTo>
                  <a:pt x="7483208" y="1300949"/>
                </a:lnTo>
                <a:lnTo>
                  <a:pt x="7480579" y="1300949"/>
                </a:lnTo>
                <a:lnTo>
                  <a:pt x="7479462" y="1301419"/>
                </a:lnTo>
                <a:lnTo>
                  <a:pt x="7477595" y="1303274"/>
                </a:lnTo>
                <a:lnTo>
                  <a:pt x="7477125" y="1304391"/>
                </a:lnTo>
                <a:lnTo>
                  <a:pt x="7477125" y="1307033"/>
                </a:lnTo>
                <a:lnTo>
                  <a:pt x="7477595" y="1308150"/>
                </a:lnTo>
                <a:lnTo>
                  <a:pt x="7479462" y="1310005"/>
                </a:lnTo>
                <a:lnTo>
                  <a:pt x="7480579" y="1310474"/>
                </a:lnTo>
                <a:lnTo>
                  <a:pt x="7483208" y="1310474"/>
                </a:lnTo>
                <a:lnTo>
                  <a:pt x="7484326" y="1310005"/>
                </a:lnTo>
                <a:lnTo>
                  <a:pt x="7486193" y="1308150"/>
                </a:lnTo>
                <a:lnTo>
                  <a:pt x="7486650" y="1307033"/>
                </a:lnTo>
                <a:lnTo>
                  <a:pt x="7486650" y="1304391"/>
                </a:lnTo>
                <a:close/>
              </a:path>
              <a:path w="10296525" h="3486150">
                <a:moveTo>
                  <a:pt x="7486650" y="580758"/>
                </a:moveTo>
                <a:lnTo>
                  <a:pt x="7486193" y="579640"/>
                </a:lnTo>
                <a:lnTo>
                  <a:pt x="7484326" y="577773"/>
                </a:lnTo>
                <a:lnTo>
                  <a:pt x="7483208" y="577316"/>
                </a:lnTo>
                <a:lnTo>
                  <a:pt x="7480579" y="577316"/>
                </a:lnTo>
                <a:lnTo>
                  <a:pt x="7479462" y="577773"/>
                </a:lnTo>
                <a:lnTo>
                  <a:pt x="7477595" y="579640"/>
                </a:lnTo>
                <a:lnTo>
                  <a:pt x="7477125" y="580758"/>
                </a:lnTo>
                <a:lnTo>
                  <a:pt x="7477125" y="583387"/>
                </a:lnTo>
                <a:lnTo>
                  <a:pt x="7477595" y="584517"/>
                </a:lnTo>
                <a:lnTo>
                  <a:pt x="7479462" y="586371"/>
                </a:lnTo>
                <a:lnTo>
                  <a:pt x="7480579" y="586841"/>
                </a:lnTo>
                <a:lnTo>
                  <a:pt x="7483208" y="586841"/>
                </a:lnTo>
                <a:lnTo>
                  <a:pt x="7484326" y="586371"/>
                </a:lnTo>
                <a:lnTo>
                  <a:pt x="7486193" y="584517"/>
                </a:lnTo>
                <a:lnTo>
                  <a:pt x="7486650" y="583387"/>
                </a:lnTo>
                <a:lnTo>
                  <a:pt x="7486650" y="580758"/>
                </a:lnTo>
                <a:close/>
              </a:path>
              <a:path w="10296525" h="3486150">
                <a:moveTo>
                  <a:pt x="7534275" y="2751671"/>
                </a:moveTo>
                <a:lnTo>
                  <a:pt x="7533818" y="2750540"/>
                </a:lnTo>
                <a:lnTo>
                  <a:pt x="7531951" y="2748686"/>
                </a:lnTo>
                <a:lnTo>
                  <a:pt x="7530833" y="2748216"/>
                </a:lnTo>
                <a:lnTo>
                  <a:pt x="7528204" y="2748216"/>
                </a:lnTo>
                <a:lnTo>
                  <a:pt x="7527074" y="2748686"/>
                </a:lnTo>
                <a:lnTo>
                  <a:pt x="7525220" y="2750540"/>
                </a:lnTo>
                <a:lnTo>
                  <a:pt x="7524750" y="2751671"/>
                </a:lnTo>
                <a:lnTo>
                  <a:pt x="7524750" y="2754299"/>
                </a:lnTo>
                <a:lnTo>
                  <a:pt x="7525220" y="2755417"/>
                </a:lnTo>
                <a:lnTo>
                  <a:pt x="7527074" y="2757284"/>
                </a:lnTo>
                <a:lnTo>
                  <a:pt x="7528204" y="2757741"/>
                </a:lnTo>
                <a:lnTo>
                  <a:pt x="7530833" y="2757741"/>
                </a:lnTo>
                <a:lnTo>
                  <a:pt x="7531951" y="2757284"/>
                </a:lnTo>
                <a:lnTo>
                  <a:pt x="7533818" y="2755417"/>
                </a:lnTo>
                <a:lnTo>
                  <a:pt x="7534275" y="2754299"/>
                </a:lnTo>
                <a:lnTo>
                  <a:pt x="7534275" y="2751671"/>
                </a:lnTo>
                <a:close/>
              </a:path>
              <a:path w="10296525" h="3486150">
                <a:moveTo>
                  <a:pt x="7534275" y="2028037"/>
                </a:moveTo>
                <a:lnTo>
                  <a:pt x="7533818" y="2026907"/>
                </a:lnTo>
                <a:lnTo>
                  <a:pt x="7531951" y="2025053"/>
                </a:lnTo>
                <a:lnTo>
                  <a:pt x="7530833" y="2024583"/>
                </a:lnTo>
                <a:lnTo>
                  <a:pt x="7528204" y="2024583"/>
                </a:lnTo>
                <a:lnTo>
                  <a:pt x="7527074" y="2025053"/>
                </a:lnTo>
                <a:lnTo>
                  <a:pt x="7525220" y="2026907"/>
                </a:lnTo>
                <a:lnTo>
                  <a:pt x="7524750" y="2028037"/>
                </a:lnTo>
                <a:lnTo>
                  <a:pt x="7524750" y="2030666"/>
                </a:lnTo>
                <a:lnTo>
                  <a:pt x="7525220" y="2031784"/>
                </a:lnTo>
                <a:lnTo>
                  <a:pt x="7527074" y="2033651"/>
                </a:lnTo>
                <a:lnTo>
                  <a:pt x="7528204" y="2034108"/>
                </a:lnTo>
                <a:lnTo>
                  <a:pt x="7530833" y="2034108"/>
                </a:lnTo>
                <a:lnTo>
                  <a:pt x="7531951" y="2033651"/>
                </a:lnTo>
                <a:lnTo>
                  <a:pt x="7533818" y="2031784"/>
                </a:lnTo>
                <a:lnTo>
                  <a:pt x="7534275" y="2030666"/>
                </a:lnTo>
                <a:lnTo>
                  <a:pt x="7534275" y="2028037"/>
                </a:lnTo>
                <a:close/>
              </a:path>
              <a:path w="10296525" h="3486150">
                <a:moveTo>
                  <a:pt x="7534275" y="1304391"/>
                </a:moveTo>
                <a:lnTo>
                  <a:pt x="7533818" y="1303274"/>
                </a:lnTo>
                <a:lnTo>
                  <a:pt x="7531951" y="1301419"/>
                </a:lnTo>
                <a:lnTo>
                  <a:pt x="7530833" y="1300949"/>
                </a:lnTo>
                <a:lnTo>
                  <a:pt x="7528204" y="1300949"/>
                </a:lnTo>
                <a:lnTo>
                  <a:pt x="7527074" y="1301419"/>
                </a:lnTo>
                <a:lnTo>
                  <a:pt x="7525220" y="1303274"/>
                </a:lnTo>
                <a:lnTo>
                  <a:pt x="7524750" y="1304391"/>
                </a:lnTo>
                <a:lnTo>
                  <a:pt x="7524750" y="1307033"/>
                </a:lnTo>
                <a:lnTo>
                  <a:pt x="7525220" y="1308150"/>
                </a:lnTo>
                <a:lnTo>
                  <a:pt x="7527074" y="1310005"/>
                </a:lnTo>
                <a:lnTo>
                  <a:pt x="7528204" y="1310474"/>
                </a:lnTo>
                <a:lnTo>
                  <a:pt x="7530833" y="1310474"/>
                </a:lnTo>
                <a:lnTo>
                  <a:pt x="7531951" y="1310005"/>
                </a:lnTo>
                <a:lnTo>
                  <a:pt x="7533818" y="1308150"/>
                </a:lnTo>
                <a:lnTo>
                  <a:pt x="7534275" y="1307033"/>
                </a:lnTo>
                <a:lnTo>
                  <a:pt x="7534275" y="1304391"/>
                </a:lnTo>
                <a:close/>
              </a:path>
              <a:path w="10296525" h="3486150">
                <a:moveTo>
                  <a:pt x="7534275" y="580758"/>
                </a:moveTo>
                <a:lnTo>
                  <a:pt x="7533818" y="579640"/>
                </a:lnTo>
                <a:lnTo>
                  <a:pt x="7531951" y="577773"/>
                </a:lnTo>
                <a:lnTo>
                  <a:pt x="7530833" y="577316"/>
                </a:lnTo>
                <a:lnTo>
                  <a:pt x="7528204" y="577316"/>
                </a:lnTo>
                <a:lnTo>
                  <a:pt x="7527074" y="577773"/>
                </a:lnTo>
                <a:lnTo>
                  <a:pt x="7525220" y="579640"/>
                </a:lnTo>
                <a:lnTo>
                  <a:pt x="7524750" y="580758"/>
                </a:lnTo>
                <a:lnTo>
                  <a:pt x="7524750" y="583387"/>
                </a:lnTo>
                <a:lnTo>
                  <a:pt x="7525220" y="584517"/>
                </a:lnTo>
                <a:lnTo>
                  <a:pt x="7527074" y="586371"/>
                </a:lnTo>
                <a:lnTo>
                  <a:pt x="7528204" y="586841"/>
                </a:lnTo>
                <a:lnTo>
                  <a:pt x="7530833" y="586841"/>
                </a:lnTo>
                <a:lnTo>
                  <a:pt x="7531951" y="586371"/>
                </a:lnTo>
                <a:lnTo>
                  <a:pt x="7533818" y="584517"/>
                </a:lnTo>
                <a:lnTo>
                  <a:pt x="7534275" y="583387"/>
                </a:lnTo>
                <a:lnTo>
                  <a:pt x="7534275" y="580758"/>
                </a:lnTo>
                <a:close/>
              </a:path>
              <a:path w="10296525" h="3486150">
                <a:moveTo>
                  <a:pt x="7581900" y="2751671"/>
                </a:moveTo>
                <a:lnTo>
                  <a:pt x="7581443" y="2750540"/>
                </a:lnTo>
                <a:lnTo>
                  <a:pt x="7579576" y="2748686"/>
                </a:lnTo>
                <a:lnTo>
                  <a:pt x="7578458" y="2748216"/>
                </a:lnTo>
                <a:lnTo>
                  <a:pt x="7575829" y="2748216"/>
                </a:lnTo>
                <a:lnTo>
                  <a:pt x="7574699" y="2748686"/>
                </a:lnTo>
                <a:lnTo>
                  <a:pt x="7572845" y="2750540"/>
                </a:lnTo>
                <a:lnTo>
                  <a:pt x="7572375" y="2751671"/>
                </a:lnTo>
                <a:lnTo>
                  <a:pt x="7572375" y="2754299"/>
                </a:lnTo>
                <a:lnTo>
                  <a:pt x="7572845" y="2755417"/>
                </a:lnTo>
                <a:lnTo>
                  <a:pt x="7574699" y="2757284"/>
                </a:lnTo>
                <a:lnTo>
                  <a:pt x="7575829" y="2757741"/>
                </a:lnTo>
                <a:lnTo>
                  <a:pt x="7578458" y="2757741"/>
                </a:lnTo>
                <a:lnTo>
                  <a:pt x="7579576" y="2757284"/>
                </a:lnTo>
                <a:lnTo>
                  <a:pt x="7581443" y="2755417"/>
                </a:lnTo>
                <a:lnTo>
                  <a:pt x="7581900" y="2754299"/>
                </a:lnTo>
                <a:lnTo>
                  <a:pt x="7581900" y="2751671"/>
                </a:lnTo>
                <a:close/>
              </a:path>
              <a:path w="10296525" h="3486150">
                <a:moveTo>
                  <a:pt x="7581900" y="2028037"/>
                </a:moveTo>
                <a:lnTo>
                  <a:pt x="7581443" y="2026907"/>
                </a:lnTo>
                <a:lnTo>
                  <a:pt x="7579576" y="2025053"/>
                </a:lnTo>
                <a:lnTo>
                  <a:pt x="7578458" y="2024583"/>
                </a:lnTo>
                <a:lnTo>
                  <a:pt x="7575829" y="2024583"/>
                </a:lnTo>
                <a:lnTo>
                  <a:pt x="7574699" y="2025053"/>
                </a:lnTo>
                <a:lnTo>
                  <a:pt x="7572845" y="2026907"/>
                </a:lnTo>
                <a:lnTo>
                  <a:pt x="7572375" y="2028037"/>
                </a:lnTo>
                <a:lnTo>
                  <a:pt x="7572375" y="2030666"/>
                </a:lnTo>
                <a:lnTo>
                  <a:pt x="7572845" y="2031784"/>
                </a:lnTo>
                <a:lnTo>
                  <a:pt x="7574699" y="2033651"/>
                </a:lnTo>
                <a:lnTo>
                  <a:pt x="7575829" y="2034108"/>
                </a:lnTo>
                <a:lnTo>
                  <a:pt x="7578458" y="2034108"/>
                </a:lnTo>
                <a:lnTo>
                  <a:pt x="7579576" y="2033651"/>
                </a:lnTo>
                <a:lnTo>
                  <a:pt x="7581443" y="2031784"/>
                </a:lnTo>
                <a:lnTo>
                  <a:pt x="7581900" y="2030666"/>
                </a:lnTo>
                <a:lnTo>
                  <a:pt x="7581900" y="2028037"/>
                </a:lnTo>
                <a:close/>
              </a:path>
              <a:path w="10296525" h="3486150">
                <a:moveTo>
                  <a:pt x="7581900" y="1304391"/>
                </a:moveTo>
                <a:lnTo>
                  <a:pt x="7581443" y="1303274"/>
                </a:lnTo>
                <a:lnTo>
                  <a:pt x="7579576" y="1301419"/>
                </a:lnTo>
                <a:lnTo>
                  <a:pt x="7578458" y="1300949"/>
                </a:lnTo>
                <a:lnTo>
                  <a:pt x="7575829" y="1300949"/>
                </a:lnTo>
                <a:lnTo>
                  <a:pt x="7574699" y="1301419"/>
                </a:lnTo>
                <a:lnTo>
                  <a:pt x="7572845" y="1303274"/>
                </a:lnTo>
                <a:lnTo>
                  <a:pt x="7572375" y="1304391"/>
                </a:lnTo>
                <a:lnTo>
                  <a:pt x="7572375" y="1307033"/>
                </a:lnTo>
                <a:lnTo>
                  <a:pt x="7572845" y="1308150"/>
                </a:lnTo>
                <a:lnTo>
                  <a:pt x="7574699" y="1310005"/>
                </a:lnTo>
                <a:lnTo>
                  <a:pt x="7575829" y="1310474"/>
                </a:lnTo>
                <a:lnTo>
                  <a:pt x="7578458" y="1310474"/>
                </a:lnTo>
                <a:lnTo>
                  <a:pt x="7579576" y="1310005"/>
                </a:lnTo>
                <a:lnTo>
                  <a:pt x="7581443" y="1308150"/>
                </a:lnTo>
                <a:lnTo>
                  <a:pt x="7581900" y="1307033"/>
                </a:lnTo>
                <a:lnTo>
                  <a:pt x="7581900" y="1304391"/>
                </a:lnTo>
                <a:close/>
              </a:path>
              <a:path w="10296525" h="3486150">
                <a:moveTo>
                  <a:pt x="7581900" y="580758"/>
                </a:moveTo>
                <a:lnTo>
                  <a:pt x="7581443" y="579640"/>
                </a:lnTo>
                <a:lnTo>
                  <a:pt x="7579576" y="577773"/>
                </a:lnTo>
                <a:lnTo>
                  <a:pt x="7578458" y="577316"/>
                </a:lnTo>
                <a:lnTo>
                  <a:pt x="7575829" y="577316"/>
                </a:lnTo>
                <a:lnTo>
                  <a:pt x="7574699" y="577773"/>
                </a:lnTo>
                <a:lnTo>
                  <a:pt x="7572845" y="579640"/>
                </a:lnTo>
                <a:lnTo>
                  <a:pt x="7572375" y="580758"/>
                </a:lnTo>
                <a:lnTo>
                  <a:pt x="7572375" y="583387"/>
                </a:lnTo>
                <a:lnTo>
                  <a:pt x="7572845" y="584517"/>
                </a:lnTo>
                <a:lnTo>
                  <a:pt x="7574699" y="586371"/>
                </a:lnTo>
                <a:lnTo>
                  <a:pt x="7575829" y="586841"/>
                </a:lnTo>
                <a:lnTo>
                  <a:pt x="7578458" y="586841"/>
                </a:lnTo>
                <a:lnTo>
                  <a:pt x="7579576" y="586371"/>
                </a:lnTo>
                <a:lnTo>
                  <a:pt x="7581443" y="584517"/>
                </a:lnTo>
                <a:lnTo>
                  <a:pt x="7581900" y="583387"/>
                </a:lnTo>
                <a:lnTo>
                  <a:pt x="7581900" y="580758"/>
                </a:lnTo>
                <a:close/>
              </a:path>
              <a:path w="10296525" h="3486150">
                <a:moveTo>
                  <a:pt x="7629525" y="2751671"/>
                </a:moveTo>
                <a:lnTo>
                  <a:pt x="7629068" y="2750540"/>
                </a:lnTo>
                <a:lnTo>
                  <a:pt x="7627201" y="2748686"/>
                </a:lnTo>
                <a:lnTo>
                  <a:pt x="7626083" y="2748216"/>
                </a:lnTo>
                <a:lnTo>
                  <a:pt x="7623454" y="2748216"/>
                </a:lnTo>
                <a:lnTo>
                  <a:pt x="7622324" y="2748686"/>
                </a:lnTo>
                <a:lnTo>
                  <a:pt x="7620470" y="2750540"/>
                </a:lnTo>
                <a:lnTo>
                  <a:pt x="7620000" y="2751671"/>
                </a:lnTo>
                <a:lnTo>
                  <a:pt x="7620000" y="2754299"/>
                </a:lnTo>
                <a:lnTo>
                  <a:pt x="7620470" y="2755417"/>
                </a:lnTo>
                <a:lnTo>
                  <a:pt x="7622324" y="2757284"/>
                </a:lnTo>
                <a:lnTo>
                  <a:pt x="7623454" y="2757741"/>
                </a:lnTo>
                <a:lnTo>
                  <a:pt x="7626083" y="2757741"/>
                </a:lnTo>
                <a:lnTo>
                  <a:pt x="7627201" y="2757284"/>
                </a:lnTo>
                <a:lnTo>
                  <a:pt x="7629068" y="2755417"/>
                </a:lnTo>
                <a:lnTo>
                  <a:pt x="7629525" y="2754299"/>
                </a:lnTo>
                <a:lnTo>
                  <a:pt x="7629525" y="2751671"/>
                </a:lnTo>
                <a:close/>
              </a:path>
              <a:path w="10296525" h="3486150">
                <a:moveTo>
                  <a:pt x="7629525" y="2028037"/>
                </a:moveTo>
                <a:lnTo>
                  <a:pt x="7629068" y="2026907"/>
                </a:lnTo>
                <a:lnTo>
                  <a:pt x="7627201" y="2025053"/>
                </a:lnTo>
                <a:lnTo>
                  <a:pt x="7626083" y="2024583"/>
                </a:lnTo>
                <a:lnTo>
                  <a:pt x="7623454" y="2024583"/>
                </a:lnTo>
                <a:lnTo>
                  <a:pt x="7622324" y="2025053"/>
                </a:lnTo>
                <a:lnTo>
                  <a:pt x="7620470" y="2026907"/>
                </a:lnTo>
                <a:lnTo>
                  <a:pt x="7620000" y="2028037"/>
                </a:lnTo>
                <a:lnTo>
                  <a:pt x="7620000" y="2030666"/>
                </a:lnTo>
                <a:lnTo>
                  <a:pt x="7620470" y="2031784"/>
                </a:lnTo>
                <a:lnTo>
                  <a:pt x="7622324" y="2033651"/>
                </a:lnTo>
                <a:lnTo>
                  <a:pt x="7623454" y="2034108"/>
                </a:lnTo>
                <a:lnTo>
                  <a:pt x="7626083" y="2034108"/>
                </a:lnTo>
                <a:lnTo>
                  <a:pt x="7627201" y="2033651"/>
                </a:lnTo>
                <a:lnTo>
                  <a:pt x="7629068" y="2031784"/>
                </a:lnTo>
                <a:lnTo>
                  <a:pt x="7629525" y="2030666"/>
                </a:lnTo>
                <a:lnTo>
                  <a:pt x="7629525" y="2028037"/>
                </a:lnTo>
                <a:close/>
              </a:path>
              <a:path w="10296525" h="3486150">
                <a:moveTo>
                  <a:pt x="7629525" y="1304391"/>
                </a:moveTo>
                <a:lnTo>
                  <a:pt x="7629068" y="1303274"/>
                </a:lnTo>
                <a:lnTo>
                  <a:pt x="7627201" y="1301419"/>
                </a:lnTo>
                <a:lnTo>
                  <a:pt x="7626083" y="1300949"/>
                </a:lnTo>
                <a:lnTo>
                  <a:pt x="7623454" y="1300949"/>
                </a:lnTo>
                <a:lnTo>
                  <a:pt x="7622324" y="1301419"/>
                </a:lnTo>
                <a:lnTo>
                  <a:pt x="7620470" y="1303274"/>
                </a:lnTo>
                <a:lnTo>
                  <a:pt x="7620000" y="1304391"/>
                </a:lnTo>
                <a:lnTo>
                  <a:pt x="7620000" y="1307033"/>
                </a:lnTo>
                <a:lnTo>
                  <a:pt x="7620470" y="1308150"/>
                </a:lnTo>
                <a:lnTo>
                  <a:pt x="7622324" y="1310005"/>
                </a:lnTo>
                <a:lnTo>
                  <a:pt x="7623454" y="1310474"/>
                </a:lnTo>
                <a:lnTo>
                  <a:pt x="7626083" y="1310474"/>
                </a:lnTo>
                <a:lnTo>
                  <a:pt x="7627201" y="1310005"/>
                </a:lnTo>
                <a:lnTo>
                  <a:pt x="7629068" y="1308150"/>
                </a:lnTo>
                <a:lnTo>
                  <a:pt x="7629525" y="1307033"/>
                </a:lnTo>
                <a:lnTo>
                  <a:pt x="7629525" y="1304391"/>
                </a:lnTo>
                <a:close/>
              </a:path>
              <a:path w="10296525" h="3486150">
                <a:moveTo>
                  <a:pt x="7629525" y="580758"/>
                </a:moveTo>
                <a:lnTo>
                  <a:pt x="7629068" y="579640"/>
                </a:lnTo>
                <a:lnTo>
                  <a:pt x="7627201" y="577773"/>
                </a:lnTo>
                <a:lnTo>
                  <a:pt x="7626083" y="577316"/>
                </a:lnTo>
                <a:lnTo>
                  <a:pt x="7623454" y="577316"/>
                </a:lnTo>
                <a:lnTo>
                  <a:pt x="7622324" y="577773"/>
                </a:lnTo>
                <a:lnTo>
                  <a:pt x="7620470" y="579640"/>
                </a:lnTo>
                <a:lnTo>
                  <a:pt x="7620000" y="580758"/>
                </a:lnTo>
                <a:lnTo>
                  <a:pt x="7620000" y="583387"/>
                </a:lnTo>
                <a:lnTo>
                  <a:pt x="7620470" y="584517"/>
                </a:lnTo>
                <a:lnTo>
                  <a:pt x="7622324" y="586371"/>
                </a:lnTo>
                <a:lnTo>
                  <a:pt x="7623454" y="586841"/>
                </a:lnTo>
                <a:lnTo>
                  <a:pt x="7626083" y="586841"/>
                </a:lnTo>
                <a:lnTo>
                  <a:pt x="7627201" y="586371"/>
                </a:lnTo>
                <a:lnTo>
                  <a:pt x="7629068" y="584517"/>
                </a:lnTo>
                <a:lnTo>
                  <a:pt x="7629525" y="583387"/>
                </a:lnTo>
                <a:lnTo>
                  <a:pt x="7629525" y="580758"/>
                </a:lnTo>
                <a:close/>
              </a:path>
              <a:path w="10296525" h="3486150">
                <a:moveTo>
                  <a:pt x="7677150" y="2751671"/>
                </a:moveTo>
                <a:lnTo>
                  <a:pt x="7676693" y="2750540"/>
                </a:lnTo>
                <a:lnTo>
                  <a:pt x="7674826" y="2748686"/>
                </a:lnTo>
                <a:lnTo>
                  <a:pt x="7673708" y="2748216"/>
                </a:lnTo>
                <a:lnTo>
                  <a:pt x="7671079" y="2748216"/>
                </a:lnTo>
                <a:lnTo>
                  <a:pt x="7669949" y="2748686"/>
                </a:lnTo>
                <a:lnTo>
                  <a:pt x="7668095" y="2750540"/>
                </a:lnTo>
                <a:lnTo>
                  <a:pt x="7667625" y="2751671"/>
                </a:lnTo>
                <a:lnTo>
                  <a:pt x="7667625" y="2754299"/>
                </a:lnTo>
                <a:lnTo>
                  <a:pt x="7668095" y="2755417"/>
                </a:lnTo>
                <a:lnTo>
                  <a:pt x="7669949" y="2757284"/>
                </a:lnTo>
                <a:lnTo>
                  <a:pt x="7671079" y="2757741"/>
                </a:lnTo>
                <a:lnTo>
                  <a:pt x="7673708" y="2757741"/>
                </a:lnTo>
                <a:lnTo>
                  <a:pt x="7674826" y="2757284"/>
                </a:lnTo>
                <a:lnTo>
                  <a:pt x="7676693" y="2755417"/>
                </a:lnTo>
                <a:lnTo>
                  <a:pt x="7677150" y="2754299"/>
                </a:lnTo>
                <a:lnTo>
                  <a:pt x="7677150" y="2751671"/>
                </a:lnTo>
                <a:close/>
              </a:path>
              <a:path w="10296525" h="3486150">
                <a:moveTo>
                  <a:pt x="7677150" y="2028037"/>
                </a:moveTo>
                <a:lnTo>
                  <a:pt x="7676693" y="2026907"/>
                </a:lnTo>
                <a:lnTo>
                  <a:pt x="7674826" y="2025053"/>
                </a:lnTo>
                <a:lnTo>
                  <a:pt x="7673708" y="2024583"/>
                </a:lnTo>
                <a:lnTo>
                  <a:pt x="7671079" y="2024583"/>
                </a:lnTo>
                <a:lnTo>
                  <a:pt x="7669949" y="2025053"/>
                </a:lnTo>
                <a:lnTo>
                  <a:pt x="7668095" y="2026907"/>
                </a:lnTo>
                <a:lnTo>
                  <a:pt x="7667625" y="2028037"/>
                </a:lnTo>
                <a:lnTo>
                  <a:pt x="7667625" y="2030666"/>
                </a:lnTo>
                <a:lnTo>
                  <a:pt x="7668095" y="2031784"/>
                </a:lnTo>
                <a:lnTo>
                  <a:pt x="7669949" y="2033651"/>
                </a:lnTo>
                <a:lnTo>
                  <a:pt x="7671079" y="2034108"/>
                </a:lnTo>
                <a:lnTo>
                  <a:pt x="7673708" y="2034108"/>
                </a:lnTo>
                <a:lnTo>
                  <a:pt x="7674826" y="2033651"/>
                </a:lnTo>
                <a:lnTo>
                  <a:pt x="7676693" y="2031784"/>
                </a:lnTo>
                <a:lnTo>
                  <a:pt x="7677150" y="2030666"/>
                </a:lnTo>
                <a:lnTo>
                  <a:pt x="7677150" y="2028037"/>
                </a:lnTo>
                <a:close/>
              </a:path>
              <a:path w="10296525" h="3486150">
                <a:moveTo>
                  <a:pt x="7677150" y="1304391"/>
                </a:moveTo>
                <a:lnTo>
                  <a:pt x="7676693" y="1303274"/>
                </a:lnTo>
                <a:lnTo>
                  <a:pt x="7674826" y="1301419"/>
                </a:lnTo>
                <a:lnTo>
                  <a:pt x="7673708" y="1300949"/>
                </a:lnTo>
                <a:lnTo>
                  <a:pt x="7671079" y="1300949"/>
                </a:lnTo>
                <a:lnTo>
                  <a:pt x="7669949" y="1301419"/>
                </a:lnTo>
                <a:lnTo>
                  <a:pt x="7668095" y="1303274"/>
                </a:lnTo>
                <a:lnTo>
                  <a:pt x="7667625" y="1304391"/>
                </a:lnTo>
                <a:lnTo>
                  <a:pt x="7667625" y="1307033"/>
                </a:lnTo>
                <a:lnTo>
                  <a:pt x="7668095" y="1308150"/>
                </a:lnTo>
                <a:lnTo>
                  <a:pt x="7669949" y="1310005"/>
                </a:lnTo>
                <a:lnTo>
                  <a:pt x="7671079" y="1310474"/>
                </a:lnTo>
                <a:lnTo>
                  <a:pt x="7673708" y="1310474"/>
                </a:lnTo>
                <a:lnTo>
                  <a:pt x="7674826" y="1310005"/>
                </a:lnTo>
                <a:lnTo>
                  <a:pt x="7676693" y="1308150"/>
                </a:lnTo>
                <a:lnTo>
                  <a:pt x="7677150" y="1307033"/>
                </a:lnTo>
                <a:lnTo>
                  <a:pt x="7677150" y="1304391"/>
                </a:lnTo>
                <a:close/>
              </a:path>
              <a:path w="10296525" h="3486150">
                <a:moveTo>
                  <a:pt x="7677150" y="580758"/>
                </a:moveTo>
                <a:lnTo>
                  <a:pt x="7676693" y="579640"/>
                </a:lnTo>
                <a:lnTo>
                  <a:pt x="7674826" y="577773"/>
                </a:lnTo>
                <a:lnTo>
                  <a:pt x="7673708" y="577316"/>
                </a:lnTo>
                <a:lnTo>
                  <a:pt x="7671079" y="577316"/>
                </a:lnTo>
                <a:lnTo>
                  <a:pt x="7669949" y="577773"/>
                </a:lnTo>
                <a:lnTo>
                  <a:pt x="7668095" y="579640"/>
                </a:lnTo>
                <a:lnTo>
                  <a:pt x="7667625" y="580758"/>
                </a:lnTo>
                <a:lnTo>
                  <a:pt x="7667625" y="583387"/>
                </a:lnTo>
                <a:lnTo>
                  <a:pt x="7668095" y="584517"/>
                </a:lnTo>
                <a:lnTo>
                  <a:pt x="7669949" y="586371"/>
                </a:lnTo>
                <a:lnTo>
                  <a:pt x="7671079" y="586841"/>
                </a:lnTo>
                <a:lnTo>
                  <a:pt x="7673708" y="586841"/>
                </a:lnTo>
                <a:lnTo>
                  <a:pt x="7674826" y="586371"/>
                </a:lnTo>
                <a:lnTo>
                  <a:pt x="7676693" y="584517"/>
                </a:lnTo>
                <a:lnTo>
                  <a:pt x="7677150" y="583387"/>
                </a:lnTo>
                <a:lnTo>
                  <a:pt x="7677150" y="580758"/>
                </a:lnTo>
                <a:close/>
              </a:path>
              <a:path w="10296525" h="3486150">
                <a:moveTo>
                  <a:pt x="7724775" y="2751671"/>
                </a:moveTo>
                <a:lnTo>
                  <a:pt x="7724318" y="2750540"/>
                </a:lnTo>
                <a:lnTo>
                  <a:pt x="7722451" y="2748686"/>
                </a:lnTo>
                <a:lnTo>
                  <a:pt x="7721333" y="2748216"/>
                </a:lnTo>
                <a:lnTo>
                  <a:pt x="7718704" y="2748216"/>
                </a:lnTo>
                <a:lnTo>
                  <a:pt x="7717574" y="2748686"/>
                </a:lnTo>
                <a:lnTo>
                  <a:pt x="7715720" y="2750540"/>
                </a:lnTo>
                <a:lnTo>
                  <a:pt x="7715250" y="2751671"/>
                </a:lnTo>
                <a:lnTo>
                  <a:pt x="7715250" y="2754299"/>
                </a:lnTo>
                <a:lnTo>
                  <a:pt x="7715720" y="2755417"/>
                </a:lnTo>
                <a:lnTo>
                  <a:pt x="7717574" y="2757284"/>
                </a:lnTo>
                <a:lnTo>
                  <a:pt x="7718704" y="2757741"/>
                </a:lnTo>
                <a:lnTo>
                  <a:pt x="7721333" y="2757741"/>
                </a:lnTo>
                <a:lnTo>
                  <a:pt x="7722451" y="2757284"/>
                </a:lnTo>
                <a:lnTo>
                  <a:pt x="7724318" y="2755417"/>
                </a:lnTo>
                <a:lnTo>
                  <a:pt x="7724775" y="2754299"/>
                </a:lnTo>
                <a:lnTo>
                  <a:pt x="7724775" y="2751671"/>
                </a:lnTo>
                <a:close/>
              </a:path>
              <a:path w="10296525" h="3486150">
                <a:moveTo>
                  <a:pt x="7724775" y="2028037"/>
                </a:moveTo>
                <a:lnTo>
                  <a:pt x="7724318" y="2026907"/>
                </a:lnTo>
                <a:lnTo>
                  <a:pt x="7722451" y="2025053"/>
                </a:lnTo>
                <a:lnTo>
                  <a:pt x="7721333" y="2024583"/>
                </a:lnTo>
                <a:lnTo>
                  <a:pt x="7718704" y="2024583"/>
                </a:lnTo>
                <a:lnTo>
                  <a:pt x="7717574" y="2025053"/>
                </a:lnTo>
                <a:lnTo>
                  <a:pt x="7715720" y="2026907"/>
                </a:lnTo>
                <a:lnTo>
                  <a:pt x="7715250" y="2028037"/>
                </a:lnTo>
                <a:lnTo>
                  <a:pt x="7715250" y="2030666"/>
                </a:lnTo>
                <a:lnTo>
                  <a:pt x="7715720" y="2031784"/>
                </a:lnTo>
                <a:lnTo>
                  <a:pt x="7717574" y="2033651"/>
                </a:lnTo>
                <a:lnTo>
                  <a:pt x="7718704" y="2034108"/>
                </a:lnTo>
                <a:lnTo>
                  <a:pt x="7721333" y="2034108"/>
                </a:lnTo>
                <a:lnTo>
                  <a:pt x="7722451" y="2033651"/>
                </a:lnTo>
                <a:lnTo>
                  <a:pt x="7724318" y="2031784"/>
                </a:lnTo>
                <a:lnTo>
                  <a:pt x="7724775" y="2030666"/>
                </a:lnTo>
                <a:lnTo>
                  <a:pt x="7724775" y="2028037"/>
                </a:lnTo>
                <a:close/>
              </a:path>
              <a:path w="10296525" h="3486150">
                <a:moveTo>
                  <a:pt x="7724775" y="1304391"/>
                </a:moveTo>
                <a:lnTo>
                  <a:pt x="7724318" y="1303274"/>
                </a:lnTo>
                <a:lnTo>
                  <a:pt x="7722451" y="1301419"/>
                </a:lnTo>
                <a:lnTo>
                  <a:pt x="7721333" y="1300949"/>
                </a:lnTo>
                <a:lnTo>
                  <a:pt x="7718704" y="1300949"/>
                </a:lnTo>
                <a:lnTo>
                  <a:pt x="7717574" y="1301419"/>
                </a:lnTo>
                <a:lnTo>
                  <a:pt x="7715720" y="1303274"/>
                </a:lnTo>
                <a:lnTo>
                  <a:pt x="7715250" y="1304391"/>
                </a:lnTo>
                <a:lnTo>
                  <a:pt x="7715250" y="1307033"/>
                </a:lnTo>
                <a:lnTo>
                  <a:pt x="7715720" y="1308150"/>
                </a:lnTo>
                <a:lnTo>
                  <a:pt x="7717574" y="1310005"/>
                </a:lnTo>
                <a:lnTo>
                  <a:pt x="7718704" y="1310474"/>
                </a:lnTo>
                <a:lnTo>
                  <a:pt x="7721333" y="1310474"/>
                </a:lnTo>
                <a:lnTo>
                  <a:pt x="7722451" y="1310005"/>
                </a:lnTo>
                <a:lnTo>
                  <a:pt x="7724318" y="1308150"/>
                </a:lnTo>
                <a:lnTo>
                  <a:pt x="7724775" y="1307033"/>
                </a:lnTo>
                <a:lnTo>
                  <a:pt x="7724775" y="1304391"/>
                </a:lnTo>
                <a:close/>
              </a:path>
              <a:path w="10296525" h="3486150">
                <a:moveTo>
                  <a:pt x="7724775" y="580758"/>
                </a:moveTo>
                <a:lnTo>
                  <a:pt x="7724318" y="579640"/>
                </a:lnTo>
                <a:lnTo>
                  <a:pt x="7722451" y="577773"/>
                </a:lnTo>
                <a:lnTo>
                  <a:pt x="7721333" y="577316"/>
                </a:lnTo>
                <a:lnTo>
                  <a:pt x="7718704" y="577316"/>
                </a:lnTo>
                <a:lnTo>
                  <a:pt x="7717574" y="577773"/>
                </a:lnTo>
                <a:lnTo>
                  <a:pt x="7715720" y="579640"/>
                </a:lnTo>
                <a:lnTo>
                  <a:pt x="7715250" y="580758"/>
                </a:lnTo>
                <a:lnTo>
                  <a:pt x="7715250" y="583387"/>
                </a:lnTo>
                <a:lnTo>
                  <a:pt x="7715720" y="584517"/>
                </a:lnTo>
                <a:lnTo>
                  <a:pt x="7717574" y="586371"/>
                </a:lnTo>
                <a:lnTo>
                  <a:pt x="7718704" y="586841"/>
                </a:lnTo>
                <a:lnTo>
                  <a:pt x="7721333" y="586841"/>
                </a:lnTo>
                <a:lnTo>
                  <a:pt x="7722451" y="586371"/>
                </a:lnTo>
                <a:lnTo>
                  <a:pt x="7724318" y="584517"/>
                </a:lnTo>
                <a:lnTo>
                  <a:pt x="7724775" y="583387"/>
                </a:lnTo>
                <a:lnTo>
                  <a:pt x="7724775" y="580758"/>
                </a:lnTo>
                <a:close/>
              </a:path>
              <a:path w="10296525" h="3486150">
                <a:moveTo>
                  <a:pt x="7772400" y="2751671"/>
                </a:moveTo>
                <a:lnTo>
                  <a:pt x="7771943" y="2750540"/>
                </a:lnTo>
                <a:lnTo>
                  <a:pt x="7770076" y="2748686"/>
                </a:lnTo>
                <a:lnTo>
                  <a:pt x="7768958" y="2748216"/>
                </a:lnTo>
                <a:lnTo>
                  <a:pt x="7766329" y="2748216"/>
                </a:lnTo>
                <a:lnTo>
                  <a:pt x="7765199" y="2748686"/>
                </a:lnTo>
                <a:lnTo>
                  <a:pt x="7763345" y="2750540"/>
                </a:lnTo>
                <a:lnTo>
                  <a:pt x="7762875" y="2751671"/>
                </a:lnTo>
                <a:lnTo>
                  <a:pt x="7762875" y="2754299"/>
                </a:lnTo>
                <a:lnTo>
                  <a:pt x="7763345" y="2755417"/>
                </a:lnTo>
                <a:lnTo>
                  <a:pt x="7765199" y="2757284"/>
                </a:lnTo>
                <a:lnTo>
                  <a:pt x="7766329" y="2757741"/>
                </a:lnTo>
                <a:lnTo>
                  <a:pt x="7768958" y="2757741"/>
                </a:lnTo>
                <a:lnTo>
                  <a:pt x="7770076" y="2757284"/>
                </a:lnTo>
                <a:lnTo>
                  <a:pt x="7771943" y="2755417"/>
                </a:lnTo>
                <a:lnTo>
                  <a:pt x="7772400" y="2754299"/>
                </a:lnTo>
                <a:lnTo>
                  <a:pt x="7772400" y="2751671"/>
                </a:lnTo>
                <a:close/>
              </a:path>
              <a:path w="10296525" h="3486150">
                <a:moveTo>
                  <a:pt x="7772400" y="2028037"/>
                </a:moveTo>
                <a:lnTo>
                  <a:pt x="7771943" y="2026907"/>
                </a:lnTo>
                <a:lnTo>
                  <a:pt x="7770076" y="2025053"/>
                </a:lnTo>
                <a:lnTo>
                  <a:pt x="7768958" y="2024583"/>
                </a:lnTo>
                <a:lnTo>
                  <a:pt x="7766329" y="2024583"/>
                </a:lnTo>
                <a:lnTo>
                  <a:pt x="7765199" y="2025053"/>
                </a:lnTo>
                <a:lnTo>
                  <a:pt x="7763345" y="2026907"/>
                </a:lnTo>
                <a:lnTo>
                  <a:pt x="7762875" y="2028037"/>
                </a:lnTo>
                <a:lnTo>
                  <a:pt x="7762875" y="2030666"/>
                </a:lnTo>
                <a:lnTo>
                  <a:pt x="7763345" y="2031784"/>
                </a:lnTo>
                <a:lnTo>
                  <a:pt x="7765199" y="2033651"/>
                </a:lnTo>
                <a:lnTo>
                  <a:pt x="7766329" y="2034108"/>
                </a:lnTo>
                <a:lnTo>
                  <a:pt x="7768958" y="2034108"/>
                </a:lnTo>
                <a:lnTo>
                  <a:pt x="7770076" y="2033651"/>
                </a:lnTo>
                <a:lnTo>
                  <a:pt x="7771943" y="2031784"/>
                </a:lnTo>
                <a:lnTo>
                  <a:pt x="7772400" y="2030666"/>
                </a:lnTo>
                <a:lnTo>
                  <a:pt x="7772400" y="2028037"/>
                </a:lnTo>
                <a:close/>
              </a:path>
              <a:path w="10296525" h="3486150">
                <a:moveTo>
                  <a:pt x="7772400" y="1304391"/>
                </a:moveTo>
                <a:lnTo>
                  <a:pt x="7771943" y="1303274"/>
                </a:lnTo>
                <a:lnTo>
                  <a:pt x="7770076" y="1301419"/>
                </a:lnTo>
                <a:lnTo>
                  <a:pt x="7768958" y="1300949"/>
                </a:lnTo>
                <a:lnTo>
                  <a:pt x="7766329" y="1300949"/>
                </a:lnTo>
                <a:lnTo>
                  <a:pt x="7765199" y="1301419"/>
                </a:lnTo>
                <a:lnTo>
                  <a:pt x="7763345" y="1303274"/>
                </a:lnTo>
                <a:lnTo>
                  <a:pt x="7762875" y="1304391"/>
                </a:lnTo>
                <a:lnTo>
                  <a:pt x="7762875" y="1307033"/>
                </a:lnTo>
                <a:lnTo>
                  <a:pt x="7763345" y="1308150"/>
                </a:lnTo>
                <a:lnTo>
                  <a:pt x="7765199" y="1310005"/>
                </a:lnTo>
                <a:lnTo>
                  <a:pt x="7766329" y="1310474"/>
                </a:lnTo>
                <a:lnTo>
                  <a:pt x="7768958" y="1310474"/>
                </a:lnTo>
                <a:lnTo>
                  <a:pt x="7770076" y="1310005"/>
                </a:lnTo>
                <a:lnTo>
                  <a:pt x="7771943" y="1308150"/>
                </a:lnTo>
                <a:lnTo>
                  <a:pt x="7772400" y="1307033"/>
                </a:lnTo>
                <a:lnTo>
                  <a:pt x="7772400" y="1304391"/>
                </a:lnTo>
                <a:close/>
              </a:path>
              <a:path w="10296525" h="3486150">
                <a:moveTo>
                  <a:pt x="7772400" y="580758"/>
                </a:moveTo>
                <a:lnTo>
                  <a:pt x="7771943" y="579640"/>
                </a:lnTo>
                <a:lnTo>
                  <a:pt x="7770076" y="577773"/>
                </a:lnTo>
                <a:lnTo>
                  <a:pt x="7768958" y="577316"/>
                </a:lnTo>
                <a:lnTo>
                  <a:pt x="7766329" y="577316"/>
                </a:lnTo>
                <a:lnTo>
                  <a:pt x="7765199" y="577773"/>
                </a:lnTo>
                <a:lnTo>
                  <a:pt x="7763345" y="579640"/>
                </a:lnTo>
                <a:lnTo>
                  <a:pt x="7762875" y="580758"/>
                </a:lnTo>
                <a:lnTo>
                  <a:pt x="7762875" y="583387"/>
                </a:lnTo>
                <a:lnTo>
                  <a:pt x="7763345" y="584517"/>
                </a:lnTo>
                <a:lnTo>
                  <a:pt x="7765199" y="586371"/>
                </a:lnTo>
                <a:lnTo>
                  <a:pt x="7766329" y="586841"/>
                </a:lnTo>
                <a:lnTo>
                  <a:pt x="7768958" y="586841"/>
                </a:lnTo>
                <a:lnTo>
                  <a:pt x="7770076" y="586371"/>
                </a:lnTo>
                <a:lnTo>
                  <a:pt x="7771943" y="584517"/>
                </a:lnTo>
                <a:lnTo>
                  <a:pt x="7772400" y="583387"/>
                </a:lnTo>
                <a:lnTo>
                  <a:pt x="7772400" y="580758"/>
                </a:lnTo>
                <a:close/>
              </a:path>
              <a:path w="10296525" h="3486150">
                <a:moveTo>
                  <a:pt x="7820025" y="2751671"/>
                </a:moveTo>
                <a:lnTo>
                  <a:pt x="7819568" y="2750540"/>
                </a:lnTo>
                <a:lnTo>
                  <a:pt x="7817701" y="2748686"/>
                </a:lnTo>
                <a:lnTo>
                  <a:pt x="7816583" y="2748216"/>
                </a:lnTo>
                <a:lnTo>
                  <a:pt x="7813954" y="2748216"/>
                </a:lnTo>
                <a:lnTo>
                  <a:pt x="7812824" y="2748686"/>
                </a:lnTo>
                <a:lnTo>
                  <a:pt x="7810970" y="2750540"/>
                </a:lnTo>
                <a:lnTo>
                  <a:pt x="7810500" y="2751671"/>
                </a:lnTo>
                <a:lnTo>
                  <a:pt x="7810500" y="2754299"/>
                </a:lnTo>
                <a:lnTo>
                  <a:pt x="7810970" y="2755417"/>
                </a:lnTo>
                <a:lnTo>
                  <a:pt x="7812824" y="2757284"/>
                </a:lnTo>
                <a:lnTo>
                  <a:pt x="7813954" y="2757741"/>
                </a:lnTo>
                <a:lnTo>
                  <a:pt x="7816583" y="2757741"/>
                </a:lnTo>
                <a:lnTo>
                  <a:pt x="7817701" y="2757284"/>
                </a:lnTo>
                <a:lnTo>
                  <a:pt x="7819568" y="2755417"/>
                </a:lnTo>
                <a:lnTo>
                  <a:pt x="7820025" y="2754299"/>
                </a:lnTo>
                <a:lnTo>
                  <a:pt x="7820025" y="2751671"/>
                </a:lnTo>
                <a:close/>
              </a:path>
              <a:path w="10296525" h="3486150">
                <a:moveTo>
                  <a:pt x="7820025" y="2028037"/>
                </a:moveTo>
                <a:lnTo>
                  <a:pt x="7819568" y="2026907"/>
                </a:lnTo>
                <a:lnTo>
                  <a:pt x="7817701" y="2025053"/>
                </a:lnTo>
                <a:lnTo>
                  <a:pt x="7816583" y="2024583"/>
                </a:lnTo>
                <a:lnTo>
                  <a:pt x="7813954" y="2024583"/>
                </a:lnTo>
                <a:lnTo>
                  <a:pt x="7812824" y="2025053"/>
                </a:lnTo>
                <a:lnTo>
                  <a:pt x="7810970" y="2026907"/>
                </a:lnTo>
                <a:lnTo>
                  <a:pt x="7810500" y="2028037"/>
                </a:lnTo>
                <a:lnTo>
                  <a:pt x="7810500" y="2030666"/>
                </a:lnTo>
                <a:lnTo>
                  <a:pt x="7810970" y="2031784"/>
                </a:lnTo>
                <a:lnTo>
                  <a:pt x="7812824" y="2033651"/>
                </a:lnTo>
                <a:lnTo>
                  <a:pt x="7813954" y="2034108"/>
                </a:lnTo>
                <a:lnTo>
                  <a:pt x="7816583" y="2034108"/>
                </a:lnTo>
                <a:lnTo>
                  <a:pt x="7817701" y="2033651"/>
                </a:lnTo>
                <a:lnTo>
                  <a:pt x="7819568" y="2031784"/>
                </a:lnTo>
                <a:lnTo>
                  <a:pt x="7820025" y="2030666"/>
                </a:lnTo>
                <a:lnTo>
                  <a:pt x="7820025" y="2028037"/>
                </a:lnTo>
                <a:close/>
              </a:path>
              <a:path w="10296525" h="3486150">
                <a:moveTo>
                  <a:pt x="7820025" y="1304391"/>
                </a:moveTo>
                <a:lnTo>
                  <a:pt x="7819568" y="1303274"/>
                </a:lnTo>
                <a:lnTo>
                  <a:pt x="7817701" y="1301419"/>
                </a:lnTo>
                <a:lnTo>
                  <a:pt x="7816583" y="1300949"/>
                </a:lnTo>
                <a:lnTo>
                  <a:pt x="7813954" y="1300949"/>
                </a:lnTo>
                <a:lnTo>
                  <a:pt x="7812824" y="1301419"/>
                </a:lnTo>
                <a:lnTo>
                  <a:pt x="7810970" y="1303274"/>
                </a:lnTo>
                <a:lnTo>
                  <a:pt x="7810500" y="1304391"/>
                </a:lnTo>
                <a:lnTo>
                  <a:pt x="7810500" y="1307033"/>
                </a:lnTo>
                <a:lnTo>
                  <a:pt x="7810970" y="1308150"/>
                </a:lnTo>
                <a:lnTo>
                  <a:pt x="7812824" y="1310005"/>
                </a:lnTo>
                <a:lnTo>
                  <a:pt x="7813954" y="1310474"/>
                </a:lnTo>
                <a:lnTo>
                  <a:pt x="7816583" y="1310474"/>
                </a:lnTo>
                <a:lnTo>
                  <a:pt x="7817701" y="1310005"/>
                </a:lnTo>
                <a:lnTo>
                  <a:pt x="7819568" y="1308150"/>
                </a:lnTo>
                <a:lnTo>
                  <a:pt x="7820025" y="1307033"/>
                </a:lnTo>
                <a:lnTo>
                  <a:pt x="7820025" y="1304391"/>
                </a:lnTo>
                <a:close/>
              </a:path>
              <a:path w="10296525" h="3486150">
                <a:moveTo>
                  <a:pt x="7820025" y="580758"/>
                </a:moveTo>
                <a:lnTo>
                  <a:pt x="7819568" y="579640"/>
                </a:lnTo>
                <a:lnTo>
                  <a:pt x="7817701" y="577773"/>
                </a:lnTo>
                <a:lnTo>
                  <a:pt x="7816583" y="577316"/>
                </a:lnTo>
                <a:lnTo>
                  <a:pt x="7813954" y="577316"/>
                </a:lnTo>
                <a:lnTo>
                  <a:pt x="7812824" y="577773"/>
                </a:lnTo>
                <a:lnTo>
                  <a:pt x="7810970" y="579640"/>
                </a:lnTo>
                <a:lnTo>
                  <a:pt x="7810500" y="580758"/>
                </a:lnTo>
                <a:lnTo>
                  <a:pt x="7810500" y="583387"/>
                </a:lnTo>
                <a:lnTo>
                  <a:pt x="7810970" y="584517"/>
                </a:lnTo>
                <a:lnTo>
                  <a:pt x="7812824" y="586371"/>
                </a:lnTo>
                <a:lnTo>
                  <a:pt x="7813954" y="586841"/>
                </a:lnTo>
                <a:lnTo>
                  <a:pt x="7816583" y="586841"/>
                </a:lnTo>
                <a:lnTo>
                  <a:pt x="7817701" y="586371"/>
                </a:lnTo>
                <a:lnTo>
                  <a:pt x="7819568" y="584517"/>
                </a:lnTo>
                <a:lnTo>
                  <a:pt x="7820025" y="583387"/>
                </a:lnTo>
                <a:lnTo>
                  <a:pt x="7820025" y="580758"/>
                </a:lnTo>
                <a:close/>
              </a:path>
              <a:path w="10296525" h="3486150">
                <a:moveTo>
                  <a:pt x="7867650" y="2751671"/>
                </a:moveTo>
                <a:lnTo>
                  <a:pt x="7867193" y="2750540"/>
                </a:lnTo>
                <a:lnTo>
                  <a:pt x="7865326" y="2748686"/>
                </a:lnTo>
                <a:lnTo>
                  <a:pt x="7864208" y="2748216"/>
                </a:lnTo>
                <a:lnTo>
                  <a:pt x="7861579" y="2748216"/>
                </a:lnTo>
                <a:lnTo>
                  <a:pt x="7860449" y="2748686"/>
                </a:lnTo>
                <a:lnTo>
                  <a:pt x="7858595" y="2750540"/>
                </a:lnTo>
                <a:lnTo>
                  <a:pt x="7858125" y="2751671"/>
                </a:lnTo>
                <a:lnTo>
                  <a:pt x="7858125" y="2754299"/>
                </a:lnTo>
                <a:lnTo>
                  <a:pt x="7858595" y="2755417"/>
                </a:lnTo>
                <a:lnTo>
                  <a:pt x="7860449" y="2757284"/>
                </a:lnTo>
                <a:lnTo>
                  <a:pt x="7861579" y="2757741"/>
                </a:lnTo>
                <a:lnTo>
                  <a:pt x="7864208" y="2757741"/>
                </a:lnTo>
                <a:lnTo>
                  <a:pt x="7865326" y="2757284"/>
                </a:lnTo>
                <a:lnTo>
                  <a:pt x="7867193" y="2755417"/>
                </a:lnTo>
                <a:lnTo>
                  <a:pt x="7867650" y="2754299"/>
                </a:lnTo>
                <a:lnTo>
                  <a:pt x="7867650" y="2751671"/>
                </a:lnTo>
                <a:close/>
              </a:path>
              <a:path w="10296525" h="3486150">
                <a:moveTo>
                  <a:pt x="7867650" y="2028037"/>
                </a:moveTo>
                <a:lnTo>
                  <a:pt x="7867193" y="2026907"/>
                </a:lnTo>
                <a:lnTo>
                  <a:pt x="7865326" y="2025053"/>
                </a:lnTo>
                <a:lnTo>
                  <a:pt x="7864208" y="2024583"/>
                </a:lnTo>
                <a:lnTo>
                  <a:pt x="7861579" y="2024583"/>
                </a:lnTo>
                <a:lnTo>
                  <a:pt x="7860449" y="2025053"/>
                </a:lnTo>
                <a:lnTo>
                  <a:pt x="7858595" y="2026907"/>
                </a:lnTo>
                <a:lnTo>
                  <a:pt x="7858125" y="2028037"/>
                </a:lnTo>
                <a:lnTo>
                  <a:pt x="7858125" y="2030666"/>
                </a:lnTo>
                <a:lnTo>
                  <a:pt x="7858595" y="2031784"/>
                </a:lnTo>
                <a:lnTo>
                  <a:pt x="7860449" y="2033651"/>
                </a:lnTo>
                <a:lnTo>
                  <a:pt x="7861579" y="2034108"/>
                </a:lnTo>
                <a:lnTo>
                  <a:pt x="7864208" y="2034108"/>
                </a:lnTo>
                <a:lnTo>
                  <a:pt x="7865326" y="2033651"/>
                </a:lnTo>
                <a:lnTo>
                  <a:pt x="7867193" y="2031784"/>
                </a:lnTo>
                <a:lnTo>
                  <a:pt x="7867650" y="2030666"/>
                </a:lnTo>
                <a:lnTo>
                  <a:pt x="7867650" y="2028037"/>
                </a:lnTo>
                <a:close/>
              </a:path>
              <a:path w="10296525" h="3486150">
                <a:moveTo>
                  <a:pt x="7867650" y="1304391"/>
                </a:moveTo>
                <a:lnTo>
                  <a:pt x="7867193" y="1303274"/>
                </a:lnTo>
                <a:lnTo>
                  <a:pt x="7865326" y="1301419"/>
                </a:lnTo>
                <a:lnTo>
                  <a:pt x="7864208" y="1300949"/>
                </a:lnTo>
                <a:lnTo>
                  <a:pt x="7861579" y="1300949"/>
                </a:lnTo>
                <a:lnTo>
                  <a:pt x="7860449" y="1301419"/>
                </a:lnTo>
                <a:lnTo>
                  <a:pt x="7858595" y="1303274"/>
                </a:lnTo>
                <a:lnTo>
                  <a:pt x="7858125" y="1304391"/>
                </a:lnTo>
                <a:lnTo>
                  <a:pt x="7858125" y="1307033"/>
                </a:lnTo>
                <a:lnTo>
                  <a:pt x="7858595" y="1308150"/>
                </a:lnTo>
                <a:lnTo>
                  <a:pt x="7860449" y="1310005"/>
                </a:lnTo>
                <a:lnTo>
                  <a:pt x="7861579" y="1310474"/>
                </a:lnTo>
                <a:lnTo>
                  <a:pt x="7864208" y="1310474"/>
                </a:lnTo>
                <a:lnTo>
                  <a:pt x="7865326" y="1310005"/>
                </a:lnTo>
                <a:lnTo>
                  <a:pt x="7867193" y="1308150"/>
                </a:lnTo>
                <a:lnTo>
                  <a:pt x="7867650" y="1307033"/>
                </a:lnTo>
                <a:lnTo>
                  <a:pt x="7867650" y="1304391"/>
                </a:lnTo>
                <a:close/>
              </a:path>
              <a:path w="10296525" h="3486150">
                <a:moveTo>
                  <a:pt x="7867650" y="580758"/>
                </a:moveTo>
                <a:lnTo>
                  <a:pt x="7867193" y="579640"/>
                </a:lnTo>
                <a:lnTo>
                  <a:pt x="7865326" y="577773"/>
                </a:lnTo>
                <a:lnTo>
                  <a:pt x="7864208" y="577316"/>
                </a:lnTo>
                <a:lnTo>
                  <a:pt x="7861579" y="577316"/>
                </a:lnTo>
                <a:lnTo>
                  <a:pt x="7860449" y="577773"/>
                </a:lnTo>
                <a:lnTo>
                  <a:pt x="7858595" y="579640"/>
                </a:lnTo>
                <a:lnTo>
                  <a:pt x="7858125" y="580758"/>
                </a:lnTo>
                <a:lnTo>
                  <a:pt x="7858125" y="583387"/>
                </a:lnTo>
                <a:lnTo>
                  <a:pt x="7858595" y="584517"/>
                </a:lnTo>
                <a:lnTo>
                  <a:pt x="7860449" y="586371"/>
                </a:lnTo>
                <a:lnTo>
                  <a:pt x="7861579" y="586841"/>
                </a:lnTo>
                <a:lnTo>
                  <a:pt x="7864208" y="586841"/>
                </a:lnTo>
                <a:lnTo>
                  <a:pt x="7865326" y="586371"/>
                </a:lnTo>
                <a:lnTo>
                  <a:pt x="7867193" y="584517"/>
                </a:lnTo>
                <a:lnTo>
                  <a:pt x="7867650" y="583387"/>
                </a:lnTo>
                <a:lnTo>
                  <a:pt x="7867650" y="580758"/>
                </a:lnTo>
                <a:close/>
              </a:path>
              <a:path w="10296525" h="3486150">
                <a:moveTo>
                  <a:pt x="7915275" y="2751671"/>
                </a:moveTo>
                <a:lnTo>
                  <a:pt x="7914818" y="2750540"/>
                </a:lnTo>
                <a:lnTo>
                  <a:pt x="7912951" y="2748686"/>
                </a:lnTo>
                <a:lnTo>
                  <a:pt x="7911833" y="2748216"/>
                </a:lnTo>
                <a:lnTo>
                  <a:pt x="7909204" y="2748216"/>
                </a:lnTo>
                <a:lnTo>
                  <a:pt x="7908074" y="2748686"/>
                </a:lnTo>
                <a:lnTo>
                  <a:pt x="7906220" y="2750540"/>
                </a:lnTo>
                <a:lnTo>
                  <a:pt x="7905750" y="2751671"/>
                </a:lnTo>
                <a:lnTo>
                  <a:pt x="7905750" y="2754299"/>
                </a:lnTo>
                <a:lnTo>
                  <a:pt x="7906220" y="2755417"/>
                </a:lnTo>
                <a:lnTo>
                  <a:pt x="7908074" y="2757284"/>
                </a:lnTo>
                <a:lnTo>
                  <a:pt x="7909204" y="2757741"/>
                </a:lnTo>
                <a:lnTo>
                  <a:pt x="7911833" y="2757741"/>
                </a:lnTo>
                <a:lnTo>
                  <a:pt x="7912951" y="2757284"/>
                </a:lnTo>
                <a:lnTo>
                  <a:pt x="7914818" y="2755417"/>
                </a:lnTo>
                <a:lnTo>
                  <a:pt x="7915275" y="2754299"/>
                </a:lnTo>
                <a:lnTo>
                  <a:pt x="7915275" y="2751671"/>
                </a:lnTo>
                <a:close/>
              </a:path>
              <a:path w="10296525" h="3486150">
                <a:moveTo>
                  <a:pt x="7915275" y="2028037"/>
                </a:moveTo>
                <a:lnTo>
                  <a:pt x="7914818" y="2026907"/>
                </a:lnTo>
                <a:lnTo>
                  <a:pt x="7912951" y="2025053"/>
                </a:lnTo>
                <a:lnTo>
                  <a:pt x="7911833" y="2024583"/>
                </a:lnTo>
                <a:lnTo>
                  <a:pt x="7909204" y="2024583"/>
                </a:lnTo>
                <a:lnTo>
                  <a:pt x="7908074" y="2025053"/>
                </a:lnTo>
                <a:lnTo>
                  <a:pt x="7906220" y="2026907"/>
                </a:lnTo>
                <a:lnTo>
                  <a:pt x="7905750" y="2028037"/>
                </a:lnTo>
                <a:lnTo>
                  <a:pt x="7905750" y="2030666"/>
                </a:lnTo>
                <a:lnTo>
                  <a:pt x="7906220" y="2031784"/>
                </a:lnTo>
                <a:lnTo>
                  <a:pt x="7908074" y="2033651"/>
                </a:lnTo>
                <a:lnTo>
                  <a:pt x="7909204" y="2034108"/>
                </a:lnTo>
                <a:lnTo>
                  <a:pt x="7911833" y="2034108"/>
                </a:lnTo>
                <a:lnTo>
                  <a:pt x="7912951" y="2033651"/>
                </a:lnTo>
                <a:lnTo>
                  <a:pt x="7914818" y="2031784"/>
                </a:lnTo>
                <a:lnTo>
                  <a:pt x="7915275" y="2030666"/>
                </a:lnTo>
                <a:lnTo>
                  <a:pt x="7915275" y="2028037"/>
                </a:lnTo>
                <a:close/>
              </a:path>
              <a:path w="10296525" h="3486150">
                <a:moveTo>
                  <a:pt x="7915275" y="1304391"/>
                </a:moveTo>
                <a:lnTo>
                  <a:pt x="7914818" y="1303274"/>
                </a:lnTo>
                <a:lnTo>
                  <a:pt x="7912951" y="1301419"/>
                </a:lnTo>
                <a:lnTo>
                  <a:pt x="7911833" y="1300949"/>
                </a:lnTo>
                <a:lnTo>
                  <a:pt x="7909204" y="1300949"/>
                </a:lnTo>
                <a:lnTo>
                  <a:pt x="7908074" y="1301419"/>
                </a:lnTo>
                <a:lnTo>
                  <a:pt x="7906220" y="1303274"/>
                </a:lnTo>
                <a:lnTo>
                  <a:pt x="7905750" y="1304391"/>
                </a:lnTo>
                <a:lnTo>
                  <a:pt x="7905750" y="1307033"/>
                </a:lnTo>
                <a:lnTo>
                  <a:pt x="7906220" y="1308150"/>
                </a:lnTo>
                <a:lnTo>
                  <a:pt x="7908074" y="1310005"/>
                </a:lnTo>
                <a:lnTo>
                  <a:pt x="7909204" y="1310474"/>
                </a:lnTo>
                <a:lnTo>
                  <a:pt x="7911833" y="1310474"/>
                </a:lnTo>
                <a:lnTo>
                  <a:pt x="7912951" y="1310005"/>
                </a:lnTo>
                <a:lnTo>
                  <a:pt x="7914818" y="1308150"/>
                </a:lnTo>
                <a:lnTo>
                  <a:pt x="7915275" y="1307033"/>
                </a:lnTo>
                <a:lnTo>
                  <a:pt x="7915275" y="1304391"/>
                </a:lnTo>
                <a:close/>
              </a:path>
              <a:path w="10296525" h="3486150">
                <a:moveTo>
                  <a:pt x="7915275" y="580758"/>
                </a:moveTo>
                <a:lnTo>
                  <a:pt x="7914818" y="579640"/>
                </a:lnTo>
                <a:lnTo>
                  <a:pt x="7912951" y="577773"/>
                </a:lnTo>
                <a:lnTo>
                  <a:pt x="7911833" y="577316"/>
                </a:lnTo>
                <a:lnTo>
                  <a:pt x="7909204" y="577316"/>
                </a:lnTo>
                <a:lnTo>
                  <a:pt x="7908074" y="577773"/>
                </a:lnTo>
                <a:lnTo>
                  <a:pt x="7906220" y="579640"/>
                </a:lnTo>
                <a:lnTo>
                  <a:pt x="7905750" y="580758"/>
                </a:lnTo>
                <a:lnTo>
                  <a:pt x="7905750" y="583387"/>
                </a:lnTo>
                <a:lnTo>
                  <a:pt x="7906220" y="584517"/>
                </a:lnTo>
                <a:lnTo>
                  <a:pt x="7908074" y="586371"/>
                </a:lnTo>
                <a:lnTo>
                  <a:pt x="7909204" y="586841"/>
                </a:lnTo>
                <a:lnTo>
                  <a:pt x="7911833" y="586841"/>
                </a:lnTo>
                <a:lnTo>
                  <a:pt x="7912951" y="586371"/>
                </a:lnTo>
                <a:lnTo>
                  <a:pt x="7914818" y="584517"/>
                </a:lnTo>
                <a:lnTo>
                  <a:pt x="7915275" y="583387"/>
                </a:lnTo>
                <a:lnTo>
                  <a:pt x="7915275" y="580758"/>
                </a:lnTo>
                <a:close/>
              </a:path>
              <a:path w="10296525" h="3486150">
                <a:moveTo>
                  <a:pt x="7962900" y="2751671"/>
                </a:moveTo>
                <a:lnTo>
                  <a:pt x="7962443" y="2750540"/>
                </a:lnTo>
                <a:lnTo>
                  <a:pt x="7960576" y="2748686"/>
                </a:lnTo>
                <a:lnTo>
                  <a:pt x="7959458" y="2748216"/>
                </a:lnTo>
                <a:lnTo>
                  <a:pt x="7956829" y="2748216"/>
                </a:lnTo>
                <a:lnTo>
                  <a:pt x="7955699" y="2748686"/>
                </a:lnTo>
                <a:lnTo>
                  <a:pt x="7953845" y="2750540"/>
                </a:lnTo>
                <a:lnTo>
                  <a:pt x="7953375" y="2751671"/>
                </a:lnTo>
                <a:lnTo>
                  <a:pt x="7953375" y="2754299"/>
                </a:lnTo>
                <a:lnTo>
                  <a:pt x="7953845" y="2755417"/>
                </a:lnTo>
                <a:lnTo>
                  <a:pt x="7955699" y="2757284"/>
                </a:lnTo>
                <a:lnTo>
                  <a:pt x="7956829" y="2757741"/>
                </a:lnTo>
                <a:lnTo>
                  <a:pt x="7959458" y="2757741"/>
                </a:lnTo>
                <a:lnTo>
                  <a:pt x="7960576" y="2757284"/>
                </a:lnTo>
                <a:lnTo>
                  <a:pt x="7962443" y="2755417"/>
                </a:lnTo>
                <a:lnTo>
                  <a:pt x="7962900" y="2754299"/>
                </a:lnTo>
                <a:lnTo>
                  <a:pt x="7962900" y="2751671"/>
                </a:lnTo>
                <a:close/>
              </a:path>
              <a:path w="10296525" h="3486150">
                <a:moveTo>
                  <a:pt x="7962900" y="2028037"/>
                </a:moveTo>
                <a:lnTo>
                  <a:pt x="7962443" y="2026907"/>
                </a:lnTo>
                <a:lnTo>
                  <a:pt x="7960576" y="2025053"/>
                </a:lnTo>
                <a:lnTo>
                  <a:pt x="7959458" y="2024583"/>
                </a:lnTo>
                <a:lnTo>
                  <a:pt x="7956829" y="2024583"/>
                </a:lnTo>
                <a:lnTo>
                  <a:pt x="7955699" y="2025053"/>
                </a:lnTo>
                <a:lnTo>
                  <a:pt x="7953845" y="2026907"/>
                </a:lnTo>
                <a:lnTo>
                  <a:pt x="7953375" y="2028037"/>
                </a:lnTo>
                <a:lnTo>
                  <a:pt x="7953375" y="2030666"/>
                </a:lnTo>
                <a:lnTo>
                  <a:pt x="7953845" y="2031784"/>
                </a:lnTo>
                <a:lnTo>
                  <a:pt x="7955699" y="2033651"/>
                </a:lnTo>
                <a:lnTo>
                  <a:pt x="7956829" y="2034108"/>
                </a:lnTo>
                <a:lnTo>
                  <a:pt x="7959458" y="2034108"/>
                </a:lnTo>
                <a:lnTo>
                  <a:pt x="7960576" y="2033651"/>
                </a:lnTo>
                <a:lnTo>
                  <a:pt x="7962443" y="2031784"/>
                </a:lnTo>
                <a:lnTo>
                  <a:pt x="7962900" y="2030666"/>
                </a:lnTo>
                <a:lnTo>
                  <a:pt x="7962900" y="2028037"/>
                </a:lnTo>
                <a:close/>
              </a:path>
              <a:path w="10296525" h="3486150">
                <a:moveTo>
                  <a:pt x="7962900" y="1304391"/>
                </a:moveTo>
                <a:lnTo>
                  <a:pt x="7962443" y="1303274"/>
                </a:lnTo>
                <a:lnTo>
                  <a:pt x="7960576" y="1301419"/>
                </a:lnTo>
                <a:lnTo>
                  <a:pt x="7959458" y="1300949"/>
                </a:lnTo>
                <a:lnTo>
                  <a:pt x="7956829" y="1300949"/>
                </a:lnTo>
                <a:lnTo>
                  <a:pt x="7955699" y="1301419"/>
                </a:lnTo>
                <a:lnTo>
                  <a:pt x="7953845" y="1303274"/>
                </a:lnTo>
                <a:lnTo>
                  <a:pt x="7953375" y="1304391"/>
                </a:lnTo>
                <a:lnTo>
                  <a:pt x="7953375" y="1307033"/>
                </a:lnTo>
                <a:lnTo>
                  <a:pt x="7953845" y="1308150"/>
                </a:lnTo>
                <a:lnTo>
                  <a:pt x="7955699" y="1310005"/>
                </a:lnTo>
                <a:lnTo>
                  <a:pt x="7956829" y="1310474"/>
                </a:lnTo>
                <a:lnTo>
                  <a:pt x="7959458" y="1310474"/>
                </a:lnTo>
                <a:lnTo>
                  <a:pt x="7960576" y="1310005"/>
                </a:lnTo>
                <a:lnTo>
                  <a:pt x="7962443" y="1308150"/>
                </a:lnTo>
                <a:lnTo>
                  <a:pt x="7962900" y="1307033"/>
                </a:lnTo>
                <a:lnTo>
                  <a:pt x="7962900" y="1304391"/>
                </a:lnTo>
                <a:close/>
              </a:path>
              <a:path w="10296525" h="3486150">
                <a:moveTo>
                  <a:pt x="7962900" y="580758"/>
                </a:moveTo>
                <a:lnTo>
                  <a:pt x="7962443" y="579640"/>
                </a:lnTo>
                <a:lnTo>
                  <a:pt x="7960576" y="577773"/>
                </a:lnTo>
                <a:lnTo>
                  <a:pt x="7959458" y="577316"/>
                </a:lnTo>
                <a:lnTo>
                  <a:pt x="7956829" y="577316"/>
                </a:lnTo>
                <a:lnTo>
                  <a:pt x="7955699" y="577773"/>
                </a:lnTo>
                <a:lnTo>
                  <a:pt x="7953845" y="579640"/>
                </a:lnTo>
                <a:lnTo>
                  <a:pt x="7953375" y="580758"/>
                </a:lnTo>
                <a:lnTo>
                  <a:pt x="7953375" y="583387"/>
                </a:lnTo>
                <a:lnTo>
                  <a:pt x="7953845" y="584517"/>
                </a:lnTo>
                <a:lnTo>
                  <a:pt x="7955699" y="586371"/>
                </a:lnTo>
                <a:lnTo>
                  <a:pt x="7956829" y="586841"/>
                </a:lnTo>
                <a:lnTo>
                  <a:pt x="7959458" y="586841"/>
                </a:lnTo>
                <a:lnTo>
                  <a:pt x="7960576" y="586371"/>
                </a:lnTo>
                <a:lnTo>
                  <a:pt x="7962443" y="584517"/>
                </a:lnTo>
                <a:lnTo>
                  <a:pt x="7962900" y="583387"/>
                </a:lnTo>
                <a:lnTo>
                  <a:pt x="7962900" y="580758"/>
                </a:lnTo>
                <a:close/>
              </a:path>
              <a:path w="10296525" h="3486150">
                <a:moveTo>
                  <a:pt x="8010525" y="2751671"/>
                </a:moveTo>
                <a:lnTo>
                  <a:pt x="8010068" y="2750540"/>
                </a:lnTo>
                <a:lnTo>
                  <a:pt x="8008201" y="2748686"/>
                </a:lnTo>
                <a:lnTo>
                  <a:pt x="8007083" y="2748216"/>
                </a:lnTo>
                <a:lnTo>
                  <a:pt x="8004454" y="2748216"/>
                </a:lnTo>
                <a:lnTo>
                  <a:pt x="8003337" y="2748686"/>
                </a:lnTo>
                <a:lnTo>
                  <a:pt x="8001470" y="2750540"/>
                </a:lnTo>
                <a:lnTo>
                  <a:pt x="8001000" y="2751671"/>
                </a:lnTo>
                <a:lnTo>
                  <a:pt x="8001000" y="2754299"/>
                </a:lnTo>
                <a:lnTo>
                  <a:pt x="8001470" y="2755417"/>
                </a:lnTo>
                <a:lnTo>
                  <a:pt x="8003337" y="2757284"/>
                </a:lnTo>
                <a:lnTo>
                  <a:pt x="8004454" y="2757741"/>
                </a:lnTo>
                <a:lnTo>
                  <a:pt x="8007083" y="2757741"/>
                </a:lnTo>
                <a:lnTo>
                  <a:pt x="8008201" y="2757284"/>
                </a:lnTo>
                <a:lnTo>
                  <a:pt x="8010068" y="2755417"/>
                </a:lnTo>
                <a:lnTo>
                  <a:pt x="8010525" y="2754299"/>
                </a:lnTo>
                <a:lnTo>
                  <a:pt x="8010525" y="2751671"/>
                </a:lnTo>
                <a:close/>
              </a:path>
              <a:path w="10296525" h="3486150">
                <a:moveTo>
                  <a:pt x="8010525" y="2028037"/>
                </a:moveTo>
                <a:lnTo>
                  <a:pt x="8010068" y="2026907"/>
                </a:lnTo>
                <a:lnTo>
                  <a:pt x="8008201" y="2025053"/>
                </a:lnTo>
                <a:lnTo>
                  <a:pt x="8007083" y="2024583"/>
                </a:lnTo>
                <a:lnTo>
                  <a:pt x="8004454" y="2024583"/>
                </a:lnTo>
                <a:lnTo>
                  <a:pt x="8003337" y="2025053"/>
                </a:lnTo>
                <a:lnTo>
                  <a:pt x="8001470" y="2026907"/>
                </a:lnTo>
                <a:lnTo>
                  <a:pt x="8001000" y="2028037"/>
                </a:lnTo>
                <a:lnTo>
                  <a:pt x="8001000" y="2030666"/>
                </a:lnTo>
                <a:lnTo>
                  <a:pt x="8001470" y="2031784"/>
                </a:lnTo>
                <a:lnTo>
                  <a:pt x="8003337" y="2033651"/>
                </a:lnTo>
                <a:lnTo>
                  <a:pt x="8004454" y="2034108"/>
                </a:lnTo>
                <a:lnTo>
                  <a:pt x="8007083" y="2034108"/>
                </a:lnTo>
                <a:lnTo>
                  <a:pt x="8008201" y="2033651"/>
                </a:lnTo>
                <a:lnTo>
                  <a:pt x="8010068" y="2031784"/>
                </a:lnTo>
                <a:lnTo>
                  <a:pt x="8010525" y="2030666"/>
                </a:lnTo>
                <a:lnTo>
                  <a:pt x="8010525" y="2028037"/>
                </a:lnTo>
                <a:close/>
              </a:path>
              <a:path w="10296525" h="3486150">
                <a:moveTo>
                  <a:pt x="8010525" y="1304391"/>
                </a:moveTo>
                <a:lnTo>
                  <a:pt x="8010068" y="1303274"/>
                </a:lnTo>
                <a:lnTo>
                  <a:pt x="8008201" y="1301419"/>
                </a:lnTo>
                <a:lnTo>
                  <a:pt x="8007083" y="1300949"/>
                </a:lnTo>
                <a:lnTo>
                  <a:pt x="8004454" y="1300949"/>
                </a:lnTo>
                <a:lnTo>
                  <a:pt x="8003337" y="1301419"/>
                </a:lnTo>
                <a:lnTo>
                  <a:pt x="8001470" y="1303274"/>
                </a:lnTo>
                <a:lnTo>
                  <a:pt x="8001000" y="1304391"/>
                </a:lnTo>
                <a:lnTo>
                  <a:pt x="8001000" y="1307033"/>
                </a:lnTo>
                <a:lnTo>
                  <a:pt x="8001470" y="1308150"/>
                </a:lnTo>
                <a:lnTo>
                  <a:pt x="8003337" y="1310005"/>
                </a:lnTo>
                <a:lnTo>
                  <a:pt x="8004454" y="1310474"/>
                </a:lnTo>
                <a:lnTo>
                  <a:pt x="8007083" y="1310474"/>
                </a:lnTo>
                <a:lnTo>
                  <a:pt x="8008201" y="1310005"/>
                </a:lnTo>
                <a:lnTo>
                  <a:pt x="8010068" y="1308150"/>
                </a:lnTo>
                <a:lnTo>
                  <a:pt x="8010525" y="1307033"/>
                </a:lnTo>
                <a:lnTo>
                  <a:pt x="8010525" y="1304391"/>
                </a:lnTo>
                <a:close/>
              </a:path>
              <a:path w="10296525" h="3486150">
                <a:moveTo>
                  <a:pt x="8010525" y="580758"/>
                </a:moveTo>
                <a:lnTo>
                  <a:pt x="8010068" y="579640"/>
                </a:lnTo>
                <a:lnTo>
                  <a:pt x="8008201" y="577773"/>
                </a:lnTo>
                <a:lnTo>
                  <a:pt x="8007083" y="577316"/>
                </a:lnTo>
                <a:lnTo>
                  <a:pt x="8004454" y="577316"/>
                </a:lnTo>
                <a:lnTo>
                  <a:pt x="8003337" y="577773"/>
                </a:lnTo>
                <a:lnTo>
                  <a:pt x="8001470" y="579640"/>
                </a:lnTo>
                <a:lnTo>
                  <a:pt x="8001000" y="580758"/>
                </a:lnTo>
                <a:lnTo>
                  <a:pt x="8001000" y="583387"/>
                </a:lnTo>
                <a:lnTo>
                  <a:pt x="8001470" y="584517"/>
                </a:lnTo>
                <a:lnTo>
                  <a:pt x="8003337" y="586371"/>
                </a:lnTo>
                <a:lnTo>
                  <a:pt x="8004454" y="586841"/>
                </a:lnTo>
                <a:lnTo>
                  <a:pt x="8007083" y="586841"/>
                </a:lnTo>
                <a:lnTo>
                  <a:pt x="8008201" y="586371"/>
                </a:lnTo>
                <a:lnTo>
                  <a:pt x="8010068" y="584517"/>
                </a:lnTo>
                <a:lnTo>
                  <a:pt x="8010525" y="583387"/>
                </a:lnTo>
                <a:lnTo>
                  <a:pt x="8010525" y="580758"/>
                </a:lnTo>
                <a:close/>
              </a:path>
              <a:path w="10296525" h="3486150">
                <a:moveTo>
                  <a:pt x="8058150" y="2751671"/>
                </a:moveTo>
                <a:lnTo>
                  <a:pt x="8057693" y="2750540"/>
                </a:lnTo>
                <a:lnTo>
                  <a:pt x="8055826" y="2748686"/>
                </a:lnTo>
                <a:lnTo>
                  <a:pt x="8054708" y="2748216"/>
                </a:lnTo>
                <a:lnTo>
                  <a:pt x="8052079" y="2748216"/>
                </a:lnTo>
                <a:lnTo>
                  <a:pt x="8050949" y="2748686"/>
                </a:lnTo>
                <a:lnTo>
                  <a:pt x="8049095" y="2750540"/>
                </a:lnTo>
                <a:lnTo>
                  <a:pt x="8048625" y="2751671"/>
                </a:lnTo>
                <a:lnTo>
                  <a:pt x="8048625" y="2754299"/>
                </a:lnTo>
                <a:lnTo>
                  <a:pt x="8049095" y="2755417"/>
                </a:lnTo>
                <a:lnTo>
                  <a:pt x="8050949" y="2757284"/>
                </a:lnTo>
                <a:lnTo>
                  <a:pt x="8052079" y="2757741"/>
                </a:lnTo>
                <a:lnTo>
                  <a:pt x="8054708" y="2757741"/>
                </a:lnTo>
                <a:lnTo>
                  <a:pt x="8055826" y="2757284"/>
                </a:lnTo>
                <a:lnTo>
                  <a:pt x="8057693" y="2755417"/>
                </a:lnTo>
                <a:lnTo>
                  <a:pt x="8058150" y="2754299"/>
                </a:lnTo>
                <a:lnTo>
                  <a:pt x="8058150" y="2751671"/>
                </a:lnTo>
                <a:close/>
              </a:path>
              <a:path w="10296525" h="3486150">
                <a:moveTo>
                  <a:pt x="8058150" y="2028037"/>
                </a:moveTo>
                <a:lnTo>
                  <a:pt x="8057693" y="2026907"/>
                </a:lnTo>
                <a:lnTo>
                  <a:pt x="8055826" y="2025053"/>
                </a:lnTo>
                <a:lnTo>
                  <a:pt x="8054708" y="2024583"/>
                </a:lnTo>
                <a:lnTo>
                  <a:pt x="8052079" y="2024583"/>
                </a:lnTo>
                <a:lnTo>
                  <a:pt x="8050949" y="2025053"/>
                </a:lnTo>
                <a:lnTo>
                  <a:pt x="8049095" y="2026907"/>
                </a:lnTo>
                <a:lnTo>
                  <a:pt x="8048625" y="2028037"/>
                </a:lnTo>
                <a:lnTo>
                  <a:pt x="8048625" y="2030666"/>
                </a:lnTo>
                <a:lnTo>
                  <a:pt x="8049095" y="2031784"/>
                </a:lnTo>
                <a:lnTo>
                  <a:pt x="8050949" y="2033651"/>
                </a:lnTo>
                <a:lnTo>
                  <a:pt x="8052079" y="2034108"/>
                </a:lnTo>
                <a:lnTo>
                  <a:pt x="8054708" y="2034108"/>
                </a:lnTo>
                <a:lnTo>
                  <a:pt x="8055826" y="2033651"/>
                </a:lnTo>
                <a:lnTo>
                  <a:pt x="8057693" y="2031784"/>
                </a:lnTo>
                <a:lnTo>
                  <a:pt x="8058150" y="2030666"/>
                </a:lnTo>
                <a:lnTo>
                  <a:pt x="8058150" y="2028037"/>
                </a:lnTo>
                <a:close/>
              </a:path>
              <a:path w="10296525" h="3486150">
                <a:moveTo>
                  <a:pt x="8058150" y="1304391"/>
                </a:moveTo>
                <a:lnTo>
                  <a:pt x="8057693" y="1303274"/>
                </a:lnTo>
                <a:lnTo>
                  <a:pt x="8055826" y="1301419"/>
                </a:lnTo>
                <a:lnTo>
                  <a:pt x="8054708" y="1300949"/>
                </a:lnTo>
                <a:lnTo>
                  <a:pt x="8052079" y="1300949"/>
                </a:lnTo>
                <a:lnTo>
                  <a:pt x="8050949" y="1301419"/>
                </a:lnTo>
                <a:lnTo>
                  <a:pt x="8049095" y="1303274"/>
                </a:lnTo>
                <a:lnTo>
                  <a:pt x="8048625" y="1304391"/>
                </a:lnTo>
                <a:lnTo>
                  <a:pt x="8048625" y="1307033"/>
                </a:lnTo>
                <a:lnTo>
                  <a:pt x="8049095" y="1308150"/>
                </a:lnTo>
                <a:lnTo>
                  <a:pt x="8050949" y="1310005"/>
                </a:lnTo>
                <a:lnTo>
                  <a:pt x="8052079" y="1310474"/>
                </a:lnTo>
                <a:lnTo>
                  <a:pt x="8054708" y="1310474"/>
                </a:lnTo>
                <a:lnTo>
                  <a:pt x="8055826" y="1310005"/>
                </a:lnTo>
                <a:lnTo>
                  <a:pt x="8057693" y="1308150"/>
                </a:lnTo>
                <a:lnTo>
                  <a:pt x="8058150" y="1307033"/>
                </a:lnTo>
                <a:lnTo>
                  <a:pt x="8058150" y="1304391"/>
                </a:lnTo>
                <a:close/>
              </a:path>
              <a:path w="10296525" h="3486150">
                <a:moveTo>
                  <a:pt x="8058150" y="580758"/>
                </a:moveTo>
                <a:lnTo>
                  <a:pt x="8057693" y="579640"/>
                </a:lnTo>
                <a:lnTo>
                  <a:pt x="8055826" y="577773"/>
                </a:lnTo>
                <a:lnTo>
                  <a:pt x="8054708" y="577316"/>
                </a:lnTo>
                <a:lnTo>
                  <a:pt x="8052079" y="577316"/>
                </a:lnTo>
                <a:lnTo>
                  <a:pt x="8050949" y="577773"/>
                </a:lnTo>
                <a:lnTo>
                  <a:pt x="8049095" y="579640"/>
                </a:lnTo>
                <a:lnTo>
                  <a:pt x="8048625" y="580758"/>
                </a:lnTo>
                <a:lnTo>
                  <a:pt x="8048625" y="583387"/>
                </a:lnTo>
                <a:lnTo>
                  <a:pt x="8049095" y="584517"/>
                </a:lnTo>
                <a:lnTo>
                  <a:pt x="8050949" y="586371"/>
                </a:lnTo>
                <a:lnTo>
                  <a:pt x="8052079" y="586841"/>
                </a:lnTo>
                <a:lnTo>
                  <a:pt x="8054708" y="586841"/>
                </a:lnTo>
                <a:lnTo>
                  <a:pt x="8055826" y="586371"/>
                </a:lnTo>
                <a:lnTo>
                  <a:pt x="8057693" y="584517"/>
                </a:lnTo>
                <a:lnTo>
                  <a:pt x="8058150" y="583387"/>
                </a:lnTo>
                <a:lnTo>
                  <a:pt x="8058150" y="580758"/>
                </a:lnTo>
                <a:close/>
              </a:path>
              <a:path w="10296525" h="3486150">
                <a:moveTo>
                  <a:pt x="8105775" y="2751671"/>
                </a:moveTo>
                <a:lnTo>
                  <a:pt x="8105318" y="2750540"/>
                </a:lnTo>
                <a:lnTo>
                  <a:pt x="8103451" y="2748686"/>
                </a:lnTo>
                <a:lnTo>
                  <a:pt x="8102333" y="2748216"/>
                </a:lnTo>
                <a:lnTo>
                  <a:pt x="8099704" y="2748216"/>
                </a:lnTo>
                <a:lnTo>
                  <a:pt x="8098574" y="2748686"/>
                </a:lnTo>
                <a:lnTo>
                  <a:pt x="8096720" y="2750540"/>
                </a:lnTo>
                <a:lnTo>
                  <a:pt x="8096250" y="2751671"/>
                </a:lnTo>
                <a:lnTo>
                  <a:pt x="8096250" y="2754299"/>
                </a:lnTo>
                <a:lnTo>
                  <a:pt x="8096720" y="2755417"/>
                </a:lnTo>
                <a:lnTo>
                  <a:pt x="8098574" y="2757284"/>
                </a:lnTo>
                <a:lnTo>
                  <a:pt x="8099704" y="2757741"/>
                </a:lnTo>
                <a:lnTo>
                  <a:pt x="8102333" y="2757741"/>
                </a:lnTo>
                <a:lnTo>
                  <a:pt x="8103451" y="2757284"/>
                </a:lnTo>
                <a:lnTo>
                  <a:pt x="8105318" y="2755417"/>
                </a:lnTo>
                <a:lnTo>
                  <a:pt x="8105775" y="2754299"/>
                </a:lnTo>
                <a:lnTo>
                  <a:pt x="8105775" y="2751671"/>
                </a:lnTo>
                <a:close/>
              </a:path>
              <a:path w="10296525" h="3486150">
                <a:moveTo>
                  <a:pt x="8105775" y="2028037"/>
                </a:moveTo>
                <a:lnTo>
                  <a:pt x="8105318" y="2026907"/>
                </a:lnTo>
                <a:lnTo>
                  <a:pt x="8103451" y="2025053"/>
                </a:lnTo>
                <a:lnTo>
                  <a:pt x="8102333" y="2024583"/>
                </a:lnTo>
                <a:lnTo>
                  <a:pt x="8099704" y="2024583"/>
                </a:lnTo>
                <a:lnTo>
                  <a:pt x="8098574" y="2025053"/>
                </a:lnTo>
                <a:lnTo>
                  <a:pt x="8096720" y="2026907"/>
                </a:lnTo>
                <a:lnTo>
                  <a:pt x="8096250" y="2028037"/>
                </a:lnTo>
                <a:lnTo>
                  <a:pt x="8096250" y="2030666"/>
                </a:lnTo>
                <a:lnTo>
                  <a:pt x="8096720" y="2031784"/>
                </a:lnTo>
                <a:lnTo>
                  <a:pt x="8098574" y="2033651"/>
                </a:lnTo>
                <a:lnTo>
                  <a:pt x="8099704" y="2034108"/>
                </a:lnTo>
                <a:lnTo>
                  <a:pt x="8102333" y="2034108"/>
                </a:lnTo>
                <a:lnTo>
                  <a:pt x="8103451" y="2033651"/>
                </a:lnTo>
                <a:lnTo>
                  <a:pt x="8105318" y="2031784"/>
                </a:lnTo>
                <a:lnTo>
                  <a:pt x="8105775" y="2030666"/>
                </a:lnTo>
                <a:lnTo>
                  <a:pt x="8105775" y="2028037"/>
                </a:lnTo>
                <a:close/>
              </a:path>
              <a:path w="10296525" h="3486150">
                <a:moveTo>
                  <a:pt x="8105775" y="1304391"/>
                </a:moveTo>
                <a:lnTo>
                  <a:pt x="8105318" y="1303274"/>
                </a:lnTo>
                <a:lnTo>
                  <a:pt x="8103451" y="1301419"/>
                </a:lnTo>
                <a:lnTo>
                  <a:pt x="8102333" y="1300949"/>
                </a:lnTo>
                <a:lnTo>
                  <a:pt x="8099704" y="1300949"/>
                </a:lnTo>
                <a:lnTo>
                  <a:pt x="8098574" y="1301419"/>
                </a:lnTo>
                <a:lnTo>
                  <a:pt x="8096720" y="1303274"/>
                </a:lnTo>
                <a:lnTo>
                  <a:pt x="8096250" y="1304391"/>
                </a:lnTo>
                <a:lnTo>
                  <a:pt x="8096250" y="1307033"/>
                </a:lnTo>
                <a:lnTo>
                  <a:pt x="8096720" y="1308150"/>
                </a:lnTo>
                <a:lnTo>
                  <a:pt x="8098574" y="1310005"/>
                </a:lnTo>
                <a:lnTo>
                  <a:pt x="8099704" y="1310474"/>
                </a:lnTo>
                <a:lnTo>
                  <a:pt x="8102333" y="1310474"/>
                </a:lnTo>
                <a:lnTo>
                  <a:pt x="8103451" y="1310005"/>
                </a:lnTo>
                <a:lnTo>
                  <a:pt x="8105318" y="1308150"/>
                </a:lnTo>
                <a:lnTo>
                  <a:pt x="8105775" y="1307033"/>
                </a:lnTo>
                <a:lnTo>
                  <a:pt x="8105775" y="1304391"/>
                </a:lnTo>
                <a:close/>
              </a:path>
              <a:path w="10296525" h="3486150">
                <a:moveTo>
                  <a:pt x="8105775" y="580758"/>
                </a:moveTo>
                <a:lnTo>
                  <a:pt x="8105318" y="579640"/>
                </a:lnTo>
                <a:lnTo>
                  <a:pt x="8103451" y="577773"/>
                </a:lnTo>
                <a:lnTo>
                  <a:pt x="8102333" y="577316"/>
                </a:lnTo>
                <a:lnTo>
                  <a:pt x="8099704" y="577316"/>
                </a:lnTo>
                <a:lnTo>
                  <a:pt x="8098574" y="577773"/>
                </a:lnTo>
                <a:lnTo>
                  <a:pt x="8096720" y="579640"/>
                </a:lnTo>
                <a:lnTo>
                  <a:pt x="8096250" y="580758"/>
                </a:lnTo>
                <a:lnTo>
                  <a:pt x="8096250" y="583387"/>
                </a:lnTo>
                <a:lnTo>
                  <a:pt x="8096720" y="584517"/>
                </a:lnTo>
                <a:lnTo>
                  <a:pt x="8098574" y="586371"/>
                </a:lnTo>
                <a:lnTo>
                  <a:pt x="8099704" y="586841"/>
                </a:lnTo>
                <a:lnTo>
                  <a:pt x="8102333" y="586841"/>
                </a:lnTo>
                <a:lnTo>
                  <a:pt x="8103451" y="586371"/>
                </a:lnTo>
                <a:lnTo>
                  <a:pt x="8105318" y="584517"/>
                </a:lnTo>
                <a:lnTo>
                  <a:pt x="8105775" y="583387"/>
                </a:lnTo>
                <a:lnTo>
                  <a:pt x="8105775" y="580758"/>
                </a:lnTo>
                <a:close/>
              </a:path>
              <a:path w="10296525" h="3486150">
                <a:moveTo>
                  <a:pt x="8153400" y="2751671"/>
                </a:moveTo>
                <a:lnTo>
                  <a:pt x="8152943" y="2750540"/>
                </a:lnTo>
                <a:lnTo>
                  <a:pt x="8151076" y="2748686"/>
                </a:lnTo>
                <a:lnTo>
                  <a:pt x="8149958" y="2748216"/>
                </a:lnTo>
                <a:lnTo>
                  <a:pt x="8147329" y="2748216"/>
                </a:lnTo>
                <a:lnTo>
                  <a:pt x="8146199" y="2748686"/>
                </a:lnTo>
                <a:lnTo>
                  <a:pt x="8144345" y="2750540"/>
                </a:lnTo>
                <a:lnTo>
                  <a:pt x="8143875" y="2751671"/>
                </a:lnTo>
                <a:lnTo>
                  <a:pt x="8143875" y="2754299"/>
                </a:lnTo>
                <a:lnTo>
                  <a:pt x="8144345" y="2755417"/>
                </a:lnTo>
                <a:lnTo>
                  <a:pt x="8146199" y="2757284"/>
                </a:lnTo>
                <a:lnTo>
                  <a:pt x="8147329" y="2757741"/>
                </a:lnTo>
                <a:lnTo>
                  <a:pt x="8149958" y="2757741"/>
                </a:lnTo>
                <a:lnTo>
                  <a:pt x="8151076" y="2757284"/>
                </a:lnTo>
                <a:lnTo>
                  <a:pt x="8152943" y="2755417"/>
                </a:lnTo>
                <a:lnTo>
                  <a:pt x="8153400" y="2754299"/>
                </a:lnTo>
                <a:lnTo>
                  <a:pt x="8153400" y="2751671"/>
                </a:lnTo>
                <a:close/>
              </a:path>
              <a:path w="10296525" h="3486150">
                <a:moveTo>
                  <a:pt x="8153400" y="2028037"/>
                </a:moveTo>
                <a:lnTo>
                  <a:pt x="8152943" y="2026907"/>
                </a:lnTo>
                <a:lnTo>
                  <a:pt x="8151076" y="2025053"/>
                </a:lnTo>
                <a:lnTo>
                  <a:pt x="8149958" y="2024583"/>
                </a:lnTo>
                <a:lnTo>
                  <a:pt x="8147329" y="2024583"/>
                </a:lnTo>
                <a:lnTo>
                  <a:pt x="8146199" y="2025053"/>
                </a:lnTo>
                <a:lnTo>
                  <a:pt x="8144345" y="2026907"/>
                </a:lnTo>
                <a:lnTo>
                  <a:pt x="8143875" y="2028037"/>
                </a:lnTo>
                <a:lnTo>
                  <a:pt x="8143875" y="2030666"/>
                </a:lnTo>
                <a:lnTo>
                  <a:pt x="8144345" y="2031784"/>
                </a:lnTo>
                <a:lnTo>
                  <a:pt x="8146199" y="2033651"/>
                </a:lnTo>
                <a:lnTo>
                  <a:pt x="8147329" y="2034108"/>
                </a:lnTo>
                <a:lnTo>
                  <a:pt x="8149958" y="2034108"/>
                </a:lnTo>
                <a:lnTo>
                  <a:pt x="8151076" y="2033651"/>
                </a:lnTo>
                <a:lnTo>
                  <a:pt x="8152943" y="2031784"/>
                </a:lnTo>
                <a:lnTo>
                  <a:pt x="8153400" y="2030666"/>
                </a:lnTo>
                <a:lnTo>
                  <a:pt x="8153400" y="2028037"/>
                </a:lnTo>
                <a:close/>
              </a:path>
              <a:path w="10296525" h="3486150">
                <a:moveTo>
                  <a:pt x="8153400" y="1304391"/>
                </a:moveTo>
                <a:lnTo>
                  <a:pt x="8152943" y="1303274"/>
                </a:lnTo>
                <a:lnTo>
                  <a:pt x="8151076" y="1301419"/>
                </a:lnTo>
                <a:lnTo>
                  <a:pt x="8149958" y="1300949"/>
                </a:lnTo>
                <a:lnTo>
                  <a:pt x="8147329" y="1300949"/>
                </a:lnTo>
                <a:lnTo>
                  <a:pt x="8146199" y="1301419"/>
                </a:lnTo>
                <a:lnTo>
                  <a:pt x="8144345" y="1303274"/>
                </a:lnTo>
                <a:lnTo>
                  <a:pt x="8143875" y="1304391"/>
                </a:lnTo>
                <a:lnTo>
                  <a:pt x="8143875" y="1307033"/>
                </a:lnTo>
                <a:lnTo>
                  <a:pt x="8144345" y="1308150"/>
                </a:lnTo>
                <a:lnTo>
                  <a:pt x="8146199" y="1310005"/>
                </a:lnTo>
                <a:lnTo>
                  <a:pt x="8147329" y="1310474"/>
                </a:lnTo>
                <a:lnTo>
                  <a:pt x="8149958" y="1310474"/>
                </a:lnTo>
                <a:lnTo>
                  <a:pt x="8151076" y="1310005"/>
                </a:lnTo>
                <a:lnTo>
                  <a:pt x="8152943" y="1308150"/>
                </a:lnTo>
                <a:lnTo>
                  <a:pt x="8153400" y="1307033"/>
                </a:lnTo>
                <a:lnTo>
                  <a:pt x="8153400" y="1304391"/>
                </a:lnTo>
                <a:close/>
              </a:path>
              <a:path w="10296525" h="3486150">
                <a:moveTo>
                  <a:pt x="8153400" y="580758"/>
                </a:moveTo>
                <a:lnTo>
                  <a:pt x="8152943" y="579640"/>
                </a:lnTo>
                <a:lnTo>
                  <a:pt x="8151076" y="577773"/>
                </a:lnTo>
                <a:lnTo>
                  <a:pt x="8149958" y="577316"/>
                </a:lnTo>
                <a:lnTo>
                  <a:pt x="8147329" y="577316"/>
                </a:lnTo>
                <a:lnTo>
                  <a:pt x="8146199" y="577773"/>
                </a:lnTo>
                <a:lnTo>
                  <a:pt x="8144345" y="579640"/>
                </a:lnTo>
                <a:lnTo>
                  <a:pt x="8143875" y="580758"/>
                </a:lnTo>
                <a:lnTo>
                  <a:pt x="8143875" y="583387"/>
                </a:lnTo>
                <a:lnTo>
                  <a:pt x="8144345" y="584517"/>
                </a:lnTo>
                <a:lnTo>
                  <a:pt x="8146199" y="586371"/>
                </a:lnTo>
                <a:lnTo>
                  <a:pt x="8147329" y="586841"/>
                </a:lnTo>
                <a:lnTo>
                  <a:pt x="8149958" y="586841"/>
                </a:lnTo>
                <a:lnTo>
                  <a:pt x="8151076" y="586371"/>
                </a:lnTo>
                <a:lnTo>
                  <a:pt x="8152943" y="584517"/>
                </a:lnTo>
                <a:lnTo>
                  <a:pt x="8153400" y="583387"/>
                </a:lnTo>
                <a:lnTo>
                  <a:pt x="8153400" y="580758"/>
                </a:lnTo>
                <a:close/>
              </a:path>
              <a:path w="10296525" h="3486150">
                <a:moveTo>
                  <a:pt x="8201025" y="2751671"/>
                </a:moveTo>
                <a:lnTo>
                  <a:pt x="8200568" y="2750540"/>
                </a:lnTo>
                <a:lnTo>
                  <a:pt x="8198701" y="2748686"/>
                </a:lnTo>
                <a:lnTo>
                  <a:pt x="8197583" y="2748216"/>
                </a:lnTo>
                <a:lnTo>
                  <a:pt x="8194954" y="2748216"/>
                </a:lnTo>
                <a:lnTo>
                  <a:pt x="8193824" y="2748686"/>
                </a:lnTo>
                <a:lnTo>
                  <a:pt x="8191970" y="2750540"/>
                </a:lnTo>
                <a:lnTo>
                  <a:pt x="8191500" y="2751671"/>
                </a:lnTo>
                <a:lnTo>
                  <a:pt x="8191500" y="2754299"/>
                </a:lnTo>
                <a:lnTo>
                  <a:pt x="8191970" y="2755417"/>
                </a:lnTo>
                <a:lnTo>
                  <a:pt x="8193824" y="2757284"/>
                </a:lnTo>
                <a:lnTo>
                  <a:pt x="8194954" y="2757741"/>
                </a:lnTo>
                <a:lnTo>
                  <a:pt x="8197583" y="2757741"/>
                </a:lnTo>
                <a:lnTo>
                  <a:pt x="8198701" y="2757284"/>
                </a:lnTo>
                <a:lnTo>
                  <a:pt x="8200568" y="2755417"/>
                </a:lnTo>
                <a:lnTo>
                  <a:pt x="8201025" y="2754299"/>
                </a:lnTo>
                <a:lnTo>
                  <a:pt x="8201025" y="2751671"/>
                </a:lnTo>
                <a:close/>
              </a:path>
              <a:path w="10296525" h="3486150">
                <a:moveTo>
                  <a:pt x="8201025" y="2028037"/>
                </a:moveTo>
                <a:lnTo>
                  <a:pt x="8200568" y="2026907"/>
                </a:lnTo>
                <a:lnTo>
                  <a:pt x="8198701" y="2025053"/>
                </a:lnTo>
                <a:lnTo>
                  <a:pt x="8197583" y="2024583"/>
                </a:lnTo>
                <a:lnTo>
                  <a:pt x="8194954" y="2024583"/>
                </a:lnTo>
                <a:lnTo>
                  <a:pt x="8193824" y="2025053"/>
                </a:lnTo>
                <a:lnTo>
                  <a:pt x="8191970" y="2026907"/>
                </a:lnTo>
                <a:lnTo>
                  <a:pt x="8191500" y="2028037"/>
                </a:lnTo>
                <a:lnTo>
                  <a:pt x="8191500" y="2030666"/>
                </a:lnTo>
                <a:lnTo>
                  <a:pt x="8191970" y="2031784"/>
                </a:lnTo>
                <a:lnTo>
                  <a:pt x="8193824" y="2033651"/>
                </a:lnTo>
                <a:lnTo>
                  <a:pt x="8194954" y="2034108"/>
                </a:lnTo>
                <a:lnTo>
                  <a:pt x="8197583" y="2034108"/>
                </a:lnTo>
                <a:lnTo>
                  <a:pt x="8198701" y="2033651"/>
                </a:lnTo>
                <a:lnTo>
                  <a:pt x="8200568" y="2031784"/>
                </a:lnTo>
                <a:lnTo>
                  <a:pt x="8201025" y="2030666"/>
                </a:lnTo>
                <a:lnTo>
                  <a:pt x="8201025" y="2028037"/>
                </a:lnTo>
                <a:close/>
              </a:path>
              <a:path w="10296525" h="3486150">
                <a:moveTo>
                  <a:pt x="8201025" y="1304391"/>
                </a:moveTo>
                <a:lnTo>
                  <a:pt x="8200568" y="1303274"/>
                </a:lnTo>
                <a:lnTo>
                  <a:pt x="8198701" y="1301419"/>
                </a:lnTo>
                <a:lnTo>
                  <a:pt x="8197583" y="1300949"/>
                </a:lnTo>
                <a:lnTo>
                  <a:pt x="8194954" y="1300949"/>
                </a:lnTo>
                <a:lnTo>
                  <a:pt x="8193824" y="1301419"/>
                </a:lnTo>
                <a:lnTo>
                  <a:pt x="8191970" y="1303274"/>
                </a:lnTo>
                <a:lnTo>
                  <a:pt x="8191500" y="1304391"/>
                </a:lnTo>
                <a:lnTo>
                  <a:pt x="8191500" y="1307033"/>
                </a:lnTo>
                <a:lnTo>
                  <a:pt x="8191970" y="1308150"/>
                </a:lnTo>
                <a:lnTo>
                  <a:pt x="8193824" y="1310005"/>
                </a:lnTo>
                <a:lnTo>
                  <a:pt x="8194954" y="1310474"/>
                </a:lnTo>
                <a:lnTo>
                  <a:pt x="8197583" y="1310474"/>
                </a:lnTo>
                <a:lnTo>
                  <a:pt x="8198701" y="1310005"/>
                </a:lnTo>
                <a:lnTo>
                  <a:pt x="8200568" y="1308150"/>
                </a:lnTo>
                <a:lnTo>
                  <a:pt x="8201025" y="1307033"/>
                </a:lnTo>
                <a:lnTo>
                  <a:pt x="8201025" y="1304391"/>
                </a:lnTo>
                <a:close/>
              </a:path>
              <a:path w="10296525" h="3486150">
                <a:moveTo>
                  <a:pt x="8201025" y="580758"/>
                </a:moveTo>
                <a:lnTo>
                  <a:pt x="8200568" y="579640"/>
                </a:lnTo>
                <a:lnTo>
                  <a:pt x="8198701" y="577773"/>
                </a:lnTo>
                <a:lnTo>
                  <a:pt x="8197583" y="577316"/>
                </a:lnTo>
                <a:lnTo>
                  <a:pt x="8194954" y="577316"/>
                </a:lnTo>
                <a:lnTo>
                  <a:pt x="8193824" y="577773"/>
                </a:lnTo>
                <a:lnTo>
                  <a:pt x="8191970" y="579640"/>
                </a:lnTo>
                <a:lnTo>
                  <a:pt x="8191500" y="580758"/>
                </a:lnTo>
                <a:lnTo>
                  <a:pt x="8191500" y="583387"/>
                </a:lnTo>
                <a:lnTo>
                  <a:pt x="8191970" y="584517"/>
                </a:lnTo>
                <a:lnTo>
                  <a:pt x="8193824" y="586371"/>
                </a:lnTo>
                <a:lnTo>
                  <a:pt x="8194954" y="586841"/>
                </a:lnTo>
                <a:lnTo>
                  <a:pt x="8197583" y="586841"/>
                </a:lnTo>
                <a:lnTo>
                  <a:pt x="8198701" y="586371"/>
                </a:lnTo>
                <a:lnTo>
                  <a:pt x="8200568" y="584517"/>
                </a:lnTo>
                <a:lnTo>
                  <a:pt x="8201025" y="583387"/>
                </a:lnTo>
                <a:lnTo>
                  <a:pt x="8201025" y="580758"/>
                </a:lnTo>
                <a:close/>
              </a:path>
              <a:path w="10296525" h="3486150">
                <a:moveTo>
                  <a:pt x="8248650" y="2751671"/>
                </a:moveTo>
                <a:lnTo>
                  <a:pt x="8248193" y="2750540"/>
                </a:lnTo>
                <a:lnTo>
                  <a:pt x="8246326" y="2748686"/>
                </a:lnTo>
                <a:lnTo>
                  <a:pt x="8245208" y="2748216"/>
                </a:lnTo>
                <a:lnTo>
                  <a:pt x="8242579" y="2748216"/>
                </a:lnTo>
                <a:lnTo>
                  <a:pt x="8241449" y="2748686"/>
                </a:lnTo>
                <a:lnTo>
                  <a:pt x="8239595" y="2750540"/>
                </a:lnTo>
                <a:lnTo>
                  <a:pt x="8239125" y="2751671"/>
                </a:lnTo>
                <a:lnTo>
                  <a:pt x="8239125" y="2754299"/>
                </a:lnTo>
                <a:lnTo>
                  <a:pt x="8239595" y="2755417"/>
                </a:lnTo>
                <a:lnTo>
                  <a:pt x="8241449" y="2757284"/>
                </a:lnTo>
                <a:lnTo>
                  <a:pt x="8242579" y="2757741"/>
                </a:lnTo>
                <a:lnTo>
                  <a:pt x="8245208" y="2757741"/>
                </a:lnTo>
                <a:lnTo>
                  <a:pt x="8246326" y="2757284"/>
                </a:lnTo>
                <a:lnTo>
                  <a:pt x="8248193" y="2755417"/>
                </a:lnTo>
                <a:lnTo>
                  <a:pt x="8248650" y="2754299"/>
                </a:lnTo>
                <a:lnTo>
                  <a:pt x="8248650" y="2751671"/>
                </a:lnTo>
                <a:close/>
              </a:path>
              <a:path w="10296525" h="3486150">
                <a:moveTo>
                  <a:pt x="8248650" y="2028037"/>
                </a:moveTo>
                <a:lnTo>
                  <a:pt x="8248193" y="2026907"/>
                </a:lnTo>
                <a:lnTo>
                  <a:pt x="8246326" y="2025053"/>
                </a:lnTo>
                <a:lnTo>
                  <a:pt x="8245208" y="2024583"/>
                </a:lnTo>
                <a:lnTo>
                  <a:pt x="8242579" y="2024583"/>
                </a:lnTo>
                <a:lnTo>
                  <a:pt x="8241449" y="2025053"/>
                </a:lnTo>
                <a:lnTo>
                  <a:pt x="8239595" y="2026907"/>
                </a:lnTo>
                <a:lnTo>
                  <a:pt x="8239125" y="2028037"/>
                </a:lnTo>
                <a:lnTo>
                  <a:pt x="8239125" y="2030666"/>
                </a:lnTo>
                <a:lnTo>
                  <a:pt x="8239595" y="2031784"/>
                </a:lnTo>
                <a:lnTo>
                  <a:pt x="8241449" y="2033651"/>
                </a:lnTo>
                <a:lnTo>
                  <a:pt x="8242579" y="2034108"/>
                </a:lnTo>
                <a:lnTo>
                  <a:pt x="8245208" y="2034108"/>
                </a:lnTo>
                <a:lnTo>
                  <a:pt x="8246326" y="2033651"/>
                </a:lnTo>
                <a:lnTo>
                  <a:pt x="8248193" y="2031784"/>
                </a:lnTo>
                <a:lnTo>
                  <a:pt x="8248650" y="2030666"/>
                </a:lnTo>
                <a:lnTo>
                  <a:pt x="8248650" y="2028037"/>
                </a:lnTo>
                <a:close/>
              </a:path>
              <a:path w="10296525" h="3486150">
                <a:moveTo>
                  <a:pt x="8248650" y="1304391"/>
                </a:moveTo>
                <a:lnTo>
                  <a:pt x="8248193" y="1303274"/>
                </a:lnTo>
                <a:lnTo>
                  <a:pt x="8246326" y="1301419"/>
                </a:lnTo>
                <a:lnTo>
                  <a:pt x="8245208" y="1300949"/>
                </a:lnTo>
                <a:lnTo>
                  <a:pt x="8242579" y="1300949"/>
                </a:lnTo>
                <a:lnTo>
                  <a:pt x="8241449" y="1301419"/>
                </a:lnTo>
                <a:lnTo>
                  <a:pt x="8239595" y="1303274"/>
                </a:lnTo>
                <a:lnTo>
                  <a:pt x="8239125" y="1304391"/>
                </a:lnTo>
                <a:lnTo>
                  <a:pt x="8239125" y="1307033"/>
                </a:lnTo>
                <a:lnTo>
                  <a:pt x="8239595" y="1308150"/>
                </a:lnTo>
                <a:lnTo>
                  <a:pt x="8241449" y="1310005"/>
                </a:lnTo>
                <a:lnTo>
                  <a:pt x="8242579" y="1310474"/>
                </a:lnTo>
                <a:lnTo>
                  <a:pt x="8245208" y="1310474"/>
                </a:lnTo>
                <a:lnTo>
                  <a:pt x="8246326" y="1310005"/>
                </a:lnTo>
                <a:lnTo>
                  <a:pt x="8248193" y="1308150"/>
                </a:lnTo>
                <a:lnTo>
                  <a:pt x="8248650" y="1307033"/>
                </a:lnTo>
                <a:lnTo>
                  <a:pt x="8248650" y="1304391"/>
                </a:lnTo>
                <a:close/>
              </a:path>
              <a:path w="10296525" h="3486150">
                <a:moveTo>
                  <a:pt x="8248650" y="580758"/>
                </a:moveTo>
                <a:lnTo>
                  <a:pt x="8248193" y="579640"/>
                </a:lnTo>
                <a:lnTo>
                  <a:pt x="8246326" y="577773"/>
                </a:lnTo>
                <a:lnTo>
                  <a:pt x="8245208" y="577316"/>
                </a:lnTo>
                <a:lnTo>
                  <a:pt x="8242579" y="577316"/>
                </a:lnTo>
                <a:lnTo>
                  <a:pt x="8241449" y="577773"/>
                </a:lnTo>
                <a:lnTo>
                  <a:pt x="8239595" y="579640"/>
                </a:lnTo>
                <a:lnTo>
                  <a:pt x="8239125" y="580758"/>
                </a:lnTo>
                <a:lnTo>
                  <a:pt x="8239125" y="583387"/>
                </a:lnTo>
                <a:lnTo>
                  <a:pt x="8239595" y="584517"/>
                </a:lnTo>
                <a:lnTo>
                  <a:pt x="8241449" y="586371"/>
                </a:lnTo>
                <a:lnTo>
                  <a:pt x="8242579" y="586841"/>
                </a:lnTo>
                <a:lnTo>
                  <a:pt x="8245208" y="586841"/>
                </a:lnTo>
                <a:lnTo>
                  <a:pt x="8246326" y="586371"/>
                </a:lnTo>
                <a:lnTo>
                  <a:pt x="8248193" y="584517"/>
                </a:lnTo>
                <a:lnTo>
                  <a:pt x="8248650" y="583387"/>
                </a:lnTo>
                <a:lnTo>
                  <a:pt x="8248650" y="580758"/>
                </a:lnTo>
                <a:close/>
              </a:path>
              <a:path w="10296525" h="3486150">
                <a:moveTo>
                  <a:pt x="8296275" y="2751671"/>
                </a:moveTo>
                <a:lnTo>
                  <a:pt x="8295818" y="2750540"/>
                </a:lnTo>
                <a:lnTo>
                  <a:pt x="8293951" y="2748686"/>
                </a:lnTo>
                <a:lnTo>
                  <a:pt x="8292833" y="2748216"/>
                </a:lnTo>
                <a:lnTo>
                  <a:pt x="8290204" y="2748216"/>
                </a:lnTo>
                <a:lnTo>
                  <a:pt x="8289074" y="2748686"/>
                </a:lnTo>
                <a:lnTo>
                  <a:pt x="8287220" y="2750540"/>
                </a:lnTo>
                <a:lnTo>
                  <a:pt x="8286750" y="2751671"/>
                </a:lnTo>
                <a:lnTo>
                  <a:pt x="8286750" y="2754299"/>
                </a:lnTo>
                <a:lnTo>
                  <a:pt x="8287220" y="2755417"/>
                </a:lnTo>
                <a:lnTo>
                  <a:pt x="8289074" y="2757284"/>
                </a:lnTo>
                <a:lnTo>
                  <a:pt x="8290204" y="2757741"/>
                </a:lnTo>
                <a:lnTo>
                  <a:pt x="8292833" y="2757741"/>
                </a:lnTo>
                <a:lnTo>
                  <a:pt x="8293951" y="2757284"/>
                </a:lnTo>
                <a:lnTo>
                  <a:pt x="8295818" y="2755417"/>
                </a:lnTo>
                <a:lnTo>
                  <a:pt x="8296275" y="2754299"/>
                </a:lnTo>
                <a:lnTo>
                  <a:pt x="8296275" y="2751671"/>
                </a:lnTo>
                <a:close/>
              </a:path>
              <a:path w="10296525" h="3486150">
                <a:moveTo>
                  <a:pt x="8296275" y="2028037"/>
                </a:moveTo>
                <a:lnTo>
                  <a:pt x="8295818" y="2026907"/>
                </a:lnTo>
                <a:lnTo>
                  <a:pt x="8293951" y="2025053"/>
                </a:lnTo>
                <a:lnTo>
                  <a:pt x="8292833" y="2024583"/>
                </a:lnTo>
                <a:lnTo>
                  <a:pt x="8290204" y="2024583"/>
                </a:lnTo>
                <a:lnTo>
                  <a:pt x="8289074" y="2025053"/>
                </a:lnTo>
                <a:lnTo>
                  <a:pt x="8287220" y="2026907"/>
                </a:lnTo>
                <a:lnTo>
                  <a:pt x="8286750" y="2028037"/>
                </a:lnTo>
                <a:lnTo>
                  <a:pt x="8286750" y="2030666"/>
                </a:lnTo>
                <a:lnTo>
                  <a:pt x="8287220" y="2031784"/>
                </a:lnTo>
                <a:lnTo>
                  <a:pt x="8289074" y="2033651"/>
                </a:lnTo>
                <a:lnTo>
                  <a:pt x="8290204" y="2034108"/>
                </a:lnTo>
                <a:lnTo>
                  <a:pt x="8292833" y="2034108"/>
                </a:lnTo>
                <a:lnTo>
                  <a:pt x="8293951" y="2033651"/>
                </a:lnTo>
                <a:lnTo>
                  <a:pt x="8295818" y="2031784"/>
                </a:lnTo>
                <a:lnTo>
                  <a:pt x="8296275" y="2030666"/>
                </a:lnTo>
                <a:lnTo>
                  <a:pt x="8296275" y="2028037"/>
                </a:lnTo>
                <a:close/>
              </a:path>
              <a:path w="10296525" h="3486150">
                <a:moveTo>
                  <a:pt x="8296275" y="1304391"/>
                </a:moveTo>
                <a:lnTo>
                  <a:pt x="8295818" y="1303274"/>
                </a:lnTo>
                <a:lnTo>
                  <a:pt x="8293951" y="1301419"/>
                </a:lnTo>
                <a:lnTo>
                  <a:pt x="8292833" y="1300949"/>
                </a:lnTo>
                <a:lnTo>
                  <a:pt x="8290204" y="1300949"/>
                </a:lnTo>
                <a:lnTo>
                  <a:pt x="8289074" y="1301419"/>
                </a:lnTo>
                <a:lnTo>
                  <a:pt x="8287220" y="1303274"/>
                </a:lnTo>
                <a:lnTo>
                  <a:pt x="8286750" y="1304391"/>
                </a:lnTo>
                <a:lnTo>
                  <a:pt x="8286750" y="1307033"/>
                </a:lnTo>
                <a:lnTo>
                  <a:pt x="8287220" y="1308150"/>
                </a:lnTo>
                <a:lnTo>
                  <a:pt x="8289074" y="1310005"/>
                </a:lnTo>
                <a:lnTo>
                  <a:pt x="8290204" y="1310474"/>
                </a:lnTo>
                <a:lnTo>
                  <a:pt x="8292833" y="1310474"/>
                </a:lnTo>
                <a:lnTo>
                  <a:pt x="8293951" y="1310005"/>
                </a:lnTo>
                <a:lnTo>
                  <a:pt x="8295818" y="1308150"/>
                </a:lnTo>
                <a:lnTo>
                  <a:pt x="8296275" y="1307033"/>
                </a:lnTo>
                <a:lnTo>
                  <a:pt x="8296275" y="1304391"/>
                </a:lnTo>
                <a:close/>
              </a:path>
              <a:path w="10296525" h="3486150">
                <a:moveTo>
                  <a:pt x="8296275" y="580758"/>
                </a:moveTo>
                <a:lnTo>
                  <a:pt x="8295818" y="579640"/>
                </a:lnTo>
                <a:lnTo>
                  <a:pt x="8293951" y="577773"/>
                </a:lnTo>
                <a:lnTo>
                  <a:pt x="8292833" y="577316"/>
                </a:lnTo>
                <a:lnTo>
                  <a:pt x="8290204" y="577316"/>
                </a:lnTo>
                <a:lnTo>
                  <a:pt x="8289074" y="577773"/>
                </a:lnTo>
                <a:lnTo>
                  <a:pt x="8287220" y="579640"/>
                </a:lnTo>
                <a:lnTo>
                  <a:pt x="8286750" y="580758"/>
                </a:lnTo>
                <a:lnTo>
                  <a:pt x="8286750" y="583387"/>
                </a:lnTo>
                <a:lnTo>
                  <a:pt x="8287220" y="584517"/>
                </a:lnTo>
                <a:lnTo>
                  <a:pt x="8289074" y="586371"/>
                </a:lnTo>
                <a:lnTo>
                  <a:pt x="8290204" y="586841"/>
                </a:lnTo>
                <a:lnTo>
                  <a:pt x="8292833" y="586841"/>
                </a:lnTo>
                <a:lnTo>
                  <a:pt x="8293951" y="586371"/>
                </a:lnTo>
                <a:lnTo>
                  <a:pt x="8295818" y="584517"/>
                </a:lnTo>
                <a:lnTo>
                  <a:pt x="8296275" y="583387"/>
                </a:lnTo>
                <a:lnTo>
                  <a:pt x="8296275" y="580758"/>
                </a:lnTo>
                <a:close/>
              </a:path>
              <a:path w="10296525" h="3486150">
                <a:moveTo>
                  <a:pt x="8343900" y="2751671"/>
                </a:moveTo>
                <a:lnTo>
                  <a:pt x="8343443" y="2750540"/>
                </a:lnTo>
                <a:lnTo>
                  <a:pt x="8341576" y="2748686"/>
                </a:lnTo>
                <a:lnTo>
                  <a:pt x="8340458" y="2748216"/>
                </a:lnTo>
                <a:lnTo>
                  <a:pt x="8337829" y="2748216"/>
                </a:lnTo>
                <a:lnTo>
                  <a:pt x="8336699" y="2748686"/>
                </a:lnTo>
                <a:lnTo>
                  <a:pt x="8334845" y="2750540"/>
                </a:lnTo>
                <a:lnTo>
                  <a:pt x="8334375" y="2751671"/>
                </a:lnTo>
                <a:lnTo>
                  <a:pt x="8334375" y="2754299"/>
                </a:lnTo>
                <a:lnTo>
                  <a:pt x="8334845" y="2755417"/>
                </a:lnTo>
                <a:lnTo>
                  <a:pt x="8336699" y="2757284"/>
                </a:lnTo>
                <a:lnTo>
                  <a:pt x="8337829" y="2757741"/>
                </a:lnTo>
                <a:lnTo>
                  <a:pt x="8340458" y="2757741"/>
                </a:lnTo>
                <a:lnTo>
                  <a:pt x="8341576" y="2757284"/>
                </a:lnTo>
                <a:lnTo>
                  <a:pt x="8343443" y="2755417"/>
                </a:lnTo>
                <a:lnTo>
                  <a:pt x="8343900" y="2754299"/>
                </a:lnTo>
                <a:lnTo>
                  <a:pt x="8343900" y="2751671"/>
                </a:lnTo>
                <a:close/>
              </a:path>
              <a:path w="10296525" h="3486150">
                <a:moveTo>
                  <a:pt x="8343900" y="2028037"/>
                </a:moveTo>
                <a:lnTo>
                  <a:pt x="8343443" y="2026907"/>
                </a:lnTo>
                <a:lnTo>
                  <a:pt x="8341576" y="2025053"/>
                </a:lnTo>
                <a:lnTo>
                  <a:pt x="8340458" y="2024583"/>
                </a:lnTo>
                <a:lnTo>
                  <a:pt x="8337829" y="2024583"/>
                </a:lnTo>
                <a:lnTo>
                  <a:pt x="8336699" y="2025053"/>
                </a:lnTo>
                <a:lnTo>
                  <a:pt x="8334845" y="2026907"/>
                </a:lnTo>
                <a:lnTo>
                  <a:pt x="8334375" y="2028037"/>
                </a:lnTo>
                <a:lnTo>
                  <a:pt x="8334375" y="2030666"/>
                </a:lnTo>
                <a:lnTo>
                  <a:pt x="8334845" y="2031784"/>
                </a:lnTo>
                <a:lnTo>
                  <a:pt x="8336699" y="2033651"/>
                </a:lnTo>
                <a:lnTo>
                  <a:pt x="8337829" y="2034108"/>
                </a:lnTo>
                <a:lnTo>
                  <a:pt x="8340458" y="2034108"/>
                </a:lnTo>
                <a:lnTo>
                  <a:pt x="8341576" y="2033651"/>
                </a:lnTo>
                <a:lnTo>
                  <a:pt x="8343443" y="2031784"/>
                </a:lnTo>
                <a:lnTo>
                  <a:pt x="8343900" y="2030666"/>
                </a:lnTo>
                <a:lnTo>
                  <a:pt x="8343900" y="2028037"/>
                </a:lnTo>
                <a:close/>
              </a:path>
              <a:path w="10296525" h="3486150">
                <a:moveTo>
                  <a:pt x="8343900" y="1304391"/>
                </a:moveTo>
                <a:lnTo>
                  <a:pt x="8343443" y="1303274"/>
                </a:lnTo>
                <a:lnTo>
                  <a:pt x="8341576" y="1301419"/>
                </a:lnTo>
                <a:lnTo>
                  <a:pt x="8340458" y="1300949"/>
                </a:lnTo>
                <a:lnTo>
                  <a:pt x="8337829" y="1300949"/>
                </a:lnTo>
                <a:lnTo>
                  <a:pt x="8336699" y="1301419"/>
                </a:lnTo>
                <a:lnTo>
                  <a:pt x="8334845" y="1303274"/>
                </a:lnTo>
                <a:lnTo>
                  <a:pt x="8334375" y="1304391"/>
                </a:lnTo>
                <a:lnTo>
                  <a:pt x="8334375" y="1307033"/>
                </a:lnTo>
                <a:lnTo>
                  <a:pt x="8334845" y="1308150"/>
                </a:lnTo>
                <a:lnTo>
                  <a:pt x="8336699" y="1310005"/>
                </a:lnTo>
                <a:lnTo>
                  <a:pt x="8337829" y="1310474"/>
                </a:lnTo>
                <a:lnTo>
                  <a:pt x="8340458" y="1310474"/>
                </a:lnTo>
                <a:lnTo>
                  <a:pt x="8341576" y="1310005"/>
                </a:lnTo>
                <a:lnTo>
                  <a:pt x="8343443" y="1308150"/>
                </a:lnTo>
                <a:lnTo>
                  <a:pt x="8343900" y="1307033"/>
                </a:lnTo>
                <a:lnTo>
                  <a:pt x="8343900" y="1304391"/>
                </a:lnTo>
                <a:close/>
              </a:path>
              <a:path w="10296525" h="3486150">
                <a:moveTo>
                  <a:pt x="8343900" y="580758"/>
                </a:moveTo>
                <a:lnTo>
                  <a:pt x="8343443" y="579640"/>
                </a:lnTo>
                <a:lnTo>
                  <a:pt x="8341576" y="577773"/>
                </a:lnTo>
                <a:lnTo>
                  <a:pt x="8340458" y="577316"/>
                </a:lnTo>
                <a:lnTo>
                  <a:pt x="8337829" y="577316"/>
                </a:lnTo>
                <a:lnTo>
                  <a:pt x="8336699" y="577773"/>
                </a:lnTo>
                <a:lnTo>
                  <a:pt x="8334845" y="579640"/>
                </a:lnTo>
                <a:lnTo>
                  <a:pt x="8334375" y="580758"/>
                </a:lnTo>
                <a:lnTo>
                  <a:pt x="8334375" y="583387"/>
                </a:lnTo>
                <a:lnTo>
                  <a:pt x="8334845" y="584517"/>
                </a:lnTo>
                <a:lnTo>
                  <a:pt x="8336699" y="586371"/>
                </a:lnTo>
                <a:lnTo>
                  <a:pt x="8337829" y="586841"/>
                </a:lnTo>
                <a:lnTo>
                  <a:pt x="8340458" y="586841"/>
                </a:lnTo>
                <a:lnTo>
                  <a:pt x="8341576" y="586371"/>
                </a:lnTo>
                <a:lnTo>
                  <a:pt x="8343443" y="584517"/>
                </a:lnTo>
                <a:lnTo>
                  <a:pt x="8343900" y="583387"/>
                </a:lnTo>
                <a:lnTo>
                  <a:pt x="8343900" y="580758"/>
                </a:lnTo>
                <a:close/>
              </a:path>
              <a:path w="10296525" h="3486150">
                <a:moveTo>
                  <a:pt x="8391525" y="2751671"/>
                </a:moveTo>
                <a:lnTo>
                  <a:pt x="8391068" y="2750540"/>
                </a:lnTo>
                <a:lnTo>
                  <a:pt x="8389201" y="2748686"/>
                </a:lnTo>
                <a:lnTo>
                  <a:pt x="8388083" y="2748216"/>
                </a:lnTo>
                <a:lnTo>
                  <a:pt x="8385454" y="2748216"/>
                </a:lnTo>
                <a:lnTo>
                  <a:pt x="8384324" y="2748686"/>
                </a:lnTo>
                <a:lnTo>
                  <a:pt x="8382470" y="2750540"/>
                </a:lnTo>
                <a:lnTo>
                  <a:pt x="8382000" y="2751671"/>
                </a:lnTo>
                <a:lnTo>
                  <a:pt x="8382000" y="2754299"/>
                </a:lnTo>
                <a:lnTo>
                  <a:pt x="8382470" y="2755417"/>
                </a:lnTo>
                <a:lnTo>
                  <a:pt x="8384324" y="2757284"/>
                </a:lnTo>
                <a:lnTo>
                  <a:pt x="8385454" y="2757741"/>
                </a:lnTo>
                <a:lnTo>
                  <a:pt x="8388083" y="2757741"/>
                </a:lnTo>
                <a:lnTo>
                  <a:pt x="8389201" y="2757284"/>
                </a:lnTo>
                <a:lnTo>
                  <a:pt x="8391068" y="2755417"/>
                </a:lnTo>
                <a:lnTo>
                  <a:pt x="8391525" y="2754299"/>
                </a:lnTo>
                <a:lnTo>
                  <a:pt x="8391525" y="2751671"/>
                </a:lnTo>
                <a:close/>
              </a:path>
              <a:path w="10296525" h="3486150">
                <a:moveTo>
                  <a:pt x="8391525" y="2028037"/>
                </a:moveTo>
                <a:lnTo>
                  <a:pt x="8391068" y="2026907"/>
                </a:lnTo>
                <a:lnTo>
                  <a:pt x="8389201" y="2025053"/>
                </a:lnTo>
                <a:lnTo>
                  <a:pt x="8388083" y="2024583"/>
                </a:lnTo>
                <a:lnTo>
                  <a:pt x="8385454" y="2024583"/>
                </a:lnTo>
                <a:lnTo>
                  <a:pt x="8384324" y="2025053"/>
                </a:lnTo>
                <a:lnTo>
                  <a:pt x="8382470" y="2026907"/>
                </a:lnTo>
                <a:lnTo>
                  <a:pt x="8382000" y="2028037"/>
                </a:lnTo>
                <a:lnTo>
                  <a:pt x="8382000" y="2030666"/>
                </a:lnTo>
                <a:lnTo>
                  <a:pt x="8382470" y="2031784"/>
                </a:lnTo>
                <a:lnTo>
                  <a:pt x="8384324" y="2033651"/>
                </a:lnTo>
                <a:lnTo>
                  <a:pt x="8385454" y="2034108"/>
                </a:lnTo>
                <a:lnTo>
                  <a:pt x="8388083" y="2034108"/>
                </a:lnTo>
                <a:lnTo>
                  <a:pt x="8389201" y="2033651"/>
                </a:lnTo>
                <a:lnTo>
                  <a:pt x="8391068" y="2031784"/>
                </a:lnTo>
                <a:lnTo>
                  <a:pt x="8391525" y="2030666"/>
                </a:lnTo>
                <a:lnTo>
                  <a:pt x="8391525" y="2028037"/>
                </a:lnTo>
                <a:close/>
              </a:path>
              <a:path w="10296525" h="3486150">
                <a:moveTo>
                  <a:pt x="8391525" y="1304391"/>
                </a:moveTo>
                <a:lnTo>
                  <a:pt x="8391068" y="1303274"/>
                </a:lnTo>
                <a:lnTo>
                  <a:pt x="8389201" y="1301419"/>
                </a:lnTo>
                <a:lnTo>
                  <a:pt x="8388083" y="1300949"/>
                </a:lnTo>
                <a:lnTo>
                  <a:pt x="8385454" y="1300949"/>
                </a:lnTo>
                <a:lnTo>
                  <a:pt x="8384324" y="1301419"/>
                </a:lnTo>
                <a:lnTo>
                  <a:pt x="8382470" y="1303274"/>
                </a:lnTo>
                <a:lnTo>
                  <a:pt x="8382000" y="1304391"/>
                </a:lnTo>
                <a:lnTo>
                  <a:pt x="8382000" y="1307033"/>
                </a:lnTo>
                <a:lnTo>
                  <a:pt x="8382470" y="1308150"/>
                </a:lnTo>
                <a:lnTo>
                  <a:pt x="8384324" y="1310005"/>
                </a:lnTo>
                <a:lnTo>
                  <a:pt x="8385454" y="1310474"/>
                </a:lnTo>
                <a:lnTo>
                  <a:pt x="8388083" y="1310474"/>
                </a:lnTo>
                <a:lnTo>
                  <a:pt x="8389201" y="1310005"/>
                </a:lnTo>
                <a:lnTo>
                  <a:pt x="8391068" y="1308150"/>
                </a:lnTo>
                <a:lnTo>
                  <a:pt x="8391525" y="1307033"/>
                </a:lnTo>
                <a:lnTo>
                  <a:pt x="8391525" y="1304391"/>
                </a:lnTo>
                <a:close/>
              </a:path>
              <a:path w="10296525" h="3486150">
                <a:moveTo>
                  <a:pt x="8391525" y="580758"/>
                </a:moveTo>
                <a:lnTo>
                  <a:pt x="8391068" y="579640"/>
                </a:lnTo>
                <a:lnTo>
                  <a:pt x="8389201" y="577773"/>
                </a:lnTo>
                <a:lnTo>
                  <a:pt x="8388083" y="577316"/>
                </a:lnTo>
                <a:lnTo>
                  <a:pt x="8385454" y="577316"/>
                </a:lnTo>
                <a:lnTo>
                  <a:pt x="8384324" y="577773"/>
                </a:lnTo>
                <a:lnTo>
                  <a:pt x="8382470" y="579640"/>
                </a:lnTo>
                <a:lnTo>
                  <a:pt x="8382000" y="580758"/>
                </a:lnTo>
                <a:lnTo>
                  <a:pt x="8382000" y="583387"/>
                </a:lnTo>
                <a:lnTo>
                  <a:pt x="8382470" y="584517"/>
                </a:lnTo>
                <a:lnTo>
                  <a:pt x="8384324" y="586371"/>
                </a:lnTo>
                <a:lnTo>
                  <a:pt x="8385454" y="586841"/>
                </a:lnTo>
                <a:lnTo>
                  <a:pt x="8388083" y="586841"/>
                </a:lnTo>
                <a:lnTo>
                  <a:pt x="8389201" y="586371"/>
                </a:lnTo>
                <a:lnTo>
                  <a:pt x="8391068" y="584517"/>
                </a:lnTo>
                <a:lnTo>
                  <a:pt x="8391525" y="583387"/>
                </a:lnTo>
                <a:lnTo>
                  <a:pt x="8391525" y="580758"/>
                </a:lnTo>
                <a:close/>
              </a:path>
              <a:path w="10296525" h="3486150">
                <a:moveTo>
                  <a:pt x="8439150" y="2751671"/>
                </a:moveTo>
                <a:lnTo>
                  <a:pt x="8438693" y="2750540"/>
                </a:lnTo>
                <a:lnTo>
                  <a:pt x="8436826" y="2748686"/>
                </a:lnTo>
                <a:lnTo>
                  <a:pt x="8435708" y="2748216"/>
                </a:lnTo>
                <a:lnTo>
                  <a:pt x="8433079" y="2748216"/>
                </a:lnTo>
                <a:lnTo>
                  <a:pt x="8431949" y="2748686"/>
                </a:lnTo>
                <a:lnTo>
                  <a:pt x="8430095" y="2750540"/>
                </a:lnTo>
                <a:lnTo>
                  <a:pt x="8429625" y="2751671"/>
                </a:lnTo>
                <a:lnTo>
                  <a:pt x="8429625" y="2754299"/>
                </a:lnTo>
                <a:lnTo>
                  <a:pt x="8430095" y="2755417"/>
                </a:lnTo>
                <a:lnTo>
                  <a:pt x="8431949" y="2757284"/>
                </a:lnTo>
                <a:lnTo>
                  <a:pt x="8433079" y="2757741"/>
                </a:lnTo>
                <a:lnTo>
                  <a:pt x="8435708" y="2757741"/>
                </a:lnTo>
                <a:lnTo>
                  <a:pt x="8436826" y="2757284"/>
                </a:lnTo>
                <a:lnTo>
                  <a:pt x="8438693" y="2755417"/>
                </a:lnTo>
                <a:lnTo>
                  <a:pt x="8439150" y="2754299"/>
                </a:lnTo>
                <a:lnTo>
                  <a:pt x="8439150" y="2751671"/>
                </a:lnTo>
                <a:close/>
              </a:path>
              <a:path w="10296525" h="3486150">
                <a:moveTo>
                  <a:pt x="8439150" y="2028037"/>
                </a:moveTo>
                <a:lnTo>
                  <a:pt x="8438693" y="2026907"/>
                </a:lnTo>
                <a:lnTo>
                  <a:pt x="8436826" y="2025053"/>
                </a:lnTo>
                <a:lnTo>
                  <a:pt x="8435708" y="2024583"/>
                </a:lnTo>
                <a:lnTo>
                  <a:pt x="8433079" y="2024583"/>
                </a:lnTo>
                <a:lnTo>
                  <a:pt x="8431949" y="2025053"/>
                </a:lnTo>
                <a:lnTo>
                  <a:pt x="8430095" y="2026907"/>
                </a:lnTo>
                <a:lnTo>
                  <a:pt x="8429625" y="2028037"/>
                </a:lnTo>
                <a:lnTo>
                  <a:pt x="8429625" y="2030666"/>
                </a:lnTo>
                <a:lnTo>
                  <a:pt x="8430095" y="2031784"/>
                </a:lnTo>
                <a:lnTo>
                  <a:pt x="8431949" y="2033651"/>
                </a:lnTo>
                <a:lnTo>
                  <a:pt x="8433079" y="2034108"/>
                </a:lnTo>
                <a:lnTo>
                  <a:pt x="8435708" y="2034108"/>
                </a:lnTo>
                <a:lnTo>
                  <a:pt x="8436826" y="2033651"/>
                </a:lnTo>
                <a:lnTo>
                  <a:pt x="8438693" y="2031784"/>
                </a:lnTo>
                <a:lnTo>
                  <a:pt x="8439150" y="2030666"/>
                </a:lnTo>
                <a:lnTo>
                  <a:pt x="8439150" y="2028037"/>
                </a:lnTo>
                <a:close/>
              </a:path>
              <a:path w="10296525" h="3486150">
                <a:moveTo>
                  <a:pt x="8439150" y="1304391"/>
                </a:moveTo>
                <a:lnTo>
                  <a:pt x="8438693" y="1303274"/>
                </a:lnTo>
                <a:lnTo>
                  <a:pt x="8436826" y="1301419"/>
                </a:lnTo>
                <a:lnTo>
                  <a:pt x="8435708" y="1300949"/>
                </a:lnTo>
                <a:lnTo>
                  <a:pt x="8433079" y="1300949"/>
                </a:lnTo>
                <a:lnTo>
                  <a:pt x="8431949" y="1301419"/>
                </a:lnTo>
                <a:lnTo>
                  <a:pt x="8430095" y="1303274"/>
                </a:lnTo>
                <a:lnTo>
                  <a:pt x="8429625" y="1304391"/>
                </a:lnTo>
                <a:lnTo>
                  <a:pt x="8429625" y="1307033"/>
                </a:lnTo>
                <a:lnTo>
                  <a:pt x="8430095" y="1308150"/>
                </a:lnTo>
                <a:lnTo>
                  <a:pt x="8431949" y="1310005"/>
                </a:lnTo>
                <a:lnTo>
                  <a:pt x="8433079" y="1310474"/>
                </a:lnTo>
                <a:lnTo>
                  <a:pt x="8435708" y="1310474"/>
                </a:lnTo>
                <a:lnTo>
                  <a:pt x="8436826" y="1310005"/>
                </a:lnTo>
                <a:lnTo>
                  <a:pt x="8438693" y="1308150"/>
                </a:lnTo>
                <a:lnTo>
                  <a:pt x="8439150" y="1307033"/>
                </a:lnTo>
                <a:lnTo>
                  <a:pt x="8439150" y="1304391"/>
                </a:lnTo>
                <a:close/>
              </a:path>
              <a:path w="10296525" h="3486150">
                <a:moveTo>
                  <a:pt x="8439150" y="580758"/>
                </a:moveTo>
                <a:lnTo>
                  <a:pt x="8438693" y="579640"/>
                </a:lnTo>
                <a:lnTo>
                  <a:pt x="8436826" y="577773"/>
                </a:lnTo>
                <a:lnTo>
                  <a:pt x="8435708" y="577316"/>
                </a:lnTo>
                <a:lnTo>
                  <a:pt x="8433079" y="577316"/>
                </a:lnTo>
                <a:lnTo>
                  <a:pt x="8431949" y="577773"/>
                </a:lnTo>
                <a:lnTo>
                  <a:pt x="8430095" y="579640"/>
                </a:lnTo>
                <a:lnTo>
                  <a:pt x="8429625" y="580758"/>
                </a:lnTo>
                <a:lnTo>
                  <a:pt x="8429625" y="583387"/>
                </a:lnTo>
                <a:lnTo>
                  <a:pt x="8430095" y="584517"/>
                </a:lnTo>
                <a:lnTo>
                  <a:pt x="8431949" y="586371"/>
                </a:lnTo>
                <a:lnTo>
                  <a:pt x="8433079" y="586841"/>
                </a:lnTo>
                <a:lnTo>
                  <a:pt x="8435708" y="586841"/>
                </a:lnTo>
                <a:lnTo>
                  <a:pt x="8436826" y="586371"/>
                </a:lnTo>
                <a:lnTo>
                  <a:pt x="8438693" y="584517"/>
                </a:lnTo>
                <a:lnTo>
                  <a:pt x="8439150" y="583387"/>
                </a:lnTo>
                <a:lnTo>
                  <a:pt x="8439150" y="580758"/>
                </a:lnTo>
                <a:close/>
              </a:path>
              <a:path w="10296525" h="3486150">
                <a:moveTo>
                  <a:pt x="8486775" y="2751671"/>
                </a:moveTo>
                <a:lnTo>
                  <a:pt x="8486318" y="2750540"/>
                </a:lnTo>
                <a:lnTo>
                  <a:pt x="8484451" y="2748686"/>
                </a:lnTo>
                <a:lnTo>
                  <a:pt x="8483333" y="2748216"/>
                </a:lnTo>
                <a:lnTo>
                  <a:pt x="8480704" y="2748216"/>
                </a:lnTo>
                <a:lnTo>
                  <a:pt x="8479574" y="2748686"/>
                </a:lnTo>
                <a:lnTo>
                  <a:pt x="8477720" y="2750540"/>
                </a:lnTo>
                <a:lnTo>
                  <a:pt x="8477250" y="2751671"/>
                </a:lnTo>
                <a:lnTo>
                  <a:pt x="8477250" y="2754299"/>
                </a:lnTo>
                <a:lnTo>
                  <a:pt x="8477720" y="2755417"/>
                </a:lnTo>
                <a:lnTo>
                  <a:pt x="8479574" y="2757284"/>
                </a:lnTo>
                <a:lnTo>
                  <a:pt x="8480704" y="2757741"/>
                </a:lnTo>
                <a:lnTo>
                  <a:pt x="8483333" y="2757741"/>
                </a:lnTo>
                <a:lnTo>
                  <a:pt x="8484451" y="2757284"/>
                </a:lnTo>
                <a:lnTo>
                  <a:pt x="8486318" y="2755417"/>
                </a:lnTo>
                <a:lnTo>
                  <a:pt x="8486775" y="2754299"/>
                </a:lnTo>
                <a:lnTo>
                  <a:pt x="8486775" y="2751671"/>
                </a:lnTo>
                <a:close/>
              </a:path>
              <a:path w="10296525" h="3486150">
                <a:moveTo>
                  <a:pt x="8486775" y="2028037"/>
                </a:moveTo>
                <a:lnTo>
                  <a:pt x="8486318" y="2026907"/>
                </a:lnTo>
                <a:lnTo>
                  <a:pt x="8484451" y="2025053"/>
                </a:lnTo>
                <a:lnTo>
                  <a:pt x="8483333" y="2024583"/>
                </a:lnTo>
                <a:lnTo>
                  <a:pt x="8480704" y="2024583"/>
                </a:lnTo>
                <a:lnTo>
                  <a:pt x="8479574" y="2025053"/>
                </a:lnTo>
                <a:lnTo>
                  <a:pt x="8477720" y="2026907"/>
                </a:lnTo>
                <a:lnTo>
                  <a:pt x="8477250" y="2028037"/>
                </a:lnTo>
                <a:lnTo>
                  <a:pt x="8477250" y="2030666"/>
                </a:lnTo>
                <a:lnTo>
                  <a:pt x="8477720" y="2031784"/>
                </a:lnTo>
                <a:lnTo>
                  <a:pt x="8479574" y="2033651"/>
                </a:lnTo>
                <a:lnTo>
                  <a:pt x="8480704" y="2034108"/>
                </a:lnTo>
                <a:lnTo>
                  <a:pt x="8483333" y="2034108"/>
                </a:lnTo>
                <a:lnTo>
                  <a:pt x="8484451" y="2033651"/>
                </a:lnTo>
                <a:lnTo>
                  <a:pt x="8486318" y="2031784"/>
                </a:lnTo>
                <a:lnTo>
                  <a:pt x="8486775" y="2030666"/>
                </a:lnTo>
                <a:lnTo>
                  <a:pt x="8486775" y="2028037"/>
                </a:lnTo>
                <a:close/>
              </a:path>
              <a:path w="10296525" h="3486150">
                <a:moveTo>
                  <a:pt x="8486775" y="1304391"/>
                </a:moveTo>
                <a:lnTo>
                  <a:pt x="8486318" y="1303274"/>
                </a:lnTo>
                <a:lnTo>
                  <a:pt x="8484451" y="1301419"/>
                </a:lnTo>
                <a:lnTo>
                  <a:pt x="8483333" y="1300949"/>
                </a:lnTo>
                <a:lnTo>
                  <a:pt x="8480704" y="1300949"/>
                </a:lnTo>
                <a:lnTo>
                  <a:pt x="8479574" y="1301419"/>
                </a:lnTo>
                <a:lnTo>
                  <a:pt x="8477720" y="1303274"/>
                </a:lnTo>
                <a:lnTo>
                  <a:pt x="8477250" y="1304391"/>
                </a:lnTo>
                <a:lnTo>
                  <a:pt x="8477250" y="1307033"/>
                </a:lnTo>
                <a:lnTo>
                  <a:pt x="8477720" y="1308150"/>
                </a:lnTo>
                <a:lnTo>
                  <a:pt x="8479574" y="1310005"/>
                </a:lnTo>
                <a:lnTo>
                  <a:pt x="8480704" y="1310474"/>
                </a:lnTo>
                <a:lnTo>
                  <a:pt x="8483333" y="1310474"/>
                </a:lnTo>
                <a:lnTo>
                  <a:pt x="8484451" y="1310005"/>
                </a:lnTo>
                <a:lnTo>
                  <a:pt x="8486318" y="1308150"/>
                </a:lnTo>
                <a:lnTo>
                  <a:pt x="8486775" y="1307033"/>
                </a:lnTo>
                <a:lnTo>
                  <a:pt x="8486775" y="1304391"/>
                </a:lnTo>
                <a:close/>
              </a:path>
              <a:path w="10296525" h="3486150">
                <a:moveTo>
                  <a:pt x="8486775" y="580758"/>
                </a:moveTo>
                <a:lnTo>
                  <a:pt x="8486318" y="579640"/>
                </a:lnTo>
                <a:lnTo>
                  <a:pt x="8484451" y="577773"/>
                </a:lnTo>
                <a:lnTo>
                  <a:pt x="8483333" y="577316"/>
                </a:lnTo>
                <a:lnTo>
                  <a:pt x="8480704" y="577316"/>
                </a:lnTo>
                <a:lnTo>
                  <a:pt x="8479574" y="577773"/>
                </a:lnTo>
                <a:lnTo>
                  <a:pt x="8477720" y="579640"/>
                </a:lnTo>
                <a:lnTo>
                  <a:pt x="8477250" y="580758"/>
                </a:lnTo>
                <a:lnTo>
                  <a:pt x="8477250" y="583387"/>
                </a:lnTo>
                <a:lnTo>
                  <a:pt x="8477720" y="584517"/>
                </a:lnTo>
                <a:lnTo>
                  <a:pt x="8479574" y="586371"/>
                </a:lnTo>
                <a:lnTo>
                  <a:pt x="8480704" y="586841"/>
                </a:lnTo>
                <a:lnTo>
                  <a:pt x="8483333" y="586841"/>
                </a:lnTo>
                <a:lnTo>
                  <a:pt x="8484451" y="586371"/>
                </a:lnTo>
                <a:lnTo>
                  <a:pt x="8486318" y="584517"/>
                </a:lnTo>
                <a:lnTo>
                  <a:pt x="8486775" y="583387"/>
                </a:lnTo>
                <a:lnTo>
                  <a:pt x="8486775" y="580758"/>
                </a:lnTo>
                <a:close/>
              </a:path>
              <a:path w="10296525" h="3486150">
                <a:moveTo>
                  <a:pt x="8534400" y="2751671"/>
                </a:moveTo>
                <a:lnTo>
                  <a:pt x="8533943" y="2750540"/>
                </a:lnTo>
                <a:lnTo>
                  <a:pt x="8532076" y="2748686"/>
                </a:lnTo>
                <a:lnTo>
                  <a:pt x="8530958" y="2748216"/>
                </a:lnTo>
                <a:lnTo>
                  <a:pt x="8528329" y="2748216"/>
                </a:lnTo>
                <a:lnTo>
                  <a:pt x="8527199" y="2748686"/>
                </a:lnTo>
                <a:lnTo>
                  <a:pt x="8525345" y="2750540"/>
                </a:lnTo>
                <a:lnTo>
                  <a:pt x="8524875" y="2751671"/>
                </a:lnTo>
                <a:lnTo>
                  <a:pt x="8524875" y="2754299"/>
                </a:lnTo>
                <a:lnTo>
                  <a:pt x="8525345" y="2755417"/>
                </a:lnTo>
                <a:lnTo>
                  <a:pt x="8527199" y="2757284"/>
                </a:lnTo>
                <a:lnTo>
                  <a:pt x="8528329" y="2757741"/>
                </a:lnTo>
                <a:lnTo>
                  <a:pt x="8530958" y="2757741"/>
                </a:lnTo>
                <a:lnTo>
                  <a:pt x="8532076" y="2757284"/>
                </a:lnTo>
                <a:lnTo>
                  <a:pt x="8533943" y="2755417"/>
                </a:lnTo>
                <a:lnTo>
                  <a:pt x="8534400" y="2754299"/>
                </a:lnTo>
                <a:lnTo>
                  <a:pt x="8534400" y="2751671"/>
                </a:lnTo>
                <a:close/>
              </a:path>
              <a:path w="10296525" h="3486150">
                <a:moveTo>
                  <a:pt x="8534400" y="2028037"/>
                </a:moveTo>
                <a:lnTo>
                  <a:pt x="8533943" y="2026907"/>
                </a:lnTo>
                <a:lnTo>
                  <a:pt x="8532076" y="2025053"/>
                </a:lnTo>
                <a:lnTo>
                  <a:pt x="8530958" y="2024583"/>
                </a:lnTo>
                <a:lnTo>
                  <a:pt x="8528329" y="2024583"/>
                </a:lnTo>
                <a:lnTo>
                  <a:pt x="8527199" y="2025053"/>
                </a:lnTo>
                <a:lnTo>
                  <a:pt x="8525345" y="2026907"/>
                </a:lnTo>
                <a:lnTo>
                  <a:pt x="8524875" y="2028037"/>
                </a:lnTo>
                <a:lnTo>
                  <a:pt x="8524875" y="2030666"/>
                </a:lnTo>
                <a:lnTo>
                  <a:pt x="8525345" y="2031784"/>
                </a:lnTo>
                <a:lnTo>
                  <a:pt x="8527199" y="2033651"/>
                </a:lnTo>
                <a:lnTo>
                  <a:pt x="8528329" y="2034108"/>
                </a:lnTo>
                <a:lnTo>
                  <a:pt x="8530958" y="2034108"/>
                </a:lnTo>
                <a:lnTo>
                  <a:pt x="8532076" y="2033651"/>
                </a:lnTo>
                <a:lnTo>
                  <a:pt x="8533943" y="2031784"/>
                </a:lnTo>
                <a:lnTo>
                  <a:pt x="8534400" y="2030666"/>
                </a:lnTo>
                <a:lnTo>
                  <a:pt x="8534400" y="2028037"/>
                </a:lnTo>
                <a:close/>
              </a:path>
              <a:path w="10296525" h="3486150">
                <a:moveTo>
                  <a:pt x="8534400" y="1304391"/>
                </a:moveTo>
                <a:lnTo>
                  <a:pt x="8533943" y="1303274"/>
                </a:lnTo>
                <a:lnTo>
                  <a:pt x="8532076" y="1301419"/>
                </a:lnTo>
                <a:lnTo>
                  <a:pt x="8530958" y="1300949"/>
                </a:lnTo>
                <a:lnTo>
                  <a:pt x="8528329" y="1300949"/>
                </a:lnTo>
                <a:lnTo>
                  <a:pt x="8527199" y="1301419"/>
                </a:lnTo>
                <a:lnTo>
                  <a:pt x="8525345" y="1303274"/>
                </a:lnTo>
                <a:lnTo>
                  <a:pt x="8524875" y="1304391"/>
                </a:lnTo>
                <a:lnTo>
                  <a:pt x="8524875" y="1307033"/>
                </a:lnTo>
                <a:lnTo>
                  <a:pt x="8525345" y="1308150"/>
                </a:lnTo>
                <a:lnTo>
                  <a:pt x="8527199" y="1310005"/>
                </a:lnTo>
                <a:lnTo>
                  <a:pt x="8528329" y="1310474"/>
                </a:lnTo>
                <a:lnTo>
                  <a:pt x="8530958" y="1310474"/>
                </a:lnTo>
                <a:lnTo>
                  <a:pt x="8532076" y="1310005"/>
                </a:lnTo>
                <a:lnTo>
                  <a:pt x="8533943" y="1308150"/>
                </a:lnTo>
                <a:lnTo>
                  <a:pt x="8534400" y="1307033"/>
                </a:lnTo>
                <a:lnTo>
                  <a:pt x="8534400" y="1304391"/>
                </a:lnTo>
                <a:close/>
              </a:path>
              <a:path w="10296525" h="3486150">
                <a:moveTo>
                  <a:pt x="8534400" y="580758"/>
                </a:moveTo>
                <a:lnTo>
                  <a:pt x="8533943" y="579640"/>
                </a:lnTo>
                <a:lnTo>
                  <a:pt x="8532076" y="577773"/>
                </a:lnTo>
                <a:lnTo>
                  <a:pt x="8530958" y="577316"/>
                </a:lnTo>
                <a:lnTo>
                  <a:pt x="8528329" y="577316"/>
                </a:lnTo>
                <a:lnTo>
                  <a:pt x="8527199" y="577773"/>
                </a:lnTo>
                <a:lnTo>
                  <a:pt x="8525345" y="579640"/>
                </a:lnTo>
                <a:lnTo>
                  <a:pt x="8524875" y="580758"/>
                </a:lnTo>
                <a:lnTo>
                  <a:pt x="8524875" y="583387"/>
                </a:lnTo>
                <a:lnTo>
                  <a:pt x="8525345" y="584517"/>
                </a:lnTo>
                <a:lnTo>
                  <a:pt x="8527199" y="586371"/>
                </a:lnTo>
                <a:lnTo>
                  <a:pt x="8528329" y="586841"/>
                </a:lnTo>
                <a:lnTo>
                  <a:pt x="8530958" y="586841"/>
                </a:lnTo>
                <a:lnTo>
                  <a:pt x="8532076" y="586371"/>
                </a:lnTo>
                <a:lnTo>
                  <a:pt x="8533943" y="584517"/>
                </a:lnTo>
                <a:lnTo>
                  <a:pt x="8534400" y="583387"/>
                </a:lnTo>
                <a:lnTo>
                  <a:pt x="8534400" y="580758"/>
                </a:lnTo>
                <a:close/>
              </a:path>
              <a:path w="10296525" h="3486150">
                <a:moveTo>
                  <a:pt x="8582025" y="2751671"/>
                </a:moveTo>
                <a:lnTo>
                  <a:pt x="8581568" y="2750540"/>
                </a:lnTo>
                <a:lnTo>
                  <a:pt x="8579701" y="2748686"/>
                </a:lnTo>
                <a:lnTo>
                  <a:pt x="8578583" y="2748216"/>
                </a:lnTo>
                <a:lnTo>
                  <a:pt x="8575954" y="2748216"/>
                </a:lnTo>
                <a:lnTo>
                  <a:pt x="8574824" y="2748686"/>
                </a:lnTo>
                <a:lnTo>
                  <a:pt x="8572970" y="2750540"/>
                </a:lnTo>
                <a:lnTo>
                  <a:pt x="8572500" y="2751671"/>
                </a:lnTo>
                <a:lnTo>
                  <a:pt x="8572500" y="2754299"/>
                </a:lnTo>
                <a:lnTo>
                  <a:pt x="8572970" y="2755417"/>
                </a:lnTo>
                <a:lnTo>
                  <a:pt x="8574824" y="2757284"/>
                </a:lnTo>
                <a:lnTo>
                  <a:pt x="8575954" y="2757741"/>
                </a:lnTo>
                <a:lnTo>
                  <a:pt x="8578583" y="2757741"/>
                </a:lnTo>
                <a:lnTo>
                  <a:pt x="8579701" y="2757284"/>
                </a:lnTo>
                <a:lnTo>
                  <a:pt x="8581568" y="2755417"/>
                </a:lnTo>
                <a:lnTo>
                  <a:pt x="8582025" y="2754299"/>
                </a:lnTo>
                <a:lnTo>
                  <a:pt x="8582025" y="2751671"/>
                </a:lnTo>
                <a:close/>
              </a:path>
              <a:path w="10296525" h="3486150">
                <a:moveTo>
                  <a:pt x="8582025" y="2028037"/>
                </a:moveTo>
                <a:lnTo>
                  <a:pt x="8581568" y="2026907"/>
                </a:lnTo>
                <a:lnTo>
                  <a:pt x="8579701" y="2025053"/>
                </a:lnTo>
                <a:lnTo>
                  <a:pt x="8578583" y="2024583"/>
                </a:lnTo>
                <a:lnTo>
                  <a:pt x="8575954" y="2024583"/>
                </a:lnTo>
                <a:lnTo>
                  <a:pt x="8574824" y="2025053"/>
                </a:lnTo>
                <a:lnTo>
                  <a:pt x="8572970" y="2026907"/>
                </a:lnTo>
                <a:lnTo>
                  <a:pt x="8572500" y="2028037"/>
                </a:lnTo>
                <a:lnTo>
                  <a:pt x="8572500" y="2030666"/>
                </a:lnTo>
                <a:lnTo>
                  <a:pt x="8572970" y="2031784"/>
                </a:lnTo>
                <a:lnTo>
                  <a:pt x="8574824" y="2033651"/>
                </a:lnTo>
                <a:lnTo>
                  <a:pt x="8575954" y="2034108"/>
                </a:lnTo>
                <a:lnTo>
                  <a:pt x="8578583" y="2034108"/>
                </a:lnTo>
                <a:lnTo>
                  <a:pt x="8579701" y="2033651"/>
                </a:lnTo>
                <a:lnTo>
                  <a:pt x="8581568" y="2031784"/>
                </a:lnTo>
                <a:lnTo>
                  <a:pt x="8582025" y="2030666"/>
                </a:lnTo>
                <a:lnTo>
                  <a:pt x="8582025" y="2028037"/>
                </a:lnTo>
                <a:close/>
              </a:path>
              <a:path w="10296525" h="3486150">
                <a:moveTo>
                  <a:pt x="8582025" y="1304391"/>
                </a:moveTo>
                <a:lnTo>
                  <a:pt x="8581568" y="1303274"/>
                </a:lnTo>
                <a:lnTo>
                  <a:pt x="8579701" y="1301419"/>
                </a:lnTo>
                <a:lnTo>
                  <a:pt x="8578583" y="1300949"/>
                </a:lnTo>
                <a:lnTo>
                  <a:pt x="8575954" y="1300949"/>
                </a:lnTo>
                <a:lnTo>
                  <a:pt x="8574824" y="1301419"/>
                </a:lnTo>
                <a:lnTo>
                  <a:pt x="8572970" y="1303274"/>
                </a:lnTo>
                <a:lnTo>
                  <a:pt x="8572500" y="1304391"/>
                </a:lnTo>
                <a:lnTo>
                  <a:pt x="8572500" y="1307033"/>
                </a:lnTo>
                <a:lnTo>
                  <a:pt x="8572970" y="1308150"/>
                </a:lnTo>
                <a:lnTo>
                  <a:pt x="8574824" y="1310005"/>
                </a:lnTo>
                <a:lnTo>
                  <a:pt x="8575954" y="1310474"/>
                </a:lnTo>
                <a:lnTo>
                  <a:pt x="8578583" y="1310474"/>
                </a:lnTo>
                <a:lnTo>
                  <a:pt x="8579701" y="1310005"/>
                </a:lnTo>
                <a:lnTo>
                  <a:pt x="8581568" y="1308150"/>
                </a:lnTo>
                <a:lnTo>
                  <a:pt x="8582025" y="1307033"/>
                </a:lnTo>
                <a:lnTo>
                  <a:pt x="8582025" y="1304391"/>
                </a:lnTo>
                <a:close/>
              </a:path>
              <a:path w="10296525" h="3486150">
                <a:moveTo>
                  <a:pt x="8582025" y="580758"/>
                </a:moveTo>
                <a:lnTo>
                  <a:pt x="8581568" y="579640"/>
                </a:lnTo>
                <a:lnTo>
                  <a:pt x="8579701" y="577773"/>
                </a:lnTo>
                <a:lnTo>
                  <a:pt x="8578583" y="577316"/>
                </a:lnTo>
                <a:lnTo>
                  <a:pt x="8575954" y="577316"/>
                </a:lnTo>
                <a:lnTo>
                  <a:pt x="8574824" y="577773"/>
                </a:lnTo>
                <a:lnTo>
                  <a:pt x="8572970" y="579640"/>
                </a:lnTo>
                <a:lnTo>
                  <a:pt x="8572500" y="580758"/>
                </a:lnTo>
                <a:lnTo>
                  <a:pt x="8572500" y="583387"/>
                </a:lnTo>
                <a:lnTo>
                  <a:pt x="8572970" y="584517"/>
                </a:lnTo>
                <a:lnTo>
                  <a:pt x="8574824" y="586371"/>
                </a:lnTo>
                <a:lnTo>
                  <a:pt x="8575954" y="586841"/>
                </a:lnTo>
                <a:lnTo>
                  <a:pt x="8578583" y="586841"/>
                </a:lnTo>
                <a:lnTo>
                  <a:pt x="8579701" y="586371"/>
                </a:lnTo>
                <a:lnTo>
                  <a:pt x="8581568" y="584517"/>
                </a:lnTo>
                <a:lnTo>
                  <a:pt x="8582025" y="583387"/>
                </a:lnTo>
                <a:lnTo>
                  <a:pt x="8582025" y="580758"/>
                </a:lnTo>
                <a:close/>
              </a:path>
              <a:path w="10296525" h="3486150">
                <a:moveTo>
                  <a:pt x="8629650" y="2751671"/>
                </a:moveTo>
                <a:lnTo>
                  <a:pt x="8629193" y="2750540"/>
                </a:lnTo>
                <a:lnTo>
                  <a:pt x="8627326" y="2748686"/>
                </a:lnTo>
                <a:lnTo>
                  <a:pt x="8626208" y="2748216"/>
                </a:lnTo>
                <a:lnTo>
                  <a:pt x="8623579" y="2748216"/>
                </a:lnTo>
                <a:lnTo>
                  <a:pt x="8622449" y="2748686"/>
                </a:lnTo>
                <a:lnTo>
                  <a:pt x="8620595" y="2750540"/>
                </a:lnTo>
                <a:lnTo>
                  <a:pt x="8620125" y="2751671"/>
                </a:lnTo>
                <a:lnTo>
                  <a:pt x="8620125" y="2754299"/>
                </a:lnTo>
                <a:lnTo>
                  <a:pt x="8620595" y="2755417"/>
                </a:lnTo>
                <a:lnTo>
                  <a:pt x="8622449" y="2757284"/>
                </a:lnTo>
                <a:lnTo>
                  <a:pt x="8623579" y="2757741"/>
                </a:lnTo>
                <a:lnTo>
                  <a:pt x="8626208" y="2757741"/>
                </a:lnTo>
                <a:lnTo>
                  <a:pt x="8627326" y="2757284"/>
                </a:lnTo>
                <a:lnTo>
                  <a:pt x="8629193" y="2755417"/>
                </a:lnTo>
                <a:lnTo>
                  <a:pt x="8629650" y="2754299"/>
                </a:lnTo>
                <a:lnTo>
                  <a:pt x="8629650" y="2751671"/>
                </a:lnTo>
                <a:close/>
              </a:path>
              <a:path w="10296525" h="3486150">
                <a:moveTo>
                  <a:pt x="8629650" y="2028037"/>
                </a:moveTo>
                <a:lnTo>
                  <a:pt x="8629193" y="2026907"/>
                </a:lnTo>
                <a:lnTo>
                  <a:pt x="8627326" y="2025053"/>
                </a:lnTo>
                <a:lnTo>
                  <a:pt x="8626208" y="2024583"/>
                </a:lnTo>
                <a:lnTo>
                  <a:pt x="8623579" y="2024583"/>
                </a:lnTo>
                <a:lnTo>
                  <a:pt x="8622449" y="2025053"/>
                </a:lnTo>
                <a:lnTo>
                  <a:pt x="8620595" y="2026907"/>
                </a:lnTo>
                <a:lnTo>
                  <a:pt x="8620125" y="2028037"/>
                </a:lnTo>
                <a:lnTo>
                  <a:pt x="8620125" y="2030666"/>
                </a:lnTo>
                <a:lnTo>
                  <a:pt x="8620595" y="2031784"/>
                </a:lnTo>
                <a:lnTo>
                  <a:pt x="8622449" y="2033651"/>
                </a:lnTo>
                <a:lnTo>
                  <a:pt x="8623579" y="2034108"/>
                </a:lnTo>
                <a:lnTo>
                  <a:pt x="8626208" y="2034108"/>
                </a:lnTo>
                <a:lnTo>
                  <a:pt x="8627326" y="2033651"/>
                </a:lnTo>
                <a:lnTo>
                  <a:pt x="8629193" y="2031784"/>
                </a:lnTo>
                <a:lnTo>
                  <a:pt x="8629650" y="2030666"/>
                </a:lnTo>
                <a:lnTo>
                  <a:pt x="8629650" y="2028037"/>
                </a:lnTo>
                <a:close/>
              </a:path>
              <a:path w="10296525" h="3486150">
                <a:moveTo>
                  <a:pt x="8629650" y="1304391"/>
                </a:moveTo>
                <a:lnTo>
                  <a:pt x="8629193" y="1303274"/>
                </a:lnTo>
                <a:lnTo>
                  <a:pt x="8627326" y="1301419"/>
                </a:lnTo>
                <a:lnTo>
                  <a:pt x="8626208" y="1300949"/>
                </a:lnTo>
                <a:lnTo>
                  <a:pt x="8623579" y="1300949"/>
                </a:lnTo>
                <a:lnTo>
                  <a:pt x="8622449" y="1301419"/>
                </a:lnTo>
                <a:lnTo>
                  <a:pt x="8620595" y="1303274"/>
                </a:lnTo>
                <a:lnTo>
                  <a:pt x="8620125" y="1304391"/>
                </a:lnTo>
                <a:lnTo>
                  <a:pt x="8620125" y="1307033"/>
                </a:lnTo>
                <a:lnTo>
                  <a:pt x="8620595" y="1308150"/>
                </a:lnTo>
                <a:lnTo>
                  <a:pt x="8622449" y="1310005"/>
                </a:lnTo>
                <a:lnTo>
                  <a:pt x="8623579" y="1310474"/>
                </a:lnTo>
                <a:lnTo>
                  <a:pt x="8626208" y="1310474"/>
                </a:lnTo>
                <a:lnTo>
                  <a:pt x="8627326" y="1310005"/>
                </a:lnTo>
                <a:lnTo>
                  <a:pt x="8629193" y="1308150"/>
                </a:lnTo>
                <a:lnTo>
                  <a:pt x="8629650" y="1307033"/>
                </a:lnTo>
                <a:lnTo>
                  <a:pt x="8629650" y="1304391"/>
                </a:lnTo>
                <a:close/>
              </a:path>
              <a:path w="10296525" h="3486150">
                <a:moveTo>
                  <a:pt x="8629650" y="580758"/>
                </a:moveTo>
                <a:lnTo>
                  <a:pt x="8629193" y="579640"/>
                </a:lnTo>
                <a:lnTo>
                  <a:pt x="8627326" y="577773"/>
                </a:lnTo>
                <a:lnTo>
                  <a:pt x="8626208" y="577316"/>
                </a:lnTo>
                <a:lnTo>
                  <a:pt x="8623579" y="577316"/>
                </a:lnTo>
                <a:lnTo>
                  <a:pt x="8622449" y="577773"/>
                </a:lnTo>
                <a:lnTo>
                  <a:pt x="8620595" y="579640"/>
                </a:lnTo>
                <a:lnTo>
                  <a:pt x="8620125" y="580758"/>
                </a:lnTo>
                <a:lnTo>
                  <a:pt x="8620125" y="583387"/>
                </a:lnTo>
                <a:lnTo>
                  <a:pt x="8620595" y="584517"/>
                </a:lnTo>
                <a:lnTo>
                  <a:pt x="8622449" y="586371"/>
                </a:lnTo>
                <a:lnTo>
                  <a:pt x="8623579" y="586841"/>
                </a:lnTo>
                <a:lnTo>
                  <a:pt x="8626208" y="586841"/>
                </a:lnTo>
                <a:lnTo>
                  <a:pt x="8627326" y="586371"/>
                </a:lnTo>
                <a:lnTo>
                  <a:pt x="8629193" y="584517"/>
                </a:lnTo>
                <a:lnTo>
                  <a:pt x="8629650" y="583387"/>
                </a:lnTo>
                <a:lnTo>
                  <a:pt x="8629650" y="580758"/>
                </a:lnTo>
                <a:close/>
              </a:path>
              <a:path w="10296525" h="3486150">
                <a:moveTo>
                  <a:pt x="8677275" y="2751671"/>
                </a:moveTo>
                <a:lnTo>
                  <a:pt x="8676818" y="2750540"/>
                </a:lnTo>
                <a:lnTo>
                  <a:pt x="8674951" y="2748686"/>
                </a:lnTo>
                <a:lnTo>
                  <a:pt x="8673833" y="2748216"/>
                </a:lnTo>
                <a:lnTo>
                  <a:pt x="8671204" y="2748216"/>
                </a:lnTo>
                <a:lnTo>
                  <a:pt x="8670074" y="2748686"/>
                </a:lnTo>
                <a:lnTo>
                  <a:pt x="8668220" y="2750540"/>
                </a:lnTo>
                <a:lnTo>
                  <a:pt x="8667750" y="2751671"/>
                </a:lnTo>
                <a:lnTo>
                  <a:pt x="8667750" y="2754299"/>
                </a:lnTo>
                <a:lnTo>
                  <a:pt x="8668220" y="2755417"/>
                </a:lnTo>
                <a:lnTo>
                  <a:pt x="8670074" y="2757284"/>
                </a:lnTo>
                <a:lnTo>
                  <a:pt x="8671204" y="2757741"/>
                </a:lnTo>
                <a:lnTo>
                  <a:pt x="8673833" y="2757741"/>
                </a:lnTo>
                <a:lnTo>
                  <a:pt x="8674951" y="2757284"/>
                </a:lnTo>
                <a:lnTo>
                  <a:pt x="8676818" y="2755417"/>
                </a:lnTo>
                <a:lnTo>
                  <a:pt x="8677275" y="2754299"/>
                </a:lnTo>
                <a:lnTo>
                  <a:pt x="8677275" y="2751671"/>
                </a:lnTo>
                <a:close/>
              </a:path>
              <a:path w="10296525" h="3486150">
                <a:moveTo>
                  <a:pt x="8677275" y="2028037"/>
                </a:moveTo>
                <a:lnTo>
                  <a:pt x="8676818" y="2026907"/>
                </a:lnTo>
                <a:lnTo>
                  <a:pt x="8674951" y="2025053"/>
                </a:lnTo>
                <a:lnTo>
                  <a:pt x="8673833" y="2024583"/>
                </a:lnTo>
                <a:lnTo>
                  <a:pt x="8671204" y="2024583"/>
                </a:lnTo>
                <a:lnTo>
                  <a:pt x="8670074" y="2025053"/>
                </a:lnTo>
                <a:lnTo>
                  <a:pt x="8668220" y="2026907"/>
                </a:lnTo>
                <a:lnTo>
                  <a:pt x="8667750" y="2028037"/>
                </a:lnTo>
                <a:lnTo>
                  <a:pt x="8667750" y="2030666"/>
                </a:lnTo>
                <a:lnTo>
                  <a:pt x="8668220" y="2031784"/>
                </a:lnTo>
                <a:lnTo>
                  <a:pt x="8670074" y="2033651"/>
                </a:lnTo>
                <a:lnTo>
                  <a:pt x="8671204" y="2034108"/>
                </a:lnTo>
                <a:lnTo>
                  <a:pt x="8673833" y="2034108"/>
                </a:lnTo>
                <a:lnTo>
                  <a:pt x="8674951" y="2033651"/>
                </a:lnTo>
                <a:lnTo>
                  <a:pt x="8676818" y="2031784"/>
                </a:lnTo>
                <a:lnTo>
                  <a:pt x="8677275" y="2030666"/>
                </a:lnTo>
                <a:lnTo>
                  <a:pt x="8677275" y="2028037"/>
                </a:lnTo>
                <a:close/>
              </a:path>
              <a:path w="10296525" h="3486150">
                <a:moveTo>
                  <a:pt x="8677275" y="1304391"/>
                </a:moveTo>
                <a:lnTo>
                  <a:pt x="8676818" y="1303274"/>
                </a:lnTo>
                <a:lnTo>
                  <a:pt x="8674951" y="1301419"/>
                </a:lnTo>
                <a:lnTo>
                  <a:pt x="8673833" y="1300949"/>
                </a:lnTo>
                <a:lnTo>
                  <a:pt x="8671204" y="1300949"/>
                </a:lnTo>
                <a:lnTo>
                  <a:pt x="8670074" y="1301419"/>
                </a:lnTo>
                <a:lnTo>
                  <a:pt x="8668220" y="1303274"/>
                </a:lnTo>
                <a:lnTo>
                  <a:pt x="8667750" y="1304391"/>
                </a:lnTo>
                <a:lnTo>
                  <a:pt x="8667750" y="1307033"/>
                </a:lnTo>
                <a:lnTo>
                  <a:pt x="8668220" y="1308150"/>
                </a:lnTo>
                <a:lnTo>
                  <a:pt x="8670074" y="1310005"/>
                </a:lnTo>
                <a:lnTo>
                  <a:pt x="8671204" y="1310474"/>
                </a:lnTo>
                <a:lnTo>
                  <a:pt x="8673833" y="1310474"/>
                </a:lnTo>
                <a:lnTo>
                  <a:pt x="8674951" y="1310005"/>
                </a:lnTo>
                <a:lnTo>
                  <a:pt x="8676818" y="1308150"/>
                </a:lnTo>
                <a:lnTo>
                  <a:pt x="8677275" y="1307033"/>
                </a:lnTo>
                <a:lnTo>
                  <a:pt x="8677275" y="1304391"/>
                </a:lnTo>
                <a:close/>
              </a:path>
              <a:path w="10296525" h="3486150">
                <a:moveTo>
                  <a:pt x="8677275" y="580758"/>
                </a:moveTo>
                <a:lnTo>
                  <a:pt x="8676818" y="579640"/>
                </a:lnTo>
                <a:lnTo>
                  <a:pt x="8674951" y="577773"/>
                </a:lnTo>
                <a:lnTo>
                  <a:pt x="8673833" y="577316"/>
                </a:lnTo>
                <a:lnTo>
                  <a:pt x="8671204" y="577316"/>
                </a:lnTo>
                <a:lnTo>
                  <a:pt x="8670074" y="577773"/>
                </a:lnTo>
                <a:lnTo>
                  <a:pt x="8668220" y="579640"/>
                </a:lnTo>
                <a:lnTo>
                  <a:pt x="8667750" y="580758"/>
                </a:lnTo>
                <a:lnTo>
                  <a:pt x="8667750" y="583387"/>
                </a:lnTo>
                <a:lnTo>
                  <a:pt x="8668220" y="584517"/>
                </a:lnTo>
                <a:lnTo>
                  <a:pt x="8670074" y="586371"/>
                </a:lnTo>
                <a:lnTo>
                  <a:pt x="8671204" y="586841"/>
                </a:lnTo>
                <a:lnTo>
                  <a:pt x="8673833" y="586841"/>
                </a:lnTo>
                <a:lnTo>
                  <a:pt x="8674951" y="586371"/>
                </a:lnTo>
                <a:lnTo>
                  <a:pt x="8676818" y="584517"/>
                </a:lnTo>
                <a:lnTo>
                  <a:pt x="8677275" y="583387"/>
                </a:lnTo>
                <a:lnTo>
                  <a:pt x="8677275" y="580758"/>
                </a:lnTo>
                <a:close/>
              </a:path>
              <a:path w="10296525" h="3486150">
                <a:moveTo>
                  <a:pt x="8724900" y="2751671"/>
                </a:moveTo>
                <a:lnTo>
                  <a:pt x="8724443" y="2750540"/>
                </a:lnTo>
                <a:lnTo>
                  <a:pt x="8722576" y="2748686"/>
                </a:lnTo>
                <a:lnTo>
                  <a:pt x="8721458" y="2748216"/>
                </a:lnTo>
                <a:lnTo>
                  <a:pt x="8718829" y="2748216"/>
                </a:lnTo>
                <a:lnTo>
                  <a:pt x="8717699" y="2748686"/>
                </a:lnTo>
                <a:lnTo>
                  <a:pt x="8715845" y="2750540"/>
                </a:lnTo>
                <a:lnTo>
                  <a:pt x="8715375" y="2751671"/>
                </a:lnTo>
                <a:lnTo>
                  <a:pt x="8715375" y="2754299"/>
                </a:lnTo>
                <a:lnTo>
                  <a:pt x="8715845" y="2755417"/>
                </a:lnTo>
                <a:lnTo>
                  <a:pt x="8717699" y="2757284"/>
                </a:lnTo>
                <a:lnTo>
                  <a:pt x="8718829" y="2757741"/>
                </a:lnTo>
                <a:lnTo>
                  <a:pt x="8721458" y="2757741"/>
                </a:lnTo>
                <a:lnTo>
                  <a:pt x="8722576" y="2757284"/>
                </a:lnTo>
                <a:lnTo>
                  <a:pt x="8724443" y="2755417"/>
                </a:lnTo>
                <a:lnTo>
                  <a:pt x="8724900" y="2754299"/>
                </a:lnTo>
                <a:lnTo>
                  <a:pt x="8724900" y="2751671"/>
                </a:lnTo>
                <a:close/>
              </a:path>
              <a:path w="10296525" h="3486150">
                <a:moveTo>
                  <a:pt x="8724900" y="2028037"/>
                </a:moveTo>
                <a:lnTo>
                  <a:pt x="8724443" y="2026907"/>
                </a:lnTo>
                <a:lnTo>
                  <a:pt x="8722576" y="2025053"/>
                </a:lnTo>
                <a:lnTo>
                  <a:pt x="8721458" y="2024583"/>
                </a:lnTo>
                <a:lnTo>
                  <a:pt x="8718829" y="2024583"/>
                </a:lnTo>
                <a:lnTo>
                  <a:pt x="8717699" y="2025053"/>
                </a:lnTo>
                <a:lnTo>
                  <a:pt x="8715845" y="2026907"/>
                </a:lnTo>
                <a:lnTo>
                  <a:pt x="8715375" y="2028037"/>
                </a:lnTo>
                <a:lnTo>
                  <a:pt x="8715375" y="2030666"/>
                </a:lnTo>
                <a:lnTo>
                  <a:pt x="8715845" y="2031784"/>
                </a:lnTo>
                <a:lnTo>
                  <a:pt x="8717699" y="2033651"/>
                </a:lnTo>
                <a:lnTo>
                  <a:pt x="8718829" y="2034108"/>
                </a:lnTo>
                <a:lnTo>
                  <a:pt x="8721458" y="2034108"/>
                </a:lnTo>
                <a:lnTo>
                  <a:pt x="8722576" y="2033651"/>
                </a:lnTo>
                <a:lnTo>
                  <a:pt x="8724443" y="2031784"/>
                </a:lnTo>
                <a:lnTo>
                  <a:pt x="8724900" y="2030666"/>
                </a:lnTo>
                <a:lnTo>
                  <a:pt x="8724900" y="2028037"/>
                </a:lnTo>
                <a:close/>
              </a:path>
              <a:path w="10296525" h="3486150">
                <a:moveTo>
                  <a:pt x="8724900" y="1304391"/>
                </a:moveTo>
                <a:lnTo>
                  <a:pt x="8724443" y="1303274"/>
                </a:lnTo>
                <a:lnTo>
                  <a:pt x="8722576" y="1301419"/>
                </a:lnTo>
                <a:lnTo>
                  <a:pt x="8721458" y="1300949"/>
                </a:lnTo>
                <a:lnTo>
                  <a:pt x="8718829" y="1300949"/>
                </a:lnTo>
                <a:lnTo>
                  <a:pt x="8717699" y="1301419"/>
                </a:lnTo>
                <a:lnTo>
                  <a:pt x="8715845" y="1303274"/>
                </a:lnTo>
                <a:lnTo>
                  <a:pt x="8715375" y="1304391"/>
                </a:lnTo>
                <a:lnTo>
                  <a:pt x="8715375" y="1307033"/>
                </a:lnTo>
                <a:lnTo>
                  <a:pt x="8715845" y="1308150"/>
                </a:lnTo>
                <a:lnTo>
                  <a:pt x="8717699" y="1310005"/>
                </a:lnTo>
                <a:lnTo>
                  <a:pt x="8718829" y="1310474"/>
                </a:lnTo>
                <a:lnTo>
                  <a:pt x="8721458" y="1310474"/>
                </a:lnTo>
                <a:lnTo>
                  <a:pt x="8722576" y="1310005"/>
                </a:lnTo>
                <a:lnTo>
                  <a:pt x="8724443" y="1308150"/>
                </a:lnTo>
                <a:lnTo>
                  <a:pt x="8724900" y="1307033"/>
                </a:lnTo>
                <a:lnTo>
                  <a:pt x="8724900" y="1304391"/>
                </a:lnTo>
                <a:close/>
              </a:path>
              <a:path w="10296525" h="3486150">
                <a:moveTo>
                  <a:pt x="8724900" y="580758"/>
                </a:moveTo>
                <a:lnTo>
                  <a:pt x="8724443" y="579640"/>
                </a:lnTo>
                <a:lnTo>
                  <a:pt x="8722576" y="577773"/>
                </a:lnTo>
                <a:lnTo>
                  <a:pt x="8721458" y="577316"/>
                </a:lnTo>
                <a:lnTo>
                  <a:pt x="8718829" y="577316"/>
                </a:lnTo>
                <a:lnTo>
                  <a:pt x="8717699" y="577773"/>
                </a:lnTo>
                <a:lnTo>
                  <a:pt x="8715845" y="579640"/>
                </a:lnTo>
                <a:lnTo>
                  <a:pt x="8715375" y="580758"/>
                </a:lnTo>
                <a:lnTo>
                  <a:pt x="8715375" y="583387"/>
                </a:lnTo>
                <a:lnTo>
                  <a:pt x="8715845" y="584517"/>
                </a:lnTo>
                <a:lnTo>
                  <a:pt x="8717699" y="586371"/>
                </a:lnTo>
                <a:lnTo>
                  <a:pt x="8718829" y="586841"/>
                </a:lnTo>
                <a:lnTo>
                  <a:pt x="8721458" y="586841"/>
                </a:lnTo>
                <a:lnTo>
                  <a:pt x="8722576" y="586371"/>
                </a:lnTo>
                <a:lnTo>
                  <a:pt x="8724443" y="584517"/>
                </a:lnTo>
                <a:lnTo>
                  <a:pt x="8724900" y="583387"/>
                </a:lnTo>
                <a:lnTo>
                  <a:pt x="8724900" y="580758"/>
                </a:lnTo>
                <a:close/>
              </a:path>
              <a:path w="10296525" h="3486150">
                <a:moveTo>
                  <a:pt x="8772525" y="2751671"/>
                </a:moveTo>
                <a:lnTo>
                  <a:pt x="8772068" y="2750540"/>
                </a:lnTo>
                <a:lnTo>
                  <a:pt x="8770201" y="2748686"/>
                </a:lnTo>
                <a:lnTo>
                  <a:pt x="8769083" y="2748216"/>
                </a:lnTo>
                <a:lnTo>
                  <a:pt x="8766454" y="2748216"/>
                </a:lnTo>
                <a:lnTo>
                  <a:pt x="8765324" y="2748686"/>
                </a:lnTo>
                <a:lnTo>
                  <a:pt x="8763470" y="2750540"/>
                </a:lnTo>
                <a:lnTo>
                  <a:pt x="8763000" y="2751671"/>
                </a:lnTo>
                <a:lnTo>
                  <a:pt x="8763000" y="2754299"/>
                </a:lnTo>
                <a:lnTo>
                  <a:pt x="8763470" y="2755417"/>
                </a:lnTo>
                <a:lnTo>
                  <a:pt x="8765324" y="2757284"/>
                </a:lnTo>
                <a:lnTo>
                  <a:pt x="8766454" y="2757741"/>
                </a:lnTo>
                <a:lnTo>
                  <a:pt x="8769083" y="2757741"/>
                </a:lnTo>
                <a:lnTo>
                  <a:pt x="8770201" y="2757284"/>
                </a:lnTo>
                <a:lnTo>
                  <a:pt x="8772068" y="2755417"/>
                </a:lnTo>
                <a:lnTo>
                  <a:pt x="8772525" y="2754299"/>
                </a:lnTo>
                <a:lnTo>
                  <a:pt x="8772525" y="2751671"/>
                </a:lnTo>
                <a:close/>
              </a:path>
              <a:path w="10296525" h="3486150">
                <a:moveTo>
                  <a:pt x="8772525" y="2028037"/>
                </a:moveTo>
                <a:lnTo>
                  <a:pt x="8772068" y="2026907"/>
                </a:lnTo>
                <a:lnTo>
                  <a:pt x="8770201" y="2025053"/>
                </a:lnTo>
                <a:lnTo>
                  <a:pt x="8769083" y="2024583"/>
                </a:lnTo>
                <a:lnTo>
                  <a:pt x="8766454" y="2024583"/>
                </a:lnTo>
                <a:lnTo>
                  <a:pt x="8765324" y="2025053"/>
                </a:lnTo>
                <a:lnTo>
                  <a:pt x="8763470" y="2026907"/>
                </a:lnTo>
                <a:lnTo>
                  <a:pt x="8763000" y="2028037"/>
                </a:lnTo>
                <a:lnTo>
                  <a:pt x="8763000" y="2030666"/>
                </a:lnTo>
                <a:lnTo>
                  <a:pt x="8763470" y="2031784"/>
                </a:lnTo>
                <a:lnTo>
                  <a:pt x="8765324" y="2033651"/>
                </a:lnTo>
                <a:lnTo>
                  <a:pt x="8766454" y="2034108"/>
                </a:lnTo>
                <a:lnTo>
                  <a:pt x="8769083" y="2034108"/>
                </a:lnTo>
                <a:lnTo>
                  <a:pt x="8770201" y="2033651"/>
                </a:lnTo>
                <a:lnTo>
                  <a:pt x="8772068" y="2031784"/>
                </a:lnTo>
                <a:lnTo>
                  <a:pt x="8772525" y="2030666"/>
                </a:lnTo>
                <a:lnTo>
                  <a:pt x="8772525" y="2028037"/>
                </a:lnTo>
                <a:close/>
              </a:path>
              <a:path w="10296525" h="3486150">
                <a:moveTo>
                  <a:pt x="8772525" y="1304391"/>
                </a:moveTo>
                <a:lnTo>
                  <a:pt x="8772068" y="1303274"/>
                </a:lnTo>
                <a:lnTo>
                  <a:pt x="8770201" y="1301419"/>
                </a:lnTo>
                <a:lnTo>
                  <a:pt x="8769083" y="1300949"/>
                </a:lnTo>
                <a:lnTo>
                  <a:pt x="8766454" y="1300949"/>
                </a:lnTo>
                <a:lnTo>
                  <a:pt x="8765324" y="1301419"/>
                </a:lnTo>
                <a:lnTo>
                  <a:pt x="8763470" y="1303274"/>
                </a:lnTo>
                <a:lnTo>
                  <a:pt x="8763000" y="1304391"/>
                </a:lnTo>
                <a:lnTo>
                  <a:pt x="8763000" y="1307033"/>
                </a:lnTo>
                <a:lnTo>
                  <a:pt x="8763470" y="1308150"/>
                </a:lnTo>
                <a:lnTo>
                  <a:pt x="8765324" y="1310005"/>
                </a:lnTo>
                <a:lnTo>
                  <a:pt x="8766454" y="1310474"/>
                </a:lnTo>
                <a:lnTo>
                  <a:pt x="8769083" y="1310474"/>
                </a:lnTo>
                <a:lnTo>
                  <a:pt x="8770201" y="1310005"/>
                </a:lnTo>
                <a:lnTo>
                  <a:pt x="8772068" y="1308150"/>
                </a:lnTo>
                <a:lnTo>
                  <a:pt x="8772525" y="1307033"/>
                </a:lnTo>
                <a:lnTo>
                  <a:pt x="8772525" y="1304391"/>
                </a:lnTo>
                <a:close/>
              </a:path>
              <a:path w="10296525" h="3486150">
                <a:moveTo>
                  <a:pt x="8772525" y="580758"/>
                </a:moveTo>
                <a:lnTo>
                  <a:pt x="8772068" y="579640"/>
                </a:lnTo>
                <a:lnTo>
                  <a:pt x="8770201" y="577773"/>
                </a:lnTo>
                <a:lnTo>
                  <a:pt x="8769083" y="577316"/>
                </a:lnTo>
                <a:lnTo>
                  <a:pt x="8766454" y="577316"/>
                </a:lnTo>
                <a:lnTo>
                  <a:pt x="8765324" y="577773"/>
                </a:lnTo>
                <a:lnTo>
                  <a:pt x="8763470" y="579640"/>
                </a:lnTo>
                <a:lnTo>
                  <a:pt x="8763000" y="580758"/>
                </a:lnTo>
                <a:lnTo>
                  <a:pt x="8763000" y="583387"/>
                </a:lnTo>
                <a:lnTo>
                  <a:pt x="8763470" y="584517"/>
                </a:lnTo>
                <a:lnTo>
                  <a:pt x="8765324" y="586371"/>
                </a:lnTo>
                <a:lnTo>
                  <a:pt x="8766454" y="586841"/>
                </a:lnTo>
                <a:lnTo>
                  <a:pt x="8769083" y="586841"/>
                </a:lnTo>
                <a:lnTo>
                  <a:pt x="8770201" y="586371"/>
                </a:lnTo>
                <a:lnTo>
                  <a:pt x="8772068" y="584517"/>
                </a:lnTo>
                <a:lnTo>
                  <a:pt x="8772525" y="583387"/>
                </a:lnTo>
                <a:lnTo>
                  <a:pt x="8772525" y="580758"/>
                </a:lnTo>
                <a:close/>
              </a:path>
              <a:path w="10296525" h="3486150">
                <a:moveTo>
                  <a:pt x="8820150" y="2751671"/>
                </a:moveTo>
                <a:lnTo>
                  <a:pt x="8819693" y="2750540"/>
                </a:lnTo>
                <a:lnTo>
                  <a:pt x="8817826" y="2748686"/>
                </a:lnTo>
                <a:lnTo>
                  <a:pt x="8816708" y="2748216"/>
                </a:lnTo>
                <a:lnTo>
                  <a:pt x="8814079" y="2748216"/>
                </a:lnTo>
                <a:lnTo>
                  <a:pt x="8812949" y="2748686"/>
                </a:lnTo>
                <a:lnTo>
                  <a:pt x="8811095" y="2750540"/>
                </a:lnTo>
                <a:lnTo>
                  <a:pt x="8810625" y="2751671"/>
                </a:lnTo>
                <a:lnTo>
                  <a:pt x="8810625" y="2754299"/>
                </a:lnTo>
                <a:lnTo>
                  <a:pt x="8811095" y="2755417"/>
                </a:lnTo>
                <a:lnTo>
                  <a:pt x="8812949" y="2757284"/>
                </a:lnTo>
                <a:lnTo>
                  <a:pt x="8814079" y="2757741"/>
                </a:lnTo>
                <a:lnTo>
                  <a:pt x="8816708" y="2757741"/>
                </a:lnTo>
                <a:lnTo>
                  <a:pt x="8817826" y="2757284"/>
                </a:lnTo>
                <a:lnTo>
                  <a:pt x="8819693" y="2755417"/>
                </a:lnTo>
                <a:lnTo>
                  <a:pt x="8820150" y="2754299"/>
                </a:lnTo>
                <a:lnTo>
                  <a:pt x="8820150" y="2751671"/>
                </a:lnTo>
                <a:close/>
              </a:path>
              <a:path w="10296525" h="3486150">
                <a:moveTo>
                  <a:pt x="8820150" y="2028037"/>
                </a:moveTo>
                <a:lnTo>
                  <a:pt x="8819693" y="2026907"/>
                </a:lnTo>
                <a:lnTo>
                  <a:pt x="8817826" y="2025053"/>
                </a:lnTo>
                <a:lnTo>
                  <a:pt x="8816708" y="2024583"/>
                </a:lnTo>
                <a:lnTo>
                  <a:pt x="8814079" y="2024583"/>
                </a:lnTo>
                <a:lnTo>
                  <a:pt x="8812949" y="2025053"/>
                </a:lnTo>
                <a:lnTo>
                  <a:pt x="8811095" y="2026907"/>
                </a:lnTo>
                <a:lnTo>
                  <a:pt x="8810625" y="2028037"/>
                </a:lnTo>
                <a:lnTo>
                  <a:pt x="8810625" y="2030666"/>
                </a:lnTo>
                <a:lnTo>
                  <a:pt x="8811095" y="2031784"/>
                </a:lnTo>
                <a:lnTo>
                  <a:pt x="8812949" y="2033651"/>
                </a:lnTo>
                <a:lnTo>
                  <a:pt x="8814079" y="2034108"/>
                </a:lnTo>
                <a:lnTo>
                  <a:pt x="8816708" y="2034108"/>
                </a:lnTo>
                <a:lnTo>
                  <a:pt x="8817826" y="2033651"/>
                </a:lnTo>
                <a:lnTo>
                  <a:pt x="8819693" y="2031784"/>
                </a:lnTo>
                <a:lnTo>
                  <a:pt x="8820150" y="2030666"/>
                </a:lnTo>
                <a:lnTo>
                  <a:pt x="8820150" y="2028037"/>
                </a:lnTo>
                <a:close/>
              </a:path>
              <a:path w="10296525" h="3486150">
                <a:moveTo>
                  <a:pt x="8820150" y="1304391"/>
                </a:moveTo>
                <a:lnTo>
                  <a:pt x="8819693" y="1303274"/>
                </a:lnTo>
                <a:lnTo>
                  <a:pt x="8817826" y="1301419"/>
                </a:lnTo>
                <a:lnTo>
                  <a:pt x="8816708" y="1300949"/>
                </a:lnTo>
                <a:lnTo>
                  <a:pt x="8814079" y="1300949"/>
                </a:lnTo>
                <a:lnTo>
                  <a:pt x="8812949" y="1301419"/>
                </a:lnTo>
                <a:lnTo>
                  <a:pt x="8811095" y="1303274"/>
                </a:lnTo>
                <a:lnTo>
                  <a:pt x="8810625" y="1304391"/>
                </a:lnTo>
                <a:lnTo>
                  <a:pt x="8810625" y="1307033"/>
                </a:lnTo>
                <a:lnTo>
                  <a:pt x="8811095" y="1308150"/>
                </a:lnTo>
                <a:lnTo>
                  <a:pt x="8812949" y="1310005"/>
                </a:lnTo>
                <a:lnTo>
                  <a:pt x="8814079" y="1310474"/>
                </a:lnTo>
                <a:lnTo>
                  <a:pt x="8816708" y="1310474"/>
                </a:lnTo>
                <a:lnTo>
                  <a:pt x="8817826" y="1310005"/>
                </a:lnTo>
                <a:lnTo>
                  <a:pt x="8819693" y="1308150"/>
                </a:lnTo>
                <a:lnTo>
                  <a:pt x="8820150" y="1307033"/>
                </a:lnTo>
                <a:lnTo>
                  <a:pt x="8820150" y="1304391"/>
                </a:lnTo>
                <a:close/>
              </a:path>
              <a:path w="10296525" h="3486150">
                <a:moveTo>
                  <a:pt x="8820150" y="580758"/>
                </a:moveTo>
                <a:lnTo>
                  <a:pt x="8819693" y="579640"/>
                </a:lnTo>
                <a:lnTo>
                  <a:pt x="8817826" y="577773"/>
                </a:lnTo>
                <a:lnTo>
                  <a:pt x="8816708" y="577316"/>
                </a:lnTo>
                <a:lnTo>
                  <a:pt x="8814079" y="577316"/>
                </a:lnTo>
                <a:lnTo>
                  <a:pt x="8812949" y="577773"/>
                </a:lnTo>
                <a:lnTo>
                  <a:pt x="8811095" y="579640"/>
                </a:lnTo>
                <a:lnTo>
                  <a:pt x="8810625" y="580758"/>
                </a:lnTo>
                <a:lnTo>
                  <a:pt x="8810625" y="583387"/>
                </a:lnTo>
                <a:lnTo>
                  <a:pt x="8811095" y="584517"/>
                </a:lnTo>
                <a:lnTo>
                  <a:pt x="8812949" y="586371"/>
                </a:lnTo>
                <a:lnTo>
                  <a:pt x="8814079" y="586841"/>
                </a:lnTo>
                <a:lnTo>
                  <a:pt x="8816708" y="586841"/>
                </a:lnTo>
                <a:lnTo>
                  <a:pt x="8817826" y="586371"/>
                </a:lnTo>
                <a:lnTo>
                  <a:pt x="8819693" y="584517"/>
                </a:lnTo>
                <a:lnTo>
                  <a:pt x="8820150" y="583387"/>
                </a:lnTo>
                <a:lnTo>
                  <a:pt x="8820150" y="580758"/>
                </a:lnTo>
                <a:close/>
              </a:path>
              <a:path w="10296525" h="3486150">
                <a:moveTo>
                  <a:pt x="8867775" y="2751671"/>
                </a:moveTo>
                <a:lnTo>
                  <a:pt x="8867318" y="2750540"/>
                </a:lnTo>
                <a:lnTo>
                  <a:pt x="8865451" y="2748686"/>
                </a:lnTo>
                <a:lnTo>
                  <a:pt x="8864333" y="2748216"/>
                </a:lnTo>
                <a:lnTo>
                  <a:pt x="8861704" y="2748216"/>
                </a:lnTo>
                <a:lnTo>
                  <a:pt x="8860574" y="2748686"/>
                </a:lnTo>
                <a:lnTo>
                  <a:pt x="8858720" y="2750540"/>
                </a:lnTo>
                <a:lnTo>
                  <a:pt x="8858250" y="2751671"/>
                </a:lnTo>
                <a:lnTo>
                  <a:pt x="8858250" y="2754299"/>
                </a:lnTo>
                <a:lnTo>
                  <a:pt x="8858720" y="2755417"/>
                </a:lnTo>
                <a:lnTo>
                  <a:pt x="8860574" y="2757284"/>
                </a:lnTo>
                <a:lnTo>
                  <a:pt x="8861704" y="2757741"/>
                </a:lnTo>
                <a:lnTo>
                  <a:pt x="8864333" y="2757741"/>
                </a:lnTo>
                <a:lnTo>
                  <a:pt x="8865451" y="2757284"/>
                </a:lnTo>
                <a:lnTo>
                  <a:pt x="8867318" y="2755417"/>
                </a:lnTo>
                <a:lnTo>
                  <a:pt x="8867775" y="2754299"/>
                </a:lnTo>
                <a:lnTo>
                  <a:pt x="8867775" y="2751671"/>
                </a:lnTo>
                <a:close/>
              </a:path>
              <a:path w="10296525" h="3486150">
                <a:moveTo>
                  <a:pt x="8867775" y="2028037"/>
                </a:moveTo>
                <a:lnTo>
                  <a:pt x="8867318" y="2026907"/>
                </a:lnTo>
                <a:lnTo>
                  <a:pt x="8865451" y="2025053"/>
                </a:lnTo>
                <a:lnTo>
                  <a:pt x="8864333" y="2024583"/>
                </a:lnTo>
                <a:lnTo>
                  <a:pt x="8861704" y="2024583"/>
                </a:lnTo>
                <a:lnTo>
                  <a:pt x="8860574" y="2025053"/>
                </a:lnTo>
                <a:lnTo>
                  <a:pt x="8858720" y="2026907"/>
                </a:lnTo>
                <a:lnTo>
                  <a:pt x="8858250" y="2028037"/>
                </a:lnTo>
                <a:lnTo>
                  <a:pt x="8858250" y="2030666"/>
                </a:lnTo>
                <a:lnTo>
                  <a:pt x="8858720" y="2031784"/>
                </a:lnTo>
                <a:lnTo>
                  <a:pt x="8860574" y="2033651"/>
                </a:lnTo>
                <a:lnTo>
                  <a:pt x="8861704" y="2034108"/>
                </a:lnTo>
                <a:lnTo>
                  <a:pt x="8864333" y="2034108"/>
                </a:lnTo>
                <a:lnTo>
                  <a:pt x="8865451" y="2033651"/>
                </a:lnTo>
                <a:lnTo>
                  <a:pt x="8867318" y="2031784"/>
                </a:lnTo>
                <a:lnTo>
                  <a:pt x="8867775" y="2030666"/>
                </a:lnTo>
                <a:lnTo>
                  <a:pt x="8867775" y="2028037"/>
                </a:lnTo>
                <a:close/>
              </a:path>
              <a:path w="10296525" h="3486150">
                <a:moveTo>
                  <a:pt x="8867775" y="1304391"/>
                </a:moveTo>
                <a:lnTo>
                  <a:pt x="8867318" y="1303274"/>
                </a:lnTo>
                <a:lnTo>
                  <a:pt x="8865451" y="1301419"/>
                </a:lnTo>
                <a:lnTo>
                  <a:pt x="8864333" y="1300949"/>
                </a:lnTo>
                <a:lnTo>
                  <a:pt x="8861704" y="1300949"/>
                </a:lnTo>
                <a:lnTo>
                  <a:pt x="8860574" y="1301419"/>
                </a:lnTo>
                <a:lnTo>
                  <a:pt x="8858720" y="1303274"/>
                </a:lnTo>
                <a:lnTo>
                  <a:pt x="8858250" y="1304391"/>
                </a:lnTo>
                <a:lnTo>
                  <a:pt x="8858250" y="1307033"/>
                </a:lnTo>
                <a:lnTo>
                  <a:pt x="8858720" y="1308150"/>
                </a:lnTo>
                <a:lnTo>
                  <a:pt x="8860574" y="1310005"/>
                </a:lnTo>
                <a:lnTo>
                  <a:pt x="8861704" y="1310474"/>
                </a:lnTo>
                <a:lnTo>
                  <a:pt x="8864333" y="1310474"/>
                </a:lnTo>
                <a:lnTo>
                  <a:pt x="8865451" y="1310005"/>
                </a:lnTo>
                <a:lnTo>
                  <a:pt x="8867318" y="1308150"/>
                </a:lnTo>
                <a:lnTo>
                  <a:pt x="8867775" y="1307033"/>
                </a:lnTo>
                <a:lnTo>
                  <a:pt x="8867775" y="1304391"/>
                </a:lnTo>
                <a:close/>
              </a:path>
              <a:path w="10296525" h="3486150">
                <a:moveTo>
                  <a:pt x="8867775" y="580758"/>
                </a:moveTo>
                <a:lnTo>
                  <a:pt x="8867318" y="579640"/>
                </a:lnTo>
                <a:lnTo>
                  <a:pt x="8865451" y="577773"/>
                </a:lnTo>
                <a:lnTo>
                  <a:pt x="8864333" y="577316"/>
                </a:lnTo>
                <a:lnTo>
                  <a:pt x="8861704" y="577316"/>
                </a:lnTo>
                <a:lnTo>
                  <a:pt x="8860574" y="577773"/>
                </a:lnTo>
                <a:lnTo>
                  <a:pt x="8858720" y="579640"/>
                </a:lnTo>
                <a:lnTo>
                  <a:pt x="8858250" y="580758"/>
                </a:lnTo>
                <a:lnTo>
                  <a:pt x="8858250" y="583387"/>
                </a:lnTo>
                <a:lnTo>
                  <a:pt x="8858720" y="584517"/>
                </a:lnTo>
                <a:lnTo>
                  <a:pt x="8860574" y="586371"/>
                </a:lnTo>
                <a:lnTo>
                  <a:pt x="8861704" y="586841"/>
                </a:lnTo>
                <a:lnTo>
                  <a:pt x="8864333" y="586841"/>
                </a:lnTo>
                <a:lnTo>
                  <a:pt x="8865451" y="586371"/>
                </a:lnTo>
                <a:lnTo>
                  <a:pt x="8867318" y="584517"/>
                </a:lnTo>
                <a:lnTo>
                  <a:pt x="8867775" y="583387"/>
                </a:lnTo>
                <a:lnTo>
                  <a:pt x="8867775" y="580758"/>
                </a:lnTo>
                <a:close/>
              </a:path>
              <a:path w="10296525" h="3486150">
                <a:moveTo>
                  <a:pt x="8915400" y="2751671"/>
                </a:moveTo>
                <a:lnTo>
                  <a:pt x="8914943" y="2750540"/>
                </a:lnTo>
                <a:lnTo>
                  <a:pt x="8913076" y="2748686"/>
                </a:lnTo>
                <a:lnTo>
                  <a:pt x="8911958" y="2748216"/>
                </a:lnTo>
                <a:lnTo>
                  <a:pt x="8909329" y="2748216"/>
                </a:lnTo>
                <a:lnTo>
                  <a:pt x="8908199" y="2748686"/>
                </a:lnTo>
                <a:lnTo>
                  <a:pt x="8906345" y="2750540"/>
                </a:lnTo>
                <a:lnTo>
                  <a:pt x="8905875" y="2751671"/>
                </a:lnTo>
                <a:lnTo>
                  <a:pt x="8905875" y="2754299"/>
                </a:lnTo>
                <a:lnTo>
                  <a:pt x="8906345" y="2755417"/>
                </a:lnTo>
                <a:lnTo>
                  <a:pt x="8908199" y="2757284"/>
                </a:lnTo>
                <a:lnTo>
                  <a:pt x="8909329" y="2757741"/>
                </a:lnTo>
                <a:lnTo>
                  <a:pt x="8911958" y="2757741"/>
                </a:lnTo>
                <a:lnTo>
                  <a:pt x="8913076" y="2757284"/>
                </a:lnTo>
                <a:lnTo>
                  <a:pt x="8914943" y="2755417"/>
                </a:lnTo>
                <a:lnTo>
                  <a:pt x="8915400" y="2754299"/>
                </a:lnTo>
                <a:lnTo>
                  <a:pt x="8915400" y="2751671"/>
                </a:lnTo>
                <a:close/>
              </a:path>
              <a:path w="10296525" h="3486150">
                <a:moveTo>
                  <a:pt x="8915400" y="2028037"/>
                </a:moveTo>
                <a:lnTo>
                  <a:pt x="8914943" y="2026907"/>
                </a:lnTo>
                <a:lnTo>
                  <a:pt x="8913076" y="2025053"/>
                </a:lnTo>
                <a:lnTo>
                  <a:pt x="8911958" y="2024583"/>
                </a:lnTo>
                <a:lnTo>
                  <a:pt x="8909329" y="2024583"/>
                </a:lnTo>
                <a:lnTo>
                  <a:pt x="8908199" y="2025053"/>
                </a:lnTo>
                <a:lnTo>
                  <a:pt x="8906345" y="2026907"/>
                </a:lnTo>
                <a:lnTo>
                  <a:pt x="8905875" y="2028037"/>
                </a:lnTo>
                <a:lnTo>
                  <a:pt x="8905875" y="2030666"/>
                </a:lnTo>
                <a:lnTo>
                  <a:pt x="8906345" y="2031784"/>
                </a:lnTo>
                <a:lnTo>
                  <a:pt x="8908199" y="2033651"/>
                </a:lnTo>
                <a:lnTo>
                  <a:pt x="8909329" y="2034108"/>
                </a:lnTo>
                <a:lnTo>
                  <a:pt x="8911958" y="2034108"/>
                </a:lnTo>
                <a:lnTo>
                  <a:pt x="8913076" y="2033651"/>
                </a:lnTo>
                <a:lnTo>
                  <a:pt x="8914943" y="2031784"/>
                </a:lnTo>
                <a:lnTo>
                  <a:pt x="8915400" y="2030666"/>
                </a:lnTo>
                <a:lnTo>
                  <a:pt x="8915400" y="2028037"/>
                </a:lnTo>
                <a:close/>
              </a:path>
              <a:path w="10296525" h="3486150">
                <a:moveTo>
                  <a:pt x="8915400" y="1304391"/>
                </a:moveTo>
                <a:lnTo>
                  <a:pt x="8914943" y="1303274"/>
                </a:lnTo>
                <a:lnTo>
                  <a:pt x="8913076" y="1301419"/>
                </a:lnTo>
                <a:lnTo>
                  <a:pt x="8911958" y="1300949"/>
                </a:lnTo>
                <a:lnTo>
                  <a:pt x="8909329" y="1300949"/>
                </a:lnTo>
                <a:lnTo>
                  <a:pt x="8908199" y="1301419"/>
                </a:lnTo>
                <a:lnTo>
                  <a:pt x="8906345" y="1303274"/>
                </a:lnTo>
                <a:lnTo>
                  <a:pt x="8905875" y="1304391"/>
                </a:lnTo>
                <a:lnTo>
                  <a:pt x="8905875" y="1307033"/>
                </a:lnTo>
                <a:lnTo>
                  <a:pt x="8906345" y="1308150"/>
                </a:lnTo>
                <a:lnTo>
                  <a:pt x="8908199" y="1310005"/>
                </a:lnTo>
                <a:lnTo>
                  <a:pt x="8909329" y="1310474"/>
                </a:lnTo>
                <a:lnTo>
                  <a:pt x="8911958" y="1310474"/>
                </a:lnTo>
                <a:lnTo>
                  <a:pt x="8913076" y="1310005"/>
                </a:lnTo>
                <a:lnTo>
                  <a:pt x="8914943" y="1308150"/>
                </a:lnTo>
                <a:lnTo>
                  <a:pt x="8915400" y="1307033"/>
                </a:lnTo>
                <a:lnTo>
                  <a:pt x="8915400" y="1304391"/>
                </a:lnTo>
                <a:close/>
              </a:path>
              <a:path w="10296525" h="3486150">
                <a:moveTo>
                  <a:pt x="8915400" y="580758"/>
                </a:moveTo>
                <a:lnTo>
                  <a:pt x="8914943" y="579640"/>
                </a:lnTo>
                <a:lnTo>
                  <a:pt x="8913076" y="577773"/>
                </a:lnTo>
                <a:lnTo>
                  <a:pt x="8911958" y="577316"/>
                </a:lnTo>
                <a:lnTo>
                  <a:pt x="8909329" y="577316"/>
                </a:lnTo>
                <a:lnTo>
                  <a:pt x="8908199" y="577773"/>
                </a:lnTo>
                <a:lnTo>
                  <a:pt x="8906345" y="579640"/>
                </a:lnTo>
                <a:lnTo>
                  <a:pt x="8905875" y="580758"/>
                </a:lnTo>
                <a:lnTo>
                  <a:pt x="8905875" y="583387"/>
                </a:lnTo>
                <a:lnTo>
                  <a:pt x="8906345" y="584517"/>
                </a:lnTo>
                <a:lnTo>
                  <a:pt x="8908199" y="586371"/>
                </a:lnTo>
                <a:lnTo>
                  <a:pt x="8909329" y="586841"/>
                </a:lnTo>
                <a:lnTo>
                  <a:pt x="8911958" y="586841"/>
                </a:lnTo>
                <a:lnTo>
                  <a:pt x="8913076" y="586371"/>
                </a:lnTo>
                <a:lnTo>
                  <a:pt x="8914943" y="584517"/>
                </a:lnTo>
                <a:lnTo>
                  <a:pt x="8915400" y="583387"/>
                </a:lnTo>
                <a:lnTo>
                  <a:pt x="8915400" y="580758"/>
                </a:lnTo>
                <a:close/>
              </a:path>
              <a:path w="10296525" h="3486150">
                <a:moveTo>
                  <a:pt x="8963025" y="2751671"/>
                </a:moveTo>
                <a:lnTo>
                  <a:pt x="8962568" y="2750540"/>
                </a:lnTo>
                <a:lnTo>
                  <a:pt x="8960701" y="2748686"/>
                </a:lnTo>
                <a:lnTo>
                  <a:pt x="8959583" y="2748216"/>
                </a:lnTo>
                <a:lnTo>
                  <a:pt x="8956954" y="2748216"/>
                </a:lnTo>
                <a:lnTo>
                  <a:pt x="8955824" y="2748686"/>
                </a:lnTo>
                <a:lnTo>
                  <a:pt x="8953970" y="2750540"/>
                </a:lnTo>
                <a:lnTo>
                  <a:pt x="8953500" y="2751671"/>
                </a:lnTo>
                <a:lnTo>
                  <a:pt x="8953500" y="2754299"/>
                </a:lnTo>
                <a:lnTo>
                  <a:pt x="8953970" y="2755417"/>
                </a:lnTo>
                <a:lnTo>
                  <a:pt x="8955824" y="2757284"/>
                </a:lnTo>
                <a:lnTo>
                  <a:pt x="8956954" y="2757741"/>
                </a:lnTo>
                <a:lnTo>
                  <a:pt x="8959583" y="2757741"/>
                </a:lnTo>
                <a:lnTo>
                  <a:pt x="8960701" y="2757284"/>
                </a:lnTo>
                <a:lnTo>
                  <a:pt x="8962568" y="2755417"/>
                </a:lnTo>
                <a:lnTo>
                  <a:pt x="8963025" y="2754299"/>
                </a:lnTo>
                <a:lnTo>
                  <a:pt x="8963025" y="2751671"/>
                </a:lnTo>
                <a:close/>
              </a:path>
              <a:path w="10296525" h="3486150">
                <a:moveTo>
                  <a:pt x="8963025" y="2028037"/>
                </a:moveTo>
                <a:lnTo>
                  <a:pt x="8962568" y="2026907"/>
                </a:lnTo>
                <a:lnTo>
                  <a:pt x="8960701" y="2025053"/>
                </a:lnTo>
                <a:lnTo>
                  <a:pt x="8959583" y="2024583"/>
                </a:lnTo>
                <a:lnTo>
                  <a:pt x="8956954" y="2024583"/>
                </a:lnTo>
                <a:lnTo>
                  <a:pt x="8955824" y="2025053"/>
                </a:lnTo>
                <a:lnTo>
                  <a:pt x="8953970" y="2026907"/>
                </a:lnTo>
                <a:lnTo>
                  <a:pt x="8953500" y="2028037"/>
                </a:lnTo>
                <a:lnTo>
                  <a:pt x="8953500" y="2030666"/>
                </a:lnTo>
                <a:lnTo>
                  <a:pt x="8953970" y="2031784"/>
                </a:lnTo>
                <a:lnTo>
                  <a:pt x="8955824" y="2033651"/>
                </a:lnTo>
                <a:lnTo>
                  <a:pt x="8956954" y="2034108"/>
                </a:lnTo>
                <a:lnTo>
                  <a:pt x="8959583" y="2034108"/>
                </a:lnTo>
                <a:lnTo>
                  <a:pt x="8960701" y="2033651"/>
                </a:lnTo>
                <a:lnTo>
                  <a:pt x="8962568" y="2031784"/>
                </a:lnTo>
                <a:lnTo>
                  <a:pt x="8963025" y="2030666"/>
                </a:lnTo>
                <a:lnTo>
                  <a:pt x="8963025" y="2028037"/>
                </a:lnTo>
                <a:close/>
              </a:path>
              <a:path w="10296525" h="3486150">
                <a:moveTo>
                  <a:pt x="8963025" y="1304391"/>
                </a:moveTo>
                <a:lnTo>
                  <a:pt x="8962568" y="1303274"/>
                </a:lnTo>
                <a:lnTo>
                  <a:pt x="8960701" y="1301419"/>
                </a:lnTo>
                <a:lnTo>
                  <a:pt x="8959583" y="1300949"/>
                </a:lnTo>
                <a:lnTo>
                  <a:pt x="8956954" y="1300949"/>
                </a:lnTo>
                <a:lnTo>
                  <a:pt x="8955824" y="1301419"/>
                </a:lnTo>
                <a:lnTo>
                  <a:pt x="8953970" y="1303274"/>
                </a:lnTo>
                <a:lnTo>
                  <a:pt x="8953500" y="1304391"/>
                </a:lnTo>
                <a:lnTo>
                  <a:pt x="8953500" y="1307033"/>
                </a:lnTo>
                <a:lnTo>
                  <a:pt x="8953970" y="1308150"/>
                </a:lnTo>
                <a:lnTo>
                  <a:pt x="8955824" y="1310005"/>
                </a:lnTo>
                <a:lnTo>
                  <a:pt x="8956954" y="1310474"/>
                </a:lnTo>
                <a:lnTo>
                  <a:pt x="8959583" y="1310474"/>
                </a:lnTo>
                <a:lnTo>
                  <a:pt x="8960701" y="1310005"/>
                </a:lnTo>
                <a:lnTo>
                  <a:pt x="8962568" y="1308150"/>
                </a:lnTo>
                <a:lnTo>
                  <a:pt x="8963025" y="1307033"/>
                </a:lnTo>
                <a:lnTo>
                  <a:pt x="8963025" y="1304391"/>
                </a:lnTo>
                <a:close/>
              </a:path>
              <a:path w="10296525" h="3486150">
                <a:moveTo>
                  <a:pt x="8963025" y="580758"/>
                </a:moveTo>
                <a:lnTo>
                  <a:pt x="8962568" y="579640"/>
                </a:lnTo>
                <a:lnTo>
                  <a:pt x="8960701" y="577773"/>
                </a:lnTo>
                <a:lnTo>
                  <a:pt x="8959583" y="577316"/>
                </a:lnTo>
                <a:lnTo>
                  <a:pt x="8956954" y="577316"/>
                </a:lnTo>
                <a:lnTo>
                  <a:pt x="8955824" y="577773"/>
                </a:lnTo>
                <a:lnTo>
                  <a:pt x="8953970" y="579640"/>
                </a:lnTo>
                <a:lnTo>
                  <a:pt x="8953500" y="580758"/>
                </a:lnTo>
                <a:lnTo>
                  <a:pt x="8953500" y="583387"/>
                </a:lnTo>
                <a:lnTo>
                  <a:pt x="8953970" y="584517"/>
                </a:lnTo>
                <a:lnTo>
                  <a:pt x="8955824" y="586371"/>
                </a:lnTo>
                <a:lnTo>
                  <a:pt x="8956954" y="586841"/>
                </a:lnTo>
                <a:lnTo>
                  <a:pt x="8959583" y="586841"/>
                </a:lnTo>
                <a:lnTo>
                  <a:pt x="8960701" y="586371"/>
                </a:lnTo>
                <a:lnTo>
                  <a:pt x="8962568" y="584517"/>
                </a:lnTo>
                <a:lnTo>
                  <a:pt x="8963025" y="583387"/>
                </a:lnTo>
                <a:lnTo>
                  <a:pt x="8963025" y="580758"/>
                </a:lnTo>
                <a:close/>
              </a:path>
              <a:path w="10296525" h="3486150">
                <a:moveTo>
                  <a:pt x="9010650" y="2751671"/>
                </a:moveTo>
                <a:lnTo>
                  <a:pt x="9010193" y="2750540"/>
                </a:lnTo>
                <a:lnTo>
                  <a:pt x="9008326" y="2748686"/>
                </a:lnTo>
                <a:lnTo>
                  <a:pt x="9007208" y="2748216"/>
                </a:lnTo>
                <a:lnTo>
                  <a:pt x="9004579" y="2748216"/>
                </a:lnTo>
                <a:lnTo>
                  <a:pt x="9003449" y="2748686"/>
                </a:lnTo>
                <a:lnTo>
                  <a:pt x="9001595" y="2750540"/>
                </a:lnTo>
                <a:lnTo>
                  <a:pt x="9001125" y="2751671"/>
                </a:lnTo>
                <a:lnTo>
                  <a:pt x="9001125" y="2754299"/>
                </a:lnTo>
                <a:lnTo>
                  <a:pt x="9001595" y="2755417"/>
                </a:lnTo>
                <a:lnTo>
                  <a:pt x="9003449" y="2757284"/>
                </a:lnTo>
                <a:lnTo>
                  <a:pt x="9004579" y="2757741"/>
                </a:lnTo>
                <a:lnTo>
                  <a:pt x="9007208" y="2757741"/>
                </a:lnTo>
                <a:lnTo>
                  <a:pt x="9008326" y="2757284"/>
                </a:lnTo>
                <a:lnTo>
                  <a:pt x="9010193" y="2755417"/>
                </a:lnTo>
                <a:lnTo>
                  <a:pt x="9010650" y="2754299"/>
                </a:lnTo>
                <a:lnTo>
                  <a:pt x="9010650" y="2751671"/>
                </a:lnTo>
                <a:close/>
              </a:path>
              <a:path w="10296525" h="3486150">
                <a:moveTo>
                  <a:pt x="9010650" y="2028037"/>
                </a:moveTo>
                <a:lnTo>
                  <a:pt x="9010193" y="2026907"/>
                </a:lnTo>
                <a:lnTo>
                  <a:pt x="9008326" y="2025053"/>
                </a:lnTo>
                <a:lnTo>
                  <a:pt x="9007208" y="2024583"/>
                </a:lnTo>
                <a:lnTo>
                  <a:pt x="9004579" y="2024583"/>
                </a:lnTo>
                <a:lnTo>
                  <a:pt x="9003449" y="2025053"/>
                </a:lnTo>
                <a:lnTo>
                  <a:pt x="9001595" y="2026907"/>
                </a:lnTo>
                <a:lnTo>
                  <a:pt x="9001125" y="2028037"/>
                </a:lnTo>
                <a:lnTo>
                  <a:pt x="9001125" y="2030666"/>
                </a:lnTo>
                <a:lnTo>
                  <a:pt x="9001595" y="2031784"/>
                </a:lnTo>
                <a:lnTo>
                  <a:pt x="9003449" y="2033651"/>
                </a:lnTo>
                <a:lnTo>
                  <a:pt x="9004579" y="2034108"/>
                </a:lnTo>
                <a:lnTo>
                  <a:pt x="9007208" y="2034108"/>
                </a:lnTo>
                <a:lnTo>
                  <a:pt x="9008326" y="2033651"/>
                </a:lnTo>
                <a:lnTo>
                  <a:pt x="9010193" y="2031784"/>
                </a:lnTo>
                <a:lnTo>
                  <a:pt x="9010650" y="2030666"/>
                </a:lnTo>
                <a:lnTo>
                  <a:pt x="9010650" y="2028037"/>
                </a:lnTo>
                <a:close/>
              </a:path>
              <a:path w="10296525" h="3486150">
                <a:moveTo>
                  <a:pt x="9010650" y="1304391"/>
                </a:moveTo>
                <a:lnTo>
                  <a:pt x="9010193" y="1303274"/>
                </a:lnTo>
                <a:lnTo>
                  <a:pt x="9008326" y="1301419"/>
                </a:lnTo>
                <a:lnTo>
                  <a:pt x="9007208" y="1300949"/>
                </a:lnTo>
                <a:lnTo>
                  <a:pt x="9004579" y="1300949"/>
                </a:lnTo>
                <a:lnTo>
                  <a:pt x="9003449" y="1301419"/>
                </a:lnTo>
                <a:lnTo>
                  <a:pt x="9001595" y="1303274"/>
                </a:lnTo>
                <a:lnTo>
                  <a:pt x="9001125" y="1304391"/>
                </a:lnTo>
                <a:lnTo>
                  <a:pt x="9001125" y="1307033"/>
                </a:lnTo>
                <a:lnTo>
                  <a:pt x="9001595" y="1308150"/>
                </a:lnTo>
                <a:lnTo>
                  <a:pt x="9003449" y="1310005"/>
                </a:lnTo>
                <a:lnTo>
                  <a:pt x="9004579" y="1310474"/>
                </a:lnTo>
                <a:lnTo>
                  <a:pt x="9007208" y="1310474"/>
                </a:lnTo>
                <a:lnTo>
                  <a:pt x="9008326" y="1310005"/>
                </a:lnTo>
                <a:lnTo>
                  <a:pt x="9010193" y="1308150"/>
                </a:lnTo>
                <a:lnTo>
                  <a:pt x="9010650" y="1307033"/>
                </a:lnTo>
                <a:lnTo>
                  <a:pt x="9010650" y="1304391"/>
                </a:lnTo>
                <a:close/>
              </a:path>
              <a:path w="10296525" h="3486150">
                <a:moveTo>
                  <a:pt x="9010650" y="580758"/>
                </a:moveTo>
                <a:lnTo>
                  <a:pt x="9010193" y="579640"/>
                </a:lnTo>
                <a:lnTo>
                  <a:pt x="9008326" y="577773"/>
                </a:lnTo>
                <a:lnTo>
                  <a:pt x="9007208" y="577316"/>
                </a:lnTo>
                <a:lnTo>
                  <a:pt x="9004579" y="577316"/>
                </a:lnTo>
                <a:lnTo>
                  <a:pt x="9003449" y="577773"/>
                </a:lnTo>
                <a:lnTo>
                  <a:pt x="9001595" y="579640"/>
                </a:lnTo>
                <a:lnTo>
                  <a:pt x="9001125" y="580758"/>
                </a:lnTo>
                <a:lnTo>
                  <a:pt x="9001125" y="583387"/>
                </a:lnTo>
                <a:lnTo>
                  <a:pt x="9001595" y="584517"/>
                </a:lnTo>
                <a:lnTo>
                  <a:pt x="9003449" y="586371"/>
                </a:lnTo>
                <a:lnTo>
                  <a:pt x="9004579" y="586841"/>
                </a:lnTo>
                <a:lnTo>
                  <a:pt x="9007208" y="586841"/>
                </a:lnTo>
                <a:lnTo>
                  <a:pt x="9008326" y="586371"/>
                </a:lnTo>
                <a:lnTo>
                  <a:pt x="9010193" y="584517"/>
                </a:lnTo>
                <a:lnTo>
                  <a:pt x="9010650" y="583387"/>
                </a:lnTo>
                <a:lnTo>
                  <a:pt x="9010650" y="580758"/>
                </a:lnTo>
                <a:close/>
              </a:path>
              <a:path w="10296525" h="3486150">
                <a:moveTo>
                  <a:pt x="9058275" y="2751671"/>
                </a:moveTo>
                <a:lnTo>
                  <a:pt x="9057818" y="2750540"/>
                </a:lnTo>
                <a:lnTo>
                  <a:pt x="9055951" y="2748686"/>
                </a:lnTo>
                <a:lnTo>
                  <a:pt x="9054833" y="2748216"/>
                </a:lnTo>
                <a:lnTo>
                  <a:pt x="9052204" y="2748216"/>
                </a:lnTo>
                <a:lnTo>
                  <a:pt x="9051074" y="2748686"/>
                </a:lnTo>
                <a:lnTo>
                  <a:pt x="9049220" y="2750540"/>
                </a:lnTo>
                <a:lnTo>
                  <a:pt x="9048750" y="2751671"/>
                </a:lnTo>
                <a:lnTo>
                  <a:pt x="9048750" y="2754299"/>
                </a:lnTo>
                <a:lnTo>
                  <a:pt x="9049220" y="2755417"/>
                </a:lnTo>
                <a:lnTo>
                  <a:pt x="9051074" y="2757284"/>
                </a:lnTo>
                <a:lnTo>
                  <a:pt x="9052204" y="2757741"/>
                </a:lnTo>
                <a:lnTo>
                  <a:pt x="9054833" y="2757741"/>
                </a:lnTo>
                <a:lnTo>
                  <a:pt x="9055951" y="2757284"/>
                </a:lnTo>
                <a:lnTo>
                  <a:pt x="9057818" y="2755417"/>
                </a:lnTo>
                <a:lnTo>
                  <a:pt x="9058275" y="2754299"/>
                </a:lnTo>
                <a:lnTo>
                  <a:pt x="9058275" y="2751671"/>
                </a:lnTo>
                <a:close/>
              </a:path>
              <a:path w="10296525" h="3486150">
                <a:moveTo>
                  <a:pt x="9058275" y="2028037"/>
                </a:moveTo>
                <a:lnTo>
                  <a:pt x="9057818" y="2026907"/>
                </a:lnTo>
                <a:lnTo>
                  <a:pt x="9055951" y="2025053"/>
                </a:lnTo>
                <a:lnTo>
                  <a:pt x="9054833" y="2024583"/>
                </a:lnTo>
                <a:lnTo>
                  <a:pt x="9052204" y="2024583"/>
                </a:lnTo>
                <a:lnTo>
                  <a:pt x="9051074" y="2025053"/>
                </a:lnTo>
                <a:lnTo>
                  <a:pt x="9049220" y="2026907"/>
                </a:lnTo>
                <a:lnTo>
                  <a:pt x="9048750" y="2028037"/>
                </a:lnTo>
                <a:lnTo>
                  <a:pt x="9048750" y="2030666"/>
                </a:lnTo>
                <a:lnTo>
                  <a:pt x="9049220" y="2031784"/>
                </a:lnTo>
                <a:lnTo>
                  <a:pt x="9051074" y="2033651"/>
                </a:lnTo>
                <a:lnTo>
                  <a:pt x="9052204" y="2034108"/>
                </a:lnTo>
                <a:lnTo>
                  <a:pt x="9054833" y="2034108"/>
                </a:lnTo>
                <a:lnTo>
                  <a:pt x="9055951" y="2033651"/>
                </a:lnTo>
                <a:lnTo>
                  <a:pt x="9057818" y="2031784"/>
                </a:lnTo>
                <a:lnTo>
                  <a:pt x="9058275" y="2030666"/>
                </a:lnTo>
                <a:lnTo>
                  <a:pt x="9058275" y="2028037"/>
                </a:lnTo>
                <a:close/>
              </a:path>
              <a:path w="10296525" h="3486150">
                <a:moveTo>
                  <a:pt x="9058275" y="1304391"/>
                </a:moveTo>
                <a:lnTo>
                  <a:pt x="9057818" y="1303274"/>
                </a:lnTo>
                <a:lnTo>
                  <a:pt x="9055951" y="1301419"/>
                </a:lnTo>
                <a:lnTo>
                  <a:pt x="9054833" y="1300949"/>
                </a:lnTo>
                <a:lnTo>
                  <a:pt x="9052204" y="1300949"/>
                </a:lnTo>
                <a:lnTo>
                  <a:pt x="9051074" y="1301419"/>
                </a:lnTo>
                <a:lnTo>
                  <a:pt x="9049220" y="1303274"/>
                </a:lnTo>
                <a:lnTo>
                  <a:pt x="9048750" y="1304391"/>
                </a:lnTo>
                <a:lnTo>
                  <a:pt x="9048750" y="1307033"/>
                </a:lnTo>
                <a:lnTo>
                  <a:pt x="9049220" y="1308150"/>
                </a:lnTo>
                <a:lnTo>
                  <a:pt x="9051074" y="1310005"/>
                </a:lnTo>
                <a:lnTo>
                  <a:pt x="9052204" y="1310474"/>
                </a:lnTo>
                <a:lnTo>
                  <a:pt x="9054833" y="1310474"/>
                </a:lnTo>
                <a:lnTo>
                  <a:pt x="9055951" y="1310005"/>
                </a:lnTo>
                <a:lnTo>
                  <a:pt x="9057818" y="1308150"/>
                </a:lnTo>
                <a:lnTo>
                  <a:pt x="9058275" y="1307033"/>
                </a:lnTo>
                <a:lnTo>
                  <a:pt x="9058275" y="1304391"/>
                </a:lnTo>
                <a:close/>
              </a:path>
              <a:path w="10296525" h="3486150">
                <a:moveTo>
                  <a:pt x="9058275" y="580758"/>
                </a:moveTo>
                <a:lnTo>
                  <a:pt x="9057818" y="579640"/>
                </a:lnTo>
                <a:lnTo>
                  <a:pt x="9055951" y="577773"/>
                </a:lnTo>
                <a:lnTo>
                  <a:pt x="9054833" y="577316"/>
                </a:lnTo>
                <a:lnTo>
                  <a:pt x="9052204" y="577316"/>
                </a:lnTo>
                <a:lnTo>
                  <a:pt x="9051074" y="577773"/>
                </a:lnTo>
                <a:lnTo>
                  <a:pt x="9049220" y="579640"/>
                </a:lnTo>
                <a:lnTo>
                  <a:pt x="9048750" y="580758"/>
                </a:lnTo>
                <a:lnTo>
                  <a:pt x="9048750" y="583387"/>
                </a:lnTo>
                <a:lnTo>
                  <a:pt x="9049220" y="584517"/>
                </a:lnTo>
                <a:lnTo>
                  <a:pt x="9051074" y="586371"/>
                </a:lnTo>
                <a:lnTo>
                  <a:pt x="9052204" y="586841"/>
                </a:lnTo>
                <a:lnTo>
                  <a:pt x="9054833" y="586841"/>
                </a:lnTo>
                <a:lnTo>
                  <a:pt x="9055951" y="586371"/>
                </a:lnTo>
                <a:lnTo>
                  <a:pt x="9057818" y="584517"/>
                </a:lnTo>
                <a:lnTo>
                  <a:pt x="9058275" y="583387"/>
                </a:lnTo>
                <a:lnTo>
                  <a:pt x="9058275" y="580758"/>
                </a:lnTo>
                <a:close/>
              </a:path>
              <a:path w="10296525" h="3486150">
                <a:moveTo>
                  <a:pt x="9105900" y="2751671"/>
                </a:moveTo>
                <a:lnTo>
                  <a:pt x="9105443" y="2750540"/>
                </a:lnTo>
                <a:lnTo>
                  <a:pt x="9103576" y="2748686"/>
                </a:lnTo>
                <a:lnTo>
                  <a:pt x="9102458" y="2748216"/>
                </a:lnTo>
                <a:lnTo>
                  <a:pt x="9099829" y="2748216"/>
                </a:lnTo>
                <a:lnTo>
                  <a:pt x="9098699" y="2748686"/>
                </a:lnTo>
                <a:lnTo>
                  <a:pt x="9096845" y="2750540"/>
                </a:lnTo>
                <a:lnTo>
                  <a:pt x="9096375" y="2751671"/>
                </a:lnTo>
                <a:lnTo>
                  <a:pt x="9096375" y="2754299"/>
                </a:lnTo>
                <a:lnTo>
                  <a:pt x="9096845" y="2755417"/>
                </a:lnTo>
                <a:lnTo>
                  <a:pt x="9098699" y="2757284"/>
                </a:lnTo>
                <a:lnTo>
                  <a:pt x="9099829" y="2757741"/>
                </a:lnTo>
                <a:lnTo>
                  <a:pt x="9102458" y="2757741"/>
                </a:lnTo>
                <a:lnTo>
                  <a:pt x="9103576" y="2757284"/>
                </a:lnTo>
                <a:lnTo>
                  <a:pt x="9105443" y="2755417"/>
                </a:lnTo>
                <a:lnTo>
                  <a:pt x="9105900" y="2754299"/>
                </a:lnTo>
                <a:lnTo>
                  <a:pt x="9105900" y="2751671"/>
                </a:lnTo>
                <a:close/>
              </a:path>
              <a:path w="10296525" h="3486150">
                <a:moveTo>
                  <a:pt x="9105900" y="2028037"/>
                </a:moveTo>
                <a:lnTo>
                  <a:pt x="9105443" y="2026907"/>
                </a:lnTo>
                <a:lnTo>
                  <a:pt x="9103576" y="2025053"/>
                </a:lnTo>
                <a:lnTo>
                  <a:pt x="9102458" y="2024583"/>
                </a:lnTo>
                <a:lnTo>
                  <a:pt x="9099829" y="2024583"/>
                </a:lnTo>
                <a:lnTo>
                  <a:pt x="9098699" y="2025053"/>
                </a:lnTo>
                <a:lnTo>
                  <a:pt x="9096845" y="2026907"/>
                </a:lnTo>
                <a:lnTo>
                  <a:pt x="9096375" y="2028037"/>
                </a:lnTo>
                <a:lnTo>
                  <a:pt x="9096375" y="2030666"/>
                </a:lnTo>
                <a:lnTo>
                  <a:pt x="9096845" y="2031784"/>
                </a:lnTo>
                <a:lnTo>
                  <a:pt x="9098699" y="2033651"/>
                </a:lnTo>
                <a:lnTo>
                  <a:pt x="9099829" y="2034108"/>
                </a:lnTo>
                <a:lnTo>
                  <a:pt x="9102458" y="2034108"/>
                </a:lnTo>
                <a:lnTo>
                  <a:pt x="9103576" y="2033651"/>
                </a:lnTo>
                <a:lnTo>
                  <a:pt x="9105443" y="2031784"/>
                </a:lnTo>
                <a:lnTo>
                  <a:pt x="9105900" y="2030666"/>
                </a:lnTo>
                <a:lnTo>
                  <a:pt x="9105900" y="2028037"/>
                </a:lnTo>
                <a:close/>
              </a:path>
              <a:path w="10296525" h="3486150">
                <a:moveTo>
                  <a:pt x="9105900" y="1304391"/>
                </a:moveTo>
                <a:lnTo>
                  <a:pt x="9105443" y="1303274"/>
                </a:lnTo>
                <a:lnTo>
                  <a:pt x="9103576" y="1301419"/>
                </a:lnTo>
                <a:lnTo>
                  <a:pt x="9102458" y="1300949"/>
                </a:lnTo>
                <a:lnTo>
                  <a:pt x="9099829" y="1300949"/>
                </a:lnTo>
                <a:lnTo>
                  <a:pt x="9098699" y="1301419"/>
                </a:lnTo>
                <a:lnTo>
                  <a:pt x="9096845" y="1303274"/>
                </a:lnTo>
                <a:lnTo>
                  <a:pt x="9096375" y="1304391"/>
                </a:lnTo>
                <a:lnTo>
                  <a:pt x="9096375" y="1307033"/>
                </a:lnTo>
                <a:lnTo>
                  <a:pt x="9096845" y="1308150"/>
                </a:lnTo>
                <a:lnTo>
                  <a:pt x="9098699" y="1310005"/>
                </a:lnTo>
                <a:lnTo>
                  <a:pt x="9099829" y="1310474"/>
                </a:lnTo>
                <a:lnTo>
                  <a:pt x="9102458" y="1310474"/>
                </a:lnTo>
                <a:lnTo>
                  <a:pt x="9103576" y="1310005"/>
                </a:lnTo>
                <a:lnTo>
                  <a:pt x="9105443" y="1308150"/>
                </a:lnTo>
                <a:lnTo>
                  <a:pt x="9105900" y="1307033"/>
                </a:lnTo>
                <a:lnTo>
                  <a:pt x="9105900" y="1304391"/>
                </a:lnTo>
                <a:close/>
              </a:path>
              <a:path w="10296525" h="3486150">
                <a:moveTo>
                  <a:pt x="9105900" y="580758"/>
                </a:moveTo>
                <a:lnTo>
                  <a:pt x="9105443" y="579640"/>
                </a:lnTo>
                <a:lnTo>
                  <a:pt x="9103576" y="577773"/>
                </a:lnTo>
                <a:lnTo>
                  <a:pt x="9102458" y="577316"/>
                </a:lnTo>
                <a:lnTo>
                  <a:pt x="9099829" y="577316"/>
                </a:lnTo>
                <a:lnTo>
                  <a:pt x="9098699" y="577773"/>
                </a:lnTo>
                <a:lnTo>
                  <a:pt x="9096845" y="579640"/>
                </a:lnTo>
                <a:lnTo>
                  <a:pt x="9096375" y="580758"/>
                </a:lnTo>
                <a:lnTo>
                  <a:pt x="9096375" y="583387"/>
                </a:lnTo>
                <a:lnTo>
                  <a:pt x="9096845" y="584517"/>
                </a:lnTo>
                <a:lnTo>
                  <a:pt x="9098699" y="586371"/>
                </a:lnTo>
                <a:lnTo>
                  <a:pt x="9099829" y="586841"/>
                </a:lnTo>
                <a:lnTo>
                  <a:pt x="9102458" y="586841"/>
                </a:lnTo>
                <a:lnTo>
                  <a:pt x="9103576" y="586371"/>
                </a:lnTo>
                <a:lnTo>
                  <a:pt x="9105443" y="584517"/>
                </a:lnTo>
                <a:lnTo>
                  <a:pt x="9105900" y="583387"/>
                </a:lnTo>
                <a:lnTo>
                  <a:pt x="9105900" y="580758"/>
                </a:lnTo>
                <a:close/>
              </a:path>
              <a:path w="10296525" h="3486150">
                <a:moveTo>
                  <a:pt x="9153525" y="2751671"/>
                </a:moveTo>
                <a:lnTo>
                  <a:pt x="9153068" y="2750540"/>
                </a:lnTo>
                <a:lnTo>
                  <a:pt x="9151201" y="2748686"/>
                </a:lnTo>
                <a:lnTo>
                  <a:pt x="9150083" y="2748216"/>
                </a:lnTo>
                <a:lnTo>
                  <a:pt x="9147454" y="2748216"/>
                </a:lnTo>
                <a:lnTo>
                  <a:pt x="9146324" y="2748686"/>
                </a:lnTo>
                <a:lnTo>
                  <a:pt x="9144470" y="2750540"/>
                </a:lnTo>
                <a:lnTo>
                  <a:pt x="9144000" y="2751671"/>
                </a:lnTo>
                <a:lnTo>
                  <a:pt x="9144000" y="2754299"/>
                </a:lnTo>
                <a:lnTo>
                  <a:pt x="9144470" y="2755417"/>
                </a:lnTo>
                <a:lnTo>
                  <a:pt x="9146324" y="2757284"/>
                </a:lnTo>
                <a:lnTo>
                  <a:pt x="9147454" y="2757741"/>
                </a:lnTo>
                <a:lnTo>
                  <a:pt x="9150083" y="2757741"/>
                </a:lnTo>
                <a:lnTo>
                  <a:pt x="9151201" y="2757284"/>
                </a:lnTo>
                <a:lnTo>
                  <a:pt x="9153068" y="2755417"/>
                </a:lnTo>
                <a:lnTo>
                  <a:pt x="9153525" y="2754299"/>
                </a:lnTo>
                <a:lnTo>
                  <a:pt x="9153525" y="2751671"/>
                </a:lnTo>
                <a:close/>
              </a:path>
              <a:path w="10296525" h="3486150">
                <a:moveTo>
                  <a:pt x="9153525" y="2028037"/>
                </a:moveTo>
                <a:lnTo>
                  <a:pt x="9153068" y="2026907"/>
                </a:lnTo>
                <a:lnTo>
                  <a:pt x="9151201" y="2025053"/>
                </a:lnTo>
                <a:lnTo>
                  <a:pt x="9150083" y="2024583"/>
                </a:lnTo>
                <a:lnTo>
                  <a:pt x="9147454" y="2024583"/>
                </a:lnTo>
                <a:lnTo>
                  <a:pt x="9146324" y="2025053"/>
                </a:lnTo>
                <a:lnTo>
                  <a:pt x="9144470" y="2026907"/>
                </a:lnTo>
                <a:lnTo>
                  <a:pt x="9144000" y="2028037"/>
                </a:lnTo>
                <a:lnTo>
                  <a:pt x="9144000" y="2030666"/>
                </a:lnTo>
                <a:lnTo>
                  <a:pt x="9144470" y="2031784"/>
                </a:lnTo>
                <a:lnTo>
                  <a:pt x="9146324" y="2033651"/>
                </a:lnTo>
                <a:lnTo>
                  <a:pt x="9147454" y="2034108"/>
                </a:lnTo>
                <a:lnTo>
                  <a:pt x="9150083" y="2034108"/>
                </a:lnTo>
                <a:lnTo>
                  <a:pt x="9151201" y="2033651"/>
                </a:lnTo>
                <a:lnTo>
                  <a:pt x="9153068" y="2031784"/>
                </a:lnTo>
                <a:lnTo>
                  <a:pt x="9153525" y="2030666"/>
                </a:lnTo>
                <a:lnTo>
                  <a:pt x="9153525" y="2028037"/>
                </a:lnTo>
                <a:close/>
              </a:path>
              <a:path w="10296525" h="3486150">
                <a:moveTo>
                  <a:pt x="9153525" y="1304391"/>
                </a:moveTo>
                <a:lnTo>
                  <a:pt x="9153068" y="1303274"/>
                </a:lnTo>
                <a:lnTo>
                  <a:pt x="9151201" y="1301419"/>
                </a:lnTo>
                <a:lnTo>
                  <a:pt x="9150083" y="1300949"/>
                </a:lnTo>
                <a:lnTo>
                  <a:pt x="9147454" y="1300949"/>
                </a:lnTo>
                <a:lnTo>
                  <a:pt x="9146324" y="1301419"/>
                </a:lnTo>
                <a:lnTo>
                  <a:pt x="9144470" y="1303274"/>
                </a:lnTo>
                <a:lnTo>
                  <a:pt x="9144000" y="1304391"/>
                </a:lnTo>
                <a:lnTo>
                  <a:pt x="9144000" y="1307033"/>
                </a:lnTo>
                <a:lnTo>
                  <a:pt x="9144470" y="1308150"/>
                </a:lnTo>
                <a:lnTo>
                  <a:pt x="9146324" y="1310005"/>
                </a:lnTo>
                <a:lnTo>
                  <a:pt x="9147454" y="1310474"/>
                </a:lnTo>
                <a:lnTo>
                  <a:pt x="9150083" y="1310474"/>
                </a:lnTo>
                <a:lnTo>
                  <a:pt x="9151201" y="1310005"/>
                </a:lnTo>
                <a:lnTo>
                  <a:pt x="9153068" y="1308150"/>
                </a:lnTo>
                <a:lnTo>
                  <a:pt x="9153525" y="1307033"/>
                </a:lnTo>
                <a:lnTo>
                  <a:pt x="9153525" y="1304391"/>
                </a:lnTo>
                <a:close/>
              </a:path>
              <a:path w="10296525" h="3486150">
                <a:moveTo>
                  <a:pt x="9153525" y="580758"/>
                </a:moveTo>
                <a:lnTo>
                  <a:pt x="9153068" y="579640"/>
                </a:lnTo>
                <a:lnTo>
                  <a:pt x="9151201" y="577773"/>
                </a:lnTo>
                <a:lnTo>
                  <a:pt x="9150083" y="577316"/>
                </a:lnTo>
                <a:lnTo>
                  <a:pt x="9147454" y="577316"/>
                </a:lnTo>
                <a:lnTo>
                  <a:pt x="9146324" y="577773"/>
                </a:lnTo>
                <a:lnTo>
                  <a:pt x="9144470" y="579640"/>
                </a:lnTo>
                <a:lnTo>
                  <a:pt x="9144000" y="580758"/>
                </a:lnTo>
                <a:lnTo>
                  <a:pt x="9144000" y="583387"/>
                </a:lnTo>
                <a:lnTo>
                  <a:pt x="9144470" y="584517"/>
                </a:lnTo>
                <a:lnTo>
                  <a:pt x="9146324" y="586371"/>
                </a:lnTo>
                <a:lnTo>
                  <a:pt x="9147454" y="586841"/>
                </a:lnTo>
                <a:lnTo>
                  <a:pt x="9150083" y="586841"/>
                </a:lnTo>
                <a:lnTo>
                  <a:pt x="9151201" y="586371"/>
                </a:lnTo>
                <a:lnTo>
                  <a:pt x="9153068" y="584517"/>
                </a:lnTo>
                <a:lnTo>
                  <a:pt x="9153525" y="583387"/>
                </a:lnTo>
                <a:lnTo>
                  <a:pt x="9153525" y="580758"/>
                </a:lnTo>
                <a:close/>
              </a:path>
              <a:path w="10296525" h="3486150">
                <a:moveTo>
                  <a:pt x="9201150" y="2751671"/>
                </a:moveTo>
                <a:lnTo>
                  <a:pt x="9200693" y="2750540"/>
                </a:lnTo>
                <a:lnTo>
                  <a:pt x="9198826" y="2748686"/>
                </a:lnTo>
                <a:lnTo>
                  <a:pt x="9197708" y="2748216"/>
                </a:lnTo>
                <a:lnTo>
                  <a:pt x="9195079" y="2748216"/>
                </a:lnTo>
                <a:lnTo>
                  <a:pt x="9193949" y="2748686"/>
                </a:lnTo>
                <a:lnTo>
                  <a:pt x="9192095" y="2750540"/>
                </a:lnTo>
                <a:lnTo>
                  <a:pt x="9191625" y="2751671"/>
                </a:lnTo>
                <a:lnTo>
                  <a:pt x="9191625" y="2754299"/>
                </a:lnTo>
                <a:lnTo>
                  <a:pt x="9192095" y="2755417"/>
                </a:lnTo>
                <a:lnTo>
                  <a:pt x="9193949" y="2757284"/>
                </a:lnTo>
                <a:lnTo>
                  <a:pt x="9195079" y="2757741"/>
                </a:lnTo>
                <a:lnTo>
                  <a:pt x="9197708" y="2757741"/>
                </a:lnTo>
                <a:lnTo>
                  <a:pt x="9198826" y="2757284"/>
                </a:lnTo>
                <a:lnTo>
                  <a:pt x="9200693" y="2755417"/>
                </a:lnTo>
                <a:lnTo>
                  <a:pt x="9201150" y="2754299"/>
                </a:lnTo>
                <a:lnTo>
                  <a:pt x="9201150" y="2751671"/>
                </a:lnTo>
                <a:close/>
              </a:path>
              <a:path w="10296525" h="3486150">
                <a:moveTo>
                  <a:pt x="9201150" y="2028037"/>
                </a:moveTo>
                <a:lnTo>
                  <a:pt x="9200693" y="2026907"/>
                </a:lnTo>
                <a:lnTo>
                  <a:pt x="9198826" y="2025053"/>
                </a:lnTo>
                <a:lnTo>
                  <a:pt x="9197708" y="2024583"/>
                </a:lnTo>
                <a:lnTo>
                  <a:pt x="9195079" y="2024583"/>
                </a:lnTo>
                <a:lnTo>
                  <a:pt x="9193949" y="2025053"/>
                </a:lnTo>
                <a:lnTo>
                  <a:pt x="9192095" y="2026907"/>
                </a:lnTo>
                <a:lnTo>
                  <a:pt x="9191625" y="2028037"/>
                </a:lnTo>
                <a:lnTo>
                  <a:pt x="9191625" y="2030666"/>
                </a:lnTo>
                <a:lnTo>
                  <a:pt x="9192095" y="2031784"/>
                </a:lnTo>
                <a:lnTo>
                  <a:pt x="9193949" y="2033651"/>
                </a:lnTo>
                <a:lnTo>
                  <a:pt x="9195079" y="2034108"/>
                </a:lnTo>
                <a:lnTo>
                  <a:pt x="9197708" y="2034108"/>
                </a:lnTo>
                <a:lnTo>
                  <a:pt x="9198826" y="2033651"/>
                </a:lnTo>
                <a:lnTo>
                  <a:pt x="9200693" y="2031784"/>
                </a:lnTo>
                <a:lnTo>
                  <a:pt x="9201150" y="2030666"/>
                </a:lnTo>
                <a:lnTo>
                  <a:pt x="9201150" y="2028037"/>
                </a:lnTo>
                <a:close/>
              </a:path>
              <a:path w="10296525" h="3486150">
                <a:moveTo>
                  <a:pt x="9201150" y="1304391"/>
                </a:moveTo>
                <a:lnTo>
                  <a:pt x="9200693" y="1303274"/>
                </a:lnTo>
                <a:lnTo>
                  <a:pt x="9198826" y="1301419"/>
                </a:lnTo>
                <a:lnTo>
                  <a:pt x="9197708" y="1300949"/>
                </a:lnTo>
                <a:lnTo>
                  <a:pt x="9195079" y="1300949"/>
                </a:lnTo>
                <a:lnTo>
                  <a:pt x="9193949" y="1301419"/>
                </a:lnTo>
                <a:lnTo>
                  <a:pt x="9192095" y="1303274"/>
                </a:lnTo>
                <a:lnTo>
                  <a:pt x="9191625" y="1304391"/>
                </a:lnTo>
                <a:lnTo>
                  <a:pt x="9191625" y="1307033"/>
                </a:lnTo>
                <a:lnTo>
                  <a:pt x="9192095" y="1308150"/>
                </a:lnTo>
                <a:lnTo>
                  <a:pt x="9193949" y="1310005"/>
                </a:lnTo>
                <a:lnTo>
                  <a:pt x="9195079" y="1310474"/>
                </a:lnTo>
                <a:lnTo>
                  <a:pt x="9197708" y="1310474"/>
                </a:lnTo>
                <a:lnTo>
                  <a:pt x="9198826" y="1310005"/>
                </a:lnTo>
                <a:lnTo>
                  <a:pt x="9200693" y="1308150"/>
                </a:lnTo>
                <a:lnTo>
                  <a:pt x="9201150" y="1307033"/>
                </a:lnTo>
                <a:lnTo>
                  <a:pt x="9201150" y="1304391"/>
                </a:lnTo>
                <a:close/>
              </a:path>
              <a:path w="10296525" h="3486150">
                <a:moveTo>
                  <a:pt x="9201150" y="580758"/>
                </a:moveTo>
                <a:lnTo>
                  <a:pt x="9200693" y="579640"/>
                </a:lnTo>
                <a:lnTo>
                  <a:pt x="9198826" y="577773"/>
                </a:lnTo>
                <a:lnTo>
                  <a:pt x="9197708" y="577316"/>
                </a:lnTo>
                <a:lnTo>
                  <a:pt x="9195079" y="577316"/>
                </a:lnTo>
                <a:lnTo>
                  <a:pt x="9193949" y="577773"/>
                </a:lnTo>
                <a:lnTo>
                  <a:pt x="9192095" y="579640"/>
                </a:lnTo>
                <a:lnTo>
                  <a:pt x="9191625" y="580758"/>
                </a:lnTo>
                <a:lnTo>
                  <a:pt x="9191625" y="583387"/>
                </a:lnTo>
                <a:lnTo>
                  <a:pt x="9192095" y="584517"/>
                </a:lnTo>
                <a:lnTo>
                  <a:pt x="9193949" y="586371"/>
                </a:lnTo>
                <a:lnTo>
                  <a:pt x="9195079" y="586841"/>
                </a:lnTo>
                <a:lnTo>
                  <a:pt x="9197708" y="586841"/>
                </a:lnTo>
                <a:lnTo>
                  <a:pt x="9198826" y="586371"/>
                </a:lnTo>
                <a:lnTo>
                  <a:pt x="9200693" y="584517"/>
                </a:lnTo>
                <a:lnTo>
                  <a:pt x="9201150" y="583387"/>
                </a:lnTo>
                <a:lnTo>
                  <a:pt x="9201150" y="580758"/>
                </a:lnTo>
                <a:close/>
              </a:path>
              <a:path w="10296525" h="3486150">
                <a:moveTo>
                  <a:pt x="9248775" y="2751671"/>
                </a:moveTo>
                <a:lnTo>
                  <a:pt x="9248318" y="2750540"/>
                </a:lnTo>
                <a:lnTo>
                  <a:pt x="9246451" y="2748686"/>
                </a:lnTo>
                <a:lnTo>
                  <a:pt x="9245333" y="2748216"/>
                </a:lnTo>
                <a:lnTo>
                  <a:pt x="9242704" y="2748216"/>
                </a:lnTo>
                <a:lnTo>
                  <a:pt x="9241574" y="2748686"/>
                </a:lnTo>
                <a:lnTo>
                  <a:pt x="9239720" y="2750540"/>
                </a:lnTo>
                <a:lnTo>
                  <a:pt x="9239250" y="2751671"/>
                </a:lnTo>
                <a:lnTo>
                  <a:pt x="9239250" y="2754299"/>
                </a:lnTo>
                <a:lnTo>
                  <a:pt x="9239720" y="2755417"/>
                </a:lnTo>
                <a:lnTo>
                  <a:pt x="9241574" y="2757284"/>
                </a:lnTo>
                <a:lnTo>
                  <a:pt x="9242704" y="2757741"/>
                </a:lnTo>
                <a:lnTo>
                  <a:pt x="9245333" y="2757741"/>
                </a:lnTo>
                <a:lnTo>
                  <a:pt x="9246451" y="2757284"/>
                </a:lnTo>
                <a:lnTo>
                  <a:pt x="9248318" y="2755417"/>
                </a:lnTo>
                <a:lnTo>
                  <a:pt x="9248775" y="2754299"/>
                </a:lnTo>
                <a:lnTo>
                  <a:pt x="9248775" y="2751671"/>
                </a:lnTo>
                <a:close/>
              </a:path>
              <a:path w="10296525" h="3486150">
                <a:moveTo>
                  <a:pt x="9248775" y="2028037"/>
                </a:moveTo>
                <a:lnTo>
                  <a:pt x="9248318" y="2026907"/>
                </a:lnTo>
                <a:lnTo>
                  <a:pt x="9246451" y="2025053"/>
                </a:lnTo>
                <a:lnTo>
                  <a:pt x="9245333" y="2024583"/>
                </a:lnTo>
                <a:lnTo>
                  <a:pt x="9242704" y="2024583"/>
                </a:lnTo>
                <a:lnTo>
                  <a:pt x="9241574" y="2025053"/>
                </a:lnTo>
                <a:lnTo>
                  <a:pt x="9239720" y="2026907"/>
                </a:lnTo>
                <a:lnTo>
                  <a:pt x="9239250" y="2028037"/>
                </a:lnTo>
                <a:lnTo>
                  <a:pt x="9239250" y="2030666"/>
                </a:lnTo>
                <a:lnTo>
                  <a:pt x="9239720" y="2031784"/>
                </a:lnTo>
                <a:lnTo>
                  <a:pt x="9241574" y="2033651"/>
                </a:lnTo>
                <a:lnTo>
                  <a:pt x="9242704" y="2034108"/>
                </a:lnTo>
                <a:lnTo>
                  <a:pt x="9245333" y="2034108"/>
                </a:lnTo>
                <a:lnTo>
                  <a:pt x="9246451" y="2033651"/>
                </a:lnTo>
                <a:lnTo>
                  <a:pt x="9248318" y="2031784"/>
                </a:lnTo>
                <a:lnTo>
                  <a:pt x="9248775" y="2030666"/>
                </a:lnTo>
                <a:lnTo>
                  <a:pt x="9248775" y="2028037"/>
                </a:lnTo>
                <a:close/>
              </a:path>
              <a:path w="10296525" h="3486150">
                <a:moveTo>
                  <a:pt x="9248775" y="1304391"/>
                </a:moveTo>
                <a:lnTo>
                  <a:pt x="9248318" y="1303274"/>
                </a:lnTo>
                <a:lnTo>
                  <a:pt x="9246451" y="1301419"/>
                </a:lnTo>
                <a:lnTo>
                  <a:pt x="9245333" y="1300949"/>
                </a:lnTo>
                <a:lnTo>
                  <a:pt x="9242704" y="1300949"/>
                </a:lnTo>
                <a:lnTo>
                  <a:pt x="9241574" y="1301419"/>
                </a:lnTo>
                <a:lnTo>
                  <a:pt x="9239720" y="1303274"/>
                </a:lnTo>
                <a:lnTo>
                  <a:pt x="9239250" y="1304391"/>
                </a:lnTo>
                <a:lnTo>
                  <a:pt x="9239250" y="1307033"/>
                </a:lnTo>
                <a:lnTo>
                  <a:pt x="9239720" y="1308150"/>
                </a:lnTo>
                <a:lnTo>
                  <a:pt x="9241574" y="1310005"/>
                </a:lnTo>
                <a:lnTo>
                  <a:pt x="9242704" y="1310474"/>
                </a:lnTo>
                <a:lnTo>
                  <a:pt x="9245333" y="1310474"/>
                </a:lnTo>
                <a:lnTo>
                  <a:pt x="9246451" y="1310005"/>
                </a:lnTo>
                <a:lnTo>
                  <a:pt x="9248318" y="1308150"/>
                </a:lnTo>
                <a:lnTo>
                  <a:pt x="9248775" y="1307033"/>
                </a:lnTo>
                <a:lnTo>
                  <a:pt x="9248775" y="1304391"/>
                </a:lnTo>
                <a:close/>
              </a:path>
              <a:path w="10296525" h="3486150">
                <a:moveTo>
                  <a:pt x="9248775" y="580758"/>
                </a:moveTo>
                <a:lnTo>
                  <a:pt x="9248318" y="579640"/>
                </a:lnTo>
                <a:lnTo>
                  <a:pt x="9246451" y="577773"/>
                </a:lnTo>
                <a:lnTo>
                  <a:pt x="9245333" y="577316"/>
                </a:lnTo>
                <a:lnTo>
                  <a:pt x="9242704" y="577316"/>
                </a:lnTo>
                <a:lnTo>
                  <a:pt x="9241574" y="577773"/>
                </a:lnTo>
                <a:lnTo>
                  <a:pt x="9239720" y="579640"/>
                </a:lnTo>
                <a:lnTo>
                  <a:pt x="9239250" y="580758"/>
                </a:lnTo>
                <a:lnTo>
                  <a:pt x="9239250" y="583387"/>
                </a:lnTo>
                <a:lnTo>
                  <a:pt x="9239720" y="584517"/>
                </a:lnTo>
                <a:lnTo>
                  <a:pt x="9241574" y="586371"/>
                </a:lnTo>
                <a:lnTo>
                  <a:pt x="9242704" y="586841"/>
                </a:lnTo>
                <a:lnTo>
                  <a:pt x="9245333" y="586841"/>
                </a:lnTo>
                <a:lnTo>
                  <a:pt x="9246451" y="586371"/>
                </a:lnTo>
                <a:lnTo>
                  <a:pt x="9248318" y="584517"/>
                </a:lnTo>
                <a:lnTo>
                  <a:pt x="9248775" y="583387"/>
                </a:lnTo>
                <a:lnTo>
                  <a:pt x="9248775" y="580758"/>
                </a:lnTo>
                <a:close/>
              </a:path>
              <a:path w="10296525" h="3486150">
                <a:moveTo>
                  <a:pt x="9296400" y="2751671"/>
                </a:moveTo>
                <a:lnTo>
                  <a:pt x="9295943" y="2750540"/>
                </a:lnTo>
                <a:lnTo>
                  <a:pt x="9294076" y="2748686"/>
                </a:lnTo>
                <a:lnTo>
                  <a:pt x="9292958" y="2748216"/>
                </a:lnTo>
                <a:lnTo>
                  <a:pt x="9290329" y="2748216"/>
                </a:lnTo>
                <a:lnTo>
                  <a:pt x="9289199" y="2748686"/>
                </a:lnTo>
                <a:lnTo>
                  <a:pt x="9287345" y="2750540"/>
                </a:lnTo>
                <a:lnTo>
                  <a:pt x="9286875" y="2751671"/>
                </a:lnTo>
                <a:lnTo>
                  <a:pt x="9286875" y="2754299"/>
                </a:lnTo>
                <a:lnTo>
                  <a:pt x="9287345" y="2755417"/>
                </a:lnTo>
                <a:lnTo>
                  <a:pt x="9289199" y="2757284"/>
                </a:lnTo>
                <a:lnTo>
                  <a:pt x="9290329" y="2757741"/>
                </a:lnTo>
                <a:lnTo>
                  <a:pt x="9292958" y="2757741"/>
                </a:lnTo>
                <a:lnTo>
                  <a:pt x="9294076" y="2757284"/>
                </a:lnTo>
                <a:lnTo>
                  <a:pt x="9295943" y="2755417"/>
                </a:lnTo>
                <a:lnTo>
                  <a:pt x="9296400" y="2754299"/>
                </a:lnTo>
                <a:lnTo>
                  <a:pt x="9296400" y="2751671"/>
                </a:lnTo>
                <a:close/>
              </a:path>
              <a:path w="10296525" h="3486150">
                <a:moveTo>
                  <a:pt x="9296400" y="2028037"/>
                </a:moveTo>
                <a:lnTo>
                  <a:pt x="9295943" y="2026907"/>
                </a:lnTo>
                <a:lnTo>
                  <a:pt x="9294076" y="2025053"/>
                </a:lnTo>
                <a:lnTo>
                  <a:pt x="9292958" y="2024583"/>
                </a:lnTo>
                <a:lnTo>
                  <a:pt x="9290329" y="2024583"/>
                </a:lnTo>
                <a:lnTo>
                  <a:pt x="9289199" y="2025053"/>
                </a:lnTo>
                <a:lnTo>
                  <a:pt x="9287345" y="2026907"/>
                </a:lnTo>
                <a:lnTo>
                  <a:pt x="9286875" y="2028037"/>
                </a:lnTo>
                <a:lnTo>
                  <a:pt x="9286875" y="2030666"/>
                </a:lnTo>
                <a:lnTo>
                  <a:pt x="9287345" y="2031784"/>
                </a:lnTo>
                <a:lnTo>
                  <a:pt x="9289199" y="2033651"/>
                </a:lnTo>
                <a:lnTo>
                  <a:pt x="9290329" y="2034108"/>
                </a:lnTo>
                <a:lnTo>
                  <a:pt x="9292958" y="2034108"/>
                </a:lnTo>
                <a:lnTo>
                  <a:pt x="9294076" y="2033651"/>
                </a:lnTo>
                <a:lnTo>
                  <a:pt x="9295943" y="2031784"/>
                </a:lnTo>
                <a:lnTo>
                  <a:pt x="9296400" y="2030666"/>
                </a:lnTo>
                <a:lnTo>
                  <a:pt x="9296400" y="2028037"/>
                </a:lnTo>
                <a:close/>
              </a:path>
              <a:path w="10296525" h="3486150">
                <a:moveTo>
                  <a:pt x="9296400" y="1304391"/>
                </a:moveTo>
                <a:lnTo>
                  <a:pt x="9295943" y="1303274"/>
                </a:lnTo>
                <a:lnTo>
                  <a:pt x="9294076" y="1301419"/>
                </a:lnTo>
                <a:lnTo>
                  <a:pt x="9292958" y="1300949"/>
                </a:lnTo>
                <a:lnTo>
                  <a:pt x="9290329" y="1300949"/>
                </a:lnTo>
                <a:lnTo>
                  <a:pt x="9289199" y="1301419"/>
                </a:lnTo>
                <a:lnTo>
                  <a:pt x="9287345" y="1303274"/>
                </a:lnTo>
                <a:lnTo>
                  <a:pt x="9286875" y="1304391"/>
                </a:lnTo>
                <a:lnTo>
                  <a:pt x="9286875" y="1307033"/>
                </a:lnTo>
                <a:lnTo>
                  <a:pt x="9287345" y="1308150"/>
                </a:lnTo>
                <a:lnTo>
                  <a:pt x="9289199" y="1310005"/>
                </a:lnTo>
                <a:lnTo>
                  <a:pt x="9290329" y="1310474"/>
                </a:lnTo>
                <a:lnTo>
                  <a:pt x="9292958" y="1310474"/>
                </a:lnTo>
                <a:lnTo>
                  <a:pt x="9294076" y="1310005"/>
                </a:lnTo>
                <a:lnTo>
                  <a:pt x="9295943" y="1308150"/>
                </a:lnTo>
                <a:lnTo>
                  <a:pt x="9296400" y="1307033"/>
                </a:lnTo>
                <a:lnTo>
                  <a:pt x="9296400" y="1304391"/>
                </a:lnTo>
                <a:close/>
              </a:path>
              <a:path w="10296525" h="3486150">
                <a:moveTo>
                  <a:pt x="9296400" y="580758"/>
                </a:moveTo>
                <a:lnTo>
                  <a:pt x="9295943" y="579640"/>
                </a:lnTo>
                <a:lnTo>
                  <a:pt x="9294076" y="577773"/>
                </a:lnTo>
                <a:lnTo>
                  <a:pt x="9292958" y="577316"/>
                </a:lnTo>
                <a:lnTo>
                  <a:pt x="9290329" y="577316"/>
                </a:lnTo>
                <a:lnTo>
                  <a:pt x="9289199" y="577773"/>
                </a:lnTo>
                <a:lnTo>
                  <a:pt x="9287345" y="579640"/>
                </a:lnTo>
                <a:lnTo>
                  <a:pt x="9286875" y="580758"/>
                </a:lnTo>
                <a:lnTo>
                  <a:pt x="9286875" y="583387"/>
                </a:lnTo>
                <a:lnTo>
                  <a:pt x="9287345" y="584517"/>
                </a:lnTo>
                <a:lnTo>
                  <a:pt x="9289199" y="586371"/>
                </a:lnTo>
                <a:lnTo>
                  <a:pt x="9290329" y="586841"/>
                </a:lnTo>
                <a:lnTo>
                  <a:pt x="9292958" y="586841"/>
                </a:lnTo>
                <a:lnTo>
                  <a:pt x="9294076" y="586371"/>
                </a:lnTo>
                <a:lnTo>
                  <a:pt x="9295943" y="584517"/>
                </a:lnTo>
                <a:lnTo>
                  <a:pt x="9296400" y="583387"/>
                </a:lnTo>
                <a:lnTo>
                  <a:pt x="9296400" y="580758"/>
                </a:lnTo>
                <a:close/>
              </a:path>
              <a:path w="10296525" h="3486150">
                <a:moveTo>
                  <a:pt x="9344025" y="2751671"/>
                </a:moveTo>
                <a:lnTo>
                  <a:pt x="9343568" y="2750540"/>
                </a:lnTo>
                <a:lnTo>
                  <a:pt x="9341701" y="2748686"/>
                </a:lnTo>
                <a:lnTo>
                  <a:pt x="9340583" y="2748216"/>
                </a:lnTo>
                <a:lnTo>
                  <a:pt x="9337954" y="2748216"/>
                </a:lnTo>
                <a:lnTo>
                  <a:pt x="9336824" y="2748686"/>
                </a:lnTo>
                <a:lnTo>
                  <a:pt x="9334970" y="2750540"/>
                </a:lnTo>
                <a:lnTo>
                  <a:pt x="9334500" y="2751671"/>
                </a:lnTo>
                <a:lnTo>
                  <a:pt x="9334500" y="2754299"/>
                </a:lnTo>
                <a:lnTo>
                  <a:pt x="9334970" y="2755417"/>
                </a:lnTo>
                <a:lnTo>
                  <a:pt x="9336824" y="2757284"/>
                </a:lnTo>
                <a:lnTo>
                  <a:pt x="9337954" y="2757741"/>
                </a:lnTo>
                <a:lnTo>
                  <a:pt x="9340583" y="2757741"/>
                </a:lnTo>
                <a:lnTo>
                  <a:pt x="9341701" y="2757284"/>
                </a:lnTo>
                <a:lnTo>
                  <a:pt x="9343568" y="2755417"/>
                </a:lnTo>
                <a:lnTo>
                  <a:pt x="9344025" y="2754299"/>
                </a:lnTo>
                <a:lnTo>
                  <a:pt x="9344025" y="2751671"/>
                </a:lnTo>
                <a:close/>
              </a:path>
              <a:path w="10296525" h="3486150">
                <a:moveTo>
                  <a:pt x="9344025" y="2028037"/>
                </a:moveTo>
                <a:lnTo>
                  <a:pt x="9343568" y="2026907"/>
                </a:lnTo>
                <a:lnTo>
                  <a:pt x="9341701" y="2025053"/>
                </a:lnTo>
                <a:lnTo>
                  <a:pt x="9340583" y="2024583"/>
                </a:lnTo>
                <a:lnTo>
                  <a:pt x="9337954" y="2024583"/>
                </a:lnTo>
                <a:lnTo>
                  <a:pt x="9336824" y="2025053"/>
                </a:lnTo>
                <a:lnTo>
                  <a:pt x="9334970" y="2026907"/>
                </a:lnTo>
                <a:lnTo>
                  <a:pt x="9334500" y="2028037"/>
                </a:lnTo>
                <a:lnTo>
                  <a:pt x="9334500" y="2030666"/>
                </a:lnTo>
                <a:lnTo>
                  <a:pt x="9334970" y="2031784"/>
                </a:lnTo>
                <a:lnTo>
                  <a:pt x="9336824" y="2033651"/>
                </a:lnTo>
                <a:lnTo>
                  <a:pt x="9337954" y="2034108"/>
                </a:lnTo>
                <a:lnTo>
                  <a:pt x="9340583" y="2034108"/>
                </a:lnTo>
                <a:lnTo>
                  <a:pt x="9341701" y="2033651"/>
                </a:lnTo>
                <a:lnTo>
                  <a:pt x="9343568" y="2031784"/>
                </a:lnTo>
                <a:lnTo>
                  <a:pt x="9344025" y="2030666"/>
                </a:lnTo>
                <a:lnTo>
                  <a:pt x="9344025" y="2028037"/>
                </a:lnTo>
                <a:close/>
              </a:path>
              <a:path w="10296525" h="3486150">
                <a:moveTo>
                  <a:pt x="9344025" y="1304391"/>
                </a:moveTo>
                <a:lnTo>
                  <a:pt x="9343568" y="1303274"/>
                </a:lnTo>
                <a:lnTo>
                  <a:pt x="9341701" y="1301419"/>
                </a:lnTo>
                <a:lnTo>
                  <a:pt x="9340583" y="1300949"/>
                </a:lnTo>
                <a:lnTo>
                  <a:pt x="9337954" y="1300949"/>
                </a:lnTo>
                <a:lnTo>
                  <a:pt x="9336824" y="1301419"/>
                </a:lnTo>
                <a:lnTo>
                  <a:pt x="9334970" y="1303274"/>
                </a:lnTo>
                <a:lnTo>
                  <a:pt x="9334500" y="1304391"/>
                </a:lnTo>
                <a:lnTo>
                  <a:pt x="9334500" y="1307033"/>
                </a:lnTo>
                <a:lnTo>
                  <a:pt x="9334970" y="1308150"/>
                </a:lnTo>
                <a:lnTo>
                  <a:pt x="9336824" y="1310005"/>
                </a:lnTo>
                <a:lnTo>
                  <a:pt x="9337954" y="1310474"/>
                </a:lnTo>
                <a:lnTo>
                  <a:pt x="9340583" y="1310474"/>
                </a:lnTo>
                <a:lnTo>
                  <a:pt x="9341701" y="1310005"/>
                </a:lnTo>
                <a:lnTo>
                  <a:pt x="9343568" y="1308150"/>
                </a:lnTo>
                <a:lnTo>
                  <a:pt x="9344025" y="1307033"/>
                </a:lnTo>
                <a:lnTo>
                  <a:pt x="9344025" y="1304391"/>
                </a:lnTo>
                <a:close/>
              </a:path>
              <a:path w="10296525" h="3486150">
                <a:moveTo>
                  <a:pt x="9344025" y="580758"/>
                </a:moveTo>
                <a:lnTo>
                  <a:pt x="9343568" y="579640"/>
                </a:lnTo>
                <a:lnTo>
                  <a:pt x="9341701" y="577773"/>
                </a:lnTo>
                <a:lnTo>
                  <a:pt x="9340583" y="577316"/>
                </a:lnTo>
                <a:lnTo>
                  <a:pt x="9337954" y="577316"/>
                </a:lnTo>
                <a:lnTo>
                  <a:pt x="9336824" y="577773"/>
                </a:lnTo>
                <a:lnTo>
                  <a:pt x="9334970" y="579640"/>
                </a:lnTo>
                <a:lnTo>
                  <a:pt x="9334500" y="580758"/>
                </a:lnTo>
                <a:lnTo>
                  <a:pt x="9334500" y="583387"/>
                </a:lnTo>
                <a:lnTo>
                  <a:pt x="9334970" y="584517"/>
                </a:lnTo>
                <a:lnTo>
                  <a:pt x="9336824" y="586371"/>
                </a:lnTo>
                <a:lnTo>
                  <a:pt x="9337954" y="586841"/>
                </a:lnTo>
                <a:lnTo>
                  <a:pt x="9340583" y="586841"/>
                </a:lnTo>
                <a:lnTo>
                  <a:pt x="9341701" y="586371"/>
                </a:lnTo>
                <a:lnTo>
                  <a:pt x="9343568" y="584517"/>
                </a:lnTo>
                <a:lnTo>
                  <a:pt x="9344025" y="583387"/>
                </a:lnTo>
                <a:lnTo>
                  <a:pt x="9344025" y="580758"/>
                </a:lnTo>
                <a:close/>
              </a:path>
              <a:path w="10296525" h="3486150">
                <a:moveTo>
                  <a:pt x="9391650" y="2751671"/>
                </a:moveTo>
                <a:lnTo>
                  <a:pt x="9391193" y="2750540"/>
                </a:lnTo>
                <a:lnTo>
                  <a:pt x="9389326" y="2748686"/>
                </a:lnTo>
                <a:lnTo>
                  <a:pt x="9388208" y="2748216"/>
                </a:lnTo>
                <a:lnTo>
                  <a:pt x="9385579" y="2748216"/>
                </a:lnTo>
                <a:lnTo>
                  <a:pt x="9384449" y="2748686"/>
                </a:lnTo>
                <a:lnTo>
                  <a:pt x="9382595" y="2750540"/>
                </a:lnTo>
                <a:lnTo>
                  <a:pt x="9382125" y="2751671"/>
                </a:lnTo>
                <a:lnTo>
                  <a:pt x="9382125" y="2754299"/>
                </a:lnTo>
                <a:lnTo>
                  <a:pt x="9382595" y="2755417"/>
                </a:lnTo>
                <a:lnTo>
                  <a:pt x="9384449" y="2757284"/>
                </a:lnTo>
                <a:lnTo>
                  <a:pt x="9385579" y="2757741"/>
                </a:lnTo>
                <a:lnTo>
                  <a:pt x="9388208" y="2757741"/>
                </a:lnTo>
                <a:lnTo>
                  <a:pt x="9389326" y="2757284"/>
                </a:lnTo>
                <a:lnTo>
                  <a:pt x="9391193" y="2755417"/>
                </a:lnTo>
                <a:lnTo>
                  <a:pt x="9391650" y="2754299"/>
                </a:lnTo>
                <a:lnTo>
                  <a:pt x="9391650" y="2751671"/>
                </a:lnTo>
                <a:close/>
              </a:path>
              <a:path w="10296525" h="3486150">
                <a:moveTo>
                  <a:pt x="9391650" y="2028037"/>
                </a:moveTo>
                <a:lnTo>
                  <a:pt x="9391193" y="2026907"/>
                </a:lnTo>
                <a:lnTo>
                  <a:pt x="9389326" y="2025053"/>
                </a:lnTo>
                <a:lnTo>
                  <a:pt x="9388208" y="2024583"/>
                </a:lnTo>
                <a:lnTo>
                  <a:pt x="9385579" y="2024583"/>
                </a:lnTo>
                <a:lnTo>
                  <a:pt x="9384449" y="2025053"/>
                </a:lnTo>
                <a:lnTo>
                  <a:pt x="9382595" y="2026907"/>
                </a:lnTo>
                <a:lnTo>
                  <a:pt x="9382125" y="2028037"/>
                </a:lnTo>
                <a:lnTo>
                  <a:pt x="9382125" y="2030666"/>
                </a:lnTo>
                <a:lnTo>
                  <a:pt x="9382595" y="2031784"/>
                </a:lnTo>
                <a:lnTo>
                  <a:pt x="9384449" y="2033651"/>
                </a:lnTo>
                <a:lnTo>
                  <a:pt x="9385579" y="2034108"/>
                </a:lnTo>
                <a:lnTo>
                  <a:pt x="9388208" y="2034108"/>
                </a:lnTo>
                <a:lnTo>
                  <a:pt x="9389326" y="2033651"/>
                </a:lnTo>
                <a:lnTo>
                  <a:pt x="9391193" y="2031784"/>
                </a:lnTo>
                <a:lnTo>
                  <a:pt x="9391650" y="2030666"/>
                </a:lnTo>
                <a:lnTo>
                  <a:pt x="9391650" y="2028037"/>
                </a:lnTo>
                <a:close/>
              </a:path>
              <a:path w="10296525" h="3486150">
                <a:moveTo>
                  <a:pt x="9391650" y="1304391"/>
                </a:moveTo>
                <a:lnTo>
                  <a:pt x="9391193" y="1303274"/>
                </a:lnTo>
                <a:lnTo>
                  <a:pt x="9389326" y="1301419"/>
                </a:lnTo>
                <a:lnTo>
                  <a:pt x="9388208" y="1300949"/>
                </a:lnTo>
                <a:lnTo>
                  <a:pt x="9385579" y="1300949"/>
                </a:lnTo>
                <a:lnTo>
                  <a:pt x="9384449" y="1301419"/>
                </a:lnTo>
                <a:lnTo>
                  <a:pt x="9382595" y="1303274"/>
                </a:lnTo>
                <a:lnTo>
                  <a:pt x="9382125" y="1304391"/>
                </a:lnTo>
                <a:lnTo>
                  <a:pt x="9382125" y="1307033"/>
                </a:lnTo>
                <a:lnTo>
                  <a:pt x="9382595" y="1308150"/>
                </a:lnTo>
                <a:lnTo>
                  <a:pt x="9384449" y="1310005"/>
                </a:lnTo>
                <a:lnTo>
                  <a:pt x="9385579" y="1310474"/>
                </a:lnTo>
                <a:lnTo>
                  <a:pt x="9388208" y="1310474"/>
                </a:lnTo>
                <a:lnTo>
                  <a:pt x="9389326" y="1310005"/>
                </a:lnTo>
                <a:lnTo>
                  <a:pt x="9391193" y="1308150"/>
                </a:lnTo>
                <a:lnTo>
                  <a:pt x="9391650" y="1307033"/>
                </a:lnTo>
                <a:lnTo>
                  <a:pt x="9391650" y="1304391"/>
                </a:lnTo>
                <a:close/>
              </a:path>
              <a:path w="10296525" h="3486150">
                <a:moveTo>
                  <a:pt x="9391650" y="580758"/>
                </a:moveTo>
                <a:lnTo>
                  <a:pt x="9391193" y="579640"/>
                </a:lnTo>
                <a:lnTo>
                  <a:pt x="9389326" y="577773"/>
                </a:lnTo>
                <a:lnTo>
                  <a:pt x="9388208" y="577316"/>
                </a:lnTo>
                <a:lnTo>
                  <a:pt x="9385579" y="577316"/>
                </a:lnTo>
                <a:lnTo>
                  <a:pt x="9384449" y="577773"/>
                </a:lnTo>
                <a:lnTo>
                  <a:pt x="9382595" y="579640"/>
                </a:lnTo>
                <a:lnTo>
                  <a:pt x="9382125" y="580758"/>
                </a:lnTo>
                <a:lnTo>
                  <a:pt x="9382125" y="583387"/>
                </a:lnTo>
                <a:lnTo>
                  <a:pt x="9382595" y="584517"/>
                </a:lnTo>
                <a:lnTo>
                  <a:pt x="9384449" y="586371"/>
                </a:lnTo>
                <a:lnTo>
                  <a:pt x="9385579" y="586841"/>
                </a:lnTo>
                <a:lnTo>
                  <a:pt x="9388208" y="586841"/>
                </a:lnTo>
                <a:lnTo>
                  <a:pt x="9389326" y="586371"/>
                </a:lnTo>
                <a:lnTo>
                  <a:pt x="9391193" y="584517"/>
                </a:lnTo>
                <a:lnTo>
                  <a:pt x="9391650" y="583387"/>
                </a:lnTo>
                <a:lnTo>
                  <a:pt x="9391650" y="580758"/>
                </a:lnTo>
                <a:close/>
              </a:path>
              <a:path w="10296525" h="3486150">
                <a:moveTo>
                  <a:pt x="9439275" y="2751671"/>
                </a:moveTo>
                <a:lnTo>
                  <a:pt x="9438818" y="2750540"/>
                </a:lnTo>
                <a:lnTo>
                  <a:pt x="9436951" y="2748686"/>
                </a:lnTo>
                <a:lnTo>
                  <a:pt x="9435833" y="2748216"/>
                </a:lnTo>
                <a:lnTo>
                  <a:pt x="9433204" y="2748216"/>
                </a:lnTo>
                <a:lnTo>
                  <a:pt x="9432074" y="2748686"/>
                </a:lnTo>
                <a:lnTo>
                  <a:pt x="9430220" y="2750540"/>
                </a:lnTo>
                <a:lnTo>
                  <a:pt x="9429750" y="2751671"/>
                </a:lnTo>
                <a:lnTo>
                  <a:pt x="9429750" y="2754299"/>
                </a:lnTo>
                <a:lnTo>
                  <a:pt x="9430220" y="2755417"/>
                </a:lnTo>
                <a:lnTo>
                  <a:pt x="9432074" y="2757284"/>
                </a:lnTo>
                <a:lnTo>
                  <a:pt x="9433204" y="2757741"/>
                </a:lnTo>
                <a:lnTo>
                  <a:pt x="9435833" y="2757741"/>
                </a:lnTo>
                <a:lnTo>
                  <a:pt x="9436951" y="2757284"/>
                </a:lnTo>
                <a:lnTo>
                  <a:pt x="9438818" y="2755417"/>
                </a:lnTo>
                <a:lnTo>
                  <a:pt x="9439275" y="2754299"/>
                </a:lnTo>
                <a:lnTo>
                  <a:pt x="9439275" y="2751671"/>
                </a:lnTo>
                <a:close/>
              </a:path>
              <a:path w="10296525" h="3486150">
                <a:moveTo>
                  <a:pt x="9439275" y="2028037"/>
                </a:moveTo>
                <a:lnTo>
                  <a:pt x="9438818" y="2026907"/>
                </a:lnTo>
                <a:lnTo>
                  <a:pt x="9436951" y="2025053"/>
                </a:lnTo>
                <a:lnTo>
                  <a:pt x="9435833" y="2024583"/>
                </a:lnTo>
                <a:lnTo>
                  <a:pt x="9433204" y="2024583"/>
                </a:lnTo>
                <a:lnTo>
                  <a:pt x="9432074" y="2025053"/>
                </a:lnTo>
                <a:lnTo>
                  <a:pt x="9430220" y="2026907"/>
                </a:lnTo>
                <a:lnTo>
                  <a:pt x="9429750" y="2028037"/>
                </a:lnTo>
                <a:lnTo>
                  <a:pt x="9429750" y="2030666"/>
                </a:lnTo>
                <a:lnTo>
                  <a:pt x="9430220" y="2031784"/>
                </a:lnTo>
                <a:lnTo>
                  <a:pt x="9432074" y="2033651"/>
                </a:lnTo>
                <a:lnTo>
                  <a:pt x="9433204" y="2034108"/>
                </a:lnTo>
                <a:lnTo>
                  <a:pt x="9435833" y="2034108"/>
                </a:lnTo>
                <a:lnTo>
                  <a:pt x="9436951" y="2033651"/>
                </a:lnTo>
                <a:lnTo>
                  <a:pt x="9438818" y="2031784"/>
                </a:lnTo>
                <a:lnTo>
                  <a:pt x="9439275" y="2030666"/>
                </a:lnTo>
                <a:lnTo>
                  <a:pt x="9439275" y="2028037"/>
                </a:lnTo>
                <a:close/>
              </a:path>
              <a:path w="10296525" h="3486150">
                <a:moveTo>
                  <a:pt x="9439275" y="1304391"/>
                </a:moveTo>
                <a:lnTo>
                  <a:pt x="9438818" y="1303274"/>
                </a:lnTo>
                <a:lnTo>
                  <a:pt x="9436951" y="1301419"/>
                </a:lnTo>
                <a:lnTo>
                  <a:pt x="9435833" y="1300949"/>
                </a:lnTo>
                <a:lnTo>
                  <a:pt x="9433204" y="1300949"/>
                </a:lnTo>
                <a:lnTo>
                  <a:pt x="9432074" y="1301419"/>
                </a:lnTo>
                <a:lnTo>
                  <a:pt x="9430220" y="1303274"/>
                </a:lnTo>
                <a:lnTo>
                  <a:pt x="9429750" y="1304391"/>
                </a:lnTo>
                <a:lnTo>
                  <a:pt x="9429750" y="1307033"/>
                </a:lnTo>
                <a:lnTo>
                  <a:pt x="9430220" y="1308150"/>
                </a:lnTo>
                <a:lnTo>
                  <a:pt x="9432074" y="1310005"/>
                </a:lnTo>
                <a:lnTo>
                  <a:pt x="9433204" y="1310474"/>
                </a:lnTo>
                <a:lnTo>
                  <a:pt x="9435833" y="1310474"/>
                </a:lnTo>
                <a:lnTo>
                  <a:pt x="9436951" y="1310005"/>
                </a:lnTo>
                <a:lnTo>
                  <a:pt x="9438818" y="1308150"/>
                </a:lnTo>
                <a:lnTo>
                  <a:pt x="9439275" y="1307033"/>
                </a:lnTo>
                <a:lnTo>
                  <a:pt x="9439275" y="1304391"/>
                </a:lnTo>
                <a:close/>
              </a:path>
              <a:path w="10296525" h="3486150">
                <a:moveTo>
                  <a:pt x="9439275" y="580758"/>
                </a:moveTo>
                <a:lnTo>
                  <a:pt x="9438818" y="579640"/>
                </a:lnTo>
                <a:lnTo>
                  <a:pt x="9436951" y="577773"/>
                </a:lnTo>
                <a:lnTo>
                  <a:pt x="9435833" y="577316"/>
                </a:lnTo>
                <a:lnTo>
                  <a:pt x="9433204" y="577316"/>
                </a:lnTo>
                <a:lnTo>
                  <a:pt x="9432074" y="577773"/>
                </a:lnTo>
                <a:lnTo>
                  <a:pt x="9430220" y="579640"/>
                </a:lnTo>
                <a:lnTo>
                  <a:pt x="9429750" y="580758"/>
                </a:lnTo>
                <a:lnTo>
                  <a:pt x="9429750" y="583387"/>
                </a:lnTo>
                <a:lnTo>
                  <a:pt x="9430220" y="584517"/>
                </a:lnTo>
                <a:lnTo>
                  <a:pt x="9432074" y="586371"/>
                </a:lnTo>
                <a:lnTo>
                  <a:pt x="9433204" y="586841"/>
                </a:lnTo>
                <a:lnTo>
                  <a:pt x="9435833" y="586841"/>
                </a:lnTo>
                <a:lnTo>
                  <a:pt x="9436951" y="586371"/>
                </a:lnTo>
                <a:lnTo>
                  <a:pt x="9438818" y="584517"/>
                </a:lnTo>
                <a:lnTo>
                  <a:pt x="9439275" y="583387"/>
                </a:lnTo>
                <a:lnTo>
                  <a:pt x="9439275" y="580758"/>
                </a:lnTo>
                <a:close/>
              </a:path>
              <a:path w="10296525" h="3486150">
                <a:moveTo>
                  <a:pt x="9486900" y="2751671"/>
                </a:moveTo>
                <a:lnTo>
                  <a:pt x="9486443" y="2750540"/>
                </a:lnTo>
                <a:lnTo>
                  <a:pt x="9484576" y="2748686"/>
                </a:lnTo>
                <a:lnTo>
                  <a:pt x="9483458" y="2748216"/>
                </a:lnTo>
                <a:lnTo>
                  <a:pt x="9480829" y="2748216"/>
                </a:lnTo>
                <a:lnTo>
                  <a:pt x="9479699" y="2748686"/>
                </a:lnTo>
                <a:lnTo>
                  <a:pt x="9477845" y="2750540"/>
                </a:lnTo>
                <a:lnTo>
                  <a:pt x="9477375" y="2751671"/>
                </a:lnTo>
                <a:lnTo>
                  <a:pt x="9477375" y="2754299"/>
                </a:lnTo>
                <a:lnTo>
                  <a:pt x="9477845" y="2755417"/>
                </a:lnTo>
                <a:lnTo>
                  <a:pt x="9479699" y="2757284"/>
                </a:lnTo>
                <a:lnTo>
                  <a:pt x="9480829" y="2757741"/>
                </a:lnTo>
                <a:lnTo>
                  <a:pt x="9483458" y="2757741"/>
                </a:lnTo>
                <a:lnTo>
                  <a:pt x="9484576" y="2757284"/>
                </a:lnTo>
                <a:lnTo>
                  <a:pt x="9486443" y="2755417"/>
                </a:lnTo>
                <a:lnTo>
                  <a:pt x="9486900" y="2754299"/>
                </a:lnTo>
                <a:lnTo>
                  <a:pt x="9486900" y="2751671"/>
                </a:lnTo>
                <a:close/>
              </a:path>
              <a:path w="10296525" h="3486150">
                <a:moveTo>
                  <a:pt x="9486900" y="2028037"/>
                </a:moveTo>
                <a:lnTo>
                  <a:pt x="9486443" y="2026907"/>
                </a:lnTo>
                <a:lnTo>
                  <a:pt x="9484576" y="2025053"/>
                </a:lnTo>
                <a:lnTo>
                  <a:pt x="9483458" y="2024583"/>
                </a:lnTo>
                <a:lnTo>
                  <a:pt x="9480829" y="2024583"/>
                </a:lnTo>
                <a:lnTo>
                  <a:pt x="9479699" y="2025053"/>
                </a:lnTo>
                <a:lnTo>
                  <a:pt x="9477845" y="2026907"/>
                </a:lnTo>
                <a:lnTo>
                  <a:pt x="9477375" y="2028037"/>
                </a:lnTo>
                <a:lnTo>
                  <a:pt x="9477375" y="2030666"/>
                </a:lnTo>
                <a:lnTo>
                  <a:pt x="9477845" y="2031784"/>
                </a:lnTo>
                <a:lnTo>
                  <a:pt x="9479699" y="2033651"/>
                </a:lnTo>
                <a:lnTo>
                  <a:pt x="9480829" y="2034108"/>
                </a:lnTo>
                <a:lnTo>
                  <a:pt x="9483458" y="2034108"/>
                </a:lnTo>
                <a:lnTo>
                  <a:pt x="9484576" y="2033651"/>
                </a:lnTo>
                <a:lnTo>
                  <a:pt x="9486443" y="2031784"/>
                </a:lnTo>
                <a:lnTo>
                  <a:pt x="9486900" y="2030666"/>
                </a:lnTo>
                <a:lnTo>
                  <a:pt x="9486900" y="2028037"/>
                </a:lnTo>
                <a:close/>
              </a:path>
              <a:path w="10296525" h="3486150">
                <a:moveTo>
                  <a:pt x="9486900" y="1304391"/>
                </a:moveTo>
                <a:lnTo>
                  <a:pt x="9486443" y="1303274"/>
                </a:lnTo>
                <a:lnTo>
                  <a:pt x="9484576" y="1301419"/>
                </a:lnTo>
                <a:lnTo>
                  <a:pt x="9483458" y="1300949"/>
                </a:lnTo>
                <a:lnTo>
                  <a:pt x="9480829" y="1300949"/>
                </a:lnTo>
                <a:lnTo>
                  <a:pt x="9479699" y="1301419"/>
                </a:lnTo>
                <a:lnTo>
                  <a:pt x="9477845" y="1303274"/>
                </a:lnTo>
                <a:lnTo>
                  <a:pt x="9477375" y="1304391"/>
                </a:lnTo>
                <a:lnTo>
                  <a:pt x="9477375" y="1307033"/>
                </a:lnTo>
                <a:lnTo>
                  <a:pt x="9477845" y="1308150"/>
                </a:lnTo>
                <a:lnTo>
                  <a:pt x="9479699" y="1310005"/>
                </a:lnTo>
                <a:lnTo>
                  <a:pt x="9480829" y="1310474"/>
                </a:lnTo>
                <a:lnTo>
                  <a:pt x="9483458" y="1310474"/>
                </a:lnTo>
                <a:lnTo>
                  <a:pt x="9484576" y="1310005"/>
                </a:lnTo>
                <a:lnTo>
                  <a:pt x="9486443" y="1308150"/>
                </a:lnTo>
                <a:lnTo>
                  <a:pt x="9486900" y="1307033"/>
                </a:lnTo>
                <a:lnTo>
                  <a:pt x="9486900" y="1304391"/>
                </a:lnTo>
                <a:close/>
              </a:path>
              <a:path w="10296525" h="3486150">
                <a:moveTo>
                  <a:pt x="9486900" y="580758"/>
                </a:moveTo>
                <a:lnTo>
                  <a:pt x="9486443" y="579640"/>
                </a:lnTo>
                <a:lnTo>
                  <a:pt x="9484576" y="577773"/>
                </a:lnTo>
                <a:lnTo>
                  <a:pt x="9483458" y="577316"/>
                </a:lnTo>
                <a:lnTo>
                  <a:pt x="9480829" y="577316"/>
                </a:lnTo>
                <a:lnTo>
                  <a:pt x="9479699" y="577773"/>
                </a:lnTo>
                <a:lnTo>
                  <a:pt x="9477845" y="579640"/>
                </a:lnTo>
                <a:lnTo>
                  <a:pt x="9477375" y="580758"/>
                </a:lnTo>
                <a:lnTo>
                  <a:pt x="9477375" y="583387"/>
                </a:lnTo>
                <a:lnTo>
                  <a:pt x="9477845" y="584517"/>
                </a:lnTo>
                <a:lnTo>
                  <a:pt x="9479699" y="586371"/>
                </a:lnTo>
                <a:lnTo>
                  <a:pt x="9480829" y="586841"/>
                </a:lnTo>
                <a:lnTo>
                  <a:pt x="9483458" y="586841"/>
                </a:lnTo>
                <a:lnTo>
                  <a:pt x="9484576" y="586371"/>
                </a:lnTo>
                <a:lnTo>
                  <a:pt x="9486443" y="584517"/>
                </a:lnTo>
                <a:lnTo>
                  <a:pt x="9486900" y="583387"/>
                </a:lnTo>
                <a:lnTo>
                  <a:pt x="9486900" y="580758"/>
                </a:lnTo>
                <a:close/>
              </a:path>
              <a:path w="10296525" h="3486150">
                <a:moveTo>
                  <a:pt x="9534525" y="2751671"/>
                </a:moveTo>
                <a:lnTo>
                  <a:pt x="9534068" y="2750540"/>
                </a:lnTo>
                <a:lnTo>
                  <a:pt x="9532201" y="2748686"/>
                </a:lnTo>
                <a:lnTo>
                  <a:pt x="9531083" y="2748216"/>
                </a:lnTo>
                <a:lnTo>
                  <a:pt x="9528454" y="2748216"/>
                </a:lnTo>
                <a:lnTo>
                  <a:pt x="9527324" y="2748686"/>
                </a:lnTo>
                <a:lnTo>
                  <a:pt x="9525470" y="2750540"/>
                </a:lnTo>
                <a:lnTo>
                  <a:pt x="9525000" y="2751671"/>
                </a:lnTo>
                <a:lnTo>
                  <a:pt x="9525000" y="2754299"/>
                </a:lnTo>
                <a:lnTo>
                  <a:pt x="9525470" y="2755417"/>
                </a:lnTo>
                <a:lnTo>
                  <a:pt x="9527324" y="2757284"/>
                </a:lnTo>
                <a:lnTo>
                  <a:pt x="9528454" y="2757741"/>
                </a:lnTo>
                <a:lnTo>
                  <a:pt x="9531083" y="2757741"/>
                </a:lnTo>
                <a:lnTo>
                  <a:pt x="9532201" y="2757284"/>
                </a:lnTo>
                <a:lnTo>
                  <a:pt x="9534068" y="2755417"/>
                </a:lnTo>
                <a:lnTo>
                  <a:pt x="9534525" y="2754299"/>
                </a:lnTo>
                <a:lnTo>
                  <a:pt x="9534525" y="2751671"/>
                </a:lnTo>
                <a:close/>
              </a:path>
              <a:path w="10296525" h="3486150">
                <a:moveTo>
                  <a:pt x="9534525" y="2028037"/>
                </a:moveTo>
                <a:lnTo>
                  <a:pt x="9534068" y="2026907"/>
                </a:lnTo>
                <a:lnTo>
                  <a:pt x="9532201" y="2025053"/>
                </a:lnTo>
                <a:lnTo>
                  <a:pt x="9531083" y="2024583"/>
                </a:lnTo>
                <a:lnTo>
                  <a:pt x="9528454" y="2024583"/>
                </a:lnTo>
                <a:lnTo>
                  <a:pt x="9527324" y="2025053"/>
                </a:lnTo>
                <a:lnTo>
                  <a:pt x="9525470" y="2026907"/>
                </a:lnTo>
                <a:lnTo>
                  <a:pt x="9525000" y="2028037"/>
                </a:lnTo>
                <a:lnTo>
                  <a:pt x="9525000" y="2030666"/>
                </a:lnTo>
                <a:lnTo>
                  <a:pt x="9525470" y="2031784"/>
                </a:lnTo>
                <a:lnTo>
                  <a:pt x="9527324" y="2033651"/>
                </a:lnTo>
                <a:lnTo>
                  <a:pt x="9528454" y="2034108"/>
                </a:lnTo>
                <a:lnTo>
                  <a:pt x="9531083" y="2034108"/>
                </a:lnTo>
                <a:lnTo>
                  <a:pt x="9532201" y="2033651"/>
                </a:lnTo>
                <a:lnTo>
                  <a:pt x="9534068" y="2031784"/>
                </a:lnTo>
                <a:lnTo>
                  <a:pt x="9534525" y="2030666"/>
                </a:lnTo>
                <a:lnTo>
                  <a:pt x="9534525" y="2028037"/>
                </a:lnTo>
                <a:close/>
              </a:path>
              <a:path w="10296525" h="3486150">
                <a:moveTo>
                  <a:pt x="9534525" y="1304391"/>
                </a:moveTo>
                <a:lnTo>
                  <a:pt x="9534068" y="1303274"/>
                </a:lnTo>
                <a:lnTo>
                  <a:pt x="9532201" y="1301419"/>
                </a:lnTo>
                <a:lnTo>
                  <a:pt x="9531083" y="1300949"/>
                </a:lnTo>
                <a:lnTo>
                  <a:pt x="9528454" y="1300949"/>
                </a:lnTo>
                <a:lnTo>
                  <a:pt x="9527324" y="1301419"/>
                </a:lnTo>
                <a:lnTo>
                  <a:pt x="9525470" y="1303274"/>
                </a:lnTo>
                <a:lnTo>
                  <a:pt x="9525000" y="1304391"/>
                </a:lnTo>
                <a:lnTo>
                  <a:pt x="9525000" y="1307033"/>
                </a:lnTo>
                <a:lnTo>
                  <a:pt x="9525470" y="1308150"/>
                </a:lnTo>
                <a:lnTo>
                  <a:pt x="9527324" y="1310005"/>
                </a:lnTo>
                <a:lnTo>
                  <a:pt x="9528454" y="1310474"/>
                </a:lnTo>
                <a:lnTo>
                  <a:pt x="9531083" y="1310474"/>
                </a:lnTo>
                <a:lnTo>
                  <a:pt x="9532201" y="1310005"/>
                </a:lnTo>
                <a:lnTo>
                  <a:pt x="9534068" y="1308150"/>
                </a:lnTo>
                <a:lnTo>
                  <a:pt x="9534525" y="1307033"/>
                </a:lnTo>
                <a:lnTo>
                  <a:pt x="9534525" y="1304391"/>
                </a:lnTo>
                <a:close/>
              </a:path>
              <a:path w="10296525" h="3486150">
                <a:moveTo>
                  <a:pt x="9534525" y="580758"/>
                </a:moveTo>
                <a:lnTo>
                  <a:pt x="9534068" y="579640"/>
                </a:lnTo>
                <a:lnTo>
                  <a:pt x="9532201" y="577773"/>
                </a:lnTo>
                <a:lnTo>
                  <a:pt x="9531083" y="577316"/>
                </a:lnTo>
                <a:lnTo>
                  <a:pt x="9528454" y="577316"/>
                </a:lnTo>
                <a:lnTo>
                  <a:pt x="9527324" y="577773"/>
                </a:lnTo>
                <a:lnTo>
                  <a:pt x="9525470" y="579640"/>
                </a:lnTo>
                <a:lnTo>
                  <a:pt x="9525000" y="580758"/>
                </a:lnTo>
                <a:lnTo>
                  <a:pt x="9525000" y="583387"/>
                </a:lnTo>
                <a:lnTo>
                  <a:pt x="9525470" y="584517"/>
                </a:lnTo>
                <a:lnTo>
                  <a:pt x="9527324" y="586371"/>
                </a:lnTo>
                <a:lnTo>
                  <a:pt x="9528454" y="586841"/>
                </a:lnTo>
                <a:lnTo>
                  <a:pt x="9531083" y="586841"/>
                </a:lnTo>
                <a:lnTo>
                  <a:pt x="9532201" y="586371"/>
                </a:lnTo>
                <a:lnTo>
                  <a:pt x="9534068" y="584517"/>
                </a:lnTo>
                <a:lnTo>
                  <a:pt x="9534525" y="583387"/>
                </a:lnTo>
                <a:lnTo>
                  <a:pt x="9534525" y="580758"/>
                </a:lnTo>
                <a:close/>
              </a:path>
              <a:path w="10296525" h="3486150">
                <a:moveTo>
                  <a:pt x="9582150" y="2751671"/>
                </a:moveTo>
                <a:lnTo>
                  <a:pt x="9581693" y="2750540"/>
                </a:lnTo>
                <a:lnTo>
                  <a:pt x="9579826" y="2748686"/>
                </a:lnTo>
                <a:lnTo>
                  <a:pt x="9578708" y="2748216"/>
                </a:lnTo>
                <a:lnTo>
                  <a:pt x="9576079" y="2748216"/>
                </a:lnTo>
                <a:lnTo>
                  <a:pt x="9574949" y="2748686"/>
                </a:lnTo>
                <a:lnTo>
                  <a:pt x="9573095" y="2750540"/>
                </a:lnTo>
                <a:lnTo>
                  <a:pt x="9572625" y="2751671"/>
                </a:lnTo>
                <a:lnTo>
                  <a:pt x="9572625" y="2754299"/>
                </a:lnTo>
                <a:lnTo>
                  <a:pt x="9573095" y="2755417"/>
                </a:lnTo>
                <a:lnTo>
                  <a:pt x="9574949" y="2757284"/>
                </a:lnTo>
                <a:lnTo>
                  <a:pt x="9576079" y="2757741"/>
                </a:lnTo>
                <a:lnTo>
                  <a:pt x="9578708" y="2757741"/>
                </a:lnTo>
                <a:lnTo>
                  <a:pt x="9579826" y="2757284"/>
                </a:lnTo>
                <a:lnTo>
                  <a:pt x="9581693" y="2755417"/>
                </a:lnTo>
                <a:lnTo>
                  <a:pt x="9582150" y="2754299"/>
                </a:lnTo>
                <a:lnTo>
                  <a:pt x="9582150" y="2751671"/>
                </a:lnTo>
                <a:close/>
              </a:path>
              <a:path w="10296525" h="3486150">
                <a:moveTo>
                  <a:pt x="9582150" y="2028037"/>
                </a:moveTo>
                <a:lnTo>
                  <a:pt x="9581693" y="2026907"/>
                </a:lnTo>
                <a:lnTo>
                  <a:pt x="9579826" y="2025053"/>
                </a:lnTo>
                <a:lnTo>
                  <a:pt x="9578708" y="2024583"/>
                </a:lnTo>
                <a:lnTo>
                  <a:pt x="9576079" y="2024583"/>
                </a:lnTo>
                <a:lnTo>
                  <a:pt x="9574949" y="2025053"/>
                </a:lnTo>
                <a:lnTo>
                  <a:pt x="9573095" y="2026907"/>
                </a:lnTo>
                <a:lnTo>
                  <a:pt x="9572625" y="2028037"/>
                </a:lnTo>
                <a:lnTo>
                  <a:pt x="9572625" y="2030666"/>
                </a:lnTo>
                <a:lnTo>
                  <a:pt x="9573095" y="2031784"/>
                </a:lnTo>
                <a:lnTo>
                  <a:pt x="9574949" y="2033651"/>
                </a:lnTo>
                <a:lnTo>
                  <a:pt x="9576079" y="2034108"/>
                </a:lnTo>
                <a:lnTo>
                  <a:pt x="9578708" y="2034108"/>
                </a:lnTo>
                <a:lnTo>
                  <a:pt x="9579826" y="2033651"/>
                </a:lnTo>
                <a:lnTo>
                  <a:pt x="9581693" y="2031784"/>
                </a:lnTo>
                <a:lnTo>
                  <a:pt x="9582150" y="2030666"/>
                </a:lnTo>
                <a:lnTo>
                  <a:pt x="9582150" y="2028037"/>
                </a:lnTo>
                <a:close/>
              </a:path>
              <a:path w="10296525" h="3486150">
                <a:moveTo>
                  <a:pt x="9582150" y="1304391"/>
                </a:moveTo>
                <a:lnTo>
                  <a:pt x="9581693" y="1303274"/>
                </a:lnTo>
                <a:lnTo>
                  <a:pt x="9579826" y="1301419"/>
                </a:lnTo>
                <a:lnTo>
                  <a:pt x="9578708" y="1300949"/>
                </a:lnTo>
                <a:lnTo>
                  <a:pt x="9576079" y="1300949"/>
                </a:lnTo>
                <a:lnTo>
                  <a:pt x="9574949" y="1301419"/>
                </a:lnTo>
                <a:lnTo>
                  <a:pt x="9573095" y="1303274"/>
                </a:lnTo>
                <a:lnTo>
                  <a:pt x="9572625" y="1304391"/>
                </a:lnTo>
                <a:lnTo>
                  <a:pt x="9572625" y="1307033"/>
                </a:lnTo>
                <a:lnTo>
                  <a:pt x="9573095" y="1308150"/>
                </a:lnTo>
                <a:lnTo>
                  <a:pt x="9574949" y="1310005"/>
                </a:lnTo>
                <a:lnTo>
                  <a:pt x="9576079" y="1310474"/>
                </a:lnTo>
                <a:lnTo>
                  <a:pt x="9578708" y="1310474"/>
                </a:lnTo>
                <a:lnTo>
                  <a:pt x="9579826" y="1310005"/>
                </a:lnTo>
                <a:lnTo>
                  <a:pt x="9581693" y="1308150"/>
                </a:lnTo>
                <a:lnTo>
                  <a:pt x="9582150" y="1307033"/>
                </a:lnTo>
                <a:lnTo>
                  <a:pt x="9582150" y="1304391"/>
                </a:lnTo>
                <a:close/>
              </a:path>
              <a:path w="10296525" h="3486150">
                <a:moveTo>
                  <a:pt x="9582150" y="580758"/>
                </a:moveTo>
                <a:lnTo>
                  <a:pt x="9581693" y="579640"/>
                </a:lnTo>
                <a:lnTo>
                  <a:pt x="9579826" y="577773"/>
                </a:lnTo>
                <a:lnTo>
                  <a:pt x="9578708" y="577316"/>
                </a:lnTo>
                <a:lnTo>
                  <a:pt x="9576079" y="577316"/>
                </a:lnTo>
                <a:lnTo>
                  <a:pt x="9574949" y="577773"/>
                </a:lnTo>
                <a:lnTo>
                  <a:pt x="9573095" y="579640"/>
                </a:lnTo>
                <a:lnTo>
                  <a:pt x="9572625" y="580758"/>
                </a:lnTo>
                <a:lnTo>
                  <a:pt x="9572625" y="583387"/>
                </a:lnTo>
                <a:lnTo>
                  <a:pt x="9573095" y="584517"/>
                </a:lnTo>
                <a:lnTo>
                  <a:pt x="9574949" y="586371"/>
                </a:lnTo>
                <a:lnTo>
                  <a:pt x="9576079" y="586841"/>
                </a:lnTo>
                <a:lnTo>
                  <a:pt x="9578708" y="586841"/>
                </a:lnTo>
                <a:lnTo>
                  <a:pt x="9579826" y="586371"/>
                </a:lnTo>
                <a:lnTo>
                  <a:pt x="9581693" y="584517"/>
                </a:lnTo>
                <a:lnTo>
                  <a:pt x="9582150" y="583387"/>
                </a:lnTo>
                <a:lnTo>
                  <a:pt x="9582150" y="580758"/>
                </a:lnTo>
                <a:close/>
              </a:path>
              <a:path w="10296525" h="3486150">
                <a:moveTo>
                  <a:pt x="9629775" y="2751671"/>
                </a:moveTo>
                <a:lnTo>
                  <a:pt x="9629318" y="2750540"/>
                </a:lnTo>
                <a:lnTo>
                  <a:pt x="9627451" y="2748686"/>
                </a:lnTo>
                <a:lnTo>
                  <a:pt x="9626333" y="2748216"/>
                </a:lnTo>
                <a:lnTo>
                  <a:pt x="9623704" y="2748216"/>
                </a:lnTo>
                <a:lnTo>
                  <a:pt x="9622574" y="2748686"/>
                </a:lnTo>
                <a:lnTo>
                  <a:pt x="9620720" y="2750540"/>
                </a:lnTo>
                <a:lnTo>
                  <a:pt x="9620250" y="2751671"/>
                </a:lnTo>
                <a:lnTo>
                  <a:pt x="9620250" y="2754299"/>
                </a:lnTo>
                <a:lnTo>
                  <a:pt x="9620720" y="2755417"/>
                </a:lnTo>
                <a:lnTo>
                  <a:pt x="9622574" y="2757284"/>
                </a:lnTo>
                <a:lnTo>
                  <a:pt x="9623704" y="2757741"/>
                </a:lnTo>
                <a:lnTo>
                  <a:pt x="9626333" y="2757741"/>
                </a:lnTo>
                <a:lnTo>
                  <a:pt x="9627451" y="2757284"/>
                </a:lnTo>
                <a:lnTo>
                  <a:pt x="9629318" y="2755417"/>
                </a:lnTo>
                <a:lnTo>
                  <a:pt x="9629775" y="2754299"/>
                </a:lnTo>
                <a:lnTo>
                  <a:pt x="9629775" y="2751671"/>
                </a:lnTo>
                <a:close/>
              </a:path>
              <a:path w="10296525" h="3486150">
                <a:moveTo>
                  <a:pt x="9629775" y="2028037"/>
                </a:moveTo>
                <a:lnTo>
                  <a:pt x="9629318" y="2026907"/>
                </a:lnTo>
                <a:lnTo>
                  <a:pt x="9627451" y="2025053"/>
                </a:lnTo>
                <a:lnTo>
                  <a:pt x="9626333" y="2024583"/>
                </a:lnTo>
                <a:lnTo>
                  <a:pt x="9623704" y="2024583"/>
                </a:lnTo>
                <a:lnTo>
                  <a:pt x="9622574" y="2025053"/>
                </a:lnTo>
                <a:lnTo>
                  <a:pt x="9620720" y="2026907"/>
                </a:lnTo>
                <a:lnTo>
                  <a:pt x="9620250" y="2028037"/>
                </a:lnTo>
                <a:lnTo>
                  <a:pt x="9620250" y="2030666"/>
                </a:lnTo>
                <a:lnTo>
                  <a:pt x="9620720" y="2031784"/>
                </a:lnTo>
                <a:lnTo>
                  <a:pt x="9622574" y="2033651"/>
                </a:lnTo>
                <a:lnTo>
                  <a:pt x="9623704" y="2034108"/>
                </a:lnTo>
                <a:lnTo>
                  <a:pt x="9626333" y="2034108"/>
                </a:lnTo>
                <a:lnTo>
                  <a:pt x="9627451" y="2033651"/>
                </a:lnTo>
                <a:lnTo>
                  <a:pt x="9629318" y="2031784"/>
                </a:lnTo>
                <a:lnTo>
                  <a:pt x="9629775" y="2030666"/>
                </a:lnTo>
                <a:lnTo>
                  <a:pt x="9629775" y="2028037"/>
                </a:lnTo>
                <a:close/>
              </a:path>
              <a:path w="10296525" h="3486150">
                <a:moveTo>
                  <a:pt x="9629775" y="1304391"/>
                </a:moveTo>
                <a:lnTo>
                  <a:pt x="9629318" y="1303274"/>
                </a:lnTo>
                <a:lnTo>
                  <a:pt x="9627451" y="1301419"/>
                </a:lnTo>
                <a:lnTo>
                  <a:pt x="9626333" y="1300949"/>
                </a:lnTo>
                <a:lnTo>
                  <a:pt x="9623704" y="1300949"/>
                </a:lnTo>
                <a:lnTo>
                  <a:pt x="9622574" y="1301419"/>
                </a:lnTo>
                <a:lnTo>
                  <a:pt x="9620720" y="1303274"/>
                </a:lnTo>
                <a:lnTo>
                  <a:pt x="9620250" y="1304391"/>
                </a:lnTo>
                <a:lnTo>
                  <a:pt x="9620250" y="1307033"/>
                </a:lnTo>
                <a:lnTo>
                  <a:pt x="9620720" y="1308150"/>
                </a:lnTo>
                <a:lnTo>
                  <a:pt x="9622574" y="1310005"/>
                </a:lnTo>
                <a:lnTo>
                  <a:pt x="9623704" y="1310474"/>
                </a:lnTo>
                <a:lnTo>
                  <a:pt x="9626333" y="1310474"/>
                </a:lnTo>
                <a:lnTo>
                  <a:pt x="9627451" y="1310005"/>
                </a:lnTo>
                <a:lnTo>
                  <a:pt x="9629318" y="1308150"/>
                </a:lnTo>
                <a:lnTo>
                  <a:pt x="9629775" y="1307033"/>
                </a:lnTo>
                <a:lnTo>
                  <a:pt x="9629775" y="1304391"/>
                </a:lnTo>
                <a:close/>
              </a:path>
              <a:path w="10296525" h="3486150">
                <a:moveTo>
                  <a:pt x="9629775" y="580758"/>
                </a:moveTo>
                <a:lnTo>
                  <a:pt x="9629318" y="579640"/>
                </a:lnTo>
                <a:lnTo>
                  <a:pt x="9627451" y="577773"/>
                </a:lnTo>
                <a:lnTo>
                  <a:pt x="9626333" y="577316"/>
                </a:lnTo>
                <a:lnTo>
                  <a:pt x="9623704" y="577316"/>
                </a:lnTo>
                <a:lnTo>
                  <a:pt x="9622574" y="577773"/>
                </a:lnTo>
                <a:lnTo>
                  <a:pt x="9620720" y="579640"/>
                </a:lnTo>
                <a:lnTo>
                  <a:pt x="9620250" y="580758"/>
                </a:lnTo>
                <a:lnTo>
                  <a:pt x="9620250" y="583387"/>
                </a:lnTo>
                <a:lnTo>
                  <a:pt x="9620720" y="584517"/>
                </a:lnTo>
                <a:lnTo>
                  <a:pt x="9622574" y="586371"/>
                </a:lnTo>
                <a:lnTo>
                  <a:pt x="9623704" y="586841"/>
                </a:lnTo>
                <a:lnTo>
                  <a:pt x="9626333" y="586841"/>
                </a:lnTo>
                <a:lnTo>
                  <a:pt x="9627451" y="586371"/>
                </a:lnTo>
                <a:lnTo>
                  <a:pt x="9629318" y="584517"/>
                </a:lnTo>
                <a:lnTo>
                  <a:pt x="9629775" y="583387"/>
                </a:lnTo>
                <a:lnTo>
                  <a:pt x="9629775" y="580758"/>
                </a:lnTo>
                <a:close/>
              </a:path>
              <a:path w="10296525" h="3486150">
                <a:moveTo>
                  <a:pt x="9677400" y="2751671"/>
                </a:moveTo>
                <a:lnTo>
                  <a:pt x="9676943" y="2750540"/>
                </a:lnTo>
                <a:lnTo>
                  <a:pt x="9675076" y="2748686"/>
                </a:lnTo>
                <a:lnTo>
                  <a:pt x="9673958" y="2748216"/>
                </a:lnTo>
                <a:lnTo>
                  <a:pt x="9671329" y="2748216"/>
                </a:lnTo>
                <a:lnTo>
                  <a:pt x="9670199" y="2748686"/>
                </a:lnTo>
                <a:lnTo>
                  <a:pt x="9668345" y="2750540"/>
                </a:lnTo>
                <a:lnTo>
                  <a:pt x="9667875" y="2751671"/>
                </a:lnTo>
                <a:lnTo>
                  <a:pt x="9667875" y="2754299"/>
                </a:lnTo>
                <a:lnTo>
                  <a:pt x="9668345" y="2755417"/>
                </a:lnTo>
                <a:lnTo>
                  <a:pt x="9670199" y="2757284"/>
                </a:lnTo>
                <a:lnTo>
                  <a:pt x="9671329" y="2757741"/>
                </a:lnTo>
                <a:lnTo>
                  <a:pt x="9673958" y="2757741"/>
                </a:lnTo>
                <a:lnTo>
                  <a:pt x="9675076" y="2757284"/>
                </a:lnTo>
                <a:lnTo>
                  <a:pt x="9676943" y="2755417"/>
                </a:lnTo>
                <a:lnTo>
                  <a:pt x="9677400" y="2754299"/>
                </a:lnTo>
                <a:lnTo>
                  <a:pt x="9677400" y="2751671"/>
                </a:lnTo>
                <a:close/>
              </a:path>
              <a:path w="10296525" h="3486150">
                <a:moveTo>
                  <a:pt x="9677400" y="2028037"/>
                </a:moveTo>
                <a:lnTo>
                  <a:pt x="9676943" y="2026907"/>
                </a:lnTo>
                <a:lnTo>
                  <a:pt x="9675076" y="2025053"/>
                </a:lnTo>
                <a:lnTo>
                  <a:pt x="9673958" y="2024583"/>
                </a:lnTo>
                <a:lnTo>
                  <a:pt x="9671329" y="2024583"/>
                </a:lnTo>
                <a:lnTo>
                  <a:pt x="9670199" y="2025053"/>
                </a:lnTo>
                <a:lnTo>
                  <a:pt x="9668345" y="2026907"/>
                </a:lnTo>
                <a:lnTo>
                  <a:pt x="9667875" y="2028037"/>
                </a:lnTo>
                <a:lnTo>
                  <a:pt x="9667875" y="2030666"/>
                </a:lnTo>
                <a:lnTo>
                  <a:pt x="9668345" y="2031784"/>
                </a:lnTo>
                <a:lnTo>
                  <a:pt x="9670199" y="2033651"/>
                </a:lnTo>
                <a:lnTo>
                  <a:pt x="9671329" y="2034108"/>
                </a:lnTo>
                <a:lnTo>
                  <a:pt x="9673958" y="2034108"/>
                </a:lnTo>
                <a:lnTo>
                  <a:pt x="9675076" y="2033651"/>
                </a:lnTo>
                <a:lnTo>
                  <a:pt x="9676943" y="2031784"/>
                </a:lnTo>
                <a:lnTo>
                  <a:pt x="9677400" y="2030666"/>
                </a:lnTo>
                <a:lnTo>
                  <a:pt x="9677400" y="2028037"/>
                </a:lnTo>
                <a:close/>
              </a:path>
              <a:path w="10296525" h="3486150">
                <a:moveTo>
                  <a:pt x="9677400" y="1304391"/>
                </a:moveTo>
                <a:lnTo>
                  <a:pt x="9676943" y="1303274"/>
                </a:lnTo>
                <a:lnTo>
                  <a:pt x="9675076" y="1301419"/>
                </a:lnTo>
                <a:lnTo>
                  <a:pt x="9673958" y="1300949"/>
                </a:lnTo>
                <a:lnTo>
                  <a:pt x="9671329" y="1300949"/>
                </a:lnTo>
                <a:lnTo>
                  <a:pt x="9670199" y="1301419"/>
                </a:lnTo>
                <a:lnTo>
                  <a:pt x="9668345" y="1303274"/>
                </a:lnTo>
                <a:lnTo>
                  <a:pt x="9667875" y="1304391"/>
                </a:lnTo>
                <a:lnTo>
                  <a:pt x="9667875" y="1307033"/>
                </a:lnTo>
                <a:lnTo>
                  <a:pt x="9668345" y="1308150"/>
                </a:lnTo>
                <a:lnTo>
                  <a:pt x="9670199" y="1310005"/>
                </a:lnTo>
                <a:lnTo>
                  <a:pt x="9671329" y="1310474"/>
                </a:lnTo>
                <a:lnTo>
                  <a:pt x="9673958" y="1310474"/>
                </a:lnTo>
                <a:lnTo>
                  <a:pt x="9675076" y="1310005"/>
                </a:lnTo>
                <a:lnTo>
                  <a:pt x="9676943" y="1308150"/>
                </a:lnTo>
                <a:lnTo>
                  <a:pt x="9677400" y="1307033"/>
                </a:lnTo>
                <a:lnTo>
                  <a:pt x="9677400" y="1304391"/>
                </a:lnTo>
                <a:close/>
              </a:path>
              <a:path w="10296525" h="3486150">
                <a:moveTo>
                  <a:pt x="9677400" y="580758"/>
                </a:moveTo>
                <a:lnTo>
                  <a:pt x="9676943" y="579640"/>
                </a:lnTo>
                <a:lnTo>
                  <a:pt x="9675076" y="577773"/>
                </a:lnTo>
                <a:lnTo>
                  <a:pt x="9673958" y="577316"/>
                </a:lnTo>
                <a:lnTo>
                  <a:pt x="9671329" y="577316"/>
                </a:lnTo>
                <a:lnTo>
                  <a:pt x="9670199" y="577773"/>
                </a:lnTo>
                <a:lnTo>
                  <a:pt x="9668345" y="579640"/>
                </a:lnTo>
                <a:lnTo>
                  <a:pt x="9667875" y="580758"/>
                </a:lnTo>
                <a:lnTo>
                  <a:pt x="9667875" y="583387"/>
                </a:lnTo>
                <a:lnTo>
                  <a:pt x="9668345" y="584517"/>
                </a:lnTo>
                <a:lnTo>
                  <a:pt x="9670199" y="586371"/>
                </a:lnTo>
                <a:lnTo>
                  <a:pt x="9671329" y="586841"/>
                </a:lnTo>
                <a:lnTo>
                  <a:pt x="9673958" y="586841"/>
                </a:lnTo>
                <a:lnTo>
                  <a:pt x="9675076" y="586371"/>
                </a:lnTo>
                <a:lnTo>
                  <a:pt x="9676943" y="584517"/>
                </a:lnTo>
                <a:lnTo>
                  <a:pt x="9677400" y="583387"/>
                </a:lnTo>
                <a:lnTo>
                  <a:pt x="9677400" y="580758"/>
                </a:lnTo>
                <a:close/>
              </a:path>
              <a:path w="10296525" h="3486150">
                <a:moveTo>
                  <a:pt x="9725025" y="2751671"/>
                </a:moveTo>
                <a:lnTo>
                  <a:pt x="9724568" y="2750540"/>
                </a:lnTo>
                <a:lnTo>
                  <a:pt x="9722701" y="2748686"/>
                </a:lnTo>
                <a:lnTo>
                  <a:pt x="9721583" y="2748216"/>
                </a:lnTo>
                <a:lnTo>
                  <a:pt x="9718954" y="2748216"/>
                </a:lnTo>
                <a:lnTo>
                  <a:pt x="9717824" y="2748686"/>
                </a:lnTo>
                <a:lnTo>
                  <a:pt x="9715970" y="2750540"/>
                </a:lnTo>
                <a:lnTo>
                  <a:pt x="9715500" y="2751671"/>
                </a:lnTo>
                <a:lnTo>
                  <a:pt x="9715500" y="2754299"/>
                </a:lnTo>
                <a:lnTo>
                  <a:pt x="9715970" y="2755417"/>
                </a:lnTo>
                <a:lnTo>
                  <a:pt x="9717824" y="2757284"/>
                </a:lnTo>
                <a:lnTo>
                  <a:pt x="9718954" y="2757741"/>
                </a:lnTo>
                <a:lnTo>
                  <a:pt x="9721583" y="2757741"/>
                </a:lnTo>
                <a:lnTo>
                  <a:pt x="9722701" y="2757284"/>
                </a:lnTo>
                <a:lnTo>
                  <a:pt x="9724568" y="2755417"/>
                </a:lnTo>
                <a:lnTo>
                  <a:pt x="9725025" y="2754299"/>
                </a:lnTo>
                <a:lnTo>
                  <a:pt x="9725025" y="2751671"/>
                </a:lnTo>
                <a:close/>
              </a:path>
              <a:path w="10296525" h="3486150">
                <a:moveTo>
                  <a:pt x="9725025" y="2028037"/>
                </a:moveTo>
                <a:lnTo>
                  <a:pt x="9724568" y="2026907"/>
                </a:lnTo>
                <a:lnTo>
                  <a:pt x="9722701" y="2025053"/>
                </a:lnTo>
                <a:lnTo>
                  <a:pt x="9721583" y="2024583"/>
                </a:lnTo>
                <a:lnTo>
                  <a:pt x="9718954" y="2024583"/>
                </a:lnTo>
                <a:lnTo>
                  <a:pt x="9717824" y="2025053"/>
                </a:lnTo>
                <a:lnTo>
                  <a:pt x="9715970" y="2026907"/>
                </a:lnTo>
                <a:lnTo>
                  <a:pt x="9715500" y="2028037"/>
                </a:lnTo>
                <a:lnTo>
                  <a:pt x="9715500" y="2030666"/>
                </a:lnTo>
                <a:lnTo>
                  <a:pt x="9715970" y="2031784"/>
                </a:lnTo>
                <a:lnTo>
                  <a:pt x="9717824" y="2033651"/>
                </a:lnTo>
                <a:lnTo>
                  <a:pt x="9718954" y="2034108"/>
                </a:lnTo>
                <a:lnTo>
                  <a:pt x="9721583" y="2034108"/>
                </a:lnTo>
                <a:lnTo>
                  <a:pt x="9722701" y="2033651"/>
                </a:lnTo>
                <a:lnTo>
                  <a:pt x="9724568" y="2031784"/>
                </a:lnTo>
                <a:lnTo>
                  <a:pt x="9725025" y="2030666"/>
                </a:lnTo>
                <a:lnTo>
                  <a:pt x="9725025" y="2028037"/>
                </a:lnTo>
                <a:close/>
              </a:path>
              <a:path w="10296525" h="3486150">
                <a:moveTo>
                  <a:pt x="9725025" y="1304391"/>
                </a:moveTo>
                <a:lnTo>
                  <a:pt x="9724568" y="1303274"/>
                </a:lnTo>
                <a:lnTo>
                  <a:pt x="9722701" y="1301419"/>
                </a:lnTo>
                <a:lnTo>
                  <a:pt x="9721583" y="1300949"/>
                </a:lnTo>
                <a:lnTo>
                  <a:pt x="9718954" y="1300949"/>
                </a:lnTo>
                <a:lnTo>
                  <a:pt x="9717824" y="1301419"/>
                </a:lnTo>
                <a:lnTo>
                  <a:pt x="9715970" y="1303274"/>
                </a:lnTo>
                <a:lnTo>
                  <a:pt x="9715500" y="1304391"/>
                </a:lnTo>
                <a:lnTo>
                  <a:pt x="9715500" y="1307033"/>
                </a:lnTo>
                <a:lnTo>
                  <a:pt x="9715970" y="1308150"/>
                </a:lnTo>
                <a:lnTo>
                  <a:pt x="9717824" y="1310005"/>
                </a:lnTo>
                <a:lnTo>
                  <a:pt x="9718954" y="1310474"/>
                </a:lnTo>
                <a:lnTo>
                  <a:pt x="9721583" y="1310474"/>
                </a:lnTo>
                <a:lnTo>
                  <a:pt x="9722701" y="1310005"/>
                </a:lnTo>
                <a:lnTo>
                  <a:pt x="9724568" y="1308150"/>
                </a:lnTo>
                <a:lnTo>
                  <a:pt x="9725025" y="1307033"/>
                </a:lnTo>
                <a:lnTo>
                  <a:pt x="9725025" y="1304391"/>
                </a:lnTo>
                <a:close/>
              </a:path>
              <a:path w="10296525" h="3486150">
                <a:moveTo>
                  <a:pt x="9725025" y="580758"/>
                </a:moveTo>
                <a:lnTo>
                  <a:pt x="9724568" y="579640"/>
                </a:lnTo>
                <a:lnTo>
                  <a:pt x="9722701" y="577773"/>
                </a:lnTo>
                <a:lnTo>
                  <a:pt x="9721583" y="577316"/>
                </a:lnTo>
                <a:lnTo>
                  <a:pt x="9718954" y="577316"/>
                </a:lnTo>
                <a:lnTo>
                  <a:pt x="9717824" y="577773"/>
                </a:lnTo>
                <a:lnTo>
                  <a:pt x="9715970" y="579640"/>
                </a:lnTo>
                <a:lnTo>
                  <a:pt x="9715500" y="580758"/>
                </a:lnTo>
                <a:lnTo>
                  <a:pt x="9715500" y="583387"/>
                </a:lnTo>
                <a:lnTo>
                  <a:pt x="9715970" y="584517"/>
                </a:lnTo>
                <a:lnTo>
                  <a:pt x="9717824" y="586371"/>
                </a:lnTo>
                <a:lnTo>
                  <a:pt x="9718954" y="586841"/>
                </a:lnTo>
                <a:lnTo>
                  <a:pt x="9721583" y="586841"/>
                </a:lnTo>
                <a:lnTo>
                  <a:pt x="9722701" y="586371"/>
                </a:lnTo>
                <a:lnTo>
                  <a:pt x="9724568" y="584517"/>
                </a:lnTo>
                <a:lnTo>
                  <a:pt x="9725025" y="583387"/>
                </a:lnTo>
                <a:lnTo>
                  <a:pt x="9725025" y="580758"/>
                </a:lnTo>
                <a:close/>
              </a:path>
              <a:path w="10296525" h="3486150">
                <a:moveTo>
                  <a:pt x="9772650" y="2751671"/>
                </a:moveTo>
                <a:lnTo>
                  <a:pt x="9772193" y="2750540"/>
                </a:lnTo>
                <a:lnTo>
                  <a:pt x="9770326" y="2748686"/>
                </a:lnTo>
                <a:lnTo>
                  <a:pt x="9769208" y="2748216"/>
                </a:lnTo>
                <a:lnTo>
                  <a:pt x="9766579" y="2748216"/>
                </a:lnTo>
                <a:lnTo>
                  <a:pt x="9765449" y="2748686"/>
                </a:lnTo>
                <a:lnTo>
                  <a:pt x="9763595" y="2750540"/>
                </a:lnTo>
                <a:lnTo>
                  <a:pt x="9763125" y="2751671"/>
                </a:lnTo>
                <a:lnTo>
                  <a:pt x="9763125" y="2754299"/>
                </a:lnTo>
                <a:lnTo>
                  <a:pt x="9763595" y="2755417"/>
                </a:lnTo>
                <a:lnTo>
                  <a:pt x="9765449" y="2757284"/>
                </a:lnTo>
                <a:lnTo>
                  <a:pt x="9766579" y="2757741"/>
                </a:lnTo>
                <a:lnTo>
                  <a:pt x="9769208" y="2757741"/>
                </a:lnTo>
                <a:lnTo>
                  <a:pt x="9770326" y="2757284"/>
                </a:lnTo>
                <a:lnTo>
                  <a:pt x="9772193" y="2755417"/>
                </a:lnTo>
                <a:lnTo>
                  <a:pt x="9772650" y="2754299"/>
                </a:lnTo>
                <a:lnTo>
                  <a:pt x="9772650" y="2751671"/>
                </a:lnTo>
                <a:close/>
              </a:path>
              <a:path w="10296525" h="3486150">
                <a:moveTo>
                  <a:pt x="9772650" y="2028037"/>
                </a:moveTo>
                <a:lnTo>
                  <a:pt x="9772193" y="2026907"/>
                </a:lnTo>
                <a:lnTo>
                  <a:pt x="9770326" y="2025053"/>
                </a:lnTo>
                <a:lnTo>
                  <a:pt x="9769208" y="2024583"/>
                </a:lnTo>
                <a:lnTo>
                  <a:pt x="9766579" y="2024583"/>
                </a:lnTo>
                <a:lnTo>
                  <a:pt x="9765449" y="2025053"/>
                </a:lnTo>
                <a:lnTo>
                  <a:pt x="9763595" y="2026907"/>
                </a:lnTo>
                <a:lnTo>
                  <a:pt x="9763125" y="2028037"/>
                </a:lnTo>
                <a:lnTo>
                  <a:pt x="9763125" y="2030666"/>
                </a:lnTo>
                <a:lnTo>
                  <a:pt x="9763595" y="2031784"/>
                </a:lnTo>
                <a:lnTo>
                  <a:pt x="9765449" y="2033651"/>
                </a:lnTo>
                <a:lnTo>
                  <a:pt x="9766579" y="2034108"/>
                </a:lnTo>
                <a:lnTo>
                  <a:pt x="9769208" y="2034108"/>
                </a:lnTo>
                <a:lnTo>
                  <a:pt x="9770326" y="2033651"/>
                </a:lnTo>
                <a:lnTo>
                  <a:pt x="9772193" y="2031784"/>
                </a:lnTo>
                <a:lnTo>
                  <a:pt x="9772650" y="2030666"/>
                </a:lnTo>
                <a:lnTo>
                  <a:pt x="9772650" y="2028037"/>
                </a:lnTo>
                <a:close/>
              </a:path>
              <a:path w="10296525" h="3486150">
                <a:moveTo>
                  <a:pt x="9772650" y="1304391"/>
                </a:moveTo>
                <a:lnTo>
                  <a:pt x="9772193" y="1303274"/>
                </a:lnTo>
                <a:lnTo>
                  <a:pt x="9770326" y="1301419"/>
                </a:lnTo>
                <a:lnTo>
                  <a:pt x="9769208" y="1300949"/>
                </a:lnTo>
                <a:lnTo>
                  <a:pt x="9766579" y="1300949"/>
                </a:lnTo>
                <a:lnTo>
                  <a:pt x="9765449" y="1301419"/>
                </a:lnTo>
                <a:lnTo>
                  <a:pt x="9763595" y="1303274"/>
                </a:lnTo>
                <a:lnTo>
                  <a:pt x="9763125" y="1304391"/>
                </a:lnTo>
                <a:lnTo>
                  <a:pt x="9763125" y="1307033"/>
                </a:lnTo>
                <a:lnTo>
                  <a:pt x="9763595" y="1308150"/>
                </a:lnTo>
                <a:lnTo>
                  <a:pt x="9765449" y="1310005"/>
                </a:lnTo>
                <a:lnTo>
                  <a:pt x="9766579" y="1310474"/>
                </a:lnTo>
                <a:lnTo>
                  <a:pt x="9769208" y="1310474"/>
                </a:lnTo>
                <a:lnTo>
                  <a:pt x="9770326" y="1310005"/>
                </a:lnTo>
                <a:lnTo>
                  <a:pt x="9772193" y="1308150"/>
                </a:lnTo>
                <a:lnTo>
                  <a:pt x="9772650" y="1307033"/>
                </a:lnTo>
                <a:lnTo>
                  <a:pt x="9772650" y="1304391"/>
                </a:lnTo>
                <a:close/>
              </a:path>
              <a:path w="10296525" h="3486150">
                <a:moveTo>
                  <a:pt x="9772650" y="580758"/>
                </a:moveTo>
                <a:lnTo>
                  <a:pt x="9772193" y="579640"/>
                </a:lnTo>
                <a:lnTo>
                  <a:pt x="9770326" y="577773"/>
                </a:lnTo>
                <a:lnTo>
                  <a:pt x="9769208" y="577316"/>
                </a:lnTo>
                <a:lnTo>
                  <a:pt x="9766579" y="577316"/>
                </a:lnTo>
                <a:lnTo>
                  <a:pt x="9765449" y="577773"/>
                </a:lnTo>
                <a:lnTo>
                  <a:pt x="9763595" y="579640"/>
                </a:lnTo>
                <a:lnTo>
                  <a:pt x="9763125" y="580758"/>
                </a:lnTo>
                <a:lnTo>
                  <a:pt x="9763125" y="583387"/>
                </a:lnTo>
                <a:lnTo>
                  <a:pt x="9763595" y="584517"/>
                </a:lnTo>
                <a:lnTo>
                  <a:pt x="9765449" y="586371"/>
                </a:lnTo>
                <a:lnTo>
                  <a:pt x="9766579" y="586841"/>
                </a:lnTo>
                <a:lnTo>
                  <a:pt x="9769208" y="586841"/>
                </a:lnTo>
                <a:lnTo>
                  <a:pt x="9770326" y="586371"/>
                </a:lnTo>
                <a:lnTo>
                  <a:pt x="9772193" y="584517"/>
                </a:lnTo>
                <a:lnTo>
                  <a:pt x="9772650" y="583387"/>
                </a:lnTo>
                <a:lnTo>
                  <a:pt x="9772650" y="580758"/>
                </a:lnTo>
                <a:close/>
              </a:path>
              <a:path w="10296525" h="3486150">
                <a:moveTo>
                  <a:pt x="9820275" y="2751671"/>
                </a:moveTo>
                <a:lnTo>
                  <a:pt x="9819818" y="2750540"/>
                </a:lnTo>
                <a:lnTo>
                  <a:pt x="9817951" y="2748686"/>
                </a:lnTo>
                <a:lnTo>
                  <a:pt x="9816833" y="2748216"/>
                </a:lnTo>
                <a:lnTo>
                  <a:pt x="9814204" y="2748216"/>
                </a:lnTo>
                <a:lnTo>
                  <a:pt x="9813074" y="2748686"/>
                </a:lnTo>
                <a:lnTo>
                  <a:pt x="9811220" y="2750540"/>
                </a:lnTo>
                <a:lnTo>
                  <a:pt x="9810750" y="2751671"/>
                </a:lnTo>
                <a:lnTo>
                  <a:pt x="9810750" y="2754299"/>
                </a:lnTo>
                <a:lnTo>
                  <a:pt x="9811220" y="2755417"/>
                </a:lnTo>
                <a:lnTo>
                  <a:pt x="9813074" y="2757284"/>
                </a:lnTo>
                <a:lnTo>
                  <a:pt x="9814204" y="2757741"/>
                </a:lnTo>
                <a:lnTo>
                  <a:pt x="9816833" y="2757741"/>
                </a:lnTo>
                <a:lnTo>
                  <a:pt x="9817951" y="2757284"/>
                </a:lnTo>
                <a:lnTo>
                  <a:pt x="9819818" y="2755417"/>
                </a:lnTo>
                <a:lnTo>
                  <a:pt x="9820275" y="2754299"/>
                </a:lnTo>
                <a:lnTo>
                  <a:pt x="9820275" y="2751671"/>
                </a:lnTo>
                <a:close/>
              </a:path>
              <a:path w="10296525" h="3486150">
                <a:moveTo>
                  <a:pt x="9820275" y="2028037"/>
                </a:moveTo>
                <a:lnTo>
                  <a:pt x="9819818" y="2026907"/>
                </a:lnTo>
                <a:lnTo>
                  <a:pt x="9817951" y="2025053"/>
                </a:lnTo>
                <a:lnTo>
                  <a:pt x="9816833" y="2024583"/>
                </a:lnTo>
                <a:lnTo>
                  <a:pt x="9814204" y="2024583"/>
                </a:lnTo>
                <a:lnTo>
                  <a:pt x="9813074" y="2025053"/>
                </a:lnTo>
                <a:lnTo>
                  <a:pt x="9811220" y="2026907"/>
                </a:lnTo>
                <a:lnTo>
                  <a:pt x="9810750" y="2028037"/>
                </a:lnTo>
                <a:lnTo>
                  <a:pt x="9810750" y="2030666"/>
                </a:lnTo>
                <a:lnTo>
                  <a:pt x="9811220" y="2031784"/>
                </a:lnTo>
                <a:lnTo>
                  <a:pt x="9813074" y="2033651"/>
                </a:lnTo>
                <a:lnTo>
                  <a:pt x="9814204" y="2034108"/>
                </a:lnTo>
                <a:lnTo>
                  <a:pt x="9816833" y="2034108"/>
                </a:lnTo>
                <a:lnTo>
                  <a:pt x="9817951" y="2033651"/>
                </a:lnTo>
                <a:lnTo>
                  <a:pt x="9819818" y="2031784"/>
                </a:lnTo>
                <a:lnTo>
                  <a:pt x="9820275" y="2030666"/>
                </a:lnTo>
                <a:lnTo>
                  <a:pt x="9820275" y="2028037"/>
                </a:lnTo>
                <a:close/>
              </a:path>
              <a:path w="10296525" h="3486150">
                <a:moveTo>
                  <a:pt x="9820275" y="1304391"/>
                </a:moveTo>
                <a:lnTo>
                  <a:pt x="9819818" y="1303274"/>
                </a:lnTo>
                <a:lnTo>
                  <a:pt x="9817951" y="1301419"/>
                </a:lnTo>
                <a:lnTo>
                  <a:pt x="9816833" y="1300949"/>
                </a:lnTo>
                <a:lnTo>
                  <a:pt x="9814204" y="1300949"/>
                </a:lnTo>
                <a:lnTo>
                  <a:pt x="9813074" y="1301419"/>
                </a:lnTo>
                <a:lnTo>
                  <a:pt x="9811220" y="1303274"/>
                </a:lnTo>
                <a:lnTo>
                  <a:pt x="9810750" y="1304391"/>
                </a:lnTo>
                <a:lnTo>
                  <a:pt x="9810750" y="1307033"/>
                </a:lnTo>
                <a:lnTo>
                  <a:pt x="9811220" y="1308150"/>
                </a:lnTo>
                <a:lnTo>
                  <a:pt x="9813074" y="1310005"/>
                </a:lnTo>
                <a:lnTo>
                  <a:pt x="9814204" y="1310474"/>
                </a:lnTo>
                <a:lnTo>
                  <a:pt x="9816833" y="1310474"/>
                </a:lnTo>
                <a:lnTo>
                  <a:pt x="9817951" y="1310005"/>
                </a:lnTo>
                <a:lnTo>
                  <a:pt x="9819818" y="1308150"/>
                </a:lnTo>
                <a:lnTo>
                  <a:pt x="9820275" y="1307033"/>
                </a:lnTo>
                <a:lnTo>
                  <a:pt x="9820275" y="1304391"/>
                </a:lnTo>
                <a:close/>
              </a:path>
              <a:path w="10296525" h="3486150">
                <a:moveTo>
                  <a:pt x="9820275" y="580758"/>
                </a:moveTo>
                <a:lnTo>
                  <a:pt x="9819818" y="579640"/>
                </a:lnTo>
                <a:lnTo>
                  <a:pt x="9817951" y="577773"/>
                </a:lnTo>
                <a:lnTo>
                  <a:pt x="9816833" y="577316"/>
                </a:lnTo>
                <a:lnTo>
                  <a:pt x="9814204" y="577316"/>
                </a:lnTo>
                <a:lnTo>
                  <a:pt x="9813074" y="577773"/>
                </a:lnTo>
                <a:lnTo>
                  <a:pt x="9811220" y="579640"/>
                </a:lnTo>
                <a:lnTo>
                  <a:pt x="9810750" y="580758"/>
                </a:lnTo>
                <a:lnTo>
                  <a:pt x="9810750" y="583387"/>
                </a:lnTo>
                <a:lnTo>
                  <a:pt x="9811220" y="584517"/>
                </a:lnTo>
                <a:lnTo>
                  <a:pt x="9813074" y="586371"/>
                </a:lnTo>
                <a:lnTo>
                  <a:pt x="9814204" y="586841"/>
                </a:lnTo>
                <a:lnTo>
                  <a:pt x="9816833" y="586841"/>
                </a:lnTo>
                <a:lnTo>
                  <a:pt x="9817951" y="586371"/>
                </a:lnTo>
                <a:lnTo>
                  <a:pt x="9819818" y="584517"/>
                </a:lnTo>
                <a:lnTo>
                  <a:pt x="9820275" y="583387"/>
                </a:lnTo>
                <a:lnTo>
                  <a:pt x="9820275" y="580758"/>
                </a:lnTo>
                <a:close/>
              </a:path>
              <a:path w="10296525" h="3486150">
                <a:moveTo>
                  <a:pt x="9867900" y="2751671"/>
                </a:moveTo>
                <a:lnTo>
                  <a:pt x="9867443" y="2750540"/>
                </a:lnTo>
                <a:lnTo>
                  <a:pt x="9865576" y="2748686"/>
                </a:lnTo>
                <a:lnTo>
                  <a:pt x="9864458" y="2748216"/>
                </a:lnTo>
                <a:lnTo>
                  <a:pt x="9861829" y="2748216"/>
                </a:lnTo>
                <a:lnTo>
                  <a:pt x="9860699" y="2748686"/>
                </a:lnTo>
                <a:lnTo>
                  <a:pt x="9858845" y="2750540"/>
                </a:lnTo>
                <a:lnTo>
                  <a:pt x="9858375" y="2751671"/>
                </a:lnTo>
                <a:lnTo>
                  <a:pt x="9858375" y="2754299"/>
                </a:lnTo>
                <a:lnTo>
                  <a:pt x="9858845" y="2755417"/>
                </a:lnTo>
                <a:lnTo>
                  <a:pt x="9860699" y="2757284"/>
                </a:lnTo>
                <a:lnTo>
                  <a:pt x="9861829" y="2757741"/>
                </a:lnTo>
                <a:lnTo>
                  <a:pt x="9864458" y="2757741"/>
                </a:lnTo>
                <a:lnTo>
                  <a:pt x="9865576" y="2757284"/>
                </a:lnTo>
                <a:lnTo>
                  <a:pt x="9867443" y="2755417"/>
                </a:lnTo>
                <a:lnTo>
                  <a:pt x="9867900" y="2754299"/>
                </a:lnTo>
                <a:lnTo>
                  <a:pt x="9867900" y="2751671"/>
                </a:lnTo>
                <a:close/>
              </a:path>
              <a:path w="10296525" h="3486150">
                <a:moveTo>
                  <a:pt x="9867900" y="2028037"/>
                </a:moveTo>
                <a:lnTo>
                  <a:pt x="9867443" y="2026907"/>
                </a:lnTo>
                <a:lnTo>
                  <a:pt x="9865576" y="2025053"/>
                </a:lnTo>
                <a:lnTo>
                  <a:pt x="9864458" y="2024583"/>
                </a:lnTo>
                <a:lnTo>
                  <a:pt x="9861829" y="2024583"/>
                </a:lnTo>
                <a:lnTo>
                  <a:pt x="9860699" y="2025053"/>
                </a:lnTo>
                <a:lnTo>
                  <a:pt x="9858845" y="2026907"/>
                </a:lnTo>
                <a:lnTo>
                  <a:pt x="9858375" y="2028037"/>
                </a:lnTo>
                <a:lnTo>
                  <a:pt x="9858375" y="2030666"/>
                </a:lnTo>
                <a:lnTo>
                  <a:pt x="9858845" y="2031784"/>
                </a:lnTo>
                <a:lnTo>
                  <a:pt x="9860699" y="2033651"/>
                </a:lnTo>
                <a:lnTo>
                  <a:pt x="9861829" y="2034108"/>
                </a:lnTo>
                <a:lnTo>
                  <a:pt x="9864458" y="2034108"/>
                </a:lnTo>
                <a:lnTo>
                  <a:pt x="9865576" y="2033651"/>
                </a:lnTo>
                <a:lnTo>
                  <a:pt x="9867443" y="2031784"/>
                </a:lnTo>
                <a:lnTo>
                  <a:pt x="9867900" y="2030666"/>
                </a:lnTo>
                <a:lnTo>
                  <a:pt x="9867900" y="2028037"/>
                </a:lnTo>
                <a:close/>
              </a:path>
              <a:path w="10296525" h="3486150">
                <a:moveTo>
                  <a:pt x="9867900" y="1304391"/>
                </a:moveTo>
                <a:lnTo>
                  <a:pt x="9867443" y="1303274"/>
                </a:lnTo>
                <a:lnTo>
                  <a:pt x="9865576" y="1301419"/>
                </a:lnTo>
                <a:lnTo>
                  <a:pt x="9864458" y="1300949"/>
                </a:lnTo>
                <a:lnTo>
                  <a:pt x="9861829" y="1300949"/>
                </a:lnTo>
                <a:lnTo>
                  <a:pt x="9860699" y="1301419"/>
                </a:lnTo>
                <a:lnTo>
                  <a:pt x="9858845" y="1303274"/>
                </a:lnTo>
                <a:lnTo>
                  <a:pt x="9858375" y="1304391"/>
                </a:lnTo>
                <a:lnTo>
                  <a:pt x="9858375" y="1307033"/>
                </a:lnTo>
                <a:lnTo>
                  <a:pt x="9858845" y="1308150"/>
                </a:lnTo>
                <a:lnTo>
                  <a:pt x="9860699" y="1310005"/>
                </a:lnTo>
                <a:lnTo>
                  <a:pt x="9861829" y="1310474"/>
                </a:lnTo>
                <a:lnTo>
                  <a:pt x="9864458" y="1310474"/>
                </a:lnTo>
                <a:lnTo>
                  <a:pt x="9865576" y="1310005"/>
                </a:lnTo>
                <a:lnTo>
                  <a:pt x="9867443" y="1308150"/>
                </a:lnTo>
                <a:lnTo>
                  <a:pt x="9867900" y="1307033"/>
                </a:lnTo>
                <a:lnTo>
                  <a:pt x="9867900" y="1304391"/>
                </a:lnTo>
                <a:close/>
              </a:path>
              <a:path w="10296525" h="3486150">
                <a:moveTo>
                  <a:pt x="9867900" y="580758"/>
                </a:moveTo>
                <a:lnTo>
                  <a:pt x="9867443" y="579640"/>
                </a:lnTo>
                <a:lnTo>
                  <a:pt x="9865576" y="577773"/>
                </a:lnTo>
                <a:lnTo>
                  <a:pt x="9864458" y="577316"/>
                </a:lnTo>
                <a:lnTo>
                  <a:pt x="9861829" y="577316"/>
                </a:lnTo>
                <a:lnTo>
                  <a:pt x="9860699" y="577773"/>
                </a:lnTo>
                <a:lnTo>
                  <a:pt x="9858845" y="579640"/>
                </a:lnTo>
                <a:lnTo>
                  <a:pt x="9858375" y="580758"/>
                </a:lnTo>
                <a:lnTo>
                  <a:pt x="9858375" y="583387"/>
                </a:lnTo>
                <a:lnTo>
                  <a:pt x="9858845" y="584517"/>
                </a:lnTo>
                <a:lnTo>
                  <a:pt x="9860699" y="586371"/>
                </a:lnTo>
                <a:lnTo>
                  <a:pt x="9861829" y="586841"/>
                </a:lnTo>
                <a:lnTo>
                  <a:pt x="9864458" y="586841"/>
                </a:lnTo>
                <a:lnTo>
                  <a:pt x="9865576" y="586371"/>
                </a:lnTo>
                <a:lnTo>
                  <a:pt x="9867443" y="584517"/>
                </a:lnTo>
                <a:lnTo>
                  <a:pt x="9867900" y="583387"/>
                </a:lnTo>
                <a:lnTo>
                  <a:pt x="9867900" y="580758"/>
                </a:lnTo>
                <a:close/>
              </a:path>
              <a:path w="10296525" h="3486150">
                <a:moveTo>
                  <a:pt x="9915525" y="2751671"/>
                </a:moveTo>
                <a:lnTo>
                  <a:pt x="9915068" y="2750540"/>
                </a:lnTo>
                <a:lnTo>
                  <a:pt x="9913201" y="2748686"/>
                </a:lnTo>
                <a:lnTo>
                  <a:pt x="9912083" y="2748216"/>
                </a:lnTo>
                <a:lnTo>
                  <a:pt x="9909454" y="2748216"/>
                </a:lnTo>
                <a:lnTo>
                  <a:pt x="9908324" y="2748686"/>
                </a:lnTo>
                <a:lnTo>
                  <a:pt x="9906470" y="2750540"/>
                </a:lnTo>
                <a:lnTo>
                  <a:pt x="9906000" y="2751671"/>
                </a:lnTo>
                <a:lnTo>
                  <a:pt x="9906000" y="2754299"/>
                </a:lnTo>
                <a:lnTo>
                  <a:pt x="9906470" y="2755417"/>
                </a:lnTo>
                <a:lnTo>
                  <a:pt x="9908324" y="2757284"/>
                </a:lnTo>
                <a:lnTo>
                  <a:pt x="9909454" y="2757741"/>
                </a:lnTo>
                <a:lnTo>
                  <a:pt x="9912083" y="2757741"/>
                </a:lnTo>
                <a:lnTo>
                  <a:pt x="9913201" y="2757284"/>
                </a:lnTo>
                <a:lnTo>
                  <a:pt x="9915068" y="2755417"/>
                </a:lnTo>
                <a:lnTo>
                  <a:pt x="9915525" y="2754299"/>
                </a:lnTo>
                <a:lnTo>
                  <a:pt x="9915525" y="2751671"/>
                </a:lnTo>
                <a:close/>
              </a:path>
              <a:path w="10296525" h="3486150">
                <a:moveTo>
                  <a:pt x="9915525" y="2028037"/>
                </a:moveTo>
                <a:lnTo>
                  <a:pt x="9915068" y="2026907"/>
                </a:lnTo>
                <a:lnTo>
                  <a:pt x="9913201" y="2025053"/>
                </a:lnTo>
                <a:lnTo>
                  <a:pt x="9912083" y="2024583"/>
                </a:lnTo>
                <a:lnTo>
                  <a:pt x="9909454" y="2024583"/>
                </a:lnTo>
                <a:lnTo>
                  <a:pt x="9908324" y="2025053"/>
                </a:lnTo>
                <a:lnTo>
                  <a:pt x="9906470" y="2026907"/>
                </a:lnTo>
                <a:lnTo>
                  <a:pt x="9906000" y="2028037"/>
                </a:lnTo>
                <a:lnTo>
                  <a:pt x="9906000" y="2030666"/>
                </a:lnTo>
                <a:lnTo>
                  <a:pt x="9906470" y="2031784"/>
                </a:lnTo>
                <a:lnTo>
                  <a:pt x="9908324" y="2033651"/>
                </a:lnTo>
                <a:lnTo>
                  <a:pt x="9909454" y="2034108"/>
                </a:lnTo>
                <a:lnTo>
                  <a:pt x="9912083" y="2034108"/>
                </a:lnTo>
                <a:lnTo>
                  <a:pt x="9913201" y="2033651"/>
                </a:lnTo>
                <a:lnTo>
                  <a:pt x="9915068" y="2031784"/>
                </a:lnTo>
                <a:lnTo>
                  <a:pt x="9915525" y="2030666"/>
                </a:lnTo>
                <a:lnTo>
                  <a:pt x="9915525" y="2028037"/>
                </a:lnTo>
                <a:close/>
              </a:path>
              <a:path w="10296525" h="3486150">
                <a:moveTo>
                  <a:pt x="9915525" y="1304391"/>
                </a:moveTo>
                <a:lnTo>
                  <a:pt x="9915068" y="1303274"/>
                </a:lnTo>
                <a:lnTo>
                  <a:pt x="9913201" y="1301419"/>
                </a:lnTo>
                <a:lnTo>
                  <a:pt x="9912083" y="1300949"/>
                </a:lnTo>
                <a:lnTo>
                  <a:pt x="9909454" y="1300949"/>
                </a:lnTo>
                <a:lnTo>
                  <a:pt x="9908324" y="1301419"/>
                </a:lnTo>
                <a:lnTo>
                  <a:pt x="9906470" y="1303274"/>
                </a:lnTo>
                <a:lnTo>
                  <a:pt x="9906000" y="1304391"/>
                </a:lnTo>
                <a:lnTo>
                  <a:pt x="9906000" y="1307033"/>
                </a:lnTo>
                <a:lnTo>
                  <a:pt x="9906470" y="1308150"/>
                </a:lnTo>
                <a:lnTo>
                  <a:pt x="9908324" y="1310005"/>
                </a:lnTo>
                <a:lnTo>
                  <a:pt x="9909454" y="1310474"/>
                </a:lnTo>
                <a:lnTo>
                  <a:pt x="9912083" y="1310474"/>
                </a:lnTo>
                <a:lnTo>
                  <a:pt x="9913201" y="1310005"/>
                </a:lnTo>
                <a:lnTo>
                  <a:pt x="9915068" y="1308150"/>
                </a:lnTo>
                <a:lnTo>
                  <a:pt x="9915525" y="1307033"/>
                </a:lnTo>
                <a:lnTo>
                  <a:pt x="9915525" y="1304391"/>
                </a:lnTo>
                <a:close/>
              </a:path>
              <a:path w="10296525" h="3486150">
                <a:moveTo>
                  <a:pt x="9915525" y="580758"/>
                </a:moveTo>
                <a:lnTo>
                  <a:pt x="9915068" y="579640"/>
                </a:lnTo>
                <a:lnTo>
                  <a:pt x="9913201" y="577773"/>
                </a:lnTo>
                <a:lnTo>
                  <a:pt x="9912083" y="577316"/>
                </a:lnTo>
                <a:lnTo>
                  <a:pt x="9909454" y="577316"/>
                </a:lnTo>
                <a:lnTo>
                  <a:pt x="9908324" y="577773"/>
                </a:lnTo>
                <a:lnTo>
                  <a:pt x="9906470" y="579640"/>
                </a:lnTo>
                <a:lnTo>
                  <a:pt x="9906000" y="580758"/>
                </a:lnTo>
                <a:lnTo>
                  <a:pt x="9906000" y="583387"/>
                </a:lnTo>
                <a:lnTo>
                  <a:pt x="9906470" y="584517"/>
                </a:lnTo>
                <a:lnTo>
                  <a:pt x="9908324" y="586371"/>
                </a:lnTo>
                <a:lnTo>
                  <a:pt x="9909454" y="586841"/>
                </a:lnTo>
                <a:lnTo>
                  <a:pt x="9912083" y="586841"/>
                </a:lnTo>
                <a:lnTo>
                  <a:pt x="9913201" y="586371"/>
                </a:lnTo>
                <a:lnTo>
                  <a:pt x="9915068" y="584517"/>
                </a:lnTo>
                <a:lnTo>
                  <a:pt x="9915525" y="583387"/>
                </a:lnTo>
                <a:lnTo>
                  <a:pt x="9915525" y="580758"/>
                </a:lnTo>
                <a:close/>
              </a:path>
              <a:path w="10296525" h="3486150">
                <a:moveTo>
                  <a:pt x="9963150" y="2751671"/>
                </a:moveTo>
                <a:lnTo>
                  <a:pt x="9962693" y="2750540"/>
                </a:lnTo>
                <a:lnTo>
                  <a:pt x="9960826" y="2748686"/>
                </a:lnTo>
                <a:lnTo>
                  <a:pt x="9959708" y="2748216"/>
                </a:lnTo>
                <a:lnTo>
                  <a:pt x="9957079" y="2748216"/>
                </a:lnTo>
                <a:lnTo>
                  <a:pt x="9955949" y="2748686"/>
                </a:lnTo>
                <a:lnTo>
                  <a:pt x="9954095" y="2750540"/>
                </a:lnTo>
                <a:lnTo>
                  <a:pt x="9953625" y="2751671"/>
                </a:lnTo>
                <a:lnTo>
                  <a:pt x="9953625" y="2754299"/>
                </a:lnTo>
                <a:lnTo>
                  <a:pt x="9954095" y="2755417"/>
                </a:lnTo>
                <a:lnTo>
                  <a:pt x="9955949" y="2757284"/>
                </a:lnTo>
                <a:lnTo>
                  <a:pt x="9957079" y="2757741"/>
                </a:lnTo>
                <a:lnTo>
                  <a:pt x="9959708" y="2757741"/>
                </a:lnTo>
                <a:lnTo>
                  <a:pt x="9960826" y="2757284"/>
                </a:lnTo>
                <a:lnTo>
                  <a:pt x="9962693" y="2755417"/>
                </a:lnTo>
                <a:lnTo>
                  <a:pt x="9963150" y="2754299"/>
                </a:lnTo>
                <a:lnTo>
                  <a:pt x="9963150" y="2751671"/>
                </a:lnTo>
                <a:close/>
              </a:path>
              <a:path w="10296525" h="3486150">
                <a:moveTo>
                  <a:pt x="9963150" y="2028037"/>
                </a:moveTo>
                <a:lnTo>
                  <a:pt x="9962693" y="2026907"/>
                </a:lnTo>
                <a:lnTo>
                  <a:pt x="9960826" y="2025053"/>
                </a:lnTo>
                <a:lnTo>
                  <a:pt x="9959708" y="2024583"/>
                </a:lnTo>
                <a:lnTo>
                  <a:pt x="9957079" y="2024583"/>
                </a:lnTo>
                <a:lnTo>
                  <a:pt x="9955949" y="2025053"/>
                </a:lnTo>
                <a:lnTo>
                  <a:pt x="9954095" y="2026907"/>
                </a:lnTo>
                <a:lnTo>
                  <a:pt x="9953625" y="2028037"/>
                </a:lnTo>
                <a:lnTo>
                  <a:pt x="9953625" y="2030666"/>
                </a:lnTo>
                <a:lnTo>
                  <a:pt x="9954095" y="2031784"/>
                </a:lnTo>
                <a:lnTo>
                  <a:pt x="9955949" y="2033651"/>
                </a:lnTo>
                <a:lnTo>
                  <a:pt x="9957079" y="2034108"/>
                </a:lnTo>
                <a:lnTo>
                  <a:pt x="9959708" y="2034108"/>
                </a:lnTo>
                <a:lnTo>
                  <a:pt x="9960826" y="2033651"/>
                </a:lnTo>
                <a:lnTo>
                  <a:pt x="9962693" y="2031784"/>
                </a:lnTo>
                <a:lnTo>
                  <a:pt x="9963150" y="2030666"/>
                </a:lnTo>
                <a:lnTo>
                  <a:pt x="9963150" y="2028037"/>
                </a:lnTo>
                <a:close/>
              </a:path>
              <a:path w="10296525" h="3486150">
                <a:moveTo>
                  <a:pt x="9963150" y="1304391"/>
                </a:moveTo>
                <a:lnTo>
                  <a:pt x="9962693" y="1303274"/>
                </a:lnTo>
                <a:lnTo>
                  <a:pt x="9960826" y="1301419"/>
                </a:lnTo>
                <a:lnTo>
                  <a:pt x="9959708" y="1300949"/>
                </a:lnTo>
                <a:lnTo>
                  <a:pt x="9957079" y="1300949"/>
                </a:lnTo>
                <a:lnTo>
                  <a:pt x="9955949" y="1301419"/>
                </a:lnTo>
                <a:lnTo>
                  <a:pt x="9954095" y="1303274"/>
                </a:lnTo>
                <a:lnTo>
                  <a:pt x="9953625" y="1304391"/>
                </a:lnTo>
                <a:lnTo>
                  <a:pt x="9953625" y="1307033"/>
                </a:lnTo>
                <a:lnTo>
                  <a:pt x="9954095" y="1308150"/>
                </a:lnTo>
                <a:lnTo>
                  <a:pt x="9955949" y="1310005"/>
                </a:lnTo>
                <a:lnTo>
                  <a:pt x="9957079" y="1310474"/>
                </a:lnTo>
                <a:lnTo>
                  <a:pt x="9959708" y="1310474"/>
                </a:lnTo>
                <a:lnTo>
                  <a:pt x="9960826" y="1310005"/>
                </a:lnTo>
                <a:lnTo>
                  <a:pt x="9962693" y="1308150"/>
                </a:lnTo>
                <a:lnTo>
                  <a:pt x="9963150" y="1307033"/>
                </a:lnTo>
                <a:lnTo>
                  <a:pt x="9963150" y="1304391"/>
                </a:lnTo>
                <a:close/>
              </a:path>
              <a:path w="10296525" h="3486150">
                <a:moveTo>
                  <a:pt x="9963150" y="580758"/>
                </a:moveTo>
                <a:lnTo>
                  <a:pt x="9962693" y="579640"/>
                </a:lnTo>
                <a:lnTo>
                  <a:pt x="9960826" y="577773"/>
                </a:lnTo>
                <a:lnTo>
                  <a:pt x="9959708" y="577316"/>
                </a:lnTo>
                <a:lnTo>
                  <a:pt x="9957079" y="577316"/>
                </a:lnTo>
                <a:lnTo>
                  <a:pt x="9955949" y="577773"/>
                </a:lnTo>
                <a:lnTo>
                  <a:pt x="9954095" y="579640"/>
                </a:lnTo>
                <a:lnTo>
                  <a:pt x="9953625" y="580758"/>
                </a:lnTo>
                <a:lnTo>
                  <a:pt x="9953625" y="583387"/>
                </a:lnTo>
                <a:lnTo>
                  <a:pt x="9954095" y="584517"/>
                </a:lnTo>
                <a:lnTo>
                  <a:pt x="9955949" y="586371"/>
                </a:lnTo>
                <a:lnTo>
                  <a:pt x="9957079" y="586841"/>
                </a:lnTo>
                <a:lnTo>
                  <a:pt x="9959708" y="586841"/>
                </a:lnTo>
                <a:lnTo>
                  <a:pt x="9960826" y="586371"/>
                </a:lnTo>
                <a:lnTo>
                  <a:pt x="9962693" y="584517"/>
                </a:lnTo>
                <a:lnTo>
                  <a:pt x="9963150" y="583387"/>
                </a:lnTo>
                <a:lnTo>
                  <a:pt x="9963150" y="580758"/>
                </a:lnTo>
                <a:close/>
              </a:path>
              <a:path w="10296525" h="3486150">
                <a:moveTo>
                  <a:pt x="10010775" y="2751671"/>
                </a:moveTo>
                <a:lnTo>
                  <a:pt x="10010318" y="2750540"/>
                </a:lnTo>
                <a:lnTo>
                  <a:pt x="10008451" y="2748686"/>
                </a:lnTo>
                <a:lnTo>
                  <a:pt x="10007333" y="2748216"/>
                </a:lnTo>
                <a:lnTo>
                  <a:pt x="10004704" y="2748216"/>
                </a:lnTo>
                <a:lnTo>
                  <a:pt x="10003574" y="2748686"/>
                </a:lnTo>
                <a:lnTo>
                  <a:pt x="10001720" y="2750540"/>
                </a:lnTo>
                <a:lnTo>
                  <a:pt x="10001250" y="2751671"/>
                </a:lnTo>
                <a:lnTo>
                  <a:pt x="10001250" y="2754299"/>
                </a:lnTo>
                <a:lnTo>
                  <a:pt x="10001720" y="2755417"/>
                </a:lnTo>
                <a:lnTo>
                  <a:pt x="10003574" y="2757284"/>
                </a:lnTo>
                <a:lnTo>
                  <a:pt x="10004704" y="2757741"/>
                </a:lnTo>
                <a:lnTo>
                  <a:pt x="10007333" y="2757741"/>
                </a:lnTo>
                <a:lnTo>
                  <a:pt x="10008451" y="2757284"/>
                </a:lnTo>
                <a:lnTo>
                  <a:pt x="10010318" y="2755417"/>
                </a:lnTo>
                <a:lnTo>
                  <a:pt x="10010775" y="2754299"/>
                </a:lnTo>
                <a:lnTo>
                  <a:pt x="10010775" y="2751671"/>
                </a:lnTo>
                <a:close/>
              </a:path>
              <a:path w="10296525" h="3486150">
                <a:moveTo>
                  <a:pt x="10010775" y="2028037"/>
                </a:moveTo>
                <a:lnTo>
                  <a:pt x="10010318" y="2026907"/>
                </a:lnTo>
                <a:lnTo>
                  <a:pt x="10008451" y="2025053"/>
                </a:lnTo>
                <a:lnTo>
                  <a:pt x="10007333" y="2024583"/>
                </a:lnTo>
                <a:lnTo>
                  <a:pt x="10004704" y="2024583"/>
                </a:lnTo>
                <a:lnTo>
                  <a:pt x="10003574" y="2025053"/>
                </a:lnTo>
                <a:lnTo>
                  <a:pt x="10001720" y="2026907"/>
                </a:lnTo>
                <a:lnTo>
                  <a:pt x="10001250" y="2028037"/>
                </a:lnTo>
                <a:lnTo>
                  <a:pt x="10001250" y="2030666"/>
                </a:lnTo>
                <a:lnTo>
                  <a:pt x="10001720" y="2031784"/>
                </a:lnTo>
                <a:lnTo>
                  <a:pt x="10003574" y="2033651"/>
                </a:lnTo>
                <a:lnTo>
                  <a:pt x="10004704" y="2034108"/>
                </a:lnTo>
                <a:lnTo>
                  <a:pt x="10007333" y="2034108"/>
                </a:lnTo>
                <a:lnTo>
                  <a:pt x="10008451" y="2033651"/>
                </a:lnTo>
                <a:lnTo>
                  <a:pt x="10010318" y="2031784"/>
                </a:lnTo>
                <a:lnTo>
                  <a:pt x="10010775" y="2030666"/>
                </a:lnTo>
                <a:lnTo>
                  <a:pt x="10010775" y="2028037"/>
                </a:lnTo>
                <a:close/>
              </a:path>
              <a:path w="10296525" h="3486150">
                <a:moveTo>
                  <a:pt x="10010775" y="1304391"/>
                </a:moveTo>
                <a:lnTo>
                  <a:pt x="10010318" y="1303274"/>
                </a:lnTo>
                <a:lnTo>
                  <a:pt x="10008451" y="1301419"/>
                </a:lnTo>
                <a:lnTo>
                  <a:pt x="10007333" y="1300949"/>
                </a:lnTo>
                <a:lnTo>
                  <a:pt x="10004704" y="1300949"/>
                </a:lnTo>
                <a:lnTo>
                  <a:pt x="10003574" y="1301419"/>
                </a:lnTo>
                <a:lnTo>
                  <a:pt x="10001720" y="1303274"/>
                </a:lnTo>
                <a:lnTo>
                  <a:pt x="10001250" y="1304391"/>
                </a:lnTo>
                <a:lnTo>
                  <a:pt x="10001250" y="1307033"/>
                </a:lnTo>
                <a:lnTo>
                  <a:pt x="10001720" y="1308150"/>
                </a:lnTo>
                <a:lnTo>
                  <a:pt x="10003574" y="1310005"/>
                </a:lnTo>
                <a:lnTo>
                  <a:pt x="10004704" y="1310474"/>
                </a:lnTo>
                <a:lnTo>
                  <a:pt x="10007333" y="1310474"/>
                </a:lnTo>
                <a:lnTo>
                  <a:pt x="10008451" y="1310005"/>
                </a:lnTo>
                <a:lnTo>
                  <a:pt x="10010318" y="1308150"/>
                </a:lnTo>
                <a:lnTo>
                  <a:pt x="10010775" y="1307033"/>
                </a:lnTo>
                <a:lnTo>
                  <a:pt x="10010775" y="1304391"/>
                </a:lnTo>
                <a:close/>
              </a:path>
              <a:path w="10296525" h="3486150">
                <a:moveTo>
                  <a:pt x="10010775" y="580758"/>
                </a:moveTo>
                <a:lnTo>
                  <a:pt x="10010318" y="579640"/>
                </a:lnTo>
                <a:lnTo>
                  <a:pt x="10008451" y="577773"/>
                </a:lnTo>
                <a:lnTo>
                  <a:pt x="10007333" y="577316"/>
                </a:lnTo>
                <a:lnTo>
                  <a:pt x="10004704" y="577316"/>
                </a:lnTo>
                <a:lnTo>
                  <a:pt x="10003574" y="577773"/>
                </a:lnTo>
                <a:lnTo>
                  <a:pt x="10001720" y="579640"/>
                </a:lnTo>
                <a:lnTo>
                  <a:pt x="10001250" y="580758"/>
                </a:lnTo>
                <a:lnTo>
                  <a:pt x="10001250" y="583387"/>
                </a:lnTo>
                <a:lnTo>
                  <a:pt x="10001720" y="584517"/>
                </a:lnTo>
                <a:lnTo>
                  <a:pt x="10003574" y="586371"/>
                </a:lnTo>
                <a:lnTo>
                  <a:pt x="10004704" y="586841"/>
                </a:lnTo>
                <a:lnTo>
                  <a:pt x="10007333" y="586841"/>
                </a:lnTo>
                <a:lnTo>
                  <a:pt x="10008451" y="586371"/>
                </a:lnTo>
                <a:lnTo>
                  <a:pt x="10010318" y="584517"/>
                </a:lnTo>
                <a:lnTo>
                  <a:pt x="10010775" y="583387"/>
                </a:lnTo>
                <a:lnTo>
                  <a:pt x="10010775" y="580758"/>
                </a:lnTo>
                <a:close/>
              </a:path>
              <a:path w="10296525" h="3486150">
                <a:moveTo>
                  <a:pt x="10058400" y="2751671"/>
                </a:moveTo>
                <a:lnTo>
                  <a:pt x="10057943" y="2750540"/>
                </a:lnTo>
                <a:lnTo>
                  <a:pt x="10056076" y="2748686"/>
                </a:lnTo>
                <a:lnTo>
                  <a:pt x="10054958" y="2748216"/>
                </a:lnTo>
                <a:lnTo>
                  <a:pt x="10052329" y="2748216"/>
                </a:lnTo>
                <a:lnTo>
                  <a:pt x="10051199" y="2748686"/>
                </a:lnTo>
                <a:lnTo>
                  <a:pt x="10049345" y="2750540"/>
                </a:lnTo>
                <a:lnTo>
                  <a:pt x="10048875" y="2751671"/>
                </a:lnTo>
                <a:lnTo>
                  <a:pt x="10048875" y="2754299"/>
                </a:lnTo>
                <a:lnTo>
                  <a:pt x="10049345" y="2755417"/>
                </a:lnTo>
                <a:lnTo>
                  <a:pt x="10051199" y="2757284"/>
                </a:lnTo>
                <a:lnTo>
                  <a:pt x="10052329" y="2757741"/>
                </a:lnTo>
                <a:lnTo>
                  <a:pt x="10054958" y="2757741"/>
                </a:lnTo>
                <a:lnTo>
                  <a:pt x="10056076" y="2757284"/>
                </a:lnTo>
                <a:lnTo>
                  <a:pt x="10057943" y="2755417"/>
                </a:lnTo>
                <a:lnTo>
                  <a:pt x="10058400" y="2754299"/>
                </a:lnTo>
                <a:lnTo>
                  <a:pt x="10058400" y="2751671"/>
                </a:lnTo>
                <a:close/>
              </a:path>
              <a:path w="10296525" h="3486150">
                <a:moveTo>
                  <a:pt x="10058400" y="2028037"/>
                </a:moveTo>
                <a:lnTo>
                  <a:pt x="10057943" y="2026907"/>
                </a:lnTo>
                <a:lnTo>
                  <a:pt x="10056076" y="2025053"/>
                </a:lnTo>
                <a:lnTo>
                  <a:pt x="10054958" y="2024583"/>
                </a:lnTo>
                <a:lnTo>
                  <a:pt x="10052329" y="2024583"/>
                </a:lnTo>
                <a:lnTo>
                  <a:pt x="10051199" y="2025053"/>
                </a:lnTo>
                <a:lnTo>
                  <a:pt x="10049345" y="2026907"/>
                </a:lnTo>
                <a:lnTo>
                  <a:pt x="10048875" y="2028037"/>
                </a:lnTo>
                <a:lnTo>
                  <a:pt x="10048875" y="2030666"/>
                </a:lnTo>
                <a:lnTo>
                  <a:pt x="10049345" y="2031784"/>
                </a:lnTo>
                <a:lnTo>
                  <a:pt x="10051199" y="2033651"/>
                </a:lnTo>
                <a:lnTo>
                  <a:pt x="10052329" y="2034108"/>
                </a:lnTo>
                <a:lnTo>
                  <a:pt x="10054958" y="2034108"/>
                </a:lnTo>
                <a:lnTo>
                  <a:pt x="10056076" y="2033651"/>
                </a:lnTo>
                <a:lnTo>
                  <a:pt x="10057943" y="2031784"/>
                </a:lnTo>
                <a:lnTo>
                  <a:pt x="10058400" y="2030666"/>
                </a:lnTo>
                <a:lnTo>
                  <a:pt x="10058400" y="2028037"/>
                </a:lnTo>
                <a:close/>
              </a:path>
              <a:path w="10296525" h="3486150">
                <a:moveTo>
                  <a:pt x="10058400" y="1304391"/>
                </a:moveTo>
                <a:lnTo>
                  <a:pt x="10057943" y="1303274"/>
                </a:lnTo>
                <a:lnTo>
                  <a:pt x="10056076" y="1301419"/>
                </a:lnTo>
                <a:lnTo>
                  <a:pt x="10054958" y="1300949"/>
                </a:lnTo>
                <a:lnTo>
                  <a:pt x="10052329" y="1300949"/>
                </a:lnTo>
                <a:lnTo>
                  <a:pt x="10051199" y="1301419"/>
                </a:lnTo>
                <a:lnTo>
                  <a:pt x="10049345" y="1303274"/>
                </a:lnTo>
                <a:lnTo>
                  <a:pt x="10048875" y="1304391"/>
                </a:lnTo>
                <a:lnTo>
                  <a:pt x="10048875" y="1307033"/>
                </a:lnTo>
                <a:lnTo>
                  <a:pt x="10049345" y="1308150"/>
                </a:lnTo>
                <a:lnTo>
                  <a:pt x="10051199" y="1310005"/>
                </a:lnTo>
                <a:lnTo>
                  <a:pt x="10052329" y="1310474"/>
                </a:lnTo>
                <a:lnTo>
                  <a:pt x="10054958" y="1310474"/>
                </a:lnTo>
                <a:lnTo>
                  <a:pt x="10056076" y="1310005"/>
                </a:lnTo>
                <a:lnTo>
                  <a:pt x="10057943" y="1308150"/>
                </a:lnTo>
                <a:lnTo>
                  <a:pt x="10058400" y="1307033"/>
                </a:lnTo>
                <a:lnTo>
                  <a:pt x="10058400" y="1304391"/>
                </a:lnTo>
                <a:close/>
              </a:path>
              <a:path w="10296525" h="3486150">
                <a:moveTo>
                  <a:pt x="10058400" y="580758"/>
                </a:moveTo>
                <a:lnTo>
                  <a:pt x="10057943" y="579640"/>
                </a:lnTo>
                <a:lnTo>
                  <a:pt x="10056076" y="577773"/>
                </a:lnTo>
                <a:lnTo>
                  <a:pt x="10054958" y="577316"/>
                </a:lnTo>
                <a:lnTo>
                  <a:pt x="10052329" y="577316"/>
                </a:lnTo>
                <a:lnTo>
                  <a:pt x="10051199" y="577773"/>
                </a:lnTo>
                <a:lnTo>
                  <a:pt x="10049345" y="579640"/>
                </a:lnTo>
                <a:lnTo>
                  <a:pt x="10048875" y="580758"/>
                </a:lnTo>
                <a:lnTo>
                  <a:pt x="10048875" y="583387"/>
                </a:lnTo>
                <a:lnTo>
                  <a:pt x="10049345" y="584517"/>
                </a:lnTo>
                <a:lnTo>
                  <a:pt x="10051199" y="586371"/>
                </a:lnTo>
                <a:lnTo>
                  <a:pt x="10052329" y="586841"/>
                </a:lnTo>
                <a:lnTo>
                  <a:pt x="10054958" y="586841"/>
                </a:lnTo>
                <a:lnTo>
                  <a:pt x="10056076" y="586371"/>
                </a:lnTo>
                <a:lnTo>
                  <a:pt x="10057943" y="584517"/>
                </a:lnTo>
                <a:lnTo>
                  <a:pt x="10058400" y="583387"/>
                </a:lnTo>
                <a:lnTo>
                  <a:pt x="10058400" y="580758"/>
                </a:lnTo>
                <a:close/>
              </a:path>
              <a:path w="10296525" h="3486150">
                <a:moveTo>
                  <a:pt x="10106025" y="2751671"/>
                </a:moveTo>
                <a:lnTo>
                  <a:pt x="10105568" y="2750540"/>
                </a:lnTo>
                <a:lnTo>
                  <a:pt x="10103701" y="2748686"/>
                </a:lnTo>
                <a:lnTo>
                  <a:pt x="10102583" y="2748216"/>
                </a:lnTo>
                <a:lnTo>
                  <a:pt x="10099954" y="2748216"/>
                </a:lnTo>
                <a:lnTo>
                  <a:pt x="10098824" y="2748686"/>
                </a:lnTo>
                <a:lnTo>
                  <a:pt x="10096970" y="2750540"/>
                </a:lnTo>
                <a:lnTo>
                  <a:pt x="10096500" y="2751671"/>
                </a:lnTo>
                <a:lnTo>
                  <a:pt x="10096500" y="2754299"/>
                </a:lnTo>
                <a:lnTo>
                  <a:pt x="10096970" y="2755417"/>
                </a:lnTo>
                <a:lnTo>
                  <a:pt x="10098824" y="2757284"/>
                </a:lnTo>
                <a:lnTo>
                  <a:pt x="10099954" y="2757741"/>
                </a:lnTo>
                <a:lnTo>
                  <a:pt x="10102583" y="2757741"/>
                </a:lnTo>
                <a:lnTo>
                  <a:pt x="10103701" y="2757284"/>
                </a:lnTo>
                <a:lnTo>
                  <a:pt x="10105568" y="2755417"/>
                </a:lnTo>
                <a:lnTo>
                  <a:pt x="10106025" y="2754299"/>
                </a:lnTo>
                <a:lnTo>
                  <a:pt x="10106025" y="2751671"/>
                </a:lnTo>
                <a:close/>
              </a:path>
              <a:path w="10296525" h="3486150">
                <a:moveTo>
                  <a:pt x="10106025" y="2028037"/>
                </a:moveTo>
                <a:lnTo>
                  <a:pt x="10105568" y="2026907"/>
                </a:lnTo>
                <a:lnTo>
                  <a:pt x="10103701" y="2025053"/>
                </a:lnTo>
                <a:lnTo>
                  <a:pt x="10102583" y="2024583"/>
                </a:lnTo>
                <a:lnTo>
                  <a:pt x="10099954" y="2024583"/>
                </a:lnTo>
                <a:lnTo>
                  <a:pt x="10098824" y="2025053"/>
                </a:lnTo>
                <a:lnTo>
                  <a:pt x="10096970" y="2026907"/>
                </a:lnTo>
                <a:lnTo>
                  <a:pt x="10096500" y="2028037"/>
                </a:lnTo>
                <a:lnTo>
                  <a:pt x="10096500" y="2030666"/>
                </a:lnTo>
                <a:lnTo>
                  <a:pt x="10096970" y="2031784"/>
                </a:lnTo>
                <a:lnTo>
                  <a:pt x="10098824" y="2033651"/>
                </a:lnTo>
                <a:lnTo>
                  <a:pt x="10099954" y="2034108"/>
                </a:lnTo>
                <a:lnTo>
                  <a:pt x="10102583" y="2034108"/>
                </a:lnTo>
                <a:lnTo>
                  <a:pt x="10103701" y="2033651"/>
                </a:lnTo>
                <a:lnTo>
                  <a:pt x="10105568" y="2031784"/>
                </a:lnTo>
                <a:lnTo>
                  <a:pt x="10106025" y="2030666"/>
                </a:lnTo>
                <a:lnTo>
                  <a:pt x="10106025" y="2028037"/>
                </a:lnTo>
                <a:close/>
              </a:path>
              <a:path w="10296525" h="3486150">
                <a:moveTo>
                  <a:pt x="10106025" y="1304391"/>
                </a:moveTo>
                <a:lnTo>
                  <a:pt x="10105568" y="1303274"/>
                </a:lnTo>
                <a:lnTo>
                  <a:pt x="10103701" y="1301419"/>
                </a:lnTo>
                <a:lnTo>
                  <a:pt x="10102583" y="1300949"/>
                </a:lnTo>
                <a:lnTo>
                  <a:pt x="10099954" y="1300949"/>
                </a:lnTo>
                <a:lnTo>
                  <a:pt x="10098824" y="1301419"/>
                </a:lnTo>
                <a:lnTo>
                  <a:pt x="10096970" y="1303274"/>
                </a:lnTo>
                <a:lnTo>
                  <a:pt x="10096500" y="1304391"/>
                </a:lnTo>
                <a:lnTo>
                  <a:pt x="10096500" y="1307033"/>
                </a:lnTo>
                <a:lnTo>
                  <a:pt x="10096970" y="1308150"/>
                </a:lnTo>
                <a:lnTo>
                  <a:pt x="10098824" y="1310005"/>
                </a:lnTo>
                <a:lnTo>
                  <a:pt x="10099954" y="1310474"/>
                </a:lnTo>
                <a:lnTo>
                  <a:pt x="10102583" y="1310474"/>
                </a:lnTo>
                <a:lnTo>
                  <a:pt x="10103701" y="1310005"/>
                </a:lnTo>
                <a:lnTo>
                  <a:pt x="10105568" y="1308150"/>
                </a:lnTo>
                <a:lnTo>
                  <a:pt x="10106025" y="1307033"/>
                </a:lnTo>
                <a:lnTo>
                  <a:pt x="10106025" y="1304391"/>
                </a:lnTo>
                <a:close/>
              </a:path>
              <a:path w="10296525" h="3486150">
                <a:moveTo>
                  <a:pt x="10106025" y="580758"/>
                </a:moveTo>
                <a:lnTo>
                  <a:pt x="10105568" y="579640"/>
                </a:lnTo>
                <a:lnTo>
                  <a:pt x="10103701" y="577773"/>
                </a:lnTo>
                <a:lnTo>
                  <a:pt x="10102583" y="577316"/>
                </a:lnTo>
                <a:lnTo>
                  <a:pt x="10099954" y="577316"/>
                </a:lnTo>
                <a:lnTo>
                  <a:pt x="10098824" y="577773"/>
                </a:lnTo>
                <a:lnTo>
                  <a:pt x="10096970" y="579640"/>
                </a:lnTo>
                <a:lnTo>
                  <a:pt x="10096500" y="580758"/>
                </a:lnTo>
                <a:lnTo>
                  <a:pt x="10096500" y="583387"/>
                </a:lnTo>
                <a:lnTo>
                  <a:pt x="10096970" y="584517"/>
                </a:lnTo>
                <a:lnTo>
                  <a:pt x="10098824" y="586371"/>
                </a:lnTo>
                <a:lnTo>
                  <a:pt x="10099954" y="586841"/>
                </a:lnTo>
                <a:lnTo>
                  <a:pt x="10102583" y="586841"/>
                </a:lnTo>
                <a:lnTo>
                  <a:pt x="10103701" y="586371"/>
                </a:lnTo>
                <a:lnTo>
                  <a:pt x="10105568" y="584517"/>
                </a:lnTo>
                <a:lnTo>
                  <a:pt x="10106025" y="583387"/>
                </a:lnTo>
                <a:lnTo>
                  <a:pt x="10106025" y="580758"/>
                </a:lnTo>
                <a:close/>
              </a:path>
              <a:path w="10296525" h="3486150">
                <a:moveTo>
                  <a:pt x="10153650" y="2751671"/>
                </a:moveTo>
                <a:lnTo>
                  <a:pt x="10153193" y="2750540"/>
                </a:lnTo>
                <a:lnTo>
                  <a:pt x="10151326" y="2748686"/>
                </a:lnTo>
                <a:lnTo>
                  <a:pt x="10150208" y="2748216"/>
                </a:lnTo>
                <a:lnTo>
                  <a:pt x="10147579" y="2748216"/>
                </a:lnTo>
                <a:lnTo>
                  <a:pt x="10146449" y="2748686"/>
                </a:lnTo>
                <a:lnTo>
                  <a:pt x="10144595" y="2750540"/>
                </a:lnTo>
                <a:lnTo>
                  <a:pt x="10144125" y="2751671"/>
                </a:lnTo>
                <a:lnTo>
                  <a:pt x="10144125" y="2754299"/>
                </a:lnTo>
                <a:lnTo>
                  <a:pt x="10144595" y="2755417"/>
                </a:lnTo>
                <a:lnTo>
                  <a:pt x="10146449" y="2757284"/>
                </a:lnTo>
                <a:lnTo>
                  <a:pt x="10147579" y="2757741"/>
                </a:lnTo>
                <a:lnTo>
                  <a:pt x="10150208" y="2757741"/>
                </a:lnTo>
                <a:lnTo>
                  <a:pt x="10151326" y="2757284"/>
                </a:lnTo>
                <a:lnTo>
                  <a:pt x="10153193" y="2755417"/>
                </a:lnTo>
                <a:lnTo>
                  <a:pt x="10153650" y="2754299"/>
                </a:lnTo>
                <a:lnTo>
                  <a:pt x="10153650" y="2751671"/>
                </a:lnTo>
                <a:close/>
              </a:path>
              <a:path w="10296525" h="3486150">
                <a:moveTo>
                  <a:pt x="10153650" y="2028037"/>
                </a:moveTo>
                <a:lnTo>
                  <a:pt x="10153193" y="2026907"/>
                </a:lnTo>
                <a:lnTo>
                  <a:pt x="10151326" y="2025053"/>
                </a:lnTo>
                <a:lnTo>
                  <a:pt x="10150208" y="2024583"/>
                </a:lnTo>
                <a:lnTo>
                  <a:pt x="10147579" y="2024583"/>
                </a:lnTo>
                <a:lnTo>
                  <a:pt x="10146449" y="2025053"/>
                </a:lnTo>
                <a:lnTo>
                  <a:pt x="10144595" y="2026907"/>
                </a:lnTo>
                <a:lnTo>
                  <a:pt x="10144125" y="2028037"/>
                </a:lnTo>
                <a:lnTo>
                  <a:pt x="10144125" y="2030666"/>
                </a:lnTo>
                <a:lnTo>
                  <a:pt x="10144595" y="2031784"/>
                </a:lnTo>
                <a:lnTo>
                  <a:pt x="10146449" y="2033651"/>
                </a:lnTo>
                <a:lnTo>
                  <a:pt x="10147579" y="2034108"/>
                </a:lnTo>
                <a:lnTo>
                  <a:pt x="10150208" y="2034108"/>
                </a:lnTo>
                <a:lnTo>
                  <a:pt x="10151326" y="2033651"/>
                </a:lnTo>
                <a:lnTo>
                  <a:pt x="10153193" y="2031784"/>
                </a:lnTo>
                <a:lnTo>
                  <a:pt x="10153650" y="2030666"/>
                </a:lnTo>
                <a:lnTo>
                  <a:pt x="10153650" y="2028037"/>
                </a:lnTo>
                <a:close/>
              </a:path>
              <a:path w="10296525" h="3486150">
                <a:moveTo>
                  <a:pt x="10153650" y="1304391"/>
                </a:moveTo>
                <a:lnTo>
                  <a:pt x="10153193" y="1303274"/>
                </a:lnTo>
                <a:lnTo>
                  <a:pt x="10151326" y="1301419"/>
                </a:lnTo>
                <a:lnTo>
                  <a:pt x="10150208" y="1300949"/>
                </a:lnTo>
                <a:lnTo>
                  <a:pt x="10147579" y="1300949"/>
                </a:lnTo>
                <a:lnTo>
                  <a:pt x="10146449" y="1301419"/>
                </a:lnTo>
                <a:lnTo>
                  <a:pt x="10144595" y="1303274"/>
                </a:lnTo>
                <a:lnTo>
                  <a:pt x="10144125" y="1304391"/>
                </a:lnTo>
                <a:lnTo>
                  <a:pt x="10144125" y="1307033"/>
                </a:lnTo>
                <a:lnTo>
                  <a:pt x="10144595" y="1308150"/>
                </a:lnTo>
                <a:lnTo>
                  <a:pt x="10146449" y="1310005"/>
                </a:lnTo>
                <a:lnTo>
                  <a:pt x="10147579" y="1310474"/>
                </a:lnTo>
                <a:lnTo>
                  <a:pt x="10150208" y="1310474"/>
                </a:lnTo>
                <a:lnTo>
                  <a:pt x="10151326" y="1310005"/>
                </a:lnTo>
                <a:lnTo>
                  <a:pt x="10153193" y="1308150"/>
                </a:lnTo>
                <a:lnTo>
                  <a:pt x="10153650" y="1307033"/>
                </a:lnTo>
                <a:lnTo>
                  <a:pt x="10153650" y="1304391"/>
                </a:lnTo>
                <a:close/>
              </a:path>
              <a:path w="10296525" h="3486150">
                <a:moveTo>
                  <a:pt x="10153650" y="580758"/>
                </a:moveTo>
                <a:lnTo>
                  <a:pt x="10153193" y="579640"/>
                </a:lnTo>
                <a:lnTo>
                  <a:pt x="10151326" y="577773"/>
                </a:lnTo>
                <a:lnTo>
                  <a:pt x="10150208" y="577316"/>
                </a:lnTo>
                <a:lnTo>
                  <a:pt x="10147579" y="577316"/>
                </a:lnTo>
                <a:lnTo>
                  <a:pt x="10146449" y="577773"/>
                </a:lnTo>
                <a:lnTo>
                  <a:pt x="10144595" y="579640"/>
                </a:lnTo>
                <a:lnTo>
                  <a:pt x="10144125" y="580758"/>
                </a:lnTo>
                <a:lnTo>
                  <a:pt x="10144125" y="583387"/>
                </a:lnTo>
                <a:lnTo>
                  <a:pt x="10144595" y="584517"/>
                </a:lnTo>
                <a:lnTo>
                  <a:pt x="10146449" y="586371"/>
                </a:lnTo>
                <a:lnTo>
                  <a:pt x="10147579" y="586841"/>
                </a:lnTo>
                <a:lnTo>
                  <a:pt x="10150208" y="586841"/>
                </a:lnTo>
                <a:lnTo>
                  <a:pt x="10151326" y="586371"/>
                </a:lnTo>
                <a:lnTo>
                  <a:pt x="10153193" y="584517"/>
                </a:lnTo>
                <a:lnTo>
                  <a:pt x="10153650" y="583387"/>
                </a:lnTo>
                <a:lnTo>
                  <a:pt x="10153650" y="580758"/>
                </a:lnTo>
                <a:close/>
              </a:path>
              <a:path w="10296525" h="3486150">
                <a:moveTo>
                  <a:pt x="10201275" y="2751671"/>
                </a:moveTo>
                <a:lnTo>
                  <a:pt x="10200818" y="2750540"/>
                </a:lnTo>
                <a:lnTo>
                  <a:pt x="10198951" y="2748686"/>
                </a:lnTo>
                <a:lnTo>
                  <a:pt x="10197833" y="2748216"/>
                </a:lnTo>
                <a:lnTo>
                  <a:pt x="10195204" y="2748216"/>
                </a:lnTo>
                <a:lnTo>
                  <a:pt x="10194074" y="2748686"/>
                </a:lnTo>
                <a:lnTo>
                  <a:pt x="10192220" y="2750540"/>
                </a:lnTo>
                <a:lnTo>
                  <a:pt x="10191750" y="2751671"/>
                </a:lnTo>
                <a:lnTo>
                  <a:pt x="10191750" y="2754299"/>
                </a:lnTo>
                <a:lnTo>
                  <a:pt x="10192220" y="2755417"/>
                </a:lnTo>
                <a:lnTo>
                  <a:pt x="10194074" y="2757284"/>
                </a:lnTo>
                <a:lnTo>
                  <a:pt x="10195204" y="2757741"/>
                </a:lnTo>
                <a:lnTo>
                  <a:pt x="10197833" y="2757741"/>
                </a:lnTo>
                <a:lnTo>
                  <a:pt x="10198951" y="2757284"/>
                </a:lnTo>
                <a:lnTo>
                  <a:pt x="10200818" y="2755417"/>
                </a:lnTo>
                <a:lnTo>
                  <a:pt x="10201275" y="2754299"/>
                </a:lnTo>
                <a:lnTo>
                  <a:pt x="10201275" y="2751671"/>
                </a:lnTo>
                <a:close/>
              </a:path>
              <a:path w="10296525" h="3486150">
                <a:moveTo>
                  <a:pt x="10201275" y="2028037"/>
                </a:moveTo>
                <a:lnTo>
                  <a:pt x="10200818" y="2026907"/>
                </a:lnTo>
                <a:lnTo>
                  <a:pt x="10198951" y="2025053"/>
                </a:lnTo>
                <a:lnTo>
                  <a:pt x="10197833" y="2024583"/>
                </a:lnTo>
                <a:lnTo>
                  <a:pt x="10195204" y="2024583"/>
                </a:lnTo>
                <a:lnTo>
                  <a:pt x="10194074" y="2025053"/>
                </a:lnTo>
                <a:lnTo>
                  <a:pt x="10192220" y="2026907"/>
                </a:lnTo>
                <a:lnTo>
                  <a:pt x="10191750" y="2028037"/>
                </a:lnTo>
                <a:lnTo>
                  <a:pt x="10191750" y="2030666"/>
                </a:lnTo>
                <a:lnTo>
                  <a:pt x="10192220" y="2031784"/>
                </a:lnTo>
                <a:lnTo>
                  <a:pt x="10194074" y="2033651"/>
                </a:lnTo>
                <a:lnTo>
                  <a:pt x="10195204" y="2034108"/>
                </a:lnTo>
                <a:lnTo>
                  <a:pt x="10197833" y="2034108"/>
                </a:lnTo>
                <a:lnTo>
                  <a:pt x="10198951" y="2033651"/>
                </a:lnTo>
                <a:lnTo>
                  <a:pt x="10200818" y="2031784"/>
                </a:lnTo>
                <a:lnTo>
                  <a:pt x="10201275" y="2030666"/>
                </a:lnTo>
                <a:lnTo>
                  <a:pt x="10201275" y="2028037"/>
                </a:lnTo>
                <a:close/>
              </a:path>
              <a:path w="10296525" h="3486150">
                <a:moveTo>
                  <a:pt x="10201275" y="1304391"/>
                </a:moveTo>
                <a:lnTo>
                  <a:pt x="10200818" y="1303274"/>
                </a:lnTo>
                <a:lnTo>
                  <a:pt x="10198951" y="1301419"/>
                </a:lnTo>
                <a:lnTo>
                  <a:pt x="10197833" y="1300949"/>
                </a:lnTo>
                <a:lnTo>
                  <a:pt x="10195204" y="1300949"/>
                </a:lnTo>
                <a:lnTo>
                  <a:pt x="10194074" y="1301419"/>
                </a:lnTo>
                <a:lnTo>
                  <a:pt x="10192220" y="1303274"/>
                </a:lnTo>
                <a:lnTo>
                  <a:pt x="10191750" y="1304391"/>
                </a:lnTo>
                <a:lnTo>
                  <a:pt x="10191750" y="1307033"/>
                </a:lnTo>
                <a:lnTo>
                  <a:pt x="10192220" y="1308150"/>
                </a:lnTo>
                <a:lnTo>
                  <a:pt x="10194074" y="1310005"/>
                </a:lnTo>
                <a:lnTo>
                  <a:pt x="10195204" y="1310474"/>
                </a:lnTo>
                <a:lnTo>
                  <a:pt x="10197833" y="1310474"/>
                </a:lnTo>
                <a:lnTo>
                  <a:pt x="10198951" y="1310005"/>
                </a:lnTo>
                <a:lnTo>
                  <a:pt x="10200818" y="1308150"/>
                </a:lnTo>
                <a:lnTo>
                  <a:pt x="10201275" y="1307033"/>
                </a:lnTo>
                <a:lnTo>
                  <a:pt x="10201275" y="1304391"/>
                </a:lnTo>
                <a:close/>
              </a:path>
              <a:path w="10296525" h="3486150">
                <a:moveTo>
                  <a:pt x="10201275" y="580758"/>
                </a:moveTo>
                <a:lnTo>
                  <a:pt x="10200818" y="579640"/>
                </a:lnTo>
                <a:lnTo>
                  <a:pt x="10198951" y="577773"/>
                </a:lnTo>
                <a:lnTo>
                  <a:pt x="10197833" y="577316"/>
                </a:lnTo>
                <a:lnTo>
                  <a:pt x="10195204" y="577316"/>
                </a:lnTo>
                <a:lnTo>
                  <a:pt x="10194074" y="577773"/>
                </a:lnTo>
                <a:lnTo>
                  <a:pt x="10192220" y="579640"/>
                </a:lnTo>
                <a:lnTo>
                  <a:pt x="10191750" y="580758"/>
                </a:lnTo>
                <a:lnTo>
                  <a:pt x="10191750" y="583387"/>
                </a:lnTo>
                <a:lnTo>
                  <a:pt x="10192220" y="584517"/>
                </a:lnTo>
                <a:lnTo>
                  <a:pt x="10194074" y="586371"/>
                </a:lnTo>
                <a:lnTo>
                  <a:pt x="10195204" y="586841"/>
                </a:lnTo>
                <a:lnTo>
                  <a:pt x="10197833" y="586841"/>
                </a:lnTo>
                <a:lnTo>
                  <a:pt x="10198951" y="586371"/>
                </a:lnTo>
                <a:lnTo>
                  <a:pt x="10200818" y="584517"/>
                </a:lnTo>
                <a:lnTo>
                  <a:pt x="10201275" y="583387"/>
                </a:lnTo>
                <a:lnTo>
                  <a:pt x="10201275" y="580758"/>
                </a:lnTo>
                <a:close/>
              </a:path>
              <a:path w="10296525" h="3486150">
                <a:moveTo>
                  <a:pt x="10248900" y="2751671"/>
                </a:moveTo>
                <a:lnTo>
                  <a:pt x="10248443" y="2750540"/>
                </a:lnTo>
                <a:lnTo>
                  <a:pt x="10246576" y="2748686"/>
                </a:lnTo>
                <a:lnTo>
                  <a:pt x="10245458" y="2748216"/>
                </a:lnTo>
                <a:lnTo>
                  <a:pt x="10242829" y="2748216"/>
                </a:lnTo>
                <a:lnTo>
                  <a:pt x="10241699" y="2748686"/>
                </a:lnTo>
                <a:lnTo>
                  <a:pt x="10239845" y="2750540"/>
                </a:lnTo>
                <a:lnTo>
                  <a:pt x="10239375" y="2751671"/>
                </a:lnTo>
                <a:lnTo>
                  <a:pt x="10239375" y="2754299"/>
                </a:lnTo>
                <a:lnTo>
                  <a:pt x="10239845" y="2755417"/>
                </a:lnTo>
                <a:lnTo>
                  <a:pt x="10241699" y="2757284"/>
                </a:lnTo>
                <a:lnTo>
                  <a:pt x="10242829" y="2757741"/>
                </a:lnTo>
                <a:lnTo>
                  <a:pt x="10245458" y="2757741"/>
                </a:lnTo>
                <a:lnTo>
                  <a:pt x="10246576" y="2757284"/>
                </a:lnTo>
                <a:lnTo>
                  <a:pt x="10248443" y="2755417"/>
                </a:lnTo>
                <a:lnTo>
                  <a:pt x="10248900" y="2754299"/>
                </a:lnTo>
                <a:lnTo>
                  <a:pt x="10248900" y="2751671"/>
                </a:lnTo>
                <a:close/>
              </a:path>
              <a:path w="10296525" h="3486150">
                <a:moveTo>
                  <a:pt x="10248900" y="2028037"/>
                </a:moveTo>
                <a:lnTo>
                  <a:pt x="10248443" y="2026907"/>
                </a:lnTo>
                <a:lnTo>
                  <a:pt x="10246576" y="2025053"/>
                </a:lnTo>
                <a:lnTo>
                  <a:pt x="10245458" y="2024583"/>
                </a:lnTo>
                <a:lnTo>
                  <a:pt x="10242829" y="2024583"/>
                </a:lnTo>
                <a:lnTo>
                  <a:pt x="10241699" y="2025053"/>
                </a:lnTo>
                <a:lnTo>
                  <a:pt x="10239845" y="2026907"/>
                </a:lnTo>
                <a:lnTo>
                  <a:pt x="10239375" y="2028037"/>
                </a:lnTo>
                <a:lnTo>
                  <a:pt x="10239375" y="2030666"/>
                </a:lnTo>
                <a:lnTo>
                  <a:pt x="10239845" y="2031784"/>
                </a:lnTo>
                <a:lnTo>
                  <a:pt x="10241699" y="2033651"/>
                </a:lnTo>
                <a:lnTo>
                  <a:pt x="10242829" y="2034108"/>
                </a:lnTo>
                <a:lnTo>
                  <a:pt x="10245458" y="2034108"/>
                </a:lnTo>
                <a:lnTo>
                  <a:pt x="10246576" y="2033651"/>
                </a:lnTo>
                <a:lnTo>
                  <a:pt x="10248443" y="2031784"/>
                </a:lnTo>
                <a:lnTo>
                  <a:pt x="10248900" y="2030666"/>
                </a:lnTo>
                <a:lnTo>
                  <a:pt x="10248900" y="2028037"/>
                </a:lnTo>
                <a:close/>
              </a:path>
              <a:path w="10296525" h="3486150">
                <a:moveTo>
                  <a:pt x="10248900" y="1304391"/>
                </a:moveTo>
                <a:lnTo>
                  <a:pt x="10248443" y="1303274"/>
                </a:lnTo>
                <a:lnTo>
                  <a:pt x="10246576" y="1301419"/>
                </a:lnTo>
                <a:lnTo>
                  <a:pt x="10245458" y="1300949"/>
                </a:lnTo>
                <a:lnTo>
                  <a:pt x="10242829" y="1300949"/>
                </a:lnTo>
                <a:lnTo>
                  <a:pt x="10241699" y="1301419"/>
                </a:lnTo>
                <a:lnTo>
                  <a:pt x="10239845" y="1303274"/>
                </a:lnTo>
                <a:lnTo>
                  <a:pt x="10239375" y="1304391"/>
                </a:lnTo>
                <a:lnTo>
                  <a:pt x="10239375" y="1307033"/>
                </a:lnTo>
                <a:lnTo>
                  <a:pt x="10239845" y="1308150"/>
                </a:lnTo>
                <a:lnTo>
                  <a:pt x="10241699" y="1310005"/>
                </a:lnTo>
                <a:lnTo>
                  <a:pt x="10242829" y="1310474"/>
                </a:lnTo>
                <a:lnTo>
                  <a:pt x="10245458" y="1310474"/>
                </a:lnTo>
                <a:lnTo>
                  <a:pt x="10246576" y="1310005"/>
                </a:lnTo>
                <a:lnTo>
                  <a:pt x="10248443" y="1308150"/>
                </a:lnTo>
                <a:lnTo>
                  <a:pt x="10248900" y="1307033"/>
                </a:lnTo>
                <a:lnTo>
                  <a:pt x="10248900" y="1304391"/>
                </a:lnTo>
                <a:close/>
              </a:path>
              <a:path w="10296525" h="3486150">
                <a:moveTo>
                  <a:pt x="10248900" y="580758"/>
                </a:moveTo>
                <a:lnTo>
                  <a:pt x="10248443" y="579640"/>
                </a:lnTo>
                <a:lnTo>
                  <a:pt x="10246576" y="577773"/>
                </a:lnTo>
                <a:lnTo>
                  <a:pt x="10245458" y="577316"/>
                </a:lnTo>
                <a:lnTo>
                  <a:pt x="10242829" y="577316"/>
                </a:lnTo>
                <a:lnTo>
                  <a:pt x="10241699" y="577773"/>
                </a:lnTo>
                <a:lnTo>
                  <a:pt x="10239845" y="579640"/>
                </a:lnTo>
                <a:lnTo>
                  <a:pt x="10239375" y="580758"/>
                </a:lnTo>
                <a:lnTo>
                  <a:pt x="10239375" y="583387"/>
                </a:lnTo>
                <a:lnTo>
                  <a:pt x="10239845" y="584517"/>
                </a:lnTo>
                <a:lnTo>
                  <a:pt x="10241699" y="586371"/>
                </a:lnTo>
                <a:lnTo>
                  <a:pt x="10242829" y="586841"/>
                </a:lnTo>
                <a:lnTo>
                  <a:pt x="10245458" y="586841"/>
                </a:lnTo>
                <a:lnTo>
                  <a:pt x="10246576" y="586371"/>
                </a:lnTo>
                <a:lnTo>
                  <a:pt x="10248443" y="584517"/>
                </a:lnTo>
                <a:lnTo>
                  <a:pt x="10248900" y="583387"/>
                </a:lnTo>
                <a:lnTo>
                  <a:pt x="10248900" y="580758"/>
                </a:lnTo>
                <a:close/>
              </a:path>
              <a:path w="10296525" h="3486150">
                <a:moveTo>
                  <a:pt x="10296525" y="2751671"/>
                </a:moveTo>
                <a:lnTo>
                  <a:pt x="10296068" y="2750540"/>
                </a:lnTo>
                <a:lnTo>
                  <a:pt x="10294201" y="2748686"/>
                </a:lnTo>
                <a:lnTo>
                  <a:pt x="10293083" y="2748216"/>
                </a:lnTo>
                <a:lnTo>
                  <a:pt x="10290454" y="2748216"/>
                </a:lnTo>
                <a:lnTo>
                  <a:pt x="10289324" y="2748686"/>
                </a:lnTo>
                <a:lnTo>
                  <a:pt x="10287470" y="2750540"/>
                </a:lnTo>
                <a:lnTo>
                  <a:pt x="10287000" y="2751671"/>
                </a:lnTo>
                <a:lnTo>
                  <a:pt x="10287000" y="2754299"/>
                </a:lnTo>
                <a:lnTo>
                  <a:pt x="10287470" y="2755417"/>
                </a:lnTo>
                <a:lnTo>
                  <a:pt x="10289324" y="2757284"/>
                </a:lnTo>
                <a:lnTo>
                  <a:pt x="10290454" y="2757741"/>
                </a:lnTo>
                <a:lnTo>
                  <a:pt x="10293083" y="2757741"/>
                </a:lnTo>
                <a:lnTo>
                  <a:pt x="10294201" y="2757284"/>
                </a:lnTo>
                <a:lnTo>
                  <a:pt x="10296068" y="2755417"/>
                </a:lnTo>
                <a:lnTo>
                  <a:pt x="10296525" y="2754299"/>
                </a:lnTo>
                <a:lnTo>
                  <a:pt x="10296525" y="2751671"/>
                </a:lnTo>
                <a:close/>
              </a:path>
              <a:path w="10296525" h="3486150">
                <a:moveTo>
                  <a:pt x="10296525" y="2028037"/>
                </a:moveTo>
                <a:lnTo>
                  <a:pt x="10296068" y="2026907"/>
                </a:lnTo>
                <a:lnTo>
                  <a:pt x="10294201" y="2025053"/>
                </a:lnTo>
                <a:lnTo>
                  <a:pt x="10293083" y="2024583"/>
                </a:lnTo>
                <a:lnTo>
                  <a:pt x="10290454" y="2024583"/>
                </a:lnTo>
                <a:lnTo>
                  <a:pt x="10289324" y="2025053"/>
                </a:lnTo>
                <a:lnTo>
                  <a:pt x="10287470" y="2026907"/>
                </a:lnTo>
                <a:lnTo>
                  <a:pt x="10287000" y="2028037"/>
                </a:lnTo>
                <a:lnTo>
                  <a:pt x="10287000" y="2030666"/>
                </a:lnTo>
                <a:lnTo>
                  <a:pt x="10287470" y="2031784"/>
                </a:lnTo>
                <a:lnTo>
                  <a:pt x="10289324" y="2033651"/>
                </a:lnTo>
                <a:lnTo>
                  <a:pt x="10290454" y="2034108"/>
                </a:lnTo>
                <a:lnTo>
                  <a:pt x="10293083" y="2034108"/>
                </a:lnTo>
                <a:lnTo>
                  <a:pt x="10294201" y="2033651"/>
                </a:lnTo>
                <a:lnTo>
                  <a:pt x="10296068" y="2031784"/>
                </a:lnTo>
                <a:lnTo>
                  <a:pt x="10296525" y="2030666"/>
                </a:lnTo>
                <a:lnTo>
                  <a:pt x="10296525" y="2028037"/>
                </a:lnTo>
                <a:close/>
              </a:path>
              <a:path w="10296525" h="3486150">
                <a:moveTo>
                  <a:pt x="10296525" y="1304391"/>
                </a:moveTo>
                <a:lnTo>
                  <a:pt x="10296068" y="1303274"/>
                </a:lnTo>
                <a:lnTo>
                  <a:pt x="10294201" y="1301419"/>
                </a:lnTo>
                <a:lnTo>
                  <a:pt x="10293083" y="1300949"/>
                </a:lnTo>
                <a:lnTo>
                  <a:pt x="10290454" y="1300949"/>
                </a:lnTo>
                <a:lnTo>
                  <a:pt x="10289324" y="1301419"/>
                </a:lnTo>
                <a:lnTo>
                  <a:pt x="10287470" y="1303274"/>
                </a:lnTo>
                <a:lnTo>
                  <a:pt x="10287000" y="1304391"/>
                </a:lnTo>
                <a:lnTo>
                  <a:pt x="10287000" y="1307033"/>
                </a:lnTo>
                <a:lnTo>
                  <a:pt x="10287470" y="1308150"/>
                </a:lnTo>
                <a:lnTo>
                  <a:pt x="10289324" y="1310005"/>
                </a:lnTo>
                <a:lnTo>
                  <a:pt x="10290454" y="1310474"/>
                </a:lnTo>
                <a:lnTo>
                  <a:pt x="10293083" y="1310474"/>
                </a:lnTo>
                <a:lnTo>
                  <a:pt x="10294201" y="1310005"/>
                </a:lnTo>
                <a:lnTo>
                  <a:pt x="10296068" y="1308150"/>
                </a:lnTo>
                <a:lnTo>
                  <a:pt x="10296525" y="1307033"/>
                </a:lnTo>
                <a:lnTo>
                  <a:pt x="10296525" y="1304391"/>
                </a:lnTo>
                <a:close/>
              </a:path>
              <a:path w="10296525" h="3486150">
                <a:moveTo>
                  <a:pt x="10296525" y="580758"/>
                </a:moveTo>
                <a:lnTo>
                  <a:pt x="10296068" y="579640"/>
                </a:lnTo>
                <a:lnTo>
                  <a:pt x="10294201" y="577773"/>
                </a:lnTo>
                <a:lnTo>
                  <a:pt x="10293083" y="577316"/>
                </a:lnTo>
                <a:lnTo>
                  <a:pt x="10290454" y="577316"/>
                </a:lnTo>
                <a:lnTo>
                  <a:pt x="10289324" y="577773"/>
                </a:lnTo>
                <a:lnTo>
                  <a:pt x="10287470" y="579640"/>
                </a:lnTo>
                <a:lnTo>
                  <a:pt x="10287000" y="580758"/>
                </a:lnTo>
                <a:lnTo>
                  <a:pt x="10287000" y="583387"/>
                </a:lnTo>
                <a:lnTo>
                  <a:pt x="10287470" y="584517"/>
                </a:lnTo>
                <a:lnTo>
                  <a:pt x="10289324" y="586371"/>
                </a:lnTo>
                <a:lnTo>
                  <a:pt x="10290454" y="586841"/>
                </a:lnTo>
                <a:lnTo>
                  <a:pt x="10293083" y="586841"/>
                </a:lnTo>
                <a:lnTo>
                  <a:pt x="10294201" y="586371"/>
                </a:lnTo>
                <a:lnTo>
                  <a:pt x="10296068" y="584517"/>
                </a:lnTo>
                <a:lnTo>
                  <a:pt x="10296525" y="583387"/>
                </a:lnTo>
                <a:lnTo>
                  <a:pt x="10296525" y="580758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object 8"/>
          <p:cNvSpPr/>
          <p:nvPr/>
        </p:nvSpPr>
        <p:spPr>
          <a:xfrm>
            <a:off x="1215720" y="5693040"/>
            <a:ext cx="216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object 9"/>
          <p:cNvSpPr/>
          <p:nvPr/>
        </p:nvSpPr>
        <p:spPr>
          <a:xfrm>
            <a:off x="1120320" y="4969440"/>
            <a:ext cx="311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1.000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object 10"/>
          <p:cNvSpPr/>
          <p:nvPr/>
        </p:nvSpPr>
        <p:spPr>
          <a:xfrm>
            <a:off x="1120320" y="4245840"/>
            <a:ext cx="311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1.500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object 11"/>
          <p:cNvSpPr/>
          <p:nvPr/>
        </p:nvSpPr>
        <p:spPr>
          <a:xfrm>
            <a:off x="1120320" y="3522240"/>
            <a:ext cx="311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2.000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object 12"/>
          <p:cNvSpPr/>
          <p:nvPr/>
        </p:nvSpPr>
        <p:spPr>
          <a:xfrm>
            <a:off x="6500880" y="6661080"/>
            <a:ext cx="333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object 13"/>
          <p:cNvSpPr/>
          <p:nvPr/>
        </p:nvSpPr>
        <p:spPr>
          <a:xfrm>
            <a:off x="887400" y="3647520"/>
            <a:ext cx="195840" cy="223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>
            <a:noAutofit/>
          </a:bodyPr>
          <a:p>
            <a:pPr marL="12600">
              <a:lnSpc>
                <a:spcPts val="1426"/>
              </a:lnSpc>
            </a:pP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Internet usage per capita (in </a:t>
            </a:r>
            <a:r>
              <a:rPr b="0" lang="ro-RO" sz="1200" spc="-26" strike="noStrike">
                <a:solidFill>
                  <a:srgbClr val="ffffff"/>
                </a:solidFill>
                <a:latin typeface="Arial MT"/>
              </a:rPr>
              <a:t>GB)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object 14"/>
          <p:cNvSpPr/>
          <p:nvPr/>
        </p:nvSpPr>
        <p:spPr>
          <a:xfrm>
            <a:off x="2090160" y="6527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2019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object 15"/>
          <p:cNvSpPr/>
          <p:nvPr/>
        </p:nvSpPr>
        <p:spPr>
          <a:xfrm>
            <a:off x="4002120" y="3030480"/>
            <a:ext cx="9000" cy="3485880"/>
          </a:xfrm>
          <a:custGeom>
            <a:avLst/>
            <a:gdLst>
              <a:gd name="textAreaLeft" fmla="*/ 0 w 9000"/>
              <a:gd name="textAreaRight" fmla="*/ 9360 w 9000"/>
              <a:gd name="textAreaTop" fmla="*/ 0 h 3485880"/>
              <a:gd name="textAreaBottom" fmla="*/ 3486240 h 3485880"/>
            </a:gdLst>
            <a:ahLst/>
            <a:rect l="textAreaLeft" t="textAreaTop" r="textAreaRight" b="textAreaBottom"/>
            <a:pathLst>
              <a:path w="9525" h="3486150">
                <a:moveTo>
                  <a:pt x="6077" y="3486149"/>
                </a:moveTo>
                <a:lnTo>
                  <a:pt x="3447" y="3486149"/>
                </a:lnTo>
                <a:lnTo>
                  <a:pt x="2324" y="3485684"/>
                </a:lnTo>
                <a:lnTo>
                  <a:pt x="464" y="3483824"/>
                </a:lnTo>
                <a:lnTo>
                  <a:pt x="0" y="3482702"/>
                </a:lnTo>
                <a:lnTo>
                  <a:pt x="0" y="3480071"/>
                </a:lnTo>
                <a:lnTo>
                  <a:pt x="464" y="3478949"/>
                </a:lnTo>
                <a:lnTo>
                  <a:pt x="2324" y="3477089"/>
                </a:lnTo>
                <a:lnTo>
                  <a:pt x="3447" y="3476624"/>
                </a:lnTo>
                <a:lnTo>
                  <a:pt x="6077" y="3476624"/>
                </a:lnTo>
                <a:lnTo>
                  <a:pt x="7200" y="3477089"/>
                </a:lnTo>
                <a:lnTo>
                  <a:pt x="9060" y="3478949"/>
                </a:lnTo>
                <a:lnTo>
                  <a:pt x="9524" y="3480071"/>
                </a:lnTo>
                <a:lnTo>
                  <a:pt x="9524" y="3482702"/>
                </a:lnTo>
                <a:lnTo>
                  <a:pt x="9060" y="3483824"/>
                </a:lnTo>
                <a:lnTo>
                  <a:pt x="7200" y="3485684"/>
                </a:lnTo>
                <a:lnTo>
                  <a:pt x="6077" y="3486149"/>
                </a:lnTo>
                <a:close/>
              </a:path>
              <a:path w="9525" h="3486150">
                <a:moveTo>
                  <a:pt x="6077" y="3438524"/>
                </a:moveTo>
                <a:lnTo>
                  <a:pt x="3447" y="3438524"/>
                </a:lnTo>
                <a:lnTo>
                  <a:pt x="2324" y="3438059"/>
                </a:lnTo>
                <a:lnTo>
                  <a:pt x="464" y="3436199"/>
                </a:lnTo>
                <a:lnTo>
                  <a:pt x="0" y="3435077"/>
                </a:lnTo>
                <a:lnTo>
                  <a:pt x="0" y="3432446"/>
                </a:lnTo>
                <a:lnTo>
                  <a:pt x="464" y="3431324"/>
                </a:lnTo>
                <a:lnTo>
                  <a:pt x="2324" y="3429464"/>
                </a:lnTo>
                <a:lnTo>
                  <a:pt x="3447" y="3428999"/>
                </a:lnTo>
                <a:lnTo>
                  <a:pt x="6077" y="3428999"/>
                </a:lnTo>
                <a:lnTo>
                  <a:pt x="7200" y="3429464"/>
                </a:lnTo>
                <a:lnTo>
                  <a:pt x="9060" y="3431324"/>
                </a:lnTo>
                <a:lnTo>
                  <a:pt x="9524" y="3432446"/>
                </a:lnTo>
                <a:lnTo>
                  <a:pt x="9524" y="3435077"/>
                </a:lnTo>
                <a:lnTo>
                  <a:pt x="9060" y="3436199"/>
                </a:lnTo>
                <a:lnTo>
                  <a:pt x="7200" y="3438059"/>
                </a:lnTo>
                <a:lnTo>
                  <a:pt x="6077" y="3438524"/>
                </a:lnTo>
                <a:close/>
              </a:path>
              <a:path w="9525" h="3486150">
                <a:moveTo>
                  <a:pt x="6077" y="3390899"/>
                </a:moveTo>
                <a:lnTo>
                  <a:pt x="3447" y="3390899"/>
                </a:lnTo>
                <a:lnTo>
                  <a:pt x="2324" y="3390434"/>
                </a:lnTo>
                <a:lnTo>
                  <a:pt x="464" y="3388574"/>
                </a:lnTo>
                <a:lnTo>
                  <a:pt x="0" y="3387452"/>
                </a:lnTo>
                <a:lnTo>
                  <a:pt x="0" y="3384821"/>
                </a:lnTo>
                <a:lnTo>
                  <a:pt x="464" y="3383699"/>
                </a:lnTo>
                <a:lnTo>
                  <a:pt x="2324" y="3381839"/>
                </a:lnTo>
                <a:lnTo>
                  <a:pt x="3447" y="3381374"/>
                </a:lnTo>
                <a:lnTo>
                  <a:pt x="6077" y="3381374"/>
                </a:lnTo>
                <a:lnTo>
                  <a:pt x="7200" y="3381839"/>
                </a:lnTo>
                <a:lnTo>
                  <a:pt x="9060" y="3383699"/>
                </a:lnTo>
                <a:lnTo>
                  <a:pt x="9524" y="3384821"/>
                </a:lnTo>
                <a:lnTo>
                  <a:pt x="9524" y="3387452"/>
                </a:lnTo>
                <a:lnTo>
                  <a:pt x="9060" y="3388574"/>
                </a:lnTo>
                <a:lnTo>
                  <a:pt x="7200" y="3390434"/>
                </a:lnTo>
                <a:lnTo>
                  <a:pt x="6077" y="3390899"/>
                </a:lnTo>
                <a:close/>
              </a:path>
              <a:path w="9525" h="3486150">
                <a:moveTo>
                  <a:pt x="6077" y="3343274"/>
                </a:moveTo>
                <a:lnTo>
                  <a:pt x="3447" y="3343274"/>
                </a:lnTo>
                <a:lnTo>
                  <a:pt x="2324" y="3342809"/>
                </a:lnTo>
                <a:lnTo>
                  <a:pt x="464" y="3340949"/>
                </a:lnTo>
                <a:lnTo>
                  <a:pt x="0" y="3339827"/>
                </a:lnTo>
                <a:lnTo>
                  <a:pt x="0" y="3337196"/>
                </a:lnTo>
                <a:lnTo>
                  <a:pt x="464" y="3336074"/>
                </a:lnTo>
                <a:lnTo>
                  <a:pt x="2324" y="3334214"/>
                </a:lnTo>
                <a:lnTo>
                  <a:pt x="3447" y="3333749"/>
                </a:lnTo>
                <a:lnTo>
                  <a:pt x="6077" y="3333749"/>
                </a:lnTo>
                <a:lnTo>
                  <a:pt x="7200" y="3334214"/>
                </a:lnTo>
                <a:lnTo>
                  <a:pt x="9060" y="3336074"/>
                </a:lnTo>
                <a:lnTo>
                  <a:pt x="9524" y="3337196"/>
                </a:lnTo>
                <a:lnTo>
                  <a:pt x="9524" y="3339827"/>
                </a:lnTo>
                <a:lnTo>
                  <a:pt x="9060" y="3340949"/>
                </a:lnTo>
                <a:lnTo>
                  <a:pt x="7200" y="3342809"/>
                </a:lnTo>
                <a:lnTo>
                  <a:pt x="6077" y="3343274"/>
                </a:lnTo>
                <a:close/>
              </a:path>
              <a:path w="9525" h="3486150">
                <a:moveTo>
                  <a:pt x="6077" y="3295649"/>
                </a:moveTo>
                <a:lnTo>
                  <a:pt x="3447" y="3295649"/>
                </a:lnTo>
                <a:lnTo>
                  <a:pt x="2324" y="3295184"/>
                </a:lnTo>
                <a:lnTo>
                  <a:pt x="464" y="3293324"/>
                </a:lnTo>
                <a:lnTo>
                  <a:pt x="0" y="3292202"/>
                </a:lnTo>
                <a:lnTo>
                  <a:pt x="0" y="3289571"/>
                </a:lnTo>
                <a:lnTo>
                  <a:pt x="464" y="3288449"/>
                </a:lnTo>
                <a:lnTo>
                  <a:pt x="2324" y="3286589"/>
                </a:lnTo>
                <a:lnTo>
                  <a:pt x="3447" y="3286124"/>
                </a:lnTo>
                <a:lnTo>
                  <a:pt x="6077" y="3286124"/>
                </a:lnTo>
                <a:lnTo>
                  <a:pt x="7200" y="3286589"/>
                </a:lnTo>
                <a:lnTo>
                  <a:pt x="9060" y="3288449"/>
                </a:lnTo>
                <a:lnTo>
                  <a:pt x="9524" y="3289571"/>
                </a:lnTo>
                <a:lnTo>
                  <a:pt x="9524" y="3292202"/>
                </a:lnTo>
                <a:lnTo>
                  <a:pt x="9060" y="3293324"/>
                </a:lnTo>
                <a:lnTo>
                  <a:pt x="7200" y="3295184"/>
                </a:lnTo>
                <a:lnTo>
                  <a:pt x="6077" y="3295649"/>
                </a:lnTo>
                <a:close/>
              </a:path>
              <a:path w="9525" h="3486150">
                <a:moveTo>
                  <a:pt x="6077" y="3248024"/>
                </a:moveTo>
                <a:lnTo>
                  <a:pt x="3447" y="3248024"/>
                </a:lnTo>
                <a:lnTo>
                  <a:pt x="2324" y="3247559"/>
                </a:lnTo>
                <a:lnTo>
                  <a:pt x="464" y="3245699"/>
                </a:lnTo>
                <a:lnTo>
                  <a:pt x="0" y="3244577"/>
                </a:lnTo>
                <a:lnTo>
                  <a:pt x="0" y="3241946"/>
                </a:lnTo>
                <a:lnTo>
                  <a:pt x="464" y="3240824"/>
                </a:lnTo>
                <a:lnTo>
                  <a:pt x="2324" y="3238964"/>
                </a:lnTo>
                <a:lnTo>
                  <a:pt x="3447" y="3238499"/>
                </a:lnTo>
                <a:lnTo>
                  <a:pt x="6077" y="3238499"/>
                </a:lnTo>
                <a:lnTo>
                  <a:pt x="7200" y="3238964"/>
                </a:lnTo>
                <a:lnTo>
                  <a:pt x="9060" y="3240824"/>
                </a:lnTo>
                <a:lnTo>
                  <a:pt x="9524" y="3241946"/>
                </a:lnTo>
                <a:lnTo>
                  <a:pt x="9524" y="3244577"/>
                </a:lnTo>
                <a:lnTo>
                  <a:pt x="9060" y="3245699"/>
                </a:lnTo>
                <a:lnTo>
                  <a:pt x="7200" y="3247559"/>
                </a:lnTo>
                <a:lnTo>
                  <a:pt x="6077" y="3248024"/>
                </a:lnTo>
                <a:close/>
              </a:path>
              <a:path w="9525" h="3486150">
                <a:moveTo>
                  <a:pt x="6077" y="3200399"/>
                </a:moveTo>
                <a:lnTo>
                  <a:pt x="3447" y="3200399"/>
                </a:lnTo>
                <a:lnTo>
                  <a:pt x="2324" y="3199934"/>
                </a:lnTo>
                <a:lnTo>
                  <a:pt x="464" y="3198074"/>
                </a:lnTo>
                <a:lnTo>
                  <a:pt x="0" y="3196952"/>
                </a:lnTo>
                <a:lnTo>
                  <a:pt x="0" y="3194321"/>
                </a:lnTo>
                <a:lnTo>
                  <a:pt x="464" y="3193199"/>
                </a:lnTo>
                <a:lnTo>
                  <a:pt x="2324" y="3191339"/>
                </a:lnTo>
                <a:lnTo>
                  <a:pt x="3447" y="3190874"/>
                </a:lnTo>
                <a:lnTo>
                  <a:pt x="6077" y="3190874"/>
                </a:lnTo>
                <a:lnTo>
                  <a:pt x="7200" y="3191339"/>
                </a:lnTo>
                <a:lnTo>
                  <a:pt x="9060" y="3193199"/>
                </a:lnTo>
                <a:lnTo>
                  <a:pt x="9524" y="3194321"/>
                </a:lnTo>
                <a:lnTo>
                  <a:pt x="9524" y="3196952"/>
                </a:lnTo>
                <a:lnTo>
                  <a:pt x="9060" y="3198074"/>
                </a:lnTo>
                <a:lnTo>
                  <a:pt x="7200" y="3199934"/>
                </a:lnTo>
                <a:lnTo>
                  <a:pt x="6077" y="3200399"/>
                </a:lnTo>
                <a:close/>
              </a:path>
              <a:path w="9525" h="3486150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486150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486150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486150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486150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486150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486150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486150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486150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486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486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486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2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2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486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486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486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486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486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486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486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486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486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486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1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1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486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486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486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486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486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6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6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486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486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486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486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486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1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1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486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486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486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486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486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486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486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486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486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6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6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486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486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486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486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486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90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90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486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486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486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486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486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5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5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486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486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486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486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486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40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40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486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486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486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486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86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486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486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86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486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486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486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object 16"/>
          <p:cNvSpPr/>
          <p:nvPr/>
        </p:nvSpPr>
        <p:spPr>
          <a:xfrm>
            <a:off x="3867120" y="6527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object 17"/>
          <p:cNvSpPr/>
          <p:nvPr/>
        </p:nvSpPr>
        <p:spPr>
          <a:xfrm>
            <a:off x="5779080" y="3030480"/>
            <a:ext cx="9000" cy="3485880"/>
          </a:xfrm>
          <a:custGeom>
            <a:avLst/>
            <a:gdLst>
              <a:gd name="textAreaLeft" fmla="*/ 0 w 9000"/>
              <a:gd name="textAreaRight" fmla="*/ 9360 w 9000"/>
              <a:gd name="textAreaTop" fmla="*/ 0 h 3485880"/>
              <a:gd name="textAreaBottom" fmla="*/ 3486240 h 3485880"/>
            </a:gdLst>
            <a:ahLst/>
            <a:rect l="textAreaLeft" t="textAreaTop" r="textAreaRight" b="textAreaBottom"/>
            <a:pathLst>
              <a:path w="9525" h="3486150">
                <a:moveTo>
                  <a:pt x="6077" y="3486149"/>
                </a:moveTo>
                <a:lnTo>
                  <a:pt x="3447" y="3486149"/>
                </a:lnTo>
                <a:lnTo>
                  <a:pt x="2324" y="3485684"/>
                </a:lnTo>
                <a:lnTo>
                  <a:pt x="464" y="3483824"/>
                </a:lnTo>
                <a:lnTo>
                  <a:pt x="0" y="3482702"/>
                </a:lnTo>
                <a:lnTo>
                  <a:pt x="0" y="3480071"/>
                </a:lnTo>
                <a:lnTo>
                  <a:pt x="464" y="3478949"/>
                </a:lnTo>
                <a:lnTo>
                  <a:pt x="2324" y="3477089"/>
                </a:lnTo>
                <a:lnTo>
                  <a:pt x="3447" y="3476624"/>
                </a:lnTo>
                <a:lnTo>
                  <a:pt x="6077" y="3476624"/>
                </a:lnTo>
                <a:lnTo>
                  <a:pt x="7200" y="3477089"/>
                </a:lnTo>
                <a:lnTo>
                  <a:pt x="9060" y="3478949"/>
                </a:lnTo>
                <a:lnTo>
                  <a:pt x="9524" y="3480071"/>
                </a:lnTo>
                <a:lnTo>
                  <a:pt x="9524" y="3482702"/>
                </a:lnTo>
                <a:lnTo>
                  <a:pt x="9060" y="3483824"/>
                </a:lnTo>
                <a:lnTo>
                  <a:pt x="7200" y="3485684"/>
                </a:lnTo>
                <a:lnTo>
                  <a:pt x="6077" y="3486149"/>
                </a:lnTo>
                <a:close/>
              </a:path>
              <a:path w="9525" h="3486150">
                <a:moveTo>
                  <a:pt x="6077" y="3438524"/>
                </a:moveTo>
                <a:lnTo>
                  <a:pt x="3447" y="3438524"/>
                </a:lnTo>
                <a:lnTo>
                  <a:pt x="2324" y="3438059"/>
                </a:lnTo>
                <a:lnTo>
                  <a:pt x="464" y="3436199"/>
                </a:lnTo>
                <a:lnTo>
                  <a:pt x="0" y="3435077"/>
                </a:lnTo>
                <a:lnTo>
                  <a:pt x="0" y="3432446"/>
                </a:lnTo>
                <a:lnTo>
                  <a:pt x="464" y="3431324"/>
                </a:lnTo>
                <a:lnTo>
                  <a:pt x="2324" y="3429464"/>
                </a:lnTo>
                <a:lnTo>
                  <a:pt x="3447" y="3428999"/>
                </a:lnTo>
                <a:lnTo>
                  <a:pt x="6077" y="3428999"/>
                </a:lnTo>
                <a:lnTo>
                  <a:pt x="7200" y="3429464"/>
                </a:lnTo>
                <a:lnTo>
                  <a:pt x="9060" y="3431324"/>
                </a:lnTo>
                <a:lnTo>
                  <a:pt x="9524" y="3432446"/>
                </a:lnTo>
                <a:lnTo>
                  <a:pt x="9524" y="3435077"/>
                </a:lnTo>
                <a:lnTo>
                  <a:pt x="9060" y="3436199"/>
                </a:lnTo>
                <a:lnTo>
                  <a:pt x="7200" y="3438059"/>
                </a:lnTo>
                <a:lnTo>
                  <a:pt x="6077" y="3438524"/>
                </a:lnTo>
                <a:close/>
              </a:path>
              <a:path w="9525" h="3486150">
                <a:moveTo>
                  <a:pt x="6077" y="3390899"/>
                </a:moveTo>
                <a:lnTo>
                  <a:pt x="3447" y="3390899"/>
                </a:lnTo>
                <a:lnTo>
                  <a:pt x="2324" y="3390434"/>
                </a:lnTo>
                <a:lnTo>
                  <a:pt x="464" y="3388574"/>
                </a:lnTo>
                <a:lnTo>
                  <a:pt x="0" y="3387452"/>
                </a:lnTo>
                <a:lnTo>
                  <a:pt x="0" y="3384821"/>
                </a:lnTo>
                <a:lnTo>
                  <a:pt x="464" y="3383699"/>
                </a:lnTo>
                <a:lnTo>
                  <a:pt x="2324" y="3381839"/>
                </a:lnTo>
                <a:lnTo>
                  <a:pt x="3447" y="3381374"/>
                </a:lnTo>
                <a:lnTo>
                  <a:pt x="6077" y="3381374"/>
                </a:lnTo>
                <a:lnTo>
                  <a:pt x="7200" y="3381839"/>
                </a:lnTo>
                <a:lnTo>
                  <a:pt x="9060" y="3383699"/>
                </a:lnTo>
                <a:lnTo>
                  <a:pt x="9524" y="3384821"/>
                </a:lnTo>
                <a:lnTo>
                  <a:pt x="9524" y="3387452"/>
                </a:lnTo>
                <a:lnTo>
                  <a:pt x="9060" y="3388574"/>
                </a:lnTo>
                <a:lnTo>
                  <a:pt x="7200" y="3390434"/>
                </a:lnTo>
                <a:lnTo>
                  <a:pt x="6077" y="3390899"/>
                </a:lnTo>
                <a:close/>
              </a:path>
              <a:path w="9525" h="3486150">
                <a:moveTo>
                  <a:pt x="6077" y="3343274"/>
                </a:moveTo>
                <a:lnTo>
                  <a:pt x="3447" y="3343274"/>
                </a:lnTo>
                <a:lnTo>
                  <a:pt x="2324" y="3342809"/>
                </a:lnTo>
                <a:lnTo>
                  <a:pt x="464" y="3340949"/>
                </a:lnTo>
                <a:lnTo>
                  <a:pt x="0" y="3339827"/>
                </a:lnTo>
                <a:lnTo>
                  <a:pt x="0" y="3337196"/>
                </a:lnTo>
                <a:lnTo>
                  <a:pt x="464" y="3336074"/>
                </a:lnTo>
                <a:lnTo>
                  <a:pt x="2324" y="3334214"/>
                </a:lnTo>
                <a:lnTo>
                  <a:pt x="3447" y="3333749"/>
                </a:lnTo>
                <a:lnTo>
                  <a:pt x="6077" y="3333749"/>
                </a:lnTo>
                <a:lnTo>
                  <a:pt x="7200" y="3334214"/>
                </a:lnTo>
                <a:lnTo>
                  <a:pt x="9060" y="3336074"/>
                </a:lnTo>
                <a:lnTo>
                  <a:pt x="9524" y="3337196"/>
                </a:lnTo>
                <a:lnTo>
                  <a:pt x="9524" y="3339827"/>
                </a:lnTo>
                <a:lnTo>
                  <a:pt x="9060" y="3340949"/>
                </a:lnTo>
                <a:lnTo>
                  <a:pt x="7200" y="3342809"/>
                </a:lnTo>
                <a:lnTo>
                  <a:pt x="6077" y="3343274"/>
                </a:lnTo>
                <a:close/>
              </a:path>
              <a:path w="9525" h="3486150">
                <a:moveTo>
                  <a:pt x="6077" y="3295649"/>
                </a:moveTo>
                <a:lnTo>
                  <a:pt x="3447" y="3295649"/>
                </a:lnTo>
                <a:lnTo>
                  <a:pt x="2324" y="3295184"/>
                </a:lnTo>
                <a:lnTo>
                  <a:pt x="464" y="3293324"/>
                </a:lnTo>
                <a:lnTo>
                  <a:pt x="0" y="3292202"/>
                </a:lnTo>
                <a:lnTo>
                  <a:pt x="0" y="3289571"/>
                </a:lnTo>
                <a:lnTo>
                  <a:pt x="464" y="3288449"/>
                </a:lnTo>
                <a:lnTo>
                  <a:pt x="2324" y="3286589"/>
                </a:lnTo>
                <a:lnTo>
                  <a:pt x="3447" y="3286124"/>
                </a:lnTo>
                <a:lnTo>
                  <a:pt x="6077" y="3286124"/>
                </a:lnTo>
                <a:lnTo>
                  <a:pt x="7200" y="3286589"/>
                </a:lnTo>
                <a:lnTo>
                  <a:pt x="9060" y="3288449"/>
                </a:lnTo>
                <a:lnTo>
                  <a:pt x="9524" y="3289571"/>
                </a:lnTo>
                <a:lnTo>
                  <a:pt x="9524" y="3292202"/>
                </a:lnTo>
                <a:lnTo>
                  <a:pt x="9060" y="3293324"/>
                </a:lnTo>
                <a:lnTo>
                  <a:pt x="7200" y="3295184"/>
                </a:lnTo>
                <a:lnTo>
                  <a:pt x="6077" y="3295649"/>
                </a:lnTo>
                <a:close/>
              </a:path>
              <a:path w="9525" h="3486150">
                <a:moveTo>
                  <a:pt x="6077" y="3248024"/>
                </a:moveTo>
                <a:lnTo>
                  <a:pt x="3447" y="3248024"/>
                </a:lnTo>
                <a:lnTo>
                  <a:pt x="2324" y="3247559"/>
                </a:lnTo>
                <a:lnTo>
                  <a:pt x="464" y="3245699"/>
                </a:lnTo>
                <a:lnTo>
                  <a:pt x="0" y="3244577"/>
                </a:lnTo>
                <a:lnTo>
                  <a:pt x="0" y="3241946"/>
                </a:lnTo>
                <a:lnTo>
                  <a:pt x="464" y="3240824"/>
                </a:lnTo>
                <a:lnTo>
                  <a:pt x="2324" y="3238964"/>
                </a:lnTo>
                <a:lnTo>
                  <a:pt x="3447" y="3238499"/>
                </a:lnTo>
                <a:lnTo>
                  <a:pt x="6077" y="3238499"/>
                </a:lnTo>
                <a:lnTo>
                  <a:pt x="7200" y="3238964"/>
                </a:lnTo>
                <a:lnTo>
                  <a:pt x="9060" y="3240824"/>
                </a:lnTo>
                <a:lnTo>
                  <a:pt x="9524" y="3241946"/>
                </a:lnTo>
                <a:lnTo>
                  <a:pt x="9524" y="3244577"/>
                </a:lnTo>
                <a:lnTo>
                  <a:pt x="9060" y="3245699"/>
                </a:lnTo>
                <a:lnTo>
                  <a:pt x="7200" y="3247559"/>
                </a:lnTo>
                <a:lnTo>
                  <a:pt x="6077" y="3248024"/>
                </a:lnTo>
                <a:close/>
              </a:path>
              <a:path w="9525" h="3486150">
                <a:moveTo>
                  <a:pt x="6077" y="3200399"/>
                </a:moveTo>
                <a:lnTo>
                  <a:pt x="3447" y="3200399"/>
                </a:lnTo>
                <a:lnTo>
                  <a:pt x="2324" y="3199934"/>
                </a:lnTo>
                <a:lnTo>
                  <a:pt x="464" y="3198074"/>
                </a:lnTo>
                <a:lnTo>
                  <a:pt x="0" y="3196952"/>
                </a:lnTo>
                <a:lnTo>
                  <a:pt x="0" y="3194321"/>
                </a:lnTo>
                <a:lnTo>
                  <a:pt x="464" y="3193199"/>
                </a:lnTo>
                <a:lnTo>
                  <a:pt x="2324" y="3191339"/>
                </a:lnTo>
                <a:lnTo>
                  <a:pt x="3447" y="3190874"/>
                </a:lnTo>
                <a:lnTo>
                  <a:pt x="6077" y="3190874"/>
                </a:lnTo>
                <a:lnTo>
                  <a:pt x="7200" y="3191339"/>
                </a:lnTo>
                <a:lnTo>
                  <a:pt x="9060" y="3193199"/>
                </a:lnTo>
                <a:lnTo>
                  <a:pt x="9524" y="3194321"/>
                </a:lnTo>
                <a:lnTo>
                  <a:pt x="9524" y="3196952"/>
                </a:lnTo>
                <a:lnTo>
                  <a:pt x="9060" y="3198074"/>
                </a:lnTo>
                <a:lnTo>
                  <a:pt x="7200" y="3199934"/>
                </a:lnTo>
                <a:lnTo>
                  <a:pt x="6077" y="3200399"/>
                </a:lnTo>
                <a:close/>
              </a:path>
              <a:path w="9525" h="3486150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486150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486150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486150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486150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486150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486150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486150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486150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486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486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486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2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2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486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486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486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486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486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486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486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486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486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486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1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1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486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486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486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486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486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6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6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486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486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486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486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486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1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1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486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486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486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486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486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486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486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486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486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6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6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486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486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486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486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486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90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90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486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486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486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486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486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5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5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486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486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486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486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486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40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40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486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486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486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486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86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486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486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86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486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486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486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object 18"/>
          <p:cNvSpPr/>
          <p:nvPr/>
        </p:nvSpPr>
        <p:spPr>
          <a:xfrm>
            <a:off x="5644080" y="6527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2021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object 19"/>
          <p:cNvSpPr/>
          <p:nvPr/>
        </p:nvSpPr>
        <p:spPr>
          <a:xfrm>
            <a:off x="7556040" y="3030480"/>
            <a:ext cx="9000" cy="3485880"/>
          </a:xfrm>
          <a:custGeom>
            <a:avLst/>
            <a:gdLst>
              <a:gd name="textAreaLeft" fmla="*/ 0 w 9000"/>
              <a:gd name="textAreaRight" fmla="*/ 9360 w 9000"/>
              <a:gd name="textAreaTop" fmla="*/ 0 h 3485880"/>
              <a:gd name="textAreaBottom" fmla="*/ 3486240 h 3485880"/>
            </a:gdLst>
            <a:ahLst/>
            <a:rect l="textAreaLeft" t="textAreaTop" r="textAreaRight" b="textAreaBottom"/>
            <a:pathLst>
              <a:path w="9525" h="3486150">
                <a:moveTo>
                  <a:pt x="6077" y="3486149"/>
                </a:moveTo>
                <a:lnTo>
                  <a:pt x="3447" y="3486149"/>
                </a:lnTo>
                <a:lnTo>
                  <a:pt x="2324" y="3485684"/>
                </a:lnTo>
                <a:lnTo>
                  <a:pt x="464" y="3483824"/>
                </a:lnTo>
                <a:lnTo>
                  <a:pt x="0" y="3482702"/>
                </a:lnTo>
                <a:lnTo>
                  <a:pt x="0" y="3480071"/>
                </a:lnTo>
                <a:lnTo>
                  <a:pt x="464" y="3478949"/>
                </a:lnTo>
                <a:lnTo>
                  <a:pt x="2324" y="3477089"/>
                </a:lnTo>
                <a:lnTo>
                  <a:pt x="3447" y="3476624"/>
                </a:lnTo>
                <a:lnTo>
                  <a:pt x="6077" y="3476624"/>
                </a:lnTo>
                <a:lnTo>
                  <a:pt x="7200" y="3477089"/>
                </a:lnTo>
                <a:lnTo>
                  <a:pt x="9060" y="3478949"/>
                </a:lnTo>
                <a:lnTo>
                  <a:pt x="9524" y="3480071"/>
                </a:lnTo>
                <a:lnTo>
                  <a:pt x="9524" y="3482702"/>
                </a:lnTo>
                <a:lnTo>
                  <a:pt x="9060" y="3483824"/>
                </a:lnTo>
                <a:lnTo>
                  <a:pt x="7200" y="3485684"/>
                </a:lnTo>
                <a:lnTo>
                  <a:pt x="6077" y="3486149"/>
                </a:lnTo>
                <a:close/>
              </a:path>
              <a:path w="9525" h="3486150">
                <a:moveTo>
                  <a:pt x="6077" y="3438524"/>
                </a:moveTo>
                <a:lnTo>
                  <a:pt x="3447" y="3438524"/>
                </a:lnTo>
                <a:lnTo>
                  <a:pt x="2324" y="3438059"/>
                </a:lnTo>
                <a:lnTo>
                  <a:pt x="464" y="3436199"/>
                </a:lnTo>
                <a:lnTo>
                  <a:pt x="0" y="3435077"/>
                </a:lnTo>
                <a:lnTo>
                  <a:pt x="0" y="3432446"/>
                </a:lnTo>
                <a:lnTo>
                  <a:pt x="464" y="3431324"/>
                </a:lnTo>
                <a:lnTo>
                  <a:pt x="2324" y="3429464"/>
                </a:lnTo>
                <a:lnTo>
                  <a:pt x="3447" y="3428999"/>
                </a:lnTo>
                <a:lnTo>
                  <a:pt x="6077" y="3428999"/>
                </a:lnTo>
                <a:lnTo>
                  <a:pt x="7200" y="3429464"/>
                </a:lnTo>
                <a:lnTo>
                  <a:pt x="9060" y="3431324"/>
                </a:lnTo>
                <a:lnTo>
                  <a:pt x="9524" y="3432446"/>
                </a:lnTo>
                <a:lnTo>
                  <a:pt x="9524" y="3435077"/>
                </a:lnTo>
                <a:lnTo>
                  <a:pt x="9060" y="3436199"/>
                </a:lnTo>
                <a:lnTo>
                  <a:pt x="7200" y="3438059"/>
                </a:lnTo>
                <a:lnTo>
                  <a:pt x="6077" y="3438524"/>
                </a:lnTo>
                <a:close/>
              </a:path>
              <a:path w="9525" h="3486150">
                <a:moveTo>
                  <a:pt x="6077" y="3390899"/>
                </a:moveTo>
                <a:lnTo>
                  <a:pt x="3447" y="3390899"/>
                </a:lnTo>
                <a:lnTo>
                  <a:pt x="2324" y="3390434"/>
                </a:lnTo>
                <a:lnTo>
                  <a:pt x="464" y="3388574"/>
                </a:lnTo>
                <a:lnTo>
                  <a:pt x="0" y="3387452"/>
                </a:lnTo>
                <a:lnTo>
                  <a:pt x="0" y="3384821"/>
                </a:lnTo>
                <a:lnTo>
                  <a:pt x="464" y="3383699"/>
                </a:lnTo>
                <a:lnTo>
                  <a:pt x="2324" y="3381839"/>
                </a:lnTo>
                <a:lnTo>
                  <a:pt x="3447" y="3381374"/>
                </a:lnTo>
                <a:lnTo>
                  <a:pt x="6077" y="3381374"/>
                </a:lnTo>
                <a:lnTo>
                  <a:pt x="7200" y="3381839"/>
                </a:lnTo>
                <a:lnTo>
                  <a:pt x="9060" y="3383699"/>
                </a:lnTo>
                <a:lnTo>
                  <a:pt x="9524" y="3384821"/>
                </a:lnTo>
                <a:lnTo>
                  <a:pt x="9524" y="3387452"/>
                </a:lnTo>
                <a:lnTo>
                  <a:pt x="9060" y="3388574"/>
                </a:lnTo>
                <a:lnTo>
                  <a:pt x="7200" y="3390434"/>
                </a:lnTo>
                <a:lnTo>
                  <a:pt x="6077" y="3390899"/>
                </a:lnTo>
                <a:close/>
              </a:path>
              <a:path w="9525" h="3486150">
                <a:moveTo>
                  <a:pt x="6077" y="3343274"/>
                </a:moveTo>
                <a:lnTo>
                  <a:pt x="3447" y="3343274"/>
                </a:lnTo>
                <a:lnTo>
                  <a:pt x="2324" y="3342809"/>
                </a:lnTo>
                <a:lnTo>
                  <a:pt x="464" y="3340949"/>
                </a:lnTo>
                <a:lnTo>
                  <a:pt x="0" y="3339827"/>
                </a:lnTo>
                <a:lnTo>
                  <a:pt x="0" y="3337196"/>
                </a:lnTo>
                <a:lnTo>
                  <a:pt x="464" y="3336074"/>
                </a:lnTo>
                <a:lnTo>
                  <a:pt x="2324" y="3334214"/>
                </a:lnTo>
                <a:lnTo>
                  <a:pt x="3447" y="3333749"/>
                </a:lnTo>
                <a:lnTo>
                  <a:pt x="6077" y="3333749"/>
                </a:lnTo>
                <a:lnTo>
                  <a:pt x="7200" y="3334214"/>
                </a:lnTo>
                <a:lnTo>
                  <a:pt x="9060" y="3336074"/>
                </a:lnTo>
                <a:lnTo>
                  <a:pt x="9524" y="3337196"/>
                </a:lnTo>
                <a:lnTo>
                  <a:pt x="9524" y="3339827"/>
                </a:lnTo>
                <a:lnTo>
                  <a:pt x="9060" y="3340949"/>
                </a:lnTo>
                <a:lnTo>
                  <a:pt x="7200" y="3342809"/>
                </a:lnTo>
                <a:lnTo>
                  <a:pt x="6077" y="3343274"/>
                </a:lnTo>
                <a:close/>
              </a:path>
              <a:path w="9525" h="3486150">
                <a:moveTo>
                  <a:pt x="6077" y="3295649"/>
                </a:moveTo>
                <a:lnTo>
                  <a:pt x="3447" y="3295649"/>
                </a:lnTo>
                <a:lnTo>
                  <a:pt x="2324" y="3295184"/>
                </a:lnTo>
                <a:lnTo>
                  <a:pt x="464" y="3293324"/>
                </a:lnTo>
                <a:lnTo>
                  <a:pt x="0" y="3292202"/>
                </a:lnTo>
                <a:lnTo>
                  <a:pt x="0" y="3289571"/>
                </a:lnTo>
                <a:lnTo>
                  <a:pt x="464" y="3288449"/>
                </a:lnTo>
                <a:lnTo>
                  <a:pt x="2324" y="3286589"/>
                </a:lnTo>
                <a:lnTo>
                  <a:pt x="3447" y="3286124"/>
                </a:lnTo>
                <a:lnTo>
                  <a:pt x="6077" y="3286124"/>
                </a:lnTo>
                <a:lnTo>
                  <a:pt x="7200" y="3286589"/>
                </a:lnTo>
                <a:lnTo>
                  <a:pt x="9060" y="3288449"/>
                </a:lnTo>
                <a:lnTo>
                  <a:pt x="9524" y="3289571"/>
                </a:lnTo>
                <a:lnTo>
                  <a:pt x="9524" y="3292202"/>
                </a:lnTo>
                <a:lnTo>
                  <a:pt x="9060" y="3293324"/>
                </a:lnTo>
                <a:lnTo>
                  <a:pt x="7200" y="3295184"/>
                </a:lnTo>
                <a:lnTo>
                  <a:pt x="6077" y="3295649"/>
                </a:lnTo>
                <a:close/>
              </a:path>
              <a:path w="9525" h="3486150">
                <a:moveTo>
                  <a:pt x="6077" y="3248024"/>
                </a:moveTo>
                <a:lnTo>
                  <a:pt x="3447" y="3248024"/>
                </a:lnTo>
                <a:lnTo>
                  <a:pt x="2324" y="3247559"/>
                </a:lnTo>
                <a:lnTo>
                  <a:pt x="464" y="3245699"/>
                </a:lnTo>
                <a:lnTo>
                  <a:pt x="0" y="3244577"/>
                </a:lnTo>
                <a:lnTo>
                  <a:pt x="0" y="3241946"/>
                </a:lnTo>
                <a:lnTo>
                  <a:pt x="464" y="3240824"/>
                </a:lnTo>
                <a:lnTo>
                  <a:pt x="2324" y="3238964"/>
                </a:lnTo>
                <a:lnTo>
                  <a:pt x="3447" y="3238499"/>
                </a:lnTo>
                <a:lnTo>
                  <a:pt x="6077" y="3238499"/>
                </a:lnTo>
                <a:lnTo>
                  <a:pt x="7200" y="3238964"/>
                </a:lnTo>
                <a:lnTo>
                  <a:pt x="9060" y="3240824"/>
                </a:lnTo>
                <a:lnTo>
                  <a:pt x="9524" y="3241946"/>
                </a:lnTo>
                <a:lnTo>
                  <a:pt x="9524" y="3244577"/>
                </a:lnTo>
                <a:lnTo>
                  <a:pt x="9060" y="3245699"/>
                </a:lnTo>
                <a:lnTo>
                  <a:pt x="7200" y="3247559"/>
                </a:lnTo>
                <a:lnTo>
                  <a:pt x="6077" y="3248024"/>
                </a:lnTo>
                <a:close/>
              </a:path>
              <a:path w="9525" h="3486150">
                <a:moveTo>
                  <a:pt x="6077" y="3200399"/>
                </a:moveTo>
                <a:lnTo>
                  <a:pt x="3447" y="3200399"/>
                </a:lnTo>
                <a:lnTo>
                  <a:pt x="2324" y="3199934"/>
                </a:lnTo>
                <a:lnTo>
                  <a:pt x="464" y="3198074"/>
                </a:lnTo>
                <a:lnTo>
                  <a:pt x="0" y="3196952"/>
                </a:lnTo>
                <a:lnTo>
                  <a:pt x="0" y="3194321"/>
                </a:lnTo>
                <a:lnTo>
                  <a:pt x="464" y="3193199"/>
                </a:lnTo>
                <a:lnTo>
                  <a:pt x="2324" y="3191339"/>
                </a:lnTo>
                <a:lnTo>
                  <a:pt x="3447" y="3190874"/>
                </a:lnTo>
                <a:lnTo>
                  <a:pt x="6077" y="3190874"/>
                </a:lnTo>
                <a:lnTo>
                  <a:pt x="7200" y="3191339"/>
                </a:lnTo>
                <a:lnTo>
                  <a:pt x="9060" y="3193199"/>
                </a:lnTo>
                <a:lnTo>
                  <a:pt x="9524" y="3194321"/>
                </a:lnTo>
                <a:lnTo>
                  <a:pt x="9524" y="3196952"/>
                </a:lnTo>
                <a:lnTo>
                  <a:pt x="9060" y="3198074"/>
                </a:lnTo>
                <a:lnTo>
                  <a:pt x="7200" y="3199934"/>
                </a:lnTo>
                <a:lnTo>
                  <a:pt x="6077" y="3200399"/>
                </a:lnTo>
                <a:close/>
              </a:path>
              <a:path w="9525" h="3486150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486150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486150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486150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486150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486150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486150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486150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486150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486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486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486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2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2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486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486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486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486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486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486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486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486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486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486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1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1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486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486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486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486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486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6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6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486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486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486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486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486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1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1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486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486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486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486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486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486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486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486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486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6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6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486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486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486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486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486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90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90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486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486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486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486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486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5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5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486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486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486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486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486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40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40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486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486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486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486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86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486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486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86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486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486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486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object 20"/>
          <p:cNvSpPr/>
          <p:nvPr/>
        </p:nvSpPr>
        <p:spPr>
          <a:xfrm>
            <a:off x="7421040" y="6527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2022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object 21"/>
          <p:cNvSpPr/>
          <p:nvPr/>
        </p:nvSpPr>
        <p:spPr>
          <a:xfrm>
            <a:off x="9333000" y="3030480"/>
            <a:ext cx="9000" cy="3485880"/>
          </a:xfrm>
          <a:custGeom>
            <a:avLst/>
            <a:gdLst>
              <a:gd name="textAreaLeft" fmla="*/ 0 w 9000"/>
              <a:gd name="textAreaRight" fmla="*/ 9360 w 9000"/>
              <a:gd name="textAreaTop" fmla="*/ 0 h 3485880"/>
              <a:gd name="textAreaBottom" fmla="*/ 3486240 h 3485880"/>
            </a:gdLst>
            <a:ahLst/>
            <a:rect l="textAreaLeft" t="textAreaTop" r="textAreaRight" b="textAreaBottom"/>
            <a:pathLst>
              <a:path w="9525" h="3486150">
                <a:moveTo>
                  <a:pt x="6077" y="3486149"/>
                </a:moveTo>
                <a:lnTo>
                  <a:pt x="3447" y="3486149"/>
                </a:lnTo>
                <a:lnTo>
                  <a:pt x="2324" y="3485684"/>
                </a:lnTo>
                <a:lnTo>
                  <a:pt x="464" y="3483824"/>
                </a:lnTo>
                <a:lnTo>
                  <a:pt x="0" y="3482702"/>
                </a:lnTo>
                <a:lnTo>
                  <a:pt x="0" y="3480071"/>
                </a:lnTo>
                <a:lnTo>
                  <a:pt x="464" y="3478949"/>
                </a:lnTo>
                <a:lnTo>
                  <a:pt x="2324" y="3477089"/>
                </a:lnTo>
                <a:lnTo>
                  <a:pt x="3447" y="3476624"/>
                </a:lnTo>
                <a:lnTo>
                  <a:pt x="6077" y="3476624"/>
                </a:lnTo>
                <a:lnTo>
                  <a:pt x="7200" y="3477089"/>
                </a:lnTo>
                <a:lnTo>
                  <a:pt x="9060" y="3478949"/>
                </a:lnTo>
                <a:lnTo>
                  <a:pt x="9524" y="3480071"/>
                </a:lnTo>
                <a:lnTo>
                  <a:pt x="9524" y="3482702"/>
                </a:lnTo>
                <a:lnTo>
                  <a:pt x="9060" y="3483824"/>
                </a:lnTo>
                <a:lnTo>
                  <a:pt x="7200" y="3485684"/>
                </a:lnTo>
                <a:lnTo>
                  <a:pt x="6077" y="3486149"/>
                </a:lnTo>
                <a:close/>
              </a:path>
              <a:path w="9525" h="3486150">
                <a:moveTo>
                  <a:pt x="6077" y="3438524"/>
                </a:moveTo>
                <a:lnTo>
                  <a:pt x="3447" y="3438524"/>
                </a:lnTo>
                <a:lnTo>
                  <a:pt x="2324" y="3438059"/>
                </a:lnTo>
                <a:lnTo>
                  <a:pt x="464" y="3436199"/>
                </a:lnTo>
                <a:lnTo>
                  <a:pt x="0" y="3435077"/>
                </a:lnTo>
                <a:lnTo>
                  <a:pt x="0" y="3432446"/>
                </a:lnTo>
                <a:lnTo>
                  <a:pt x="464" y="3431324"/>
                </a:lnTo>
                <a:lnTo>
                  <a:pt x="2324" y="3429464"/>
                </a:lnTo>
                <a:lnTo>
                  <a:pt x="3447" y="3428999"/>
                </a:lnTo>
                <a:lnTo>
                  <a:pt x="6077" y="3428999"/>
                </a:lnTo>
                <a:lnTo>
                  <a:pt x="7200" y="3429464"/>
                </a:lnTo>
                <a:lnTo>
                  <a:pt x="9060" y="3431324"/>
                </a:lnTo>
                <a:lnTo>
                  <a:pt x="9524" y="3432446"/>
                </a:lnTo>
                <a:lnTo>
                  <a:pt x="9524" y="3435077"/>
                </a:lnTo>
                <a:lnTo>
                  <a:pt x="9060" y="3436199"/>
                </a:lnTo>
                <a:lnTo>
                  <a:pt x="7200" y="3438059"/>
                </a:lnTo>
                <a:lnTo>
                  <a:pt x="6077" y="3438524"/>
                </a:lnTo>
                <a:close/>
              </a:path>
              <a:path w="9525" h="3486150">
                <a:moveTo>
                  <a:pt x="6077" y="3390899"/>
                </a:moveTo>
                <a:lnTo>
                  <a:pt x="3447" y="3390899"/>
                </a:lnTo>
                <a:lnTo>
                  <a:pt x="2324" y="3390434"/>
                </a:lnTo>
                <a:lnTo>
                  <a:pt x="464" y="3388574"/>
                </a:lnTo>
                <a:lnTo>
                  <a:pt x="0" y="3387452"/>
                </a:lnTo>
                <a:lnTo>
                  <a:pt x="0" y="3384821"/>
                </a:lnTo>
                <a:lnTo>
                  <a:pt x="464" y="3383699"/>
                </a:lnTo>
                <a:lnTo>
                  <a:pt x="2324" y="3381839"/>
                </a:lnTo>
                <a:lnTo>
                  <a:pt x="3447" y="3381374"/>
                </a:lnTo>
                <a:lnTo>
                  <a:pt x="6077" y="3381374"/>
                </a:lnTo>
                <a:lnTo>
                  <a:pt x="7200" y="3381839"/>
                </a:lnTo>
                <a:lnTo>
                  <a:pt x="9060" y="3383699"/>
                </a:lnTo>
                <a:lnTo>
                  <a:pt x="9524" y="3384821"/>
                </a:lnTo>
                <a:lnTo>
                  <a:pt x="9524" y="3387452"/>
                </a:lnTo>
                <a:lnTo>
                  <a:pt x="9060" y="3388574"/>
                </a:lnTo>
                <a:lnTo>
                  <a:pt x="7200" y="3390434"/>
                </a:lnTo>
                <a:lnTo>
                  <a:pt x="6077" y="3390899"/>
                </a:lnTo>
                <a:close/>
              </a:path>
              <a:path w="9525" h="3486150">
                <a:moveTo>
                  <a:pt x="6077" y="3343274"/>
                </a:moveTo>
                <a:lnTo>
                  <a:pt x="3447" y="3343274"/>
                </a:lnTo>
                <a:lnTo>
                  <a:pt x="2324" y="3342809"/>
                </a:lnTo>
                <a:lnTo>
                  <a:pt x="464" y="3340949"/>
                </a:lnTo>
                <a:lnTo>
                  <a:pt x="0" y="3339827"/>
                </a:lnTo>
                <a:lnTo>
                  <a:pt x="0" y="3337196"/>
                </a:lnTo>
                <a:lnTo>
                  <a:pt x="464" y="3336074"/>
                </a:lnTo>
                <a:lnTo>
                  <a:pt x="2324" y="3334214"/>
                </a:lnTo>
                <a:lnTo>
                  <a:pt x="3447" y="3333749"/>
                </a:lnTo>
                <a:lnTo>
                  <a:pt x="6077" y="3333749"/>
                </a:lnTo>
                <a:lnTo>
                  <a:pt x="7200" y="3334214"/>
                </a:lnTo>
                <a:lnTo>
                  <a:pt x="9060" y="3336074"/>
                </a:lnTo>
                <a:lnTo>
                  <a:pt x="9524" y="3337196"/>
                </a:lnTo>
                <a:lnTo>
                  <a:pt x="9524" y="3339827"/>
                </a:lnTo>
                <a:lnTo>
                  <a:pt x="9060" y="3340949"/>
                </a:lnTo>
                <a:lnTo>
                  <a:pt x="7200" y="3342809"/>
                </a:lnTo>
                <a:lnTo>
                  <a:pt x="6077" y="3343274"/>
                </a:lnTo>
                <a:close/>
              </a:path>
              <a:path w="9525" h="3486150">
                <a:moveTo>
                  <a:pt x="6077" y="3295649"/>
                </a:moveTo>
                <a:lnTo>
                  <a:pt x="3447" y="3295649"/>
                </a:lnTo>
                <a:lnTo>
                  <a:pt x="2324" y="3295184"/>
                </a:lnTo>
                <a:lnTo>
                  <a:pt x="464" y="3293324"/>
                </a:lnTo>
                <a:lnTo>
                  <a:pt x="0" y="3292202"/>
                </a:lnTo>
                <a:lnTo>
                  <a:pt x="0" y="3289571"/>
                </a:lnTo>
                <a:lnTo>
                  <a:pt x="464" y="3288449"/>
                </a:lnTo>
                <a:lnTo>
                  <a:pt x="2324" y="3286589"/>
                </a:lnTo>
                <a:lnTo>
                  <a:pt x="3447" y="3286124"/>
                </a:lnTo>
                <a:lnTo>
                  <a:pt x="6077" y="3286124"/>
                </a:lnTo>
                <a:lnTo>
                  <a:pt x="7200" y="3286589"/>
                </a:lnTo>
                <a:lnTo>
                  <a:pt x="9060" y="3288449"/>
                </a:lnTo>
                <a:lnTo>
                  <a:pt x="9524" y="3289571"/>
                </a:lnTo>
                <a:lnTo>
                  <a:pt x="9524" y="3292202"/>
                </a:lnTo>
                <a:lnTo>
                  <a:pt x="9060" y="3293324"/>
                </a:lnTo>
                <a:lnTo>
                  <a:pt x="7200" y="3295184"/>
                </a:lnTo>
                <a:lnTo>
                  <a:pt x="6077" y="3295649"/>
                </a:lnTo>
                <a:close/>
              </a:path>
              <a:path w="9525" h="3486150">
                <a:moveTo>
                  <a:pt x="6077" y="3248024"/>
                </a:moveTo>
                <a:lnTo>
                  <a:pt x="3447" y="3248024"/>
                </a:lnTo>
                <a:lnTo>
                  <a:pt x="2324" y="3247559"/>
                </a:lnTo>
                <a:lnTo>
                  <a:pt x="464" y="3245699"/>
                </a:lnTo>
                <a:lnTo>
                  <a:pt x="0" y="3244577"/>
                </a:lnTo>
                <a:lnTo>
                  <a:pt x="0" y="3241946"/>
                </a:lnTo>
                <a:lnTo>
                  <a:pt x="464" y="3240824"/>
                </a:lnTo>
                <a:lnTo>
                  <a:pt x="2324" y="3238964"/>
                </a:lnTo>
                <a:lnTo>
                  <a:pt x="3447" y="3238499"/>
                </a:lnTo>
                <a:lnTo>
                  <a:pt x="6077" y="3238499"/>
                </a:lnTo>
                <a:lnTo>
                  <a:pt x="7200" y="3238964"/>
                </a:lnTo>
                <a:lnTo>
                  <a:pt x="9060" y="3240824"/>
                </a:lnTo>
                <a:lnTo>
                  <a:pt x="9524" y="3241946"/>
                </a:lnTo>
                <a:lnTo>
                  <a:pt x="9524" y="3244577"/>
                </a:lnTo>
                <a:lnTo>
                  <a:pt x="9060" y="3245699"/>
                </a:lnTo>
                <a:lnTo>
                  <a:pt x="7200" y="3247559"/>
                </a:lnTo>
                <a:lnTo>
                  <a:pt x="6077" y="3248024"/>
                </a:lnTo>
                <a:close/>
              </a:path>
              <a:path w="9525" h="3486150">
                <a:moveTo>
                  <a:pt x="6077" y="3200399"/>
                </a:moveTo>
                <a:lnTo>
                  <a:pt x="3447" y="3200399"/>
                </a:lnTo>
                <a:lnTo>
                  <a:pt x="2324" y="3199934"/>
                </a:lnTo>
                <a:lnTo>
                  <a:pt x="464" y="3198074"/>
                </a:lnTo>
                <a:lnTo>
                  <a:pt x="0" y="3196952"/>
                </a:lnTo>
                <a:lnTo>
                  <a:pt x="0" y="3194321"/>
                </a:lnTo>
                <a:lnTo>
                  <a:pt x="464" y="3193199"/>
                </a:lnTo>
                <a:lnTo>
                  <a:pt x="2324" y="3191339"/>
                </a:lnTo>
                <a:lnTo>
                  <a:pt x="3447" y="3190874"/>
                </a:lnTo>
                <a:lnTo>
                  <a:pt x="6077" y="3190874"/>
                </a:lnTo>
                <a:lnTo>
                  <a:pt x="7200" y="3191339"/>
                </a:lnTo>
                <a:lnTo>
                  <a:pt x="9060" y="3193199"/>
                </a:lnTo>
                <a:lnTo>
                  <a:pt x="9524" y="3194321"/>
                </a:lnTo>
                <a:lnTo>
                  <a:pt x="9524" y="3196952"/>
                </a:lnTo>
                <a:lnTo>
                  <a:pt x="9060" y="3198074"/>
                </a:lnTo>
                <a:lnTo>
                  <a:pt x="7200" y="3199934"/>
                </a:lnTo>
                <a:lnTo>
                  <a:pt x="6077" y="3200399"/>
                </a:lnTo>
                <a:close/>
              </a:path>
              <a:path w="9525" h="3486150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486150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486150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486150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486150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486150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486150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486150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486150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486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486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486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2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2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486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486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486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486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486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486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486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486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486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486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1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1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486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486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486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486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486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6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6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486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486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486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486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486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1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1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486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486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486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486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486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486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486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486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486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6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6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486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486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486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486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486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90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90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486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486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486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486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486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5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5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486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486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486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486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486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40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40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486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486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486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486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86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486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486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86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486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486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486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object 22"/>
          <p:cNvSpPr/>
          <p:nvPr/>
        </p:nvSpPr>
        <p:spPr>
          <a:xfrm>
            <a:off x="9198000" y="6527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2023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object 23"/>
          <p:cNvSpPr/>
          <p:nvPr/>
        </p:nvSpPr>
        <p:spPr>
          <a:xfrm>
            <a:off x="11109600" y="3030480"/>
            <a:ext cx="9000" cy="3485880"/>
          </a:xfrm>
          <a:custGeom>
            <a:avLst/>
            <a:gdLst>
              <a:gd name="textAreaLeft" fmla="*/ 0 w 9000"/>
              <a:gd name="textAreaRight" fmla="*/ 9360 w 9000"/>
              <a:gd name="textAreaTop" fmla="*/ 0 h 3485880"/>
              <a:gd name="textAreaBottom" fmla="*/ 3486240 h 3485880"/>
            </a:gdLst>
            <a:ahLst/>
            <a:rect l="textAreaLeft" t="textAreaTop" r="textAreaRight" b="textAreaBottom"/>
            <a:pathLst>
              <a:path w="9525" h="3486150">
                <a:moveTo>
                  <a:pt x="6077" y="3486149"/>
                </a:moveTo>
                <a:lnTo>
                  <a:pt x="3447" y="3486149"/>
                </a:lnTo>
                <a:lnTo>
                  <a:pt x="2324" y="3485684"/>
                </a:lnTo>
                <a:lnTo>
                  <a:pt x="464" y="3483824"/>
                </a:lnTo>
                <a:lnTo>
                  <a:pt x="0" y="3482702"/>
                </a:lnTo>
                <a:lnTo>
                  <a:pt x="0" y="3480071"/>
                </a:lnTo>
                <a:lnTo>
                  <a:pt x="464" y="3478949"/>
                </a:lnTo>
                <a:lnTo>
                  <a:pt x="2324" y="3477089"/>
                </a:lnTo>
                <a:lnTo>
                  <a:pt x="3447" y="3476624"/>
                </a:lnTo>
                <a:lnTo>
                  <a:pt x="6077" y="3476624"/>
                </a:lnTo>
                <a:lnTo>
                  <a:pt x="7200" y="3477089"/>
                </a:lnTo>
                <a:lnTo>
                  <a:pt x="9060" y="3478949"/>
                </a:lnTo>
                <a:lnTo>
                  <a:pt x="9524" y="3480071"/>
                </a:lnTo>
                <a:lnTo>
                  <a:pt x="9524" y="3482702"/>
                </a:lnTo>
                <a:lnTo>
                  <a:pt x="9060" y="3483824"/>
                </a:lnTo>
                <a:lnTo>
                  <a:pt x="7200" y="3485684"/>
                </a:lnTo>
                <a:lnTo>
                  <a:pt x="6077" y="3486149"/>
                </a:lnTo>
                <a:close/>
              </a:path>
              <a:path w="9525" h="3486150">
                <a:moveTo>
                  <a:pt x="6077" y="3438524"/>
                </a:moveTo>
                <a:lnTo>
                  <a:pt x="3447" y="3438524"/>
                </a:lnTo>
                <a:lnTo>
                  <a:pt x="2324" y="3438059"/>
                </a:lnTo>
                <a:lnTo>
                  <a:pt x="464" y="3436199"/>
                </a:lnTo>
                <a:lnTo>
                  <a:pt x="0" y="3435077"/>
                </a:lnTo>
                <a:lnTo>
                  <a:pt x="0" y="3432446"/>
                </a:lnTo>
                <a:lnTo>
                  <a:pt x="464" y="3431324"/>
                </a:lnTo>
                <a:lnTo>
                  <a:pt x="2324" y="3429464"/>
                </a:lnTo>
                <a:lnTo>
                  <a:pt x="3447" y="3428999"/>
                </a:lnTo>
                <a:lnTo>
                  <a:pt x="6077" y="3428999"/>
                </a:lnTo>
                <a:lnTo>
                  <a:pt x="7200" y="3429464"/>
                </a:lnTo>
                <a:lnTo>
                  <a:pt x="9060" y="3431324"/>
                </a:lnTo>
                <a:lnTo>
                  <a:pt x="9524" y="3432446"/>
                </a:lnTo>
                <a:lnTo>
                  <a:pt x="9524" y="3435077"/>
                </a:lnTo>
                <a:lnTo>
                  <a:pt x="9060" y="3436199"/>
                </a:lnTo>
                <a:lnTo>
                  <a:pt x="7200" y="3438059"/>
                </a:lnTo>
                <a:lnTo>
                  <a:pt x="6077" y="3438524"/>
                </a:lnTo>
                <a:close/>
              </a:path>
              <a:path w="9525" h="3486150">
                <a:moveTo>
                  <a:pt x="6077" y="3390899"/>
                </a:moveTo>
                <a:lnTo>
                  <a:pt x="3447" y="3390899"/>
                </a:lnTo>
                <a:lnTo>
                  <a:pt x="2324" y="3390434"/>
                </a:lnTo>
                <a:lnTo>
                  <a:pt x="464" y="3388574"/>
                </a:lnTo>
                <a:lnTo>
                  <a:pt x="0" y="3387452"/>
                </a:lnTo>
                <a:lnTo>
                  <a:pt x="0" y="3384821"/>
                </a:lnTo>
                <a:lnTo>
                  <a:pt x="464" y="3383699"/>
                </a:lnTo>
                <a:lnTo>
                  <a:pt x="2324" y="3381839"/>
                </a:lnTo>
                <a:lnTo>
                  <a:pt x="3447" y="3381374"/>
                </a:lnTo>
                <a:lnTo>
                  <a:pt x="6077" y="3381374"/>
                </a:lnTo>
                <a:lnTo>
                  <a:pt x="7200" y="3381839"/>
                </a:lnTo>
                <a:lnTo>
                  <a:pt x="9060" y="3383699"/>
                </a:lnTo>
                <a:lnTo>
                  <a:pt x="9524" y="3384821"/>
                </a:lnTo>
                <a:lnTo>
                  <a:pt x="9524" y="3387452"/>
                </a:lnTo>
                <a:lnTo>
                  <a:pt x="9060" y="3388574"/>
                </a:lnTo>
                <a:lnTo>
                  <a:pt x="7200" y="3390434"/>
                </a:lnTo>
                <a:lnTo>
                  <a:pt x="6077" y="3390899"/>
                </a:lnTo>
                <a:close/>
              </a:path>
              <a:path w="9525" h="3486150">
                <a:moveTo>
                  <a:pt x="6077" y="3343274"/>
                </a:moveTo>
                <a:lnTo>
                  <a:pt x="3447" y="3343274"/>
                </a:lnTo>
                <a:lnTo>
                  <a:pt x="2324" y="3342809"/>
                </a:lnTo>
                <a:lnTo>
                  <a:pt x="464" y="3340949"/>
                </a:lnTo>
                <a:lnTo>
                  <a:pt x="0" y="3339827"/>
                </a:lnTo>
                <a:lnTo>
                  <a:pt x="0" y="3337196"/>
                </a:lnTo>
                <a:lnTo>
                  <a:pt x="464" y="3336074"/>
                </a:lnTo>
                <a:lnTo>
                  <a:pt x="2324" y="3334214"/>
                </a:lnTo>
                <a:lnTo>
                  <a:pt x="3447" y="3333749"/>
                </a:lnTo>
                <a:lnTo>
                  <a:pt x="6077" y="3333749"/>
                </a:lnTo>
                <a:lnTo>
                  <a:pt x="7200" y="3334214"/>
                </a:lnTo>
                <a:lnTo>
                  <a:pt x="9060" y="3336074"/>
                </a:lnTo>
                <a:lnTo>
                  <a:pt x="9524" y="3337196"/>
                </a:lnTo>
                <a:lnTo>
                  <a:pt x="9524" y="3339827"/>
                </a:lnTo>
                <a:lnTo>
                  <a:pt x="9060" y="3340949"/>
                </a:lnTo>
                <a:lnTo>
                  <a:pt x="7200" y="3342809"/>
                </a:lnTo>
                <a:lnTo>
                  <a:pt x="6077" y="3343274"/>
                </a:lnTo>
                <a:close/>
              </a:path>
              <a:path w="9525" h="3486150">
                <a:moveTo>
                  <a:pt x="6077" y="3295649"/>
                </a:moveTo>
                <a:lnTo>
                  <a:pt x="3447" y="3295649"/>
                </a:lnTo>
                <a:lnTo>
                  <a:pt x="2324" y="3295184"/>
                </a:lnTo>
                <a:lnTo>
                  <a:pt x="464" y="3293324"/>
                </a:lnTo>
                <a:lnTo>
                  <a:pt x="0" y="3292202"/>
                </a:lnTo>
                <a:lnTo>
                  <a:pt x="0" y="3289571"/>
                </a:lnTo>
                <a:lnTo>
                  <a:pt x="464" y="3288449"/>
                </a:lnTo>
                <a:lnTo>
                  <a:pt x="2324" y="3286589"/>
                </a:lnTo>
                <a:lnTo>
                  <a:pt x="3447" y="3286124"/>
                </a:lnTo>
                <a:lnTo>
                  <a:pt x="6077" y="3286124"/>
                </a:lnTo>
                <a:lnTo>
                  <a:pt x="7200" y="3286589"/>
                </a:lnTo>
                <a:lnTo>
                  <a:pt x="9060" y="3288449"/>
                </a:lnTo>
                <a:lnTo>
                  <a:pt x="9524" y="3289571"/>
                </a:lnTo>
                <a:lnTo>
                  <a:pt x="9524" y="3292202"/>
                </a:lnTo>
                <a:lnTo>
                  <a:pt x="9060" y="3293324"/>
                </a:lnTo>
                <a:lnTo>
                  <a:pt x="7200" y="3295184"/>
                </a:lnTo>
                <a:lnTo>
                  <a:pt x="6077" y="3295649"/>
                </a:lnTo>
                <a:close/>
              </a:path>
              <a:path w="9525" h="3486150">
                <a:moveTo>
                  <a:pt x="6077" y="3248024"/>
                </a:moveTo>
                <a:lnTo>
                  <a:pt x="3447" y="3248024"/>
                </a:lnTo>
                <a:lnTo>
                  <a:pt x="2324" y="3247559"/>
                </a:lnTo>
                <a:lnTo>
                  <a:pt x="464" y="3245699"/>
                </a:lnTo>
                <a:lnTo>
                  <a:pt x="0" y="3244577"/>
                </a:lnTo>
                <a:lnTo>
                  <a:pt x="0" y="3241946"/>
                </a:lnTo>
                <a:lnTo>
                  <a:pt x="464" y="3240824"/>
                </a:lnTo>
                <a:lnTo>
                  <a:pt x="2324" y="3238964"/>
                </a:lnTo>
                <a:lnTo>
                  <a:pt x="3447" y="3238499"/>
                </a:lnTo>
                <a:lnTo>
                  <a:pt x="6077" y="3238499"/>
                </a:lnTo>
                <a:lnTo>
                  <a:pt x="7200" y="3238964"/>
                </a:lnTo>
                <a:lnTo>
                  <a:pt x="9060" y="3240824"/>
                </a:lnTo>
                <a:lnTo>
                  <a:pt x="9524" y="3241946"/>
                </a:lnTo>
                <a:lnTo>
                  <a:pt x="9524" y="3244577"/>
                </a:lnTo>
                <a:lnTo>
                  <a:pt x="9060" y="3245699"/>
                </a:lnTo>
                <a:lnTo>
                  <a:pt x="7200" y="3247559"/>
                </a:lnTo>
                <a:lnTo>
                  <a:pt x="6077" y="3248024"/>
                </a:lnTo>
                <a:close/>
              </a:path>
              <a:path w="9525" h="3486150">
                <a:moveTo>
                  <a:pt x="6077" y="3200399"/>
                </a:moveTo>
                <a:lnTo>
                  <a:pt x="3447" y="3200399"/>
                </a:lnTo>
                <a:lnTo>
                  <a:pt x="2324" y="3199934"/>
                </a:lnTo>
                <a:lnTo>
                  <a:pt x="464" y="3198074"/>
                </a:lnTo>
                <a:lnTo>
                  <a:pt x="0" y="3196952"/>
                </a:lnTo>
                <a:lnTo>
                  <a:pt x="0" y="3194321"/>
                </a:lnTo>
                <a:lnTo>
                  <a:pt x="464" y="3193199"/>
                </a:lnTo>
                <a:lnTo>
                  <a:pt x="2324" y="3191339"/>
                </a:lnTo>
                <a:lnTo>
                  <a:pt x="3447" y="3190874"/>
                </a:lnTo>
                <a:lnTo>
                  <a:pt x="6077" y="3190874"/>
                </a:lnTo>
                <a:lnTo>
                  <a:pt x="7200" y="3191339"/>
                </a:lnTo>
                <a:lnTo>
                  <a:pt x="9060" y="3193199"/>
                </a:lnTo>
                <a:lnTo>
                  <a:pt x="9524" y="3194321"/>
                </a:lnTo>
                <a:lnTo>
                  <a:pt x="9524" y="3196952"/>
                </a:lnTo>
                <a:lnTo>
                  <a:pt x="9060" y="3198074"/>
                </a:lnTo>
                <a:lnTo>
                  <a:pt x="7200" y="3199934"/>
                </a:lnTo>
                <a:lnTo>
                  <a:pt x="6077" y="3200399"/>
                </a:lnTo>
                <a:close/>
              </a:path>
              <a:path w="9525" h="3486150">
                <a:moveTo>
                  <a:pt x="6077" y="3152774"/>
                </a:moveTo>
                <a:lnTo>
                  <a:pt x="3447" y="3152774"/>
                </a:lnTo>
                <a:lnTo>
                  <a:pt x="2324" y="3152309"/>
                </a:lnTo>
                <a:lnTo>
                  <a:pt x="464" y="3150449"/>
                </a:lnTo>
                <a:lnTo>
                  <a:pt x="0" y="3149327"/>
                </a:lnTo>
                <a:lnTo>
                  <a:pt x="0" y="3146696"/>
                </a:lnTo>
                <a:lnTo>
                  <a:pt x="464" y="3145574"/>
                </a:lnTo>
                <a:lnTo>
                  <a:pt x="2324" y="3143714"/>
                </a:lnTo>
                <a:lnTo>
                  <a:pt x="3447" y="3143249"/>
                </a:lnTo>
                <a:lnTo>
                  <a:pt x="6077" y="3143249"/>
                </a:lnTo>
                <a:lnTo>
                  <a:pt x="7200" y="3143714"/>
                </a:lnTo>
                <a:lnTo>
                  <a:pt x="9060" y="3145574"/>
                </a:lnTo>
                <a:lnTo>
                  <a:pt x="9524" y="3146696"/>
                </a:lnTo>
                <a:lnTo>
                  <a:pt x="9524" y="3149327"/>
                </a:lnTo>
                <a:lnTo>
                  <a:pt x="9060" y="3150449"/>
                </a:lnTo>
                <a:lnTo>
                  <a:pt x="7200" y="3152309"/>
                </a:lnTo>
                <a:lnTo>
                  <a:pt x="6077" y="3152774"/>
                </a:lnTo>
                <a:close/>
              </a:path>
              <a:path w="9525" h="3486150">
                <a:moveTo>
                  <a:pt x="6077" y="3105149"/>
                </a:moveTo>
                <a:lnTo>
                  <a:pt x="3447" y="3105149"/>
                </a:lnTo>
                <a:lnTo>
                  <a:pt x="2324" y="3104684"/>
                </a:lnTo>
                <a:lnTo>
                  <a:pt x="464" y="3102824"/>
                </a:lnTo>
                <a:lnTo>
                  <a:pt x="0" y="3101702"/>
                </a:lnTo>
                <a:lnTo>
                  <a:pt x="0" y="3099071"/>
                </a:lnTo>
                <a:lnTo>
                  <a:pt x="464" y="3097949"/>
                </a:lnTo>
                <a:lnTo>
                  <a:pt x="2324" y="3096089"/>
                </a:lnTo>
                <a:lnTo>
                  <a:pt x="3447" y="3095624"/>
                </a:lnTo>
                <a:lnTo>
                  <a:pt x="6077" y="3095624"/>
                </a:lnTo>
                <a:lnTo>
                  <a:pt x="7200" y="3096089"/>
                </a:lnTo>
                <a:lnTo>
                  <a:pt x="9060" y="3097949"/>
                </a:lnTo>
                <a:lnTo>
                  <a:pt x="9524" y="3099071"/>
                </a:lnTo>
                <a:lnTo>
                  <a:pt x="9524" y="3101702"/>
                </a:lnTo>
                <a:lnTo>
                  <a:pt x="9060" y="3102824"/>
                </a:lnTo>
                <a:lnTo>
                  <a:pt x="7200" y="3104684"/>
                </a:lnTo>
                <a:lnTo>
                  <a:pt x="6077" y="3105149"/>
                </a:lnTo>
                <a:close/>
              </a:path>
              <a:path w="9525" h="3486150">
                <a:moveTo>
                  <a:pt x="6077" y="3057524"/>
                </a:moveTo>
                <a:lnTo>
                  <a:pt x="3447" y="3057524"/>
                </a:lnTo>
                <a:lnTo>
                  <a:pt x="2324" y="3057059"/>
                </a:lnTo>
                <a:lnTo>
                  <a:pt x="464" y="3055199"/>
                </a:lnTo>
                <a:lnTo>
                  <a:pt x="0" y="3054077"/>
                </a:lnTo>
                <a:lnTo>
                  <a:pt x="0" y="3051446"/>
                </a:lnTo>
                <a:lnTo>
                  <a:pt x="464" y="3050324"/>
                </a:lnTo>
                <a:lnTo>
                  <a:pt x="2324" y="3048464"/>
                </a:lnTo>
                <a:lnTo>
                  <a:pt x="3447" y="3047999"/>
                </a:lnTo>
                <a:lnTo>
                  <a:pt x="6077" y="3047999"/>
                </a:lnTo>
                <a:lnTo>
                  <a:pt x="7200" y="3048464"/>
                </a:lnTo>
                <a:lnTo>
                  <a:pt x="9060" y="3050324"/>
                </a:lnTo>
                <a:lnTo>
                  <a:pt x="9524" y="3051446"/>
                </a:lnTo>
                <a:lnTo>
                  <a:pt x="9524" y="3054077"/>
                </a:lnTo>
                <a:lnTo>
                  <a:pt x="9060" y="3055199"/>
                </a:lnTo>
                <a:lnTo>
                  <a:pt x="7200" y="3057059"/>
                </a:lnTo>
                <a:lnTo>
                  <a:pt x="6077" y="3057524"/>
                </a:lnTo>
                <a:close/>
              </a:path>
              <a:path w="9525" h="3486150">
                <a:moveTo>
                  <a:pt x="6077" y="3009899"/>
                </a:moveTo>
                <a:lnTo>
                  <a:pt x="3447" y="3009899"/>
                </a:lnTo>
                <a:lnTo>
                  <a:pt x="2324" y="3009434"/>
                </a:lnTo>
                <a:lnTo>
                  <a:pt x="464" y="3007574"/>
                </a:lnTo>
                <a:lnTo>
                  <a:pt x="0" y="3006452"/>
                </a:lnTo>
                <a:lnTo>
                  <a:pt x="0" y="3003821"/>
                </a:lnTo>
                <a:lnTo>
                  <a:pt x="464" y="3002699"/>
                </a:lnTo>
                <a:lnTo>
                  <a:pt x="2324" y="3000839"/>
                </a:lnTo>
                <a:lnTo>
                  <a:pt x="3447" y="3000374"/>
                </a:lnTo>
                <a:lnTo>
                  <a:pt x="6077" y="3000374"/>
                </a:lnTo>
                <a:lnTo>
                  <a:pt x="7200" y="3000839"/>
                </a:lnTo>
                <a:lnTo>
                  <a:pt x="9060" y="3002699"/>
                </a:lnTo>
                <a:lnTo>
                  <a:pt x="9524" y="3003821"/>
                </a:lnTo>
                <a:lnTo>
                  <a:pt x="9524" y="3006452"/>
                </a:lnTo>
                <a:lnTo>
                  <a:pt x="9060" y="3007574"/>
                </a:lnTo>
                <a:lnTo>
                  <a:pt x="7200" y="3009434"/>
                </a:lnTo>
                <a:lnTo>
                  <a:pt x="6077" y="3009899"/>
                </a:lnTo>
                <a:close/>
              </a:path>
              <a:path w="9525" h="3486150">
                <a:moveTo>
                  <a:pt x="6077" y="2962274"/>
                </a:moveTo>
                <a:lnTo>
                  <a:pt x="3447" y="2962274"/>
                </a:lnTo>
                <a:lnTo>
                  <a:pt x="2324" y="2961809"/>
                </a:lnTo>
                <a:lnTo>
                  <a:pt x="464" y="2959949"/>
                </a:lnTo>
                <a:lnTo>
                  <a:pt x="0" y="2958827"/>
                </a:lnTo>
                <a:lnTo>
                  <a:pt x="0" y="2956196"/>
                </a:lnTo>
                <a:lnTo>
                  <a:pt x="464" y="2955074"/>
                </a:lnTo>
                <a:lnTo>
                  <a:pt x="2324" y="2953214"/>
                </a:lnTo>
                <a:lnTo>
                  <a:pt x="3447" y="2952749"/>
                </a:lnTo>
                <a:lnTo>
                  <a:pt x="6077" y="2952749"/>
                </a:lnTo>
                <a:lnTo>
                  <a:pt x="7200" y="2953214"/>
                </a:lnTo>
                <a:lnTo>
                  <a:pt x="9060" y="2955074"/>
                </a:lnTo>
                <a:lnTo>
                  <a:pt x="9524" y="2956196"/>
                </a:lnTo>
                <a:lnTo>
                  <a:pt x="9524" y="2958827"/>
                </a:lnTo>
                <a:lnTo>
                  <a:pt x="9060" y="2959949"/>
                </a:lnTo>
                <a:lnTo>
                  <a:pt x="7200" y="2961809"/>
                </a:lnTo>
                <a:lnTo>
                  <a:pt x="6077" y="2962274"/>
                </a:lnTo>
                <a:close/>
              </a:path>
              <a:path w="9525" h="3486150">
                <a:moveTo>
                  <a:pt x="6077" y="2914649"/>
                </a:moveTo>
                <a:lnTo>
                  <a:pt x="3447" y="2914649"/>
                </a:lnTo>
                <a:lnTo>
                  <a:pt x="2324" y="2914184"/>
                </a:lnTo>
                <a:lnTo>
                  <a:pt x="464" y="2912324"/>
                </a:lnTo>
                <a:lnTo>
                  <a:pt x="0" y="2911202"/>
                </a:lnTo>
                <a:lnTo>
                  <a:pt x="0" y="2908571"/>
                </a:lnTo>
                <a:lnTo>
                  <a:pt x="464" y="2907449"/>
                </a:lnTo>
                <a:lnTo>
                  <a:pt x="2324" y="2905589"/>
                </a:lnTo>
                <a:lnTo>
                  <a:pt x="3447" y="2905124"/>
                </a:lnTo>
                <a:lnTo>
                  <a:pt x="6077" y="2905124"/>
                </a:lnTo>
                <a:lnTo>
                  <a:pt x="7200" y="2905589"/>
                </a:lnTo>
                <a:lnTo>
                  <a:pt x="9060" y="2907449"/>
                </a:lnTo>
                <a:lnTo>
                  <a:pt x="9524" y="2908571"/>
                </a:lnTo>
                <a:lnTo>
                  <a:pt x="9524" y="2911202"/>
                </a:lnTo>
                <a:lnTo>
                  <a:pt x="9060" y="2912324"/>
                </a:lnTo>
                <a:lnTo>
                  <a:pt x="7200" y="2914184"/>
                </a:lnTo>
                <a:lnTo>
                  <a:pt x="6077" y="2914649"/>
                </a:lnTo>
                <a:close/>
              </a:path>
              <a:path w="9525" h="3486150">
                <a:moveTo>
                  <a:pt x="6077" y="2867024"/>
                </a:moveTo>
                <a:lnTo>
                  <a:pt x="3447" y="2867024"/>
                </a:lnTo>
                <a:lnTo>
                  <a:pt x="2324" y="2866559"/>
                </a:lnTo>
                <a:lnTo>
                  <a:pt x="464" y="2864699"/>
                </a:lnTo>
                <a:lnTo>
                  <a:pt x="0" y="2863577"/>
                </a:lnTo>
                <a:lnTo>
                  <a:pt x="0" y="2860946"/>
                </a:lnTo>
                <a:lnTo>
                  <a:pt x="464" y="2859824"/>
                </a:lnTo>
                <a:lnTo>
                  <a:pt x="2324" y="2857964"/>
                </a:lnTo>
                <a:lnTo>
                  <a:pt x="3447" y="2857499"/>
                </a:lnTo>
                <a:lnTo>
                  <a:pt x="6077" y="2857499"/>
                </a:lnTo>
                <a:lnTo>
                  <a:pt x="7200" y="2857964"/>
                </a:lnTo>
                <a:lnTo>
                  <a:pt x="9060" y="2859824"/>
                </a:lnTo>
                <a:lnTo>
                  <a:pt x="9524" y="2860946"/>
                </a:lnTo>
                <a:lnTo>
                  <a:pt x="9524" y="2863577"/>
                </a:lnTo>
                <a:lnTo>
                  <a:pt x="9060" y="2864699"/>
                </a:lnTo>
                <a:lnTo>
                  <a:pt x="7200" y="2866559"/>
                </a:lnTo>
                <a:lnTo>
                  <a:pt x="6077" y="2867024"/>
                </a:lnTo>
                <a:close/>
              </a:path>
              <a:path w="9525" h="3486150">
                <a:moveTo>
                  <a:pt x="6077" y="2819399"/>
                </a:moveTo>
                <a:lnTo>
                  <a:pt x="3447" y="2819399"/>
                </a:lnTo>
                <a:lnTo>
                  <a:pt x="2324" y="2818934"/>
                </a:lnTo>
                <a:lnTo>
                  <a:pt x="464" y="2817074"/>
                </a:lnTo>
                <a:lnTo>
                  <a:pt x="0" y="2815952"/>
                </a:lnTo>
                <a:lnTo>
                  <a:pt x="0" y="2813321"/>
                </a:lnTo>
                <a:lnTo>
                  <a:pt x="464" y="2812199"/>
                </a:lnTo>
                <a:lnTo>
                  <a:pt x="2324" y="2810339"/>
                </a:lnTo>
                <a:lnTo>
                  <a:pt x="3447" y="2809874"/>
                </a:lnTo>
                <a:lnTo>
                  <a:pt x="6077" y="2809874"/>
                </a:lnTo>
                <a:lnTo>
                  <a:pt x="7200" y="2810339"/>
                </a:lnTo>
                <a:lnTo>
                  <a:pt x="9060" y="2812199"/>
                </a:lnTo>
                <a:lnTo>
                  <a:pt x="9524" y="2813321"/>
                </a:lnTo>
                <a:lnTo>
                  <a:pt x="9524" y="2815952"/>
                </a:lnTo>
                <a:lnTo>
                  <a:pt x="9060" y="2817074"/>
                </a:lnTo>
                <a:lnTo>
                  <a:pt x="7200" y="2818934"/>
                </a:lnTo>
                <a:lnTo>
                  <a:pt x="6077" y="2819399"/>
                </a:lnTo>
                <a:close/>
              </a:path>
              <a:path w="9525" h="3486150">
                <a:moveTo>
                  <a:pt x="6077" y="2771774"/>
                </a:moveTo>
                <a:lnTo>
                  <a:pt x="3447" y="2771774"/>
                </a:lnTo>
                <a:lnTo>
                  <a:pt x="2324" y="2771309"/>
                </a:lnTo>
                <a:lnTo>
                  <a:pt x="464" y="2769449"/>
                </a:lnTo>
                <a:lnTo>
                  <a:pt x="0" y="2768327"/>
                </a:lnTo>
                <a:lnTo>
                  <a:pt x="0" y="2765696"/>
                </a:lnTo>
                <a:lnTo>
                  <a:pt x="464" y="2764574"/>
                </a:lnTo>
                <a:lnTo>
                  <a:pt x="2324" y="2762714"/>
                </a:lnTo>
                <a:lnTo>
                  <a:pt x="3447" y="2762249"/>
                </a:lnTo>
                <a:lnTo>
                  <a:pt x="6077" y="2762249"/>
                </a:lnTo>
                <a:lnTo>
                  <a:pt x="7200" y="2762714"/>
                </a:lnTo>
                <a:lnTo>
                  <a:pt x="9060" y="2764574"/>
                </a:lnTo>
                <a:lnTo>
                  <a:pt x="9524" y="2765696"/>
                </a:lnTo>
                <a:lnTo>
                  <a:pt x="9524" y="2768327"/>
                </a:lnTo>
                <a:lnTo>
                  <a:pt x="9060" y="2769449"/>
                </a:lnTo>
                <a:lnTo>
                  <a:pt x="7200" y="2771309"/>
                </a:lnTo>
                <a:lnTo>
                  <a:pt x="6077" y="2771774"/>
                </a:lnTo>
                <a:close/>
              </a:path>
              <a:path w="9525" h="3486150">
                <a:moveTo>
                  <a:pt x="6077" y="2724149"/>
                </a:moveTo>
                <a:lnTo>
                  <a:pt x="3447" y="2724149"/>
                </a:lnTo>
                <a:lnTo>
                  <a:pt x="2324" y="2723684"/>
                </a:lnTo>
                <a:lnTo>
                  <a:pt x="464" y="2721824"/>
                </a:lnTo>
                <a:lnTo>
                  <a:pt x="0" y="2720702"/>
                </a:lnTo>
                <a:lnTo>
                  <a:pt x="0" y="2718071"/>
                </a:lnTo>
                <a:lnTo>
                  <a:pt x="464" y="2716949"/>
                </a:lnTo>
                <a:lnTo>
                  <a:pt x="2324" y="2715089"/>
                </a:lnTo>
                <a:lnTo>
                  <a:pt x="3447" y="2714624"/>
                </a:lnTo>
                <a:lnTo>
                  <a:pt x="6077" y="2714624"/>
                </a:lnTo>
                <a:lnTo>
                  <a:pt x="7200" y="2715089"/>
                </a:lnTo>
                <a:lnTo>
                  <a:pt x="9060" y="2716949"/>
                </a:lnTo>
                <a:lnTo>
                  <a:pt x="9524" y="2718071"/>
                </a:lnTo>
                <a:lnTo>
                  <a:pt x="9524" y="2720702"/>
                </a:lnTo>
                <a:lnTo>
                  <a:pt x="9060" y="2721824"/>
                </a:lnTo>
                <a:lnTo>
                  <a:pt x="7200" y="2723684"/>
                </a:lnTo>
                <a:lnTo>
                  <a:pt x="6077" y="2724149"/>
                </a:lnTo>
                <a:close/>
              </a:path>
              <a:path w="9525" h="3486150">
                <a:moveTo>
                  <a:pt x="6077" y="2676524"/>
                </a:moveTo>
                <a:lnTo>
                  <a:pt x="3447" y="2676524"/>
                </a:lnTo>
                <a:lnTo>
                  <a:pt x="2324" y="2676059"/>
                </a:lnTo>
                <a:lnTo>
                  <a:pt x="464" y="2674199"/>
                </a:lnTo>
                <a:lnTo>
                  <a:pt x="0" y="2673077"/>
                </a:lnTo>
                <a:lnTo>
                  <a:pt x="0" y="2670447"/>
                </a:lnTo>
                <a:lnTo>
                  <a:pt x="464" y="2669324"/>
                </a:lnTo>
                <a:lnTo>
                  <a:pt x="2324" y="2667464"/>
                </a:lnTo>
                <a:lnTo>
                  <a:pt x="3447" y="2666999"/>
                </a:lnTo>
                <a:lnTo>
                  <a:pt x="6077" y="2666999"/>
                </a:lnTo>
                <a:lnTo>
                  <a:pt x="7200" y="2667464"/>
                </a:lnTo>
                <a:lnTo>
                  <a:pt x="9060" y="2669324"/>
                </a:lnTo>
                <a:lnTo>
                  <a:pt x="9524" y="2670447"/>
                </a:lnTo>
                <a:lnTo>
                  <a:pt x="9524" y="2673077"/>
                </a:lnTo>
                <a:lnTo>
                  <a:pt x="9060" y="2674199"/>
                </a:lnTo>
                <a:lnTo>
                  <a:pt x="7200" y="2676059"/>
                </a:lnTo>
                <a:lnTo>
                  <a:pt x="6077" y="2676524"/>
                </a:lnTo>
                <a:close/>
              </a:path>
              <a:path w="9525" h="3486150">
                <a:moveTo>
                  <a:pt x="6077" y="2628899"/>
                </a:moveTo>
                <a:lnTo>
                  <a:pt x="3447" y="2628899"/>
                </a:lnTo>
                <a:lnTo>
                  <a:pt x="2324" y="2628434"/>
                </a:lnTo>
                <a:lnTo>
                  <a:pt x="464" y="2626574"/>
                </a:lnTo>
                <a:lnTo>
                  <a:pt x="0" y="2625452"/>
                </a:lnTo>
                <a:lnTo>
                  <a:pt x="0" y="2622822"/>
                </a:lnTo>
                <a:lnTo>
                  <a:pt x="464" y="2621699"/>
                </a:lnTo>
                <a:lnTo>
                  <a:pt x="2324" y="2619839"/>
                </a:lnTo>
                <a:lnTo>
                  <a:pt x="3447" y="2619374"/>
                </a:lnTo>
                <a:lnTo>
                  <a:pt x="6077" y="2619374"/>
                </a:lnTo>
                <a:lnTo>
                  <a:pt x="7200" y="2619839"/>
                </a:lnTo>
                <a:lnTo>
                  <a:pt x="9060" y="2621699"/>
                </a:lnTo>
                <a:lnTo>
                  <a:pt x="9524" y="2622822"/>
                </a:lnTo>
                <a:lnTo>
                  <a:pt x="9524" y="2625452"/>
                </a:lnTo>
                <a:lnTo>
                  <a:pt x="9060" y="2626574"/>
                </a:lnTo>
                <a:lnTo>
                  <a:pt x="7200" y="2628434"/>
                </a:lnTo>
                <a:lnTo>
                  <a:pt x="6077" y="2628899"/>
                </a:lnTo>
                <a:close/>
              </a:path>
              <a:path w="9525" h="3486150">
                <a:moveTo>
                  <a:pt x="6077" y="2581274"/>
                </a:moveTo>
                <a:lnTo>
                  <a:pt x="3447" y="2581274"/>
                </a:lnTo>
                <a:lnTo>
                  <a:pt x="2324" y="2580809"/>
                </a:lnTo>
                <a:lnTo>
                  <a:pt x="464" y="2578949"/>
                </a:lnTo>
                <a:lnTo>
                  <a:pt x="0" y="2577827"/>
                </a:lnTo>
                <a:lnTo>
                  <a:pt x="0" y="2575196"/>
                </a:lnTo>
                <a:lnTo>
                  <a:pt x="464" y="2574074"/>
                </a:lnTo>
                <a:lnTo>
                  <a:pt x="2324" y="2572214"/>
                </a:lnTo>
                <a:lnTo>
                  <a:pt x="3447" y="2571749"/>
                </a:lnTo>
                <a:lnTo>
                  <a:pt x="6077" y="2571749"/>
                </a:lnTo>
                <a:lnTo>
                  <a:pt x="7200" y="2572214"/>
                </a:lnTo>
                <a:lnTo>
                  <a:pt x="9060" y="2574074"/>
                </a:lnTo>
                <a:lnTo>
                  <a:pt x="9524" y="2575196"/>
                </a:lnTo>
                <a:lnTo>
                  <a:pt x="9524" y="2577827"/>
                </a:lnTo>
                <a:lnTo>
                  <a:pt x="9060" y="2578949"/>
                </a:lnTo>
                <a:lnTo>
                  <a:pt x="7200" y="2580809"/>
                </a:lnTo>
                <a:lnTo>
                  <a:pt x="6077" y="2581274"/>
                </a:lnTo>
                <a:close/>
              </a:path>
              <a:path w="9525" h="3486150">
                <a:moveTo>
                  <a:pt x="6077" y="2533649"/>
                </a:moveTo>
                <a:lnTo>
                  <a:pt x="3447" y="2533649"/>
                </a:lnTo>
                <a:lnTo>
                  <a:pt x="2324" y="2533184"/>
                </a:lnTo>
                <a:lnTo>
                  <a:pt x="464" y="2531324"/>
                </a:lnTo>
                <a:lnTo>
                  <a:pt x="0" y="2530202"/>
                </a:lnTo>
                <a:lnTo>
                  <a:pt x="0" y="2527572"/>
                </a:lnTo>
                <a:lnTo>
                  <a:pt x="464" y="2526449"/>
                </a:lnTo>
                <a:lnTo>
                  <a:pt x="2324" y="2524589"/>
                </a:lnTo>
                <a:lnTo>
                  <a:pt x="3447" y="2524124"/>
                </a:lnTo>
                <a:lnTo>
                  <a:pt x="6077" y="2524124"/>
                </a:lnTo>
                <a:lnTo>
                  <a:pt x="7200" y="2524589"/>
                </a:lnTo>
                <a:lnTo>
                  <a:pt x="9060" y="2526449"/>
                </a:lnTo>
                <a:lnTo>
                  <a:pt x="9524" y="2527572"/>
                </a:lnTo>
                <a:lnTo>
                  <a:pt x="9524" y="2530202"/>
                </a:lnTo>
                <a:lnTo>
                  <a:pt x="9060" y="2531324"/>
                </a:lnTo>
                <a:lnTo>
                  <a:pt x="7200" y="2533184"/>
                </a:lnTo>
                <a:lnTo>
                  <a:pt x="6077" y="2533649"/>
                </a:lnTo>
                <a:close/>
              </a:path>
              <a:path w="9525" h="3486150">
                <a:moveTo>
                  <a:pt x="6077" y="2486024"/>
                </a:moveTo>
                <a:lnTo>
                  <a:pt x="3447" y="2486024"/>
                </a:lnTo>
                <a:lnTo>
                  <a:pt x="2324" y="2485559"/>
                </a:lnTo>
                <a:lnTo>
                  <a:pt x="464" y="2483699"/>
                </a:lnTo>
                <a:lnTo>
                  <a:pt x="0" y="2482577"/>
                </a:lnTo>
                <a:lnTo>
                  <a:pt x="0" y="2479947"/>
                </a:lnTo>
                <a:lnTo>
                  <a:pt x="464" y="2478824"/>
                </a:lnTo>
                <a:lnTo>
                  <a:pt x="2324" y="2476964"/>
                </a:lnTo>
                <a:lnTo>
                  <a:pt x="3447" y="2476499"/>
                </a:lnTo>
                <a:lnTo>
                  <a:pt x="6077" y="2476499"/>
                </a:lnTo>
                <a:lnTo>
                  <a:pt x="7200" y="2476964"/>
                </a:lnTo>
                <a:lnTo>
                  <a:pt x="9060" y="2478824"/>
                </a:lnTo>
                <a:lnTo>
                  <a:pt x="9524" y="2479947"/>
                </a:lnTo>
                <a:lnTo>
                  <a:pt x="9524" y="2482577"/>
                </a:lnTo>
                <a:lnTo>
                  <a:pt x="9060" y="2483699"/>
                </a:lnTo>
                <a:lnTo>
                  <a:pt x="7200" y="2485559"/>
                </a:lnTo>
                <a:lnTo>
                  <a:pt x="6077" y="2486024"/>
                </a:lnTo>
                <a:close/>
              </a:path>
              <a:path w="9525" h="3486150">
                <a:moveTo>
                  <a:pt x="6077" y="2438399"/>
                </a:moveTo>
                <a:lnTo>
                  <a:pt x="3447" y="2438399"/>
                </a:lnTo>
                <a:lnTo>
                  <a:pt x="2324" y="2437934"/>
                </a:lnTo>
                <a:lnTo>
                  <a:pt x="464" y="2436074"/>
                </a:lnTo>
                <a:lnTo>
                  <a:pt x="0" y="2434952"/>
                </a:lnTo>
                <a:lnTo>
                  <a:pt x="0" y="2432322"/>
                </a:lnTo>
                <a:lnTo>
                  <a:pt x="464" y="2431199"/>
                </a:lnTo>
                <a:lnTo>
                  <a:pt x="2324" y="2429339"/>
                </a:lnTo>
                <a:lnTo>
                  <a:pt x="3447" y="2428874"/>
                </a:lnTo>
                <a:lnTo>
                  <a:pt x="6077" y="2428874"/>
                </a:lnTo>
                <a:lnTo>
                  <a:pt x="7200" y="2429339"/>
                </a:lnTo>
                <a:lnTo>
                  <a:pt x="9060" y="2431199"/>
                </a:lnTo>
                <a:lnTo>
                  <a:pt x="9524" y="2432322"/>
                </a:lnTo>
                <a:lnTo>
                  <a:pt x="9524" y="2434952"/>
                </a:lnTo>
                <a:lnTo>
                  <a:pt x="9060" y="2436074"/>
                </a:lnTo>
                <a:lnTo>
                  <a:pt x="7200" y="2437934"/>
                </a:lnTo>
                <a:lnTo>
                  <a:pt x="6077" y="2438399"/>
                </a:lnTo>
                <a:close/>
              </a:path>
              <a:path w="9525" h="3486150">
                <a:moveTo>
                  <a:pt x="6077" y="2390774"/>
                </a:moveTo>
                <a:lnTo>
                  <a:pt x="3447" y="2390774"/>
                </a:lnTo>
                <a:lnTo>
                  <a:pt x="2324" y="2390309"/>
                </a:lnTo>
                <a:lnTo>
                  <a:pt x="464" y="2388449"/>
                </a:lnTo>
                <a:lnTo>
                  <a:pt x="0" y="2387327"/>
                </a:lnTo>
                <a:lnTo>
                  <a:pt x="0" y="2384697"/>
                </a:lnTo>
                <a:lnTo>
                  <a:pt x="464" y="2383574"/>
                </a:lnTo>
                <a:lnTo>
                  <a:pt x="2324" y="2381714"/>
                </a:lnTo>
                <a:lnTo>
                  <a:pt x="3447" y="2381249"/>
                </a:lnTo>
                <a:lnTo>
                  <a:pt x="6077" y="2381249"/>
                </a:lnTo>
                <a:lnTo>
                  <a:pt x="7200" y="2381714"/>
                </a:lnTo>
                <a:lnTo>
                  <a:pt x="9060" y="2383574"/>
                </a:lnTo>
                <a:lnTo>
                  <a:pt x="9524" y="2384697"/>
                </a:lnTo>
                <a:lnTo>
                  <a:pt x="9524" y="2387327"/>
                </a:lnTo>
                <a:lnTo>
                  <a:pt x="9060" y="2388449"/>
                </a:lnTo>
                <a:lnTo>
                  <a:pt x="7200" y="2390309"/>
                </a:lnTo>
                <a:lnTo>
                  <a:pt x="6077" y="2390774"/>
                </a:lnTo>
                <a:close/>
              </a:path>
              <a:path w="9525" h="3486150">
                <a:moveTo>
                  <a:pt x="6077" y="2343149"/>
                </a:moveTo>
                <a:lnTo>
                  <a:pt x="3447" y="2343149"/>
                </a:lnTo>
                <a:lnTo>
                  <a:pt x="2324" y="2342684"/>
                </a:lnTo>
                <a:lnTo>
                  <a:pt x="464" y="2340824"/>
                </a:lnTo>
                <a:lnTo>
                  <a:pt x="0" y="2339702"/>
                </a:lnTo>
                <a:lnTo>
                  <a:pt x="0" y="2337072"/>
                </a:lnTo>
                <a:lnTo>
                  <a:pt x="464" y="2335949"/>
                </a:lnTo>
                <a:lnTo>
                  <a:pt x="2324" y="2334089"/>
                </a:lnTo>
                <a:lnTo>
                  <a:pt x="3447" y="2333624"/>
                </a:lnTo>
                <a:lnTo>
                  <a:pt x="6077" y="2333624"/>
                </a:lnTo>
                <a:lnTo>
                  <a:pt x="7200" y="2334089"/>
                </a:lnTo>
                <a:lnTo>
                  <a:pt x="9060" y="2335949"/>
                </a:lnTo>
                <a:lnTo>
                  <a:pt x="9524" y="2337072"/>
                </a:lnTo>
                <a:lnTo>
                  <a:pt x="9524" y="2339702"/>
                </a:lnTo>
                <a:lnTo>
                  <a:pt x="9060" y="2340824"/>
                </a:lnTo>
                <a:lnTo>
                  <a:pt x="7200" y="2342684"/>
                </a:lnTo>
                <a:lnTo>
                  <a:pt x="6077" y="2343149"/>
                </a:lnTo>
                <a:close/>
              </a:path>
              <a:path w="9525" h="3486150">
                <a:moveTo>
                  <a:pt x="6077" y="2295524"/>
                </a:moveTo>
                <a:lnTo>
                  <a:pt x="3447" y="2295524"/>
                </a:lnTo>
                <a:lnTo>
                  <a:pt x="2324" y="2295059"/>
                </a:lnTo>
                <a:lnTo>
                  <a:pt x="464" y="2293199"/>
                </a:lnTo>
                <a:lnTo>
                  <a:pt x="0" y="2292077"/>
                </a:lnTo>
                <a:lnTo>
                  <a:pt x="0" y="2289447"/>
                </a:lnTo>
                <a:lnTo>
                  <a:pt x="464" y="2288324"/>
                </a:lnTo>
                <a:lnTo>
                  <a:pt x="2324" y="2286464"/>
                </a:lnTo>
                <a:lnTo>
                  <a:pt x="3447" y="2285999"/>
                </a:lnTo>
                <a:lnTo>
                  <a:pt x="6077" y="2285999"/>
                </a:lnTo>
                <a:lnTo>
                  <a:pt x="7200" y="2286464"/>
                </a:lnTo>
                <a:lnTo>
                  <a:pt x="9060" y="2288324"/>
                </a:lnTo>
                <a:lnTo>
                  <a:pt x="9524" y="2289447"/>
                </a:lnTo>
                <a:lnTo>
                  <a:pt x="9524" y="2292077"/>
                </a:lnTo>
                <a:lnTo>
                  <a:pt x="9060" y="2293199"/>
                </a:lnTo>
                <a:lnTo>
                  <a:pt x="7200" y="2295059"/>
                </a:lnTo>
                <a:lnTo>
                  <a:pt x="6077" y="2295524"/>
                </a:lnTo>
                <a:close/>
              </a:path>
              <a:path w="9525" h="3486150">
                <a:moveTo>
                  <a:pt x="6077" y="2247899"/>
                </a:moveTo>
                <a:lnTo>
                  <a:pt x="3447" y="2247899"/>
                </a:lnTo>
                <a:lnTo>
                  <a:pt x="2324" y="2247434"/>
                </a:lnTo>
                <a:lnTo>
                  <a:pt x="464" y="2245574"/>
                </a:lnTo>
                <a:lnTo>
                  <a:pt x="0" y="2244452"/>
                </a:lnTo>
                <a:lnTo>
                  <a:pt x="0" y="2241822"/>
                </a:lnTo>
                <a:lnTo>
                  <a:pt x="464" y="2240699"/>
                </a:lnTo>
                <a:lnTo>
                  <a:pt x="2324" y="2238839"/>
                </a:lnTo>
                <a:lnTo>
                  <a:pt x="3447" y="2238374"/>
                </a:lnTo>
                <a:lnTo>
                  <a:pt x="6077" y="2238374"/>
                </a:lnTo>
                <a:lnTo>
                  <a:pt x="7200" y="2238839"/>
                </a:lnTo>
                <a:lnTo>
                  <a:pt x="9060" y="2240699"/>
                </a:lnTo>
                <a:lnTo>
                  <a:pt x="9524" y="2241822"/>
                </a:lnTo>
                <a:lnTo>
                  <a:pt x="9524" y="2244452"/>
                </a:lnTo>
                <a:lnTo>
                  <a:pt x="9060" y="2245574"/>
                </a:lnTo>
                <a:lnTo>
                  <a:pt x="7200" y="2247434"/>
                </a:lnTo>
                <a:lnTo>
                  <a:pt x="6077" y="2247899"/>
                </a:lnTo>
                <a:close/>
              </a:path>
              <a:path w="9525" h="3486150">
                <a:moveTo>
                  <a:pt x="6077" y="2200274"/>
                </a:moveTo>
                <a:lnTo>
                  <a:pt x="3447" y="2200274"/>
                </a:lnTo>
                <a:lnTo>
                  <a:pt x="2324" y="2199809"/>
                </a:lnTo>
                <a:lnTo>
                  <a:pt x="464" y="2197949"/>
                </a:lnTo>
                <a:lnTo>
                  <a:pt x="0" y="2196827"/>
                </a:lnTo>
                <a:lnTo>
                  <a:pt x="0" y="2194197"/>
                </a:lnTo>
                <a:lnTo>
                  <a:pt x="464" y="2193074"/>
                </a:lnTo>
                <a:lnTo>
                  <a:pt x="2324" y="2191214"/>
                </a:lnTo>
                <a:lnTo>
                  <a:pt x="3447" y="2190749"/>
                </a:lnTo>
                <a:lnTo>
                  <a:pt x="6077" y="2190749"/>
                </a:lnTo>
                <a:lnTo>
                  <a:pt x="7200" y="2191214"/>
                </a:lnTo>
                <a:lnTo>
                  <a:pt x="9060" y="2193074"/>
                </a:lnTo>
                <a:lnTo>
                  <a:pt x="9524" y="2194197"/>
                </a:lnTo>
                <a:lnTo>
                  <a:pt x="9524" y="2196827"/>
                </a:lnTo>
                <a:lnTo>
                  <a:pt x="9060" y="2197949"/>
                </a:lnTo>
                <a:lnTo>
                  <a:pt x="7200" y="2199809"/>
                </a:lnTo>
                <a:lnTo>
                  <a:pt x="6077" y="2200274"/>
                </a:lnTo>
                <a:close/>
              </a:path>
              <a:path w="9525" h="3486150">
                <a:moveTo>
                  <a:pt x="6077" y="2152649"/>
                </a:moveTo>
                <a:lnTo>
                  <a:pt x="3447" y="2152649"/>
                </a:lnTo>
                <a:lnTo>
                  <a:pt x="2324" y="2152184"/>
                </a:lnTo>
                <a:lnTo>
                  <a:pt x="464" y="2150324"/>
                </a:lnTo>
                <a:lnTo>
                  <a:pt x="0" y="2149202"/>
                </a:lnTo>
                <a:lnTo>
                  <a:pt x="0" y="2146571"/>
                </a:lnTo>
                <a:lnTo>
                  <a:pt x="464" y="2145449"/>
                </a:lnTo>
                <a:lnTo>
                  <a:pt x="2324" y="2143589"/>
                </a:lnTo>
                <a:lnTo>
                  <a:pt x="3447" y="2143124"/>
                </a:lnTo>
                <a:lnTo>
                  <a:pt x="6077" y="2143124"/>
                </a:lnTo>
                <a:lnTo>
                  <a:pt x="7200" y="2143589"/>
                </a:lnTo>
                <a:lnTo>
                  <a:pt x="9060" y="2145449"/>
                </a:lnTo>
                <a:lnTo>
                  <a:pt x="9524" y="2146571"/>
                </a:lnTo>
                <a:lnTo>
                  <a:pt x="9524" y="2149202"/>
                </a:lnTo>
                <a:lnTo>
                  <a:pt x="9060" y="2150324"/>
                </a:lnTo>
                <a:lnTo>
                  <a:pt x="7200" y="2152184"/>
                </a:lnTo>
                <a:lnTo>
                  <a:pt x="6077" y="2152649"/>
                </a:lnTo>
                <a:close/>
              </a:path>
              <a:path w="9525" h="3486150">
                <a:moveTo>
                  <a:pt x="6077" y="2105024"/>
                </a:moveTo>
                <a:lnTo>
                  <a:pt x="3447" y="2105024"/>
                </a:lnTo>
                <a:lnTo>
                  <a:pt x="2324" y="2104559"/>
                </a:lnTo>
                <a:lnTo>
                  <a:pt x="464" y="2102699"/>
                </a:lnTo>
                <a:lnTo>
                  <a:pt x="0" y="2101577"/>
                </a:lnTo>
                <a:lnTo>
                  <a:pt x="0" y="2098947"/>
                </a:lnTo>
                <a:lnTo>
                  <a:pt x="464" y="2097824"/>
                </a:lnTo>
                <a:lnTo>
                  <a:pt x="2324" y="2095964"/>
                </a:lnTo>
                <a:lnTo>
                  <a:pt x="3447" y="2095499"/>
                </a:lnTo>
                <a:lnTo>
                  <a:pt x="6077" y="2095499"/>
                </a:lnTo>
                <a:lnTo>
                  <a:pt x="7200" y="2095964"/>
                </a:lnTo>
                <a:lnTo>
                  <a:pt x="9060" y="2097824"/>
                </a:lnTo>
                <a:lnTo>
                  <a:pt x="9524" y="2098947"/>
                </a:lnTo>
                <a:lnTo>
                  <a:pt x="9524" y="2101577"/>
                </a:lnTo>
                <a:lnTo>
                  <a:pt x="9060" y="2102699"/>
                </a:lnTo>
                <a:lnTo>
                  <a:pt x="7200" y="2104559"/>
                </a:lnTo>
                <a:lnTo>
                  <a:pt x="6077" y="2105024"/>
                </a:lnTo>
                <a:close/>
              </a:path>
              <a:path w="9525" h="3486150">
                <a:moveTo>
                  <a:pt x="6077" y="2057399"/>
                </a:moveTo>
                <a:lnTo>
                  <a:pt x="3447" y="2057399"/>
                </a:lnTo>
                <a:lnTo>
                  <a:pt x="2324" y="2056934"/>
                </a:lnTo>
                <a:lnTo>
                  <a:pt x="464" y="2055074"/>
                </a:lnTo>
                <a:lnTo>
                  <a:pt x="0" y="2053952"/>
                </a:lnTo>
                <a:lnTo>
                  <a:pt x="0" y="2051322"/>
                </a:lnTo>
                <a:lnTo>
                  <a:pt x="464" y="2050199"/>
                </a:lnTo>
                <a:lnTo>
                  <a:pt x="2324" y="2048339"/>
                </a:lnTo>
                <a:lnTo>
                  <a:pt x="3447" y="2047874"/>
                </a:lnTo>
                <a:lnTo>
                  <a:pt x="6077" y="2047874"/>
                </a:lnTo>
                <a:lnTo>
                  <a:pt x="7200" y="2048339"/>
                </a:lnTo>
                <a:lnTo>
                  <a:pt x="9060" y="2050199"/>
                </a:lnTo>
                <a:lnTo>
                  <a:pt x="9524" y="2051322"/>
                </a:lnTo>
                <a:lnTo>
                  <a:pt x="9524" y="2053952"/>
                </a:lnTo>
                <a:lnTo>
                  <a:pt x="9060" y="2055074"/>
                </a:lnTo>
                <a:lnTo>
                  <a:pt x="7200" y="2056934"/>
                </a:lnTo>
                <a:lnTo>
                  <a:pt x="6077" y="2057399"/>
                </a:lnTo>
                <a:close/>
              </a:path>
              <a:path w="9525" h="3486150">
                <a:moveTo>
                  <a:pt x="6077" y="2009774"/>
                </a:moveTo>
                <a:lnTo>
                  <a:pt x="3447" y="2009774"/>
                </a:lnTo>
                <a:lnTo>
                  <a:pt x="2324" y="2009309"/>
                </a:lnTo>
                <a:lnTo>
                  <a:pt x="464" y="2007449"/>
                </a:lnTo>
                <a:lnTo>
                  <a:pt x="0" y="2006327"/>
                </a:lnTo>
                <a:lnTo>
                  <a:pt x="0" y="2003697"/>
                </a:lnTo>
                <a:lnTo>
                  <a:pt x="464" y="2002574"/>
                </a:lnTo>
                <a:lnTo>
                  <a:pt x="2324" y="2000714"/>
                </a:lnTo>
                <a:lnTo>
                  <a:pt x="3447" y="2000249"/>
                </a:lnTo>
                <a:lnTo>
                  <a:pt x="6077" y="2000249"/>
                </a:lnTo>
                <a:lnTo>
                  <a:pt x="7200" y="2000714"/>
                </a:lnTo>
                <a:lnTo>
                  <a:pt x="9060" y="2002574"/>
                </a:lnTo>
                <a:lnTo>
                  <a:pt x="9524" y="2003697"/>
                </a:lnTo>
                <a:lnTo>
                  <a:pt x="9524" y="2006327"/>
                </a:lnTo>
                <a:lnTo>
                  <a:pt x="9060" y="2007449"/>
                </a:lnTo>
                <a:lnTo>
                  <a:pt x="7200" y="2009309"/>
                </a:lnTo>
                <a:lnTo>
                  <a:pt x="6077" y="2009774"/>
                </a:lnTo>
                <a:close/>
              </a:path>
              <a:path w="9525" h="3486150">
                <a:moveTo>
                  <a:pt x="6077" y="1962149"/>
                </a:moveTo>
                <a:lnTo>
                  <a:pt x="3447" y="1962149"/>
                </a:lnTo>
                <a:lnTo>
                  <a:pt x="2324" y="1961684"/>
                </a:lnTo>
                <a:lnTo>
                  <a:pt x="464" y="1959824"/>
                </a:lnTo>
                <a:lnTo>
                  <a:pt x="0" y="1958702"/>
                </a:lnTo>
                <a:lnTo>
                  <a:pt x="0" y="1956072"/>
                </a:lnTo>
                <a:lnTo>
                  <a:pt x="464" y="1954949"/>
                </a:lnTo>
                <a:lnTo>
                  <a:pt x="2324" y="1953089"/>
                </a:lnTo>
                <a:lnTo>
                  <a:pt x="3447" y="1952624"/>
                </a:lnTo>
                <a:lnTo>
                  <a:pt x="6077" y="1952624"/>
                </a:lnTo>
                <a:lnTo>
                  <a:pt x="7200" y="1953089"/>
                </a:lnTo>
                <a:lnTo>
                  <a:pt x="9060" y="1954949"/>
                </a:lnTo>
                <a:lnTo>
                  <a:pt x="9524" y="1956072"/>
                </a:lnTo>
                <a:lnTo>
                  <a:pt x="9524" y="1958702"/>
                </a:lnTo>
                <a:lnTo>
                  <a:pt x="9060" y="1959824"/>
                </a:lnTo>
                <a:lnTo>
                  <a:pt x="7200" y="1961684"/>
                </a:lnTo>
                <a:lnTo>
                  <a:pt x="6077" y="1962149"/>
                </a:lnTo>
                <a:close/>
              </a:path>
              <a:path w="9525" h="3486150">
                <a:moveTo>
                  <a:pt x="6077" y="1914524"/>
                </a:moveTo>
                <a:lnTo>
                  <a:pt x="3447" y="1914524"/>
                </a:lnTo>
                <a:lnTo>
                  <a:pt x="2324" y="1914059"/>
                </a:lnTo>
                <a:lnTo>
                  <a:pt x="464" y="1912199"/>
                </a:lnTo>
                <a:lnTo>
                  <a:pt x="0" y="1911077"/>
                </a:lnTo>
                <a:lnTo>
                  <a:pt x="0" y="1908446"/>
                </a:lnTo>
                <a:lnTo>
                  <a:pt x="464" y="1907324"/>
                </a:lnTo>
                <a:lnTo>
                  <a:pt x="2324" y="1905464"/>
                </a:lnTo>
                <a:lnTo>
                  <a:pt x="3447" y="1904999"/>
                </a:lnTo>
                <a:lnTo>
                  <a:pt x="6077" y="1904999"/>
                </a:lnTo>
                <a:lnTo>
                  <a:pt x="7200" y="1905464"/>
                </a:lnTo>
                <a:lnTo>
                  <a:pt x="9060" y="1907324"/>
                </a:lnTo>
                <a:lnTo>
                  <a:pt x="9524" y="1908446"/>
                </a:lnTo>
                <a:lnTo>
                  <a:pt x="9524" y="1911077"/>
                </a:lnTo>
                <a:lnTo>
                  <a:pt x="9060" y="1912199"/>
                </a:lnTo>
                <a:lnTo>
                  <a:pt x="7200" y="1914059"/>
                </a:lnTo>
                <a:lnTo>
                  <a:pt x="6077" y="1914524"/>
                </a:lnTo>
                <a:close/>
              </a:path>
              <a:path w="9525" h="3486150">
                <a:moveTo>
                  <a:pt x="6077" y="1866899"/>
                </a:moveTo>
                <a:lnTo>
                  <a:pt x="3447" y="1866899"/>
                </a:lnTo>
                <a:lnTo>
                  <a:pt x="2324" y="1866434"/>
                </a:lnTo>
                <a:lnTo>
                  <a:pt x="464" y="1864574"/>
                </a:lnTo>
                <a:lnTo>
                  <a:pt x="0" y="1863452"/>
                </a:lnTo>
                <a:lnTo>
                  <a:pt x="0" y="1860822"/>
                </a:lnTo>
                <a:lnTo>
                  <a:pt x="464" y="1859699"/>
                </a:lnTo>
                <a:lnTo>
                  <a:pt x="2324" y="1857839"/>
                </a:lnTo>
                <a:lnTo>
                  <a:pt x="3447" y="1857374"/>
                </a:lnTo>
                <a:lnTo>
                  <a:pt x="6077" y="1857374"/>
                </a:lnTo>
                <a:lnTo>
                  <a:pt x="7200" y="1857839"/>
                </a:lnTo>
                <a:lnTo>
                  <a:pt x="9060" y="1859699"/>
                </a:lnTo>
                <a:lnTo>
                  <a:pt x="9524" y="1860822"/>
                </a:lnTo>
                <a:lnTo>
                  <a:pt x="9524" y="1863452"/>
                </a:lnTo>
                <a:lnTo>
                  <a:pt x="9060" y="1864574"/>
                </a:lnTo>
                <a:lnTo>
                  <a:pt x="7200" y="1866434"/>
                </a:lnTo>
                <a:lnTo>
                  <a:pt x="6077" y="1866899"/>
                </a:lnTo>
                <a:close/>
              </a:path>
              <a:path w="9525" h="3486150">
                <a:moveTo>
                  <a:pt x="6077" y="1819274"/>
                </a:moveTo>
                <a:lnTo>
                  <a:pt x="3447" y="1819274"/>
                </a:lnTo>
                <a:lnTo>
                  <a:pt x="2324" y="1818809"/>
                </a:lnTo>
                <a:lnTo>
                  <a:pt x="464" y="1816949"/>
                </a:lnTo>
                <a:lnTo>
                  <a:pt x="0" y="1815827"/>
                </a:lnTo>
                <a:lnTo>
                  <a:pt x="0" y="1813197"/>
                </a:lnTo>
                <a:lnTo>
                  <a:pt x="464" y="1812074"/>
                </a:lnTo>
                <a:lnTo>
                  <a:pt x="2324" y="1810214"/>
                </a:lnTo>
                <a:lnTo>
                  <a:pt x="3447" y="1809749"/>
                </a:lnTo>
                <a:lnTo>
                  <a:pt x="6077" y="1809749"/>
                </a:lnTo>
                <a:lnTo>
                  <a:pt x="7200" y="1810214"/>
                </a:lnTo>
                <a:lnTo>
                  <a:pt x="9060" y="1812074"/>
                </a:lnTo>
                <a:lnTo>
                  <a:pt x="9524" y="1813197"/>
                </a:lnTo>
                <a:lnTo>
                  <a:pt x="9524" y="1815827"/>
                </a:lnTo>
                <a:lnTo>
                  <a:pt x="9060" y="1816949"/>
                </a:lnTo>
                <a:lnTo>
                  <a:pt x="7200" y="1818809"/>
                </a:lnTo>
                <a:lnTo>
                  <a:pt x="6077" y="1819274"/>
                </a:lnTo>
                <a:close/>
              </a:path>
              <a:path w="9525" h="3486150">
                <a:moveTo>
                  <a:pt x="6077" y="1771649"/>
                </a:moveTo>
                <a:lnTo>
                  <a:pt x="3447" y="1771649"/>
                </a:lnTo>
                <a:lnTo>
                  <a:pt x="2324" y="1771184"/>
                </a:lnTo>
                <a:lnTo>
                  <a:pt x="464" y="1769324"/>
                </a:lnTo>
                <a:lnTo>
                  <a:pt x="0" y="1768202"/>
                </a:lnTo>
                <a:lnTo>
                  <a:pt x="0" y="1765571"/>
                </a:lnTo>
                <a:lnTo>
                  <a:pt x="464" y="1764449"/>
                </a:lnTo>
                <a:lnTo>
                  <a:pt x="2324" y="1762589"/>
                </a:lnTo>
                <a:lnTo>
                  <a:pt x="3447" y="1762124"/>
                </a:lnTo>
                <a:lnTo>
                  <a:pt x="6077" y="1762124"/>
                </a:lnTo>
                <a:lnTo>
                  <a:pt x="7200" y="1762589"/>
                </a:lnTo>
                <a:lnTo>
                  <a:pt x="9060" y="1764449"/>
                </a:lnTo>
                <a:lnTo>
                  <a:pt x="9524" y="1765571"/>
                </a:lnTo>
                <a:lnTo>
                  <a:pt x="9524" y="1768202"/>
                </a:lnTo>
                <a:lnTo>
                  <a:pt x="9060" y="1769324"/>
                </a:lnTo>
                <a:lnTo>
                  <a:pt x="7200" y="1771184"/>
                </a:lnTo>
                <a:lnTo>
                  <a:pt x="6077" y="1771649"/>
                </a:lnTo>
                <a:close/>
              </a:path>
              <a:path w="9525" h="3486150">
                <a:moveTo>
                  <a:pt x="6077" y="1724024"/>
                </a:moveTo>
                <a:lnTo>
                  <a:pt x="3447" y="1724024"/>
                </a:lnTo>
                <a:lnTo>
                  <a:pt x="2324" y="1723559"/>
                </a:lnTo>
                <a:lnTo>
                  <a:pt x="464" y="1721699"/>
                </a:lnTo>
                <a:lnTo>
                  <a:pt x="0" y="1720577"/>
                </a:lnTo>
                <a:lnTo>
                  <a:pt x="0" y="1717947"/>
                </a:lnTo>
                <a:lnTo>
                  <a:pt x="464" y="1716824"/>
                </a:lnTo>
                <a:lnTo>
                  <a:pt x="2324" y="1714964"/>
                </a:lnTo>
                <a:lnTo>
                  <a:pt x="3447" y="1714499"/>
                </a:lnTo>
                <a:lnTo>
                  <a:pt x="6077" y="1714499"/>
                </a:lnTo>
                <a:lnTo>
                  <a:pt x="7200" y="1714964"/>
                </a:lnTo>
                <a:lnTo>
                  <a:pt x="9060" y="1716824"/>
                </a:lnTo>
                <a:lnTo>
                  <a:pt x="9524" y="1717947"/>
                </a:lnTo>
                <a:lnTo>
                  <a:pt x="9524" y="1720577"/>
                </a:lnTo>
                <a:lnTo>
                  <a:pt x="9060" y="1721699"/>
                </a:lnTo>
                <a:lnTo>
                  <a:pt x="7200" y="1723559"/>
                </a:lnTo>
                <a:lnTo>
                  <a:pt x="6077" y="1724024"/>
                </a:lnTo>
                <a:close/>
              </a:path>
              <a:path w="9525" h="3486150">
                <a:moveTo>
                  <a:pt x="6077" y="1676399"/>
                </a:moveTo>
                <a:lnTo>
                  <a:pt x="3447" y="1676399"/>
                </a:lnTo>
                <a:lnTo>
                  <a:pt x="2324" y="1675934"/>
                </a:lnTo>
                <a:lnTo>
                  <a:pt x="464" y="1674074"/>
                </a:lnTo>
                <a:lnTo>
                  <a:pt x="0" y="1672952"/>
                </a:lnTo>
                <a:lnTo>
                  <a:pt x="0" y="1670321"/>
                </a:lnTo>
                <a:lnTo>
                  <a:pt x="464" y="1669199"/>
                </a:lnTo>
                <a:lnTo>
                  <a:pt x="2324" y="1667339"/>
                </a:lnTo>
                <a:lnTo>
                  <a:pt x="3447" y="1666874"/>
                </a:lnTo>
                <a:lnTo>
                  <a:pt x="6077" y="1666874"/>
                </a:lnTo>
                <a:lnTo>
                  <a:pt x="7200" y="1667339"/>
                </a:lnTo>
                <a:lnTo>
                  <a:pt x="9060" y="1669199"/>
                </a:lnTo>
                <a:lnTo>
                  <a:pt x="9524" y="1670321"/>
                </a:lnTo>
                <a:lnTo>
                  <a:pt x="9524" y="1672952"/>
                </a:lnTo>
                <a:lnTo>
                  <a:pt x="9060" y="1674074"/>
                </a:lnTo>
                <a:lnTo>
                  <a:pt x="7200" y="1675934"/>
                </a:lnTo>
                <a:lnTo>
                  <a:pt x="6077" y="1676399"/>
                </a:lnTo>
                <a:close/>
              </a:path>
              <a:path w="9525" h="3486150">
                <a:moveTo>
                  <a:pt x="6077" y="1628774"/>
                </a:moveTo>
                <a:lnTo>
                  <a:pt x="3447" y="1628774"/>
                </a:lnTo>
                <a:lnTo>
                  <a:pt x="2324" y="1628309"/>
                </a:lnTo>
                <a:lnTo>
                  <a:pt x="464" y="1626449"/>
                </a:lnTo>
                <a:lnTo>
                  <a:pt x="0" y="1625327"/>
                </a:lnTo>
                <a:lnTo>
                  <a:pt x="0" y="1622697"/>
                </a:lnTo>
                <a:lnTo>
                  <a:pt x="464" y="1621574"/>
                </a:lnTo>
                <a:lnTo>
                  <a:pt x="2324" y="1619714"/>
                </a:lnTo>
                <a:lnTo>
                  <a:pt x="3447" y="1619249"/>
                </a:lnTo>
                <a:lnTo>
                  <a:pt x="6077" y="1619249"/>
                </a:lnTo>
                <a:lnTo>
                  <a:pt x="7200" y="1619714"/>
                </a:lnTo>
                <a:lnTo>
                  <a:pt x="9060" y="1621574"/>
                </a:lnTo>
                <a:lnTo>
                  <a:pt x="9524" y="1622697"/>
                </a:lnTo>
                <a:lnTo>
                  <a:pt x="9524" y="1625327"/>
                </a:lnTo>
                <a:lnTo>
                  <a:pt x="9060" y="1626449"/>
                </a:lnTo>
                <a:lnTo>
                  <a:pt x="7200" y="1628309"/>
                </a:lnTo>
                <a:lnTo>
                  <a:pt x="6077" y="1628774"/>
                </a:lnTo>
                <a:close/>
              </a:path>
              <a:path w="9525" h="3486150">
                <a:moveTo>
                  <a:pt x="6077" y="1581149"/>
                </a:moveTo>
                <a:lnTo>
                  <a:pt x="3447" y="1581149"/>
                </a:lnTo>
                <a:lnTo>
                  <a:pt x="2324" y="1580684"/>
                </a:lnTo>
                <a:lnTo>
                  <a:pt x="464" y="1578824"/>
                </a:lnTo>
                <a:lnTo>
                  <a:pt x="0" y="1577702"/>
                </a:lnTo>
                <a:lnTo>
                  <a:pt x="0" y="1575072"/>
                </a:lnTo>
                <a:lnTo>
                  <a:pt x="464" y="1573949"/>
                </a:lnTo>
                <a:lnTo>
                  <a:pt x="2324" y="1572089"/>
                </a:lnTo>
                <a:lnTo>
                  <a:pt x="3447" y="1571624"/>
                </a:lnTo>
                <a:lnTo>
                  <a:pt x="6077" y="1571624"/>
                </a:lnTo>
                <a:lnTo>
                  <a:pt x="7200" y="1572089"/>
                </a:lnTo>
                <a:lnTo>
                  <a:pt x="9060" y="1573949"/>
                </a:lnTo>
                <a:lnTo>
                  <a:pt x="9524" y="1575072"/>
                </a:lnTo>
                <a:lnTo>
                  <a:pt x="9524" y="1577702"/>
                </a:lnTo>
                <a:lnTo>
                  <a:pt x="9060" y="1578824"/>
                </a:lnTo>
                <a:lnTo>
                  <a:pt x="7200" y="1580684"/>
                </a:lnTo>
                <a:lnTo>
                  <a:pt x="6077" y="1581149"/>
                </a:lnTo>
                <a:close/>
              </a:path>
              <a:path w="9525" h="3486150">
                <a:moveTo>
                  <a:pt x="6077" y="1533524"/>
                </a:moveTo>
                <a:lnTo>
                  <a:pt x="3447" y="1533524"/>
                </a:lnTo>
                <a:lnTo>
                  <a:pt x="2324" y="1533059"/>
                </a:lnTo>
                <a:lnTo>
                  <a:pt x="464" y="1531199"/>
                </a:lnTo>
                <a:lnTo>
                  <a:pt x="0" y="1530077"/>
                </a:lnTo>
                <a:lnTo>
                  <a:pt x="0" y="1527447"/>
                </a:lnTo>
                <a:lnTo>
                  <a:pt x="464" y="1526324"/>
                </a:lnTo>
                <a:lnTo>
                  <a:pt x="2324" y="1524464"/>
                </a:lnTo>
                <a:lnTo>
                  <a:pt x="3447" y="1523999"/>
                </a:lnTo>
                <a:lnTo>
                  <a:pt x="6077" y="1523999"/>
                </a:lnTo>
                <a:lnTo>
                  <a:pt x="7200" y="1524464"/>
                </a:lnTo>
                <a:lnTo>
                  <a:pt x="9060" y="1526324"/>
                </a:lnTo>
                <a:lnTo>
                  <a:pt x="9524" y="1527447"/>
                </a:lnTo>
                <a:lnTo>
                  <a:pt x="9524" y="1530077"/>
                </a:lnTo>
                <a:lnTo>
                  <a:pt x="9060" y="1531199"/>
                </a:lnTo>
                <a:lnTo>
                  <a:pt x="7200" y="1533059"/>
                </a:lnTo>
                <a:lnTo>
                  <a:pt x="6077" y="1533524"/>
                </a:lnTo>
                <a:close/>
              </a:path>
              <a:path w="9525" h="3486150">
                <a:moveTo>
                  <a:pt x="6077" y="1485899"/>
                </a:moveTo>
                <a:lnTo>
                  <a:pt x="3447" y="1485899"/>
                </a:lnTo>
                <a:lnTo>
                  <a:pt x="2324" y="1485434"/>
                </a:lnTo>
                <a:lnTo>
                  <a:pt x="464" y="1483574"/>
                </a:lnTo>
                <a:lnTo>
                  <a:pt x="0" y="1482452"/>
                </a:lnTo>
                <a:lnTo>
                  <a:pt x="0" y="1479822"/>
                </a:lnTo>
                <a:lnTo>
                  <a:pt x="464" y="1478699"/>
                </a:lnTo>
                <a:lnTo>
                  <a:pt x="2324" y="1476839"/>
                </a:lnTo>
                <a:lnTo>
                  <a:pt x="3447" y="1476374"/>
                </a:lnTo>
                <a:lnTo>
                  <a:pt x="6077" y="1476374"/>
                </a:lnTo>
                <a:lnTo>
                  <a:pt x="7200" y="1476839"/>
                </a:lnTo>
                <a:lnTo>
                  <a:pt x="9060" y="1478699"/>
                </a:lnTo>
                <a:lnTo>
                  <a:pt x="9524" y="1479822"/>
                </a:lnTo>
                <a:lnTo>
                  <a:pt x="9524" y="1482452"/>
                </a:lnTo>
                <a:lnTo>
                  <a:pt x="9060" y="1483574"/>
                </a:lnTo>
                <a:lnTo>
                  <a:pt x="7200" y="1485434"/>
                </a:lnTo>
                <a:lnTo>
                  <a:pt x="6077" y="1485899"/>
                </a:lnTo>
                <a:close/>
              </a:path>
              <a:path w="9525" h="3486150">
                <a:moveTo>
                  <a:pt x="6077" y="1438274"/>
                </a:moveTo>
                <a:lnTo>
                  <a:pt x="3447" y="1438274"/>
                </a:lnTo>
                <a:lnTo>
                  <a:pt x="2324" y="1437809"/>
                </a:lnTo>
                <a:lnTo>
                  <a:pt x="464" y="1435949"/>
                </a:lnTo>
                <a:lnTo>
                  <a:pt x="0" y="1434827"/>
                </a:lnTo>
                <a:lnTo>
                  <a:pt x="0" y="1432196"/>
                </a:lnTo>
                <a:lnTo>
                  <a:pt x="464" y="1431074"/>
                </a:lnTo>
                <a:lnTo>
                  <a:pt x="2324" y="1429214"/>
                </a:lnTo>
                <a:lnTo>
                  <a:pt x="3447" y="1428749"/>
                </a:lnTo>
                <a:lnTo>
                  <a:pt x="6077" y="1428749"/>
                </a:lnTo>
                <a:lnTo>
                  <a:pt x="7200" y="1429214"/>
                </a:lnTo>
                <a:lnTo>
                  <a:pt x="9060" y="1431074"/>
                </a:lnTo>
                <a:lnTo>
                  <a:pt x="9524" y="1432196"/>
                </a:lnTo>
                <a:lnTo>
                  <a:pt x="9524" y="1434827"/>
                </a:lnTo>
                <a:lnTo>
                  <a:pt x="9060" y="1435949"/>
                </a:lnTo>
                <a:lnTo>
                  <a:pt x="7200" y="1437809"/>
                </a:lnTo>
                <a:lnTo>
                  <a:pt x="6077" y="1438274"/>
                </a:lnTo>
                <a:close/>
              </a:path>
              <a:path w="9525" h="3486150">
                <a:moveTo>
                  <a:pt x="6077" y="1390649"/>
                </a:moveTo>
                <a:lnTo>
                  <a:pt x="3447" y="1390649"/>
                </a:lnTo>
                <a:lnTo>
                  <a:pt x="2324" y="1390184"/>
                </a:lnTo>
                <a:lnTo>
                  <a:pt x="464" y="1388324"/>
                </a:lnTo>
                <a:lnTo>
                  <a:pt x="0" y="1387202"/>
                </a:lnTo>
                <a:lnTo>
                  <a:pt x="0" y="1384572"/>
                </a:lnTo>
                <a:lnTo>
                  <a:pt x="464" y="1383449"/>
                </a:lnTo>
                <a:lnTo>
                  <a:pt x="2324" y="1381589"/>
                </a:lnTo>
                <a:lnTo>
                  <a:pt x="3447" y="1381124"/>
                </a:lnTo>
                <a:lnTo>
                  <a:pt x="6077" y="1381124"/>
                </a:lnTo>
                <a:lnTo>
                  <a:pt x="7200" y="1381589"/>
                </a:lnTo>
                <a:lnTo>
                  <a:pt x="9060" y="1383449"/>
                </a:lnTo>
                <a:lnTo>
                  <a:pt x="9524" y="1384572"/>
                </a:lnTo>
                <a:lnTo>
                  <a:pt x="9524" y="1387202"/>
                </a:lnTo>
                <a:lnTo>
                  <a:pt x="9060" y="1388324"/>
                </a:lnTo>
                <a:lnTo>
                  <a:pt x="7200" y="1390184"/>
                </a:lnTo>
                <a:lnTo>
                  <a:pt x="6077" y="1390649"/>
                </a:lnTo>
                <a:close/>
              </a:path>
              <a:path w="9525" h="3486150">
                <a:moveTo>
                  <a:pt x="6077" y="1343024"/>
                </a:moveTo>
                <a:lnTo>
                  <a:pt x="3447" y="1343024"/>
                </a:lnTo>
                <a:lnTo>
                  <a:pt x="2324" y="1342559"/>
                </a:lnTo>
                <a:lnTo>
                  <a:pt x="464" y="1340699"/>
                </a:lnTo>
                <a:lnTo>
                  <a:pt x="0" y="1339577"/>
                </a:lnTo>
                <a:lnTo>
                  <a:pt x="0" y="1336947"/>
                </a:lnTo>
                <a:lnTo>
                  <a:pt x="464" y="1335824"/>
                </a:lnTo>
                <a:lnTo>
                  <a:pt x="2324" y="1333964"/>
                </a:lnTo>
                <a:lnTo>
                  <a:pt x="3447" y="1333499"/>
                </a:lnTo>
                <a:lnTo>
                  <a:pt x="6077" y="1333499"/>
                </a:lnTo>
                <a:lnTo>
                  <a:pt x="7200" y="1333964"/>
                </a:lnTo>
                <a:lnTo>
                  <a:pt x="9060" y="1335824"/>
                </a:lnTo>
                <a:lnTo>
                  <a:pt x="9524" y="1336947"/>
                </a:lnTo>
                <a:lnTo>
                  <a:pt x="9524" y="1339577"/>
                </a:lnTo>
                <a:lnTo>
                  <a:pt x="9060" y="1340699"/>
                </a:lnTo>
                <a:lnTo>
                  <a:pt x="7200" y="1342559"/>
                </a:lnTo>
                <a:lnTo>
                  <a:pt x="6077" y="1343024"/>
                </a:lnTo>
                <a:close/>
              </a:path>
              <a:path w="9525" h="3486150">
                <a:moveTo>
                  <a:pt x="6077" y="1295399"/>
                </a:moveTo>
                <a:lnTo>
                  <a:pt x="3447" y="1295399"/>
                </a:lnTo>
                <a:lnTo>
                  <a:pt x="2324" y="1294934"/>
                </a:lnTo>
                <a:lnTo>
                  <a:pt x="464" y="1293074"/>
                </a:lnTo>
                <a:lnTo>
                  <a:pt x="0" y="1291952"/>
                </a:lnTo>
                <a:lnTo>
                  <a:pt x="0" y="1289322"/>
                </a:lnTo>
                <a:lnTo>
                  <a:pt x="464" y="1288199"/>
                </a:lnTo>
                <a:lnTo>
                  <a:pt x="2324" y="1286339"/>
                </a:lnTo>
                <a:lnTo>
                  <a:pt x="3447" y="1285874"/>
                </a:lnTo>
                <a:lnTo>
                  <a:pt x="6077" y="1285874"/>
                </a:lnTo>
                <a:lnTo>
                  <a:pt x="7200" y="1286339"/>
                </a:lnTo>
                <a:lnTo>
                  <a:pt x="9060" y="1288199"/>
                </a:lnTo>
                <a:lnTo>
                  <a:pt x="9524" y="1289322"/>
                </a:lnTo>
                <a:lnTo>
                  <a:pt x="9524" y="1291952"/>
                </a:lnTo>
                <a:lnTo>
                  <a:pt x="9060" y="1293074"/>
                </a:lnTo>
                <a:lnTo>
                  <a:pt x="7200" y="1294934"/>
                </a:lnTo>
                <a:lnTo>
                  <a:pt x="6077" y="1295399"/>
                </a:lnTo>
                <a:close/>
              </a:path>
              <a:path w="9525" h="3486150">
                <a:moveTo>
                  <a:pt x="6077" y="1247774"/>
                </a:moveTo>
                <a:lnTo>
                  <a:pt x="3447" y="1247774"/>
                </a:lnTo>
                <a:lnTo>
                  <a:pt x="2324" y="1247309"/>
                </a:lnTo>
                <a:lnTo>
                  <a:pt x="464" y="1245449"/>
                </a:lnTo>
                <a:lnTo>
                  <a:pt x="0" y="1244327"/>
                </a:lnTo>
                <a:lnTo>
                  <a:pt x="0" y="1241696"/>
                </a:lnTo>
                <a:lnTo>
                  <a:pt x="464" y="1240574"/>
                </a:lnTo>
                <a:lnTo>
                  <a:pt x="2324" y="1238714"/>
                </a:lnTo>
                <a:lnTo>
                  <a:pt x="3447" y="1238249"/>
                </a:lnTo>
                <a:lnTo>
                  <a:pt x="6077" y="1238249"/>
                </a:lnTo>
                <a:lnTo>
                  <a:pt x="7200" y="1238714"/>
                </a:lnTo>
                <a:lnTo>
                  <a:pt x="9060" y="1240574"/>
                </a:lnTo>
                <a:lnTo>
                  <a:pt x="9524" y="1241696"/>
                </a:lnTo>
                <a:lnTo>
                  <a:pt x="9524" y="1244327"/>
                </a:lnTo>
                <a:lnTo>
                  <a:pt x="9060" y="1245449"/>
                </a:lnTo>
                <a:lnTo>
                  <a:pt x="7200" y="1247309"/>
                </a:lnTo>
                <a:lnTo>
                  <a:pt x="6077" y="1247774"/>
                </a:lnTo>
                <a:close/>
              </a:path>
              <a:path w="9525" h="3486150">
                <a:moveTo>
                  <a:pt x="6077" y="1200149"/>
                </a:moveTo>
                <a:lnTo>
                  <a:pt x="3447" y="1200149"/>
                </a:lnTo>
                <a:lnTo>
                  <a:pt x="2324" y="1199684"/>
                </a:lnTo>
                <a:lnTo>
                  <a:pt x="464" y="1197825"/>
                </a:lnTo>
                <a:lnTo>
                  <a:pt x="0" y="1196702"/>
                </a:lnTo>
                <a:lnTo>
                  <a:pt x="0" y="1194072"/>
                </a:lnTo>
                <a:lnTo>
                  <a:pt x="464" y="1192949"/>
                </a:lnTo>
                <a:lnTo>
                  <a:pt x="2324" y="1191089"/>
                </a:lnTo>
                <a:lnTo>
                  <a:pt x="3447" y="1190624"/>
                </a:lnTo>
                <a:lnTo>
                  <a:pt x="6077" y="1190624"/>
                </a:lnTo>
                <a:lnTo>
                  <a:pt x="7200" y="1191089"/>
                </a:lnTo>
                <a:lnTo>
                  <a:pt x="9060" y="1192949"/>
                </a:lnTo>
                <a:lnTo>
                  <a:pt x="9524" y="1194072"/>
                </a:lnTo>
                <a:lnTo>
                  <a:pt x="9524" y="1196702"/>
                </a:lnTo>
                <a:lnTo>
                  <a:pt x="9060" y="1197825"/>
                </a:lnTo>
                <a:lnTo>
                  <a:pt x="7200" y="1199684"/>
                </a:lnTo>
                <a:lnTo>
                  <a:pt x="6077" y="1200149"/>
                </a:lnTo>
                <a:close/>
              </a:path>
              <a:path w="9525" h="3486150">
                <a:moveTo>
                  <a:pt x="6077" y="1152524"/>
                </a:moveTo>
                <a:lnTo>
                  <a:pt x="3447" y="1152524"/>
                </a:lnTo>
                <a:lnTo>
                  <a:pt x="2324" y="1152059"/>
                </a:lnTo>
                <a:lnTo>
                  <a:pt x="464" y="1150199"/>
                </a:lnTo>
                <a:lnTo>
                  <a:pt x="0" y="1149077"/>
                </a:lnTo>
                <a:lnTo>
                  <a:pt x="0" y="1146447"/>
                </a:lnTo>
                <a:lnTo>
                  <a:pt x="464" y="1145324"/>
                </a:lnTo>
                <a:lnTo>
                  <a:pt x="2324" y="1143464"/>
                </a:lnTo>
                <a:lnTo>
                  <a:pt x="3447" y="1142999"/>
                </a:lnTo>
                <a:lnTo>
                  <a:pt x="6077" y="1142999"/>
                </a:lnTo>
                <a:lnTo>
                  <a:pt x="7200" y="1143464"/>
                </a:lnTo>
                <a:lnTo>
                  <a:pt x="9060" y="1145324"/>
                </a:lnTo>
                <a:lnTo>
                  <a:pt x="9524" y="1146447"/>
                </a:lnTo>
                <a:lnTo>
                  <a:pt x="9524" y="1149077"/>
                </a:lnTo>
                <a:lnTo>
                  <a:pt x="9060" y="1150199"/>
                </a:lnTo>
                <a:lnTo>
                  <a:pt x="7200" y="1152059"/>
                </a:lnTo>
                <a:lnTo>
                  <a:pt x="6077" y="1152524"/>
                </a:lnTo>
                <a:close/>
              </a:path>
              <a:path w="9525" h="3486150">
                <a:moveTo>
                  <a:pt x="6077" y="1104899"/>
                </a:moveTo>
                <a:lnTo>
                  <a:pt x="3447" y="1104899"/>
                </a:lnTo>
                <a:lnTo>
                  <a:pt x="2324" y="1104434"/>
                </a:lnTo>
                <a:lnTo>
                  <a:pt x="464" y="1102574"/>
                </a:lnTo>
                <a:lnTo>
                  <a:pt x="0" y="1101452"/>
                </a:lnTo>
                <a:lnTo>
                  <a:pt x="0" y="1098822"/>
                </a:lnTo>
                <a:lnTo>
                  <a:pt x="464" y="1097699"/>
                </a:lnTo>
                <a:lnTo>
                  <a:pt x="2324" y="1095839"/>
                </a:lnTo>
                <a:lnTo>
                  <a:pt x="3447" y="1095374"/>
                </a:lnTo>
                <a:lnTo>
                  <a:pt x="6077" y="1095374"/>
                </a:lnTo>
                <a:lnTo>
                  <a:pt x="7200" y="1095839"/>
                </a:lnTo>
                <a:lnTo>
                  <a:pt x="9060" y="1097699"/>
                </a:lnTo>
                <a:lnTo>
                  <a:pt x="9524" y="1098822"/>
                </a:lnTo>
                <a:lnTo>
                  <a:pt x="9524" y="1101452"/>
                </a:lnTo>
                <a:lnTo>
                  <a:pt x="9060" y="1102574"/>
                </a:lnTo>
                <a:lnTo>
                  <a:pt x="7200" y="1104434"/>
                </a:lnTo>
                <a:lnTo>
                  <a:pt x="6077" y="1104899"/>
                </a:lnTo>
                <a:close/>
              </a:path>
              <a:path w="9525" h="3486150">
                <a:moveTo>
                  <a:pt x="6077" y="1057274"/>
                </a:moveTo>
                <a:lnTo>
                  <a:pt x="3447" y="1057274"/>
                </a:lnTo>
                <a:lnTo>
                  <a:pt x="2324" y="1056809"/>
                </a:lnTo>
                <a:lnTo>
                  <a:pt x="464" y="1054950"/>
                </a:lnTo>
                <a:lnTo>
                  <a:pt x="0" y="1053827"/>
                </a:lnTo>
                <a:lnTo>
                  <a:pt x="0" y="1051197"/>
                </a:lnTo>
                <a:lnTo>
                  <a:pt x="464" y="1050074"/>
                </a:lnTo>
                <a:lnTo>
                  <a:pt x="2324" y="1048214"/>
                </a:lnTo>
                <a:lnTo>
                  <a:pt x="3447" y="1047749"/>
                </a:lnTo>
                <a:lnTo>
                  <a:pt x="6077" y="1047749"/>
                </a:lnTo>
                <a:lnTo>
                  <a:pt x="7200" y="1048214"/>
                </a:lnTo>
                <a:lnTo>
                  <a:pt x="9060" y="1050074"/>
                </a:lnTo>
                <a:lnTo>
                  <a:pt x="9524" y="1051197"/>
                </a:lnTo>
                <a:lnTo>
                  <a:pt x="9524" y="1053827"/>
                </a:lnTo>
                <a:lnTo>
                  <a:pt x="9060" y="1054950"/>
                </a:lnTo>
                <a:lnTo>
                  <a:pt x="7200" y="1056809"/>
                </a:lnTo>
                <a:lnTo>
                  <a:pt x="6077" y="1057274"/>
                </a:lnTo>
                <a:close/>
              </a:path>
              <a:path w="9525" h="3486150">
                <a:moveTo>
                  <a:pt x="6077" y="1009649"/>
                </a:moveTo>
                <a:lnTo>
                  <a:pt x="3447" y="1009649"/>
                </a:lnTo>
                <a:lnTo>
                  <a:pt x="2324" y="1009184"/>
                </a:lnTo>
                <a:lnTo>
                  <a:pt x="464" y="1007325"/>
                </a:lnTo>
                <a:lnTo>
                  <a:pt x="0" y="1006202"/>
                </a:lnTo>
                <a:lnTo>
                  <a:pt x="0" y="1003572"/>
                </a:lnTo>
                <a:lnTo>
                  <a:pt x="464" y="1002449"/>
                </a:lnTo>
                <a:lnTo>
                  <a:pt x="2324" y="1000590"/>
                </a:lnTo>
                <a:lnTo>
                  <a:pt x="3447" y="1000124"/>
                </a:lnTo>
                <a:lnTo>
                  <a:pt x="6077" y="1000124"/>
                </a:lnTo>
                <a:lnTo>
                  <a:pt x="7200" y="1000590"/>
                </a:lnTo>
                <a:lnTo>
                  <a:pt x="9060" y="1002449"/>
                </a:lnTo>
                <a:lnTo>
                  <a:pt x="9524" y="1003572"/>
                </a:lnTo>
                <a:lnTo>
                  <a:pt x="9524" y="1006202"/>
                </a:lnTo>
                <a:lnTo>
                  <a:pt x="9060" y="1007325"/>
                </a:lnTo>
                <a:lnTo>
                  <a:pt x="7200" y="1009184"/>
                </a:lnTo>
                <a:lnTo>
                  <a:pt x="6077" y="1009649"/>
                </a:lnTo>
                <a:close/>
              </a:path>
              <a:path w="9525" h="3486150">
                <a:moveTo>
                  <a:pt x="6077" y="962024"/>
                </a:moveTo>
                <a:lnTo>
                  <a:pt x="3447" y="962024"/>
                </a:lnTo>
                <a:lnTo>
                  <a:pt x="2324" y="961559"/>
                </a:lnTo>
                <a:lnTo>
                  <a:pt x="464" y="959700"/>
                </a:lnTo>
                <a:lnTo>
                  <a:pt x="0" y="958577"/>
                </a:lnTo>
                <a:lnTo>
                  <a:pt x="0" y="955947"/>
                </a:lnTo>
                <a:lnTo>
                  <a:pt x="464" y="954824"/>
                </a:lnTo>
                <a:lnTo>
                  <a:pt x="2324" y="952964"/>
                </a:lnTo>
                <a:lnTo>
                  <a:pt x="3447" y="952499"/>
                </a:lnTo>
                <a:lnTo>
                  <a:pt x="6077" y="952499"/>
                </a:lnTo>
                <a:lnTo>
                  <a:pt x="7200" y="952964"/>
                </a:lnTo>
                <a:lnTo>
                  <a:pt x="9060" y="954824"/>
                </a:lnTo>
                <a:lnTo>
                  <a:pt x="9524" y="955947"/>
                </a:lnTo>
                <a:lnTo>
                  <a:pt x="9524" y="958577"/>
                </a:lnTo>
                <a:lnTo>
                  <a:pt x="9060" y="959700"/>
                </a:lnTo>
                <a:lnTo>
                  <a:pt x="7200" y="961559"/>
                </a:lnTo>
                <a:lnTo>
                  <a:pt x="6077" y="962024"/>
                </a:lnTo>
                <a:close/>
              </a:path>
              <a:path w="9525" h="348615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348615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49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49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348615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348615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5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5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348615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348615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5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5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348615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348615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348615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40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40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348615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5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5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3486150">
                <a:moveTo>
                  <a:pt x="6077" y="438149"/>
                </a:moveTo>
                <a:lnTo>
                  <a:pt x="3447" y="438149"/>
                </a:lnTo>
                <a:lnTo>
                  <a:pt x="2324" y="437684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90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90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4"/>
                </a:lnTo>
                <a:lnTo>
                  <a:pt x="6077" y="438149"/>
                </a:lnTo>
                <a:close/>
              </a:path>
              <a:path w="9525" h="348615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199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199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348615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348615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5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5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348615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90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90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348615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348615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348615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348615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90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90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348615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object 24"/>
          <p:cNvSpPr/>
          <p:nvPr/>
        </p:nvSpPr>
        <p:spPr>
          <a:xfrm>
            <a:off x="10974600" y="6527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2024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09" name="object 25"/>
          <p:cNvGrpSpPr/>
          <p:nvPr/>
        </p:nvGrpSpPr>
        <p:grpSpPr>
          <a:xfrm>
            <a:off x="1486440" y="2763720"/>
            <a:ext cx="9978480" cy="3738960"/>
            <a:chOff x="1486440" y="2763720"/>
            <a:chExt cx="9978480" cy="3738960"/>
          </a:xfrm>
        </p:grpSpPr>
        <p:sp>
          <p:nvSpPr>
            <p:cNvPr id="210" name="object 26"/>
            <p:cNvSpPr/>
            <p:nvPr/>
          </p:nvSpPr>
          <p:spPr>
            <a:xfrm>
              <a:off x="2580480" y="3494880"/>
              <a:ext cx="8174160" cy="277704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777040"/>
                <a:gd name="textAreaBottom" fmla="*/ 2777400 h 2777040"/>
              </a:gdLst>
              <a:ahLst/>
              <a:rect l="textAreaLeft" t="textAreaTop" r="textAreaRight" b="textAreaBottom"/>
              <a:pathLst>
                <a:path w="8174355" h="2777490">
                  <a:moveTo>
                    <a:pt x="1066139" y="2152015"/>
                  </a:moveTo>
                  <a:lnTo>
                    <a:pt x="1014793" y="2152777"/>
                  </a:lnTo>
                  <a:lnTo>
                    <a:pt x="967244" y="2155012"/>
                  </a:lnTo>
                  <a:lnTo>
                    <a:pt x="923315" y="2158644"/>
                  </a:lnTo>
                  <a:lnTo>
                    <a:pt x="882802" y="2163610"/>
                  </a:lnTo>
                  <a:lnTo>
                    <a:pt x="811263" y="2177211"/>
                  </a:lnTo>
                  <a:lnTo>
                    <a:pt x="751116" y="2195233"/>
                  </a:lnTo>
                  <a:lnTo>
                    <a:pt x="700862" y="2217102"/>
                  </a:lnTo>
                  <a:lnTo>
                    <a:pt x="658952" y="2242197"/>
                  </a:lnTo>
                  <a:lnTo>
                    <a:pt x="623887" y="2269947"/>
                  </a:lnTo>
                  <a:lnTo>
                    <a:pt x="594144" y="2299766"/>
                  </a:lnTo>
                  <a:lnTo>
                    <a:pt x="568198" y="2331059"/>
                  </a:lnTo>
                  <a:lnTo>
                    <a:pt x="544525" y="2363228"/>
                  </a:lnTo>
                  <a:lnTo>
                    <a:pt x="521614" y="2395702"/>
                  </a:lnTo>
                  <a:lnTo>
                    <a:pt x="509968" y="2411857"/>
                  </a:lnTo>
                  <a:lnTo>
                    <a:pt x="485355" y="2443670"/>
                  </a:lnTo>
                  <a:lnTo>
                    <a:pt x="457695" y="2474290"/>
                  </a:lnTo>
                  <a:lnTo>
                    <a:pt x="425475" y="2503144"/>
                  </a:lnTo>
                  <a:lnTo>
                    <a:pt x="387184" y="2529649"/>
                  </a:lnTo>
                  <a:lnTo>
                    <a:pt x="341287" y="2553208"/>
                  </a:lnTo>
                  <a:lnTo>
                    <a:pt x="286270" y="2573223"/>
                  </a:lnTo>
                  <a:lnTo>
                    <a:pt x="220624" y="2589111"/>
                  </a:lnTo>
                  <a:lnTo>
                    <a:pt x="142824" y="2600287"/>
                  </a:lnTo>
                  <a:lnTo>
                    <a:pt x="98882" y="2603919"/>
                  </a:lnTo>
                  <a:lnTo>
                    <a:pt x="51346" y="2606154"/>
                  </a:lnTo>
                  <a:lnTo>
                    <a:pt x="0" y="2606916"/>
                  </a:lnTo>
                  <a:lnTo>
                    <a:pt x="0" y="2777299"/>
                  </a:lnTo>
                  <a:lnTo>
                    <a:pt x="53809" y="2776677"/>
                  </a:lnTo>
                  <a:lnTo>
                    <a:pt x="103441" y="2774861"/>
                  </a:lnTo>
                  <a:lnTo>
                    <a:pt x="149110" y="2771902"/>
                  </a:lnTo>
                  <a:lnTo>
                    <a:pt x="191046" y="2767888"/>
                  </a:lnTo>
                  <a:lnTo>
                    <a:pt x="229463" y="2762859"/>
                  </a:lnTo>
                  <a:lnTo>
                    <a:pt x="296633" y="2750020"/>
                  </a:lnTo>
                  <a:lnTo>
                    <a:pt x="352348" y="2733903"/>
                  </a:lnTo>
                  <a:lnTo>
                    <a:pt x="398399" y="2715031"/>
                  </a:lnTo>
                  <a:lnTo>
                    <a:pt x="436537" y="2693873"/>
                  </a:lnTo>
                  <a:lnTo>
                    <a:pt x="468515" y="2670962"/>
                  </a:lnTo>
                  <a:lnTo>
                    <a:pt x="508787" y="2634386"/>
                  </a:lnTo>
                  <a:lnTo>
                    <a:pt x="545096" y="2596667"/>
                  </a:lnTo>
                  <a:lnTo>
                    <a:pt x="557352" y="2584145"/>
                  </a:lnTo>
                  <a:lnTo>
                    <a:pt x="597623" y="2547556"/>
                  </a:lnTo>
                  <a:lnTo>
                    <a:pt x="629602" y="2524645"/>
                  </a:lnTo>
                  <a:lnTo>
                    <a:pt x="667727" y="2503487"/>
                  </a:lnTo>
                  <a:lnTo>
                    <a:pt x="713778" y="2484615"/>
                  </a:lnTo>
                  <a:lnTo>
                    <a:pt x="769505" y="2468499"/>
                  </a:lnTo>
                  <a:lnTo>
                    <a:pt x="836663" y="2455672"/>
                  </a:lnTo>
                  <a:lnTo>
                    <a:pt x="875093" y="2450630"/>
                  </a:lnTo>
                  <a:lnTo>
                    <a:pt x="917028" y="2446617"/>
                  </a:lnTo>
                  <a:lnTo>
                    <a:pt x="962698" y="2443657"/>
                  </a:lnTo>
                  <a:lnTo>
                    <a:pt x="1012329" y="2441841"/>
                  </a:lnTo>
                  <a:lnTo>
                    <a:pt x="1066139" y="2441232"/>
                  </a:lnTo>
                  <a:lnTo>
                    <a:pt x="1066139" y="2152015"/>
                  </a:lnTo>
                  <a:close/>
                </a:path>
                <a:path w="8174355" h="2777490">
                  <a:moveTo>
                    <a:pt x="2843047" y="2359088"/>
                  </a:moveTo>
                  <a:lnTo>
                    <a:pt x="2787916" y="2358682"/>
                  </a:lnTo>
                  <a:lnTo>
                    <a:pt x="2737167" y="2357513"/>
                  </a:lnTo>
                  <a:lnTo>
                    <a:pt x="2690571" y="2355596"/>
                  </a:lnTo>
                  <a:lnTo>
                    <a:pt x="2647899" y="2353005"/>
                  </a:lnTo>
                  <a:lnTo>
                    <a:pt x="2608897" y="2349754"/>
                  </a:lnTo>
                  <a:lnTo>
                    <a:pt x="2540978" y="2341473"/>
                  </a:lnTo>
                  <a:lnTo>
                    <a:pt x="2484920" y="2331097"/>
                  </a:lnTo>
                  <a:lnTo>
                    <a:pt x="2438819" y="2318956"/>
                  </a:lnTo>
                  <a:lnTo>
                    <a:pt x="2400795" y="2305405"/>
                  </a:lnTo>
                  <a:lnTo>
                    <a:pt x="2354719" y="2283129"/>
                  </a:lnTo>
                  <a:lnTo>
                    <a:pt x="2291384" y="2243632"/>
                  </a:lnTo>
                  <a:lnTo>
                    <a:pt x="2278596" y="2235746"/>
                  </a:lnTo>
                  <a:lnTo>
                    <a:pt x="2235733" y="2212911"/>
                  </a:lnTo>
                  <a:lnTo>
                    <a:pt x="2181123" y="2192134"/>
                  </a:lnTo>
                  <a:lnTo>
                    <a:pt x="2135035" y="2180005"/>
                  </a:lnTo>
                  <a:lnTo>
                    <a:pt x="2078977" y="2169630"/>
                  </a:lnTo>
                  <a:lnTo>
                    <a:pt x="2011057" y="2161349"/>
                  </a:lnTo>
                  <a:lnTo>
                    <a:pt x="1972056" y="2158098"/>
                  </a:lnTo>
                  <a:lnTo>
                    <a:pt x="1929371" y="2155494"/>
                  </a:lnTo>
                  <a:lnTo>
                    <a:pt x="1882775" y="2153589"/>
                  </a:lnTo>
                  <a:lnTo>
                    <a:pt x="1832038" y="2152408"/>
                  </a:lnTo>
                  <a:lnTo>
                    <a:pt x="1776907" y="2152015"/>
                  </a:lnTo>
                  <a:lnTo>
                    <a:pt x="1776907" y="2441232"/>
                  </a:lnTo>
                  <a:lnTo>
                    <a:pt x="1833422" y="2441498"/>
                  </a:lnTo>
                  <a:lnTo>
                    <a:pt x="1885340" y="2442311"/>
                  </a:lnTo>
                  <a:lnTo>
                    <a:pt x="1932889" y="2443632"/>
                  </a:lnTo>
                  <a:lnTo>
                    <a:pt x="1976323" y="2445410"/>
                  </a:lnTo>
                  <a:lnTo>
                    <a:pt x="2015921" y="2447645"/>
                  </a:lnTo>
                  <a:lnTo>
                    <a:pt x="2084603" y="2453335"/>
                  </a:lnTo>
                  <a:lnTo>
                    <a:pt x="2140978" y="2460434"/>
                  </a:lnTo>
                  <a:lnTo>
                    <a:pt x="2187079" y="2468727"/>
                  </a:lnTo>
                  <a:lnTo>
                    <a:pt x="2224989" y="2477973"/>
                  </a:lnTo>
                  <a:lnTo>
                    <a:pt x="2270937" y="2493086"/>
                  </a:lnTo>
                  <a:lnTo>
                    <a:pt x="2335568" y="2519680"/>
                  </a:lnTo>
                  <a:lnTo>
                    <a:pt x="2349004" y="2524937"/>
                  </a:lnTo>
                  <a:lnTo>
                    <a:pt x="2394953" y="2540050"/>
                  </a:lnTo>
                  <a:lnTo>
                    <a:pt x="2432862" y="2549296"/>
                  </a:lnTo>
                  <a:lnTo>
                    <a:pt x="2478976" y="2557589"/>
                  </a:lnTo>
                  <a:lnTo>
                    <a:pt x="2535339" y="2564688"/>
                  </a:lnTo>
                  <a:lnTo>
                    <a:pt x="2604020" y="2570378"/>
                  </a:lnTo>
                  <a:lnTo>
                    <a:pt x="2643619" y="2572613"/>
                  </a:lnTo>
                  <a:lnTo>
                    <a:pt x="2687066" y="2574404"/>
                  </a:lnTo>
                  <a:lnTo>
                    <a:pt x="2734614" y="2575712"/>
                  </a:lnTo>
                  <a:lnTo>
                    <a:pt x="2786519" y="2576525"/>
                  </a:lnTo>
                  <a:lnTo>
                    <a:pt x="2843047" y="2576804"/>
                  </a:lnTo>
                  <a:lnTo>
                    <a:pt x="2843047" y="2359088"/>
                  </a:lnTo>
                  <a:close/>
                </a:path>
                <a:path w="8174355" h="2777490">
                  <a:moveTo>
                    <a:pt x="4619955" y="0"/>
                  </a:moveTo>
                  <a:lnTo>
                    <a:pt x="4564126" y="4699"/>
                  </a:lnTo>
                  <a:lnTo>
                    <a:pt x="4512805" y="18440"/>
                  </a:lnTo>
                  <a:lnTo>
                    <a:pt x="4465739" y="40741"/>
                  </a:lnTo>
                  <a:lnTo>
                    <a:pt x="4422686" y="71107"/>
                  </a:lnTo>
                  <a:lnTo>
                    <a:pt x="4383392" y="109029"/>
                  </a:lnTo>
                  <a:lnTo>
                    <a:pt x="4347603" y="154025"/>
                  </a:lnTo>
                  <a:lnTo>
                    <a:pt x="4315091" y="205600"/>
                  </a:lnTo>
                  <a:lnTo>
                    <a:pt x="4285589" y="263245"/>
                  </a:lnTo>
                  <a:lnTo>
                    <a:pt x="4258869" y="326478"/>
                  </a:lnTo>
                  <a:lnTo>
                    <a:pt x="4234675" y="394792"/>
                  </a:lnTo>
                  <a:lnTo>
                    <a:pt x="4212768" y="467690"/>
                  </a:lnTo>
                  <a:lnTo>
                    <a:pt x="4202582" y="505714"/>
                  </a:lnTo>
                  <a:lnTo>
                    <a:pt x="4192892" y="544690"/>
                  </a:lnTo>
                  <a:lnTo>
                    <a:pt x="4183634" y="584568"/>
                  </a:lnTo>
                  <a:lnTo>
                    <a:pt x="4174794" y="625271"/>
                  </a:lnTo>
                  <a:lnTo>
                    <a:pt x="4166349" y="666762"/>
                  </a:lnTo>
                  <a:lnTo>
                    <a:pt x="4158246" y="708964"/>
                  </a:lnTo>
                  <a:lnTo>
                    <a:pt x="4150474" y="751827"/>
                  </a:lnTo>
                  <a:lnTo>
                    <a:pt x="4142994" y="795261"/>
                  </a:lnTo>
                  <a:lnTo>
                    <a:pt x="4135780" y="839228"/>
                  </a:lnTo>
                  <a:lnTo>
                    <a:pt x="4128795" y="883666"/>
                  </a:lnTo>
                  <a:lnTo>
                    <a:pt x="4122001" y="928509"/>
                  </a:lnTo>
                  <a:lnTo>
                    <a:pt x="4115384" y="973683"/>
                  </a:lnTo>
                  <a:lnTo>
                    <a:pt x="4102531" y="1064818"/>
                  </a:lnTo>
                  <a:lnTo>
                    <a:pt x="4064851" y="1339951"/>
                  </a:lnTo>
                  <a:lnTo>
                    <a:pt x="4051757" y="1430578"/>
                  </a:lnTo>
                  <a:lnTo>
                    <a:pt x="4044962" y="1475422"/>
                  </a:lnTo>
                  <a:lnTo>
                    <a:pt x="4037977" y="1519859"/>
                  </a:lnTo>
                  <a:lnTo>
                    <a:pt x="4030764" y="1563827"/>
                  </a:lnTo>
                  <a:lnTo>
                    <a:pt x="4023283" y="1607273"/>
                  </a:lnTo>
                  <a:lnTo>
                    <a:pt x="4015511" y="1650123"/>
                  </a:lnTo>
                  <a:lnTo>
                    <a:pt x="4007408" y="1692325"/>
                  </a:lnTo>
                  <a:lnTo>
                    <a:pt x="3998963" y="1733816"/>
                  </a:lnTo>
                  <a:lnTo>
                    <a:pt x="3990124" y="1774532"/>
                  </a:lnTo>
                  <a:lnTo>
                    <a:pt x="3980865" y="1814398"/>
                  </a:lnTo>
                  <a:lnTo>
                    <a:pt x="3971175" y="1853387"/>
                  </a:lnTo>
                  <a:lnTo>
                    <a:pt x="3960990" y="1891398"/>
                  </a:lnTo>
                  <a:lnTo>
                    <a:pt x="3950309" y="1928393"/>
                  </a:lnTo>
                  <a:lnTo>
                    <a:pt x="3927284" y="1999056"/>
                  </a:lnTo>
                  <a:lnTo>
                    <a:pt x="3901859" y="2064893"/>
                  </a:lnTo>
                  <a:lnTo>
                    <a:pt x="3873779" y="2125395"/>
                  </a:lnTo>
                  <a:lnTo>
                    <a:pt x="3842804" y="2180069"/>
                  </a:lnTo>
                  <a:lnTo>
                    <a:pt x="3808692" y="2228405"/>
                  </a:lnTo>
                  <a:lnTo>
                    <a:pt x="3771176" y="2269934"/>
                  </a:lnTo>
                  <a:lnTo>
                    <a:pt x="3730028" y="2304148"/>
                  </a:lnTo>
                  <a:lnTo>
                    <a:pt x="3684994" y="2330539"/>
                  </a:lnTo>
                  <a:lnTo>
                    <a:pt x="3635832" y="2348623"/>
                  </a:lnTo>
                  <a:lnTo>
                    <a:pt x="3582301" y="2357907"/>
                  </a:lnTo>
                  <a:lnTo>
                    <a:pt x="3553803" y="2359088"/>
                  </a:lnTo>
                  <a:lnTo>
                    <a:pt x="3553803" y="2576804"/>
                  </a:lnTo>
                  <a:lnTo>
                    <a:pt x="3613340" y="2572016"/>
                  </a:lnTo>
                  <a:lnTo>
                    <a:pt x="3667734" y="2558008"/>
                  </a:lnTo>
                  <a:lnTo>
                    <a:pt x="3717302" y="2535326"/>
                  </a:lnTo>
                  <a:lnTo>
                    <a:pt x="3762349" y="2504516"/>
                  </a:lnTo>
                  <a:lnTo>
                    <a:pt x="3803180" y="2466111"/>
                  </a:lnTo>
                  <a:lnTo>
                    <a:pt x="3840086" y="2420658"/>
                  </a:lnTo>
                  <a:lnTo>
                    <a:pt x="3873373" y="2368702"/>
                  </a:lnTo>
                  <a:lnTo>
                    <a:pt x="3903332" y="2310777"/>
                  </a:lnTo>
                  <a:lnTo>
                    <a:pt x="3930294" y="2247430"/>
                  </a:lnTo>
                  <a:lnTo>
                    <a:pt x="3954526" y="2179205"/>
                  </a:lnTo>
                  <a:lnTo>
                    <a:pt x="3976344" y="2106650"/>
                  </a:lnTo>
                  <a:lnTo>
                    <a:pt x="3986453" y="2068906"/>
                  </a:lnTo>
                  <a:lnTo>
                    <a:pt x="3996055" y="2030285"/>
                  </a:lnTo>
                  <a:lnTo>
                    <a:pt x="4005211" y="1990864"/>
                  </a:lnTo>
                  <a:lnTo>
                    <a:pt x="4013962" y="1950681"/>
                  </a:lnTo>
                  <a:lnTo>
                    <a:pt x="4022331" y="1909826"/>
                  </a:lnTo>
                  <a:lnTo>
                    <a:pt x="4030357" y="1868360"/>
                  </a:lnTo>
                  <a:lnTo>
                    <a:pt x="4038079" y="1826348"/>
                  </a:lnTo>
                  <a:lnTo>
                    <a:pt x="4045547" y="1783867"/>
                  </a:lnTo>
                  <a:lnTo>
                    <a:pt x="4052773" y="1740979"/>
                  </a:lnTo>
                  <a:lnTo>
                    <a:pt x="4059821" y="1697761"/>
                  </a:lnTo>
                  <a:lnTo>
                    <a:pt x="4066717" y="1654263"/>
                  </a:lnTo>
                  <a:lnTo>
                    <a:pt x="4100258" y="1435074"/>
                  </a:lnTo>
                  <a:lnTo>
                    <a:pt x="4113936" y="1347876"/>
                  </a:lnTo>
                  <a:lnTo>
                    <a:pt x="4120985" y="1304645"/>
                  </a:lnTo>
                  <a:lnTo>
                    <a:pt x="4128211" y="1261757"/>
                  </a:lnTo>
                  <a:lnTo>
                    <a:pt x="4135678" y="1219276"/>
                  </a:lnTo>
                  <a:lnTo>
                    <a:pt x="4143400" y="1177277"/>
                  </a:lnTo>
                  <a:lnTo>
                    <a:pt x="4151426" y="1135811"/>
                  </a:lnTo>
                  <a:lnTo>
                    <a:pt x="4159796" y="1094955"/>
                  </a:lnTo>
                  <a:lnTo>
                    <a:pt x="4168533" y="1054773"/>
                  </a:lnTo>
                  <a:lnTo>
                    <a:pt x="4177703" y="1015339"/>
                  </a:lnTo>
                  <a:lnTo>
                    <a:pt x="4187304" y="976718"/>
                  </a:lnTo>
                  <a:lnTo>
                    <a:pt x="4197413" y="938987"/>
                  </a:lnTo>
                  <a:lnTo>
                    <a:pt x="4208043" y="902195"/>
                  </a:lnTo>
                  <a:lnTo>
                    <a:pt x="4231030" y="831735"/>
                  </a:lnTo>
                  <a:lnTo>
                    <a:pt x="4256583" y="765886"/>
                  </a:lnTo>
                  <a:lnTo>
                    <a:pt x="4285005" y="705180"/>
                  </a:lnTo>
                  <a:lnTo>
                    <a:pt x="4316590" y="650176"/>
                  </a:lnTo>
                  <a:lnTo>
                    <a:pt x="4351655" y="601408"/>
                  </a:lnTo>
                  <a:lnTo>
                    <a:pt x="4390479" y="559409"/>
                  </a:lnTo>
                  <a:lnTo>
                    <a:pt x="4433379" y="524725"/>
                  </a:lnTo>
                  <a:lnTo>
                    <a:pt x="4480649" y="497916"/>
                  </a:lnTo>
                  <a:lnTo>
                    <a:pt x="4532604" y="479501"/>
                  </a:lnTo>
                  <a:lnTo>
                    <a:pt x="4589526" y="470039"/>
                  </a:lnTo>
                  <a:lnTo>
                    <a:pt x="4619955" y="468833"/>
                  </a:lnTo>
                  <a:lnTo>
                    <a:pt x="4619955" y="0"/>
                  </a:lnTo>
                  <a:close/>
                </a:path>
                <a:path w="8174355" h="2777490">
                  <a:moveTo>
                    <a:pt x="6396850" y="1414868"/>
                  </a:moveTo>
                  <a:lnTo>
                    <a:pt x="6323736" y="1409928"/>
                  </a:lnTo>
                  <a:lnTo>
                    <a:pt x="6258407" y="1395603"/>
                  </a:lnTo>
                  <a:lnTo>
                    <a:pt x="6200305" y="1372577"/>
                  </a:lnTo>
                  <a:lnTo>
                    <a:pt x="6148819" y="1341539"/>
                  </a:lnTo>
                  <a:lnTo>
                    <a:pt x="6103404" y="1303185"/>
                  </a:lnTo>
                  <a:lnTo>
                    <a:pt x="6063462" y="1258227"/>
                  </a:lnTo>
                  <a:lnTo>
                    <a:pt x="6028436" y="1207350"/>
                  </a:lnTo>
                  <a:lnTo>
                    <a:pt x="5997727" y="1151255"/>
                  </a:lnTo>
                  <a:lnTo>
                    <a:pt x="5970778" y="1090637"/>
                  </a:lnTo>
                  <a:lnTo>
                    <a:pt x="5946991" y="1026185"/>
                  </a:lnTo>
                  <a:lnTo>
                    <a:pt x="5925807" y="958596"/>
                  </a:lnTo>
                  <a:lnTo>
                    <a:pt x="5906643" y="888580"/>
                  </a:lnTo>
                  <a:lnTo>
                    <a:pt x="5888926" y="816813"/>
                  </a:lnTo>
                  <a:lnTo>
                    <a:pt x="5855500" y="670852"/>
                  </a:lnTo>
                  <a:lnTo>
                    <a:pt x="5838647" y="598055"/>
                  </a:lnTo>
                  <a:lnTo>
                    <a:pt x="5820918" y="526288"/>
                  </a:lnTo>
                  <a:lnTo>
                    <a:pt x="5801753" y="456272"/>
                  </a:lnTo>
                  <a:lnTo>
                    <a:pt x="5780570" y="388683"/>
                  </a:lnTo>
                  <a:lnTo>
                    <a:pt x="5756795" y="324231"/>
                  </a:lnTo>
                  <a:lnTo>
                    <a:pt x="5729833" y="263613"/>
                  </a:lnTo>
                  <a:lnTo>
                    <a:pt x="5699137" y="207505"/>
                  </a:lnTo>
                  <a:lnTo>
                    <a:pt x="5664098" y="156629"/>
                  </a:lnTo>
                  <a:lnTo>
                    <a:pt x="5624169" y="111671"/>
                  </a:lnTo>
                  <a:lnTo>
                    <a:pt x="5578741" y="73329"/>
                  </a:lnTo>
                  <a:lnTo>
                    <a:pt x="5527268" y="42291"/>
                  </a:lnTo>
                  <a:lnTo>
                    <a:pt x="5469153" y="19265"/>
                  </a:lnTo>
                  <a:lnTo>
                    <a:pt x="5403824" y="4927"/>
                  </a:lnTo>
                  <a:lnTo>
                    <a:pt x="5330710" y="0"/>
                  </a:lnTo>
                  <a:lnTo>
                    <a:pt x="5330710" y="468833"/>
                  </a:lnTo>
                  <a:lnTo>
                    <a:pt x="5369585" y="470027"/>
                  </a:lnTo>
                  <a:lnTo>
                    <a:pt x="5406288" y="473544"/>
                  </a:lnTo>
                  <a:lnTo>
                    <a:pt x="5473535" y="487235"/>
                  </a:lnTo>
                  <a:lnTo>
                    <a:pt x="5533085" y="509219"/>
                  </a:lnTo>
                  <a:lnTo>
                    <a:pt x="5585587" y="538784"/>
                  </a:lnTo>
                  <a:lnTo>
                    <a:pt x="5631688" y="575246"/>
                  </a:lnTo>
                  <a:lnTo>
                    <a:pt x="5671998" y="617931"/>
                  </a:lnTo>
                  <a:lnTo>
                    <a:pt x="5707189" y="666140"/>
                  </a:lnTo>
                  <a:lnTo>
                    <a:pt x="5737898" y="719175"/>
                  </a:lnTo>
                  <a:lnTo>
                    <a:pt x="5764758" y="776351"/>
                  </a:lnTo>
                  <a:lnTo>
                    <a:pt x="5788406" y="836980"/>
                  </a:lnTo>
                  <a:lnTo>
                    <a:pt x="5809500" y="900379"/>
                  </a:lnTo>
                  <a:lnTo>
                    <a:pt x="5828665" y="965835"/>
                  </a:lnTo>
                  <a:lnTo>
                    <a:pt x="5846546" y="1032675"/>
                  </a:lnTo>
                  <a:lnTo>
                    <a:pt x="5881027" y="1167739"/>
                  </a:lnTo>
                  <a:lnTo>
                    <a:pt x="5889841" y="1201293"/>
                  </a:lnTo>
                  <a:lnTo>
                    <a:pt x="5908294" y="1267536"/>
                  </a:lnTo>
                  <a:lnTo>
                    <a:pt x="5928334" y="1332039"/>
                  </a:lnTo>
                  <a:lnTo>
                    <a:pt x="5950623" y="1394142"/>
                  </a:lnTo>
                  <a:lnTo>
                    <a:pt x="5975794" y="1453134"/>
                  </a:lnTo>
                  <a:lnTo>
                    <a:pt x="6004496" y="1508328"/>
                  </a:lnTo>
                  <a:lnTo>
                    <a:pt x="6037364" y="1559026"/>
                  </a:lnTo>
                  <a:lnTo>
                    <a:pt x="6075045" y="1604556"/>
                  </a:lnTo>
                  <a:lnTo>
                    <a:pt x="6118174" y="1644218"/>
                  </a:lnTo>
                  <a:lnTo>
                    <a:pt x="6167386" y="1677327"/>
                  </a:lnTo>
                  <a:lnTo>
                    <a:pt x="6223330" y="1703184"/>
                  </a:lnTo>
                  <a:lnTo>
                    <a:pt x="6286652" y="1721104"/>
                  </a:lnTo>
                  <a:lnTo>
                    <a:pt x="6357988" y="1730387"/>
                  </a:lnTo>
                  <a:lnTo>
                    <a:pt x="6396850" y="1731581"/>
                  </a:lnTo>
                  <a:lnTo>
                    <a:pt x="6396850" y="1414868"/>
                  </a:lnTo>
                  <a:close/>
                </a:path>
                <a:path w="8174355" h="2777490">
                  <a:moveTo>
                    <a:pt x="8173758" y="1686267"/>
                  </a:moveTo>
                  <a:lnTo>
                    <a:pt x="8118627" y="1685747"/>
                  </a:lnTo>
                  <a:lnTo>
                    <a:pt x="8067878" y="1684197"/>
                  </a:lnTo>
                  <a:lnTo>
                    <a:pt x="8021282" y="1681695"/>
                  </a:lnTo>
                  <a:lnTo>
                    <a:pt x="7978610" y="1678292"/>
                  </a:lnTo>
                  <a:lnTo>
                    <a:pt x="7939608" y="1674025"/>
                  </a:lnTo>
                  <a:lnTo>
                    <a:pt x="7871688" y="1663179"/>
                  </a:lnTo>
                  <a:lnTo>
                    <a:pt x="7815631" y="1649577"/>
                  </a:lnTo>
                  <a:lnTo>
                    <a:pt x="7769530" y="1633677"/>
                  </a:lnTo>
                  <a:lnTo>
                    <a:pt x="7731506" y="1615909"/>
                  </a:lnTo>
                  <a:lnTo>
                    <a:pt x="7685443" y="1586712"/>
                  </a:lnTo>
                  <a:lnTo>
                    <a:pt x="7622108" y="1534934"/>
                  </a:lnTo>
                  <a:lnTo>
                    <a:pt x="7609319" y="1524609"/>
                  </a:lnTo>
                  <a:lnTo>
                    <a:pt x="7566457" y="1494675"/>
                  </a:lnTo>
                  <a:lnTo>
                    <a:pt x="7531748" y="1476133"/>
                  </a:lnTo>
                  <a:lnTo>
                    <a:pt x="7489926" y="1459242"/>
                  </a:lnTo>
                  <a:lnTo>
                    <a:pt x="7439088" y="1444434"/>
                  </a:lnTo>
                  <a:lnTo>
                    <a:pt x="7377328" y="1432153"/>
                  </a:lnTo>
                  <a:lnTo>
                    <a:pt x="7302767" y="1422844"/>
                  </a:lnTo>
                  <a:lnTo>
                    <a:pt x="7260095" y="1419428"/>
                  </a:lnTo>
                  <a:lnTo>
                    <a:pt x="7213498" y="1416926"/>
                  </a:lnTo>
                  <a:lnTo>
                    <a:pt x="7162749" y="1415389"/>
                  </a:lnTo>
                  <a:lnTo>
                    <a:pt x="7107618" y="1414868"/>
                  </a:lnTo>
                  <a:lnTo>
                    <a:pt x="7107618" y="1731581"/>
                  </a:lnTo>
                  <a:lnTo>
                    <a:pt x="7161428" y="1732153"/>
                  </a:lnTo>
                  <a:lnTo>
                    <a:pt x="7211060" y="1733791"/>
                  </a:lnTo>
                  <a:lnTo>
                    <a:pt x="7256729" y="1736445"/>
                  </a:lnTo>
                  <a:lnTo>
                    <a:pt x="7298664" y="1740077"/>
                  </a:lnTo>
                  <a:lnTo>
                    <a:pt x="7337082" y="1744611"/>
                  </a:lnTo>
                  <a:lnTo>
                    <a:pt x="7404252" y="1756194"/>
                  </a:lnTo>
                  <a:lnTo>
                    <a:pt x="7459980" y="1770735"/>
                  </a:lnTo>
                  <a:lnTo>
                    <a:pt x="7506030" y="1787766"/>
                  </a:lnTo>
                  <a:lnTo>
                    <a:pt x="7544155" y="1806854"/>
                  </a:lnTo>
                  <a:lnTo>
                    <a:pt x="7590371" y="1838312"/>
                  </a:lnTo>
                  <a:lnTo>
                    <a:pt x="7628661" y="1871827"/>
                  </a:lnTo>
                  <a:lnTo>
                    <a:pt x="7652715" y="1894560"/>
                  </a:lnTo>
                  <a:lnTo>
                    <a:pt x="7664971" y="1905863"/>
                  </a:lnTo>
                  <a:lnTo>
                    <a:pt x="7705242" y="1938858"/>
                  </a:lnTo>
                  <a:lnTo>
                    <a:pt x="7755407" y="1969300"/>
                  </a:lnTo>
                  <a:lnTo>
                    <a:pt x="7797279" y="1987423"/>
                  </a:lnTo>
                  <a:lnTo>
                    <a:pt x="7847952" y="2003259"/>
                  </a:lnTo>
                  <a:lnTo>
                    <a:pt x="7909166" y="2016379"/>
                  </a:lnTo>
                  <a:lnTo>
                    <a:pt x="7982712" y="2026310"/>
                  </a:lnTo>
                  <a:lnTo>
                    <a:pt x="8024647" y="2029942"/>
                  </a:lnTo>
                  <a:lnTo>
                    <a:pt x="8070316" y="2032596"/>
                  </a:lnTo>
                  <a:lnTo>
                    <a:pt x="8119948" y="2034235"/>
                  </a:lnTo>
                  <a:lnTo>
                    <a:pt x="8173758" y="2034794"/>
                  </a:lnTo>
                  <a:lnTo>
                    <a:pt x="8173758" y="1686267"/>
                  </a:lnTo>
                  <a:close/>
                </a:path>
              </a:pathLst>
            </a:custGeom>
            <a:solidFill>
              <a:srgbClr val="6f9dda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1" name="object 27"/>
            <p:cNvSpPr/>
            <p:nvPr/>
          </p:nvSpPr>
          <p:spPr>
            <a:xfrm>
              <a:off x="2580480" y="3467520"/>
              <a:ext cx="8174160" cy="303480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3034800"/>
                <a:gd name="textAreaBottom" fmla="*/ 3035160 h 3034800"/>
              </a:gdLst>
              <a:ahLst/>
              <a:rect l="textAreaLeft" t="textAreaTop" r="textAreaRight" b="textAreaBottom"/>
              <a:pathLst>
                <a:path w="8174355" h="3035300">
                  <a:moveTo>
                    <a:pt x="1066139" y="0"/>
                  </a:moveTo>
                  <a:lnTo>
                    <a:pt x="1012329" y="647"/>
                  </a:lnTo>
                  <a:lnTo>
                    <a:pt x="962698" y="2552"/>
                  </a:lnTo>
                  <a:lnTo>
                    <a:pt x="917028" y="5638"/>
                  </a:lnTo>
                  <a:lnTo>
                    <a:pt x="875093" y="9829"/>
                  </a:lnTo>
                  <a:lnTo>
                    <a:pt x="836663" y="15087"/>
                  </a:lnTo>
                  <a:lnTo>
                    <a:pt x="769505" y="28498"/>
                  </a:lnTo>
                  <a:lnTo>
                    <a:pt x="713778" y="45326"/>
                  </a:lnTo>
                  <a:lnTo>
                    <a:pt x="667727" y="65049"/>
                  </a:lnTo>
                  <a:lnTo>
                    <a:pt x="629602" y="87147"/>
                  </a:lnTo>
                  <a:lnTo>
                    <a:pt x="597623" y="111086"/>
                  </a:lnTo>
                  <a:lnTo>
                    <a:pt x="557352" y="149301"/>
                  </a:lnTo>
                  <a:lnTo>
                    <a:pt x="521042" y="188696"/>
                  </a:lnTo>
                  <a:lnTo>
                    <a:pt x="508787" y="201790"/>
                  </a:lnTo>
                  <a:lnTo>
                    <a:pt x="468515" y="240004"/>
                  </a:lnTo>
                  <a:lnTo>
                    <a:pt x="436537" y="263944"/>
                  </a:lnTo>
                  <a:lnTo>
                    <a:pt x="398399" y="286042"/>
                  </a:lnTo>
                  <a:lnTo>
                    <a:pt x="352348" y="305765"/>
                  </a:lnTo>
                  <a:lnTo>
                    <a:pt x="296633" y="322592"/>
                  </a:lnTo>
                  <a:lnTo>
                    <a:pt x="229463" y="336003"/>
                  </a:lnTo>
                  <a:lnTo>
                    <a:pt x="191046" y="341261"/>
                  </a:lnTo>
                  <a:lnTo>
                    <a:pt x="149110" y="345465"/>
                  </a:lnTo>
                  <a:lnTo>
                    <a:pt x="103441" y="348538"/>
                  </a:lnTo>
                  <a:lnTo>
                    <a:pt x="53809" y="350443"/>
                  </a:lnTo>
                  <a:lnTo>
                    <a:pt x="0" y="351091"/>
                  </a:lnTo>
                  <a:lnTo>
                    <a:pt x="0" y="797915"/>
                  </a:lnTo>
                  <a:lnTo>
                    <a:pt x="52539" y="797267"/>
                  </a:lnTo>
                  <a:lnTo>
                    <a:pt x="101117" y="795337"/>
                  </a:lnTo>
                  <a:lnTo>
                    <a:pt x="145897" y="792200"/>
                  </a:lnTo>
                  <a:lnTo>
                    <a:pt x="187121" y="787920"/>
                  </a:lnTo>
                  <a:lnTo>
                    <a:pt x="224967" y="782561"/>
                  </a:lnTo>
                  <a:lnTo>
                    <a:pt x="291363" y="768896"/>
                  </a:lnTo>
                  <a:lnTo>
                    <a:pt x="346748" y="751700"/>
                  </a:lnTo>
                  <a:lnTo>
                    <a:pt x="392722" y="731494"/>
                  </a:lnTo>
                  <a:lnTo>
                    <a:pt x="430949" y="708825"/>
                  </a:lnTo>
                  <a:lnTo>
                    <a:pt x="463042" y="684199"/>
                  </a:lnTo>
                  <a:lnTo>
                    <a:pt x="503288" y="644728"/>
                  </a:lnTo>
                  <a:lnTo>
                    <a:pt x="550735" y="590118"/>
                  </a:lnTo>
                  <a:lnTo>
                    <a:pt x="562851" y="576541"/>
                  </a:lnTo>
                  <a:lnTo>
                    <a:pt x="603084" y="537070"/>
                  </a:lnTo>
                  <a:lnTo>
                    <a:pt x="635190" y="512432"/>
                  </a:lnTo>
                  <a:lnTo>
                    <a:pt x="673417" y="489762"/>
                  </a:lnTo>
                  <a:lnTo>
                    <a:pt x="719391" y="469569"/>
                  </a:lnTo>
                  <a:lnTo>
                    <a:pt x="774776" y="452374"/>
                  </a:lnTo>
                  <a:lnTo>
                    <a:pt x="841171" y="438696"/>
                  </a:lnTo>
                  <a:lnTo>
                    <a:pt x="879017" y="433349"/>
                  </a:lnTo>
                  <a:lnTo>
                    <a:pt x="920242" y="429069"/>
                  </a:lnTo>
                  <a:lnTo>
                    <a:pt x="965022" y="425932"/>
                  </a:lnTo>
                  <a:lnTo>
                    <a:pt x="1013587" y="424002"/>
                  </a:lnTo>
                  <a:lnTo>
                    <a:pt x="1066139" y="423341"/>
                  </a:lnTo>
                  <a:lnTo>
                    <a:pt x="1066139" y="0"/>
                  </a:lnTo>
                  <a:close/>
                </a:path>
                <a:path w="8174355" h="3035300">
                  <a:moveTo>
                    <a:pt x="2843047" y="1357668"/>
                  </a:moveTo>
                  <a:lnTo>
                    <a:pt x="2804833" y="1356423"/>
                  </a:lnTo>
                  <a:lnTo>
                    <a:pt x="2734614" y="1346771"/>
                  </a:lnTo>
                  <a:lnTo>
                    <a:pt x="2672143" y="1328153"/>
                  </a:lnTo>
                  <a:lnTo>
                    <a:pt x="2616809" y="1301267"/>
                  </a:lnTo>
                  <a:lnTo>
                    <a:pt x="2568016" y="1266812"/>
                  </a:lnTo>
                  <a:lnTo>
                    <a:pt x="2525153" y="1225486"/>
                  </a:lnTo>
                  <a:lnTo>
                    <a:pt x="2487599" y="1178013"/>
                  </a:lnTo>
                  <a:lnTo>
                    <a:pt x="2454757" y="1125080"/>
                  </a:lnTo>
                  <a:lnTo>
                    <a:pt x="2426030" y="1067409"/>
                  </a:lnTo>
                  <a:lnTo>
                    <a:pt x="2400795" y="1005674"/>
                  </a:lnTo>
                  <a:lnTo>
                    <a:pt x="2378443" y="940612"/>
                  </a:lnTo>
                  <a:lnTo>
                    <a:pt x="2358377" y="872896"/>
                  </a:lnTo>
                  <a:lnTo>
                    <a:pt x="2339975" y="803249"/>
                  </a:lnTo>
                  <a:lnTo>
                    <a:pt x="2288730" y="589737"/>
                  </a:lnTo>
                  <a:lnTo>
                    <a:pt x="2279967" y="554418"/>
                  </a:lnTo>
                  <a:lnTo>
                    <a:pt x="2261578" y="484771"/>
                  </a:lnTo>
                  <a:lnTo>
                    <a:pt x="2241499" y="417055"/>
                  </a:lnTo>
                  <a:lnTo>
                    <a:pt x="2219160" y="351993"/>
                  </a:lnTo>
                  <a:lnTo>
                    <a:pt x="2193912" y="290258"/>
                  </a:lnTo>
                  <a:lnTo>
                    <a:pt x="2165185" y="232587"/>
                  </a:lnTo>
                  <a:lnTo>
                    <a:pt x="2132342" y="179654"/>
                  </a:lnTo>
                  <a:lnTo>
                    <a:pt x="2094801" y="132181"/>
                  </a:lnTo>
                  <a:lnTo>
                    <a:pt x="2051926" y="90855"/>
                  </a:lnTo>
                  <a:lnTo>
                    <a:pt x="2003132" y="56400"/>
                  </a:lnTo>
                  <a:lnTo>
                    <a:pt x="1947811" y="29514"/>
                  </a:lnTo>
                  <a:lnTo>
                    <a:pt x="1885340" y="10896"/>
                  </a:lnTo>
                  <a:lnTo>
                    <a:pt x="1815109" y="1244"/>
                  </a:lnTo>
                  <a:lnTo>
                    <a:pt x="1776907" y="0"/>
                  </a:lnTo>
                  <a:lnTo>
                    <a:pt x="1776907" y="423341"/>
                  </a:lnTo>
                  <a:lnTo>
                    <a:pt x="1816455" y="424535"/>
                  </a:lnTo>
                  <a:lnTo>
                    <a:pt x="1853780" y="428040"/>
                  </a:lnTo>
                  <a:lnTo>
                    <a:pt x="1922018" y="441655"/>
                  </a:lnTo>
                  <a:lnTo>
                    <a:pt x="1982317" y="463499"/>
                  </a:lnTo>
                  <a:lnTo>
                    <a:pt x="2035340" y="492848"/>
                  </a:lnTo>
                  <a:lnTo>
                    <a:pt x="2081771" y="529031"/>
                  </a:lnTo>
                  <a:lnTo>
                    <a:pt x="2122271" y="571347"/>
                  </a:lnTo>
                  <a:lnTo>
                    <a:pt x="2157526" y="619074"/>
                  </a:lnTo>
                  <a:lnTo>
                    <a:pt x="2188222" y="671525"/>
                  </a:lnTo>
                  <a:lnTo>
                    <a:pt x="2215019" y="728002"/>
                  </a:lnTo>
                  <a:lnTo>
                    <a:pt x="2238603" y="787793"/>
                  </a:lnTo>
                  <a:lnTo>
                    <a:pt x="2259647" y="850226"/>
                  </a:lnTo>
                  <a:lnTo>
                    <a:pt x="2278837" y="914565"/>
                  </a:lnTo>
                  <a:lnTo>
                    <a:pt x="2296845" y="980147"/>
                  </a:lnTo>
                  <a:lnTo>
                    <a:pt x="2331999" y="1112164"/>
                  </a:lnTo>
                  <a:lnTo>
                    <a:pt x="2341105" y="1144841"/>
                  </a:lnTo>
                  <a:lnTo>
                    <a:pt x="2360295" y="1209192"/>
                  </a:lnTo>
                  <a:lnTo>
                    <a:pt x="2381339" y="1271612"/>
                  </a:lnTo>
                  <a:lnTo>
                    <a:pt x="2404922" y="1331404"/>
                  </a:lnTo>
                  <a:lnTo>
                    <a:pt x="2431732" y="1387881"/>
                  </a:lnTo>
                  <a:lnTo>
                    <a:pt x="2462415" y="1440332"/>
                  </a:lnTo>
                  <a:lnTo>
                    <a:pt x="2497683" y="1488071"/>
                  </a:lnTo>
                  <a:lnTo>
                    <a:pt x="2538184" y="1530375"/>
                  </a:lnTo>
                  <a:lnTo>
                    <a:pt x="2584602" y="1566557"/>
                  </a:lnTo>
                  <a:lnTo>
                    <a:pt x="2637625" y="1595920"/>
                  </a:lnTo>
                  <a:lnTo>
                    <a:pt x="2697924" y="1617751"/>
                  </a:lnTo>
                  <a:lnTo>
                    <a:pt x="2766174" y="1631365"/>
                  </a:lnTo>
                  <a:lnTo>
                    <a:pt x="2843047" y="1636064"/>
                  </a:lnTo>
                  <a:lnTo>
                    <a:pt x="2843047" y="1357668"/>
                  </a:lnTo>
                  <a:close/>
                </a:path>
                <a:path w="8174355" h="3035300">
                  <a:moveTo>
                    <a:pt x="4619955" y="2884703"/>
                  </a:moveTo>
                  <a:lnTo>
                    <a:pt x="4550245" y="2879877"/>
                  </a:lnTo>
                  <a:lnTo>
                    <a:pt x="4487608" y="2865856"/>
                  </a:lnTo>
                  <a:lnTo>
                    <a:pt x="4431538" y="2843288"/>
                  </a:lnTo>
                  <a:lnTo>
                    <a:pt x="4381551" y="2812796"/>
                  </a:lnTo>
                  <a:lnTo>
                    <a:pt x="4337139" y="2775039"/>
                  </a:lnTo>
                  <a:lnTo>
                    <a:pt x="4297807" y="2730665"/>
                  </a:lnTo>
                  <a:lnTo>
                    <a:pt x="4263072" y="2680309"/>
                  </a:lnTo>
                  <a:lnTo>
                    <a:pt x="4232427" y="2624632"/>
                  </a:lnTo>
                  <a:lnTo>
                    <a:pt x="4205376" y="2564282"/>
                  </a:lnTo>
                  <a:lnTo>
                    <a:pt x="4181424" y="2499880"/>
                  </a:lnTo>
                  <a:lnTo>
                    <a:pt x="4160075" y="2432088"/>
                  </a:lnTo>
                  <a:lnTo>
                    <a:pt x="4140835" y="2361565"/>
                  </a:lnTo>
                  <a:lnTo>
                    <a:pt x="4123207" y="2288933"/>
                  </a:lnTo>
                  <a:lnTo>
                    <a:pt x="4106697" y="2214842"/>
                  </a:lnTo>
                  <a:lnTo>
                    <a:pt x="4067060" y="2027516"/>
                  </a:lnTo>
                  <a:lnTo>
                    <a:pt x="4058907" y="1990331"/>
                  </a:lnTo>
                  <a:lnTo>
                    <a:pt x="4041902" y="1916899"/>
                  </a:lnTo>
                  <a:lnTo>
                    <a:pt x="4023537" y="1845233"/>
                  </a:lnTo>
                  <a:lnTo>
                    <a:pt x="4003306" y="1775993"/>
                  </a:lnTo>
                  <a:lnTo>
                    <a:pt x="3980713" y="1709813"/>
                  </a:lnTo>
                  <a:lnTo>
                    <a:pt x="3955275" y="1647355"/>
                  </a:lnTo>
                  <a:lnTo>
                    <a:pt x="3926484" y="1589265"/>
                  </a:lnTo>
                  <a:lnTo>
                    <a:pt x="3893858" y="1536166"/>
                  </a:lnTo>
                  <a:lnTo>
                    <a:pt x="3856888" y="1488719"/>
                  </a:lnTo>
                  <a:lnTo>
                    <a:pt x="3815080" y="1447571"/>
                  </a:lnTo>
                  <a:lnTo>
                    <a:pt x="3767950" y="1413370"/>
                  </a:lnTo>
                  <a:lnTo>
                    <a:pt x="3714978" y="1386763"/>
                  </a:lnTo>
                  <a:lnTo>
                    <a:pt x="3655682" y="1368374"/>
                  </a:lnTo>
                  <a:lnTo>
                    <a:pt x="3589578" y="1358874"/>
                  </a:lnTo>
                  <a:lnTo>
                    <a:pt x="3553803" y="1357668"/>
                  </a:lnTo>
                  <a:lnTo>
                    <a:pt x="3553803" y="1636064"/>
                  </a:lnTo>
                  <a:lnTo>
                    <a:pt x="3591369" y="1637296"/>
                  </a:lnTo>
                  <a:lnTo>
                    <a:pt x="3626929" y="1640941"/>
                  </a:lnTo>
                  <a:lnTo>
                    <a:pt x="3692245" y="1655102"/>
                  </a:lnTo>
                  <a:lnTo>
                    <a:pt x="3750360" y="1677873"/>
                  </a:lnTo>
                  <a:lnTo>
                    <a:pt x="3801846" y="1708569"/>
                  </a:lnTo>
                  <a:lnTo>
                    <a:pt x="3847261" y="1746478"/>
                  </a:lnTo>
                  <a:lnTo>
                    <a:pt x="3887203" y="1790928"/>
                  </a:lnTo>
                  <a:lnTo>
                    <a:pt x="3922230" y="1841233"/>
                  </a:lnTo>
                  <a:lnTo>
                    <a:pt x="3952938" y="1896706"/>
                  </a:lnTo>
                  <a:lnTo>
                    <a:pt x="3979888" y="1956650"/>
                  </a:lnTo>
                  <a:lnTo>
                    <a:pt x="4003675" y="2020366"/>
                  </a:lnTo>
                  <a:lnTo>
                    <a:pt x="4024858" y="2087194"/>
                  </a:lnTo>
                  <a:lnTo>
                    <a:pt x="4044023" y="2156422"/>
                  </a:lnTo>
                  <a:lnTo>
                    <a:pt x="4061739" y="2227376"/>
                  </a:lnTo>
                  <a:lnTo>
                    <a:pt x="4095165" y="2371699"/>
                  </a:lnTo>
                  <a:lnTo>
                    <a:pt x="4112018" y="2443683"/>
                  </a:lnTo>
                  <a:lnTo>
                    <a:pt x="4129735" y="2514638"/>
                  </a:lnTo>
                  <a:lnTo>
                    <a:pt x="4148899" y="2583865"/>
                  </a:lnTo>
                  <a:lnTo>
                    <a:pt x="4170083" y="2650693"/>
                  </a:lnTo>
                  <a:lnTo>
                    <a:pt x="4193870" y="2714421"/>
                  </a:lnTo>
                  <a:lnTo>
                    <a:pt x="4220819" y="2774365"/>
                  </a:lnTo>
                  <a:lnTo>
                    <a:pt x="4251528" y="2829826"/>
                  </a:lnTo>
                  <a:lnTo>
                    <a:pt x="4286555" y="2880131"/>
                  </a:lnTo>
                  <a:lnTo>
                    <a:pt x="4326496" y="2924581"/>
                  </a:lnTo>
                  <a:lnTo>
                    <a:pt x="4371911" y="2962503"/>
                  </a:lnTo>
                  <a:lnTo>
                    <a:pt x="4423397" y="2993186"/>
                  </a:lnTo>
                  <a:lnTo>
                    <a:pt x="4481512" y="3015958"/>
                  </a:lnTo>
                  <a:lnTo>
                    <a:pt x="4546828" y="3030131"/>
                  </a:lnTo>
                  <a:lnTo>
                    <a:pt x="4619955" y="3034995"/>
                  </a:lnTo>
                  <a:lnTo>
                    <a:pt x="4619955" y="2884703"/>
                  </a:lnTo>
                  <a:close/>
                </a:path>
                <a:path w="8174355" h="3035300">
                  <a:moveTo>
                    <a:pt x="6396850" y="2027770"/>
                  </a:moveTo>
                  <a:lnTo>
                    <a:pt x="6351714" y="2028875"/>
                  </a:lnTo>
                  <a:lnTo>
                    <a:pt x="6309499" y="2032114"/>
                  </a:lnTo>
                  <a:lnTo>
                    <a:pt x="6270091" y="2037397"/>
                  </a:lnTo>
                  <a:lnTo>
                    <a:pt x="6199162" y="2053729"/>
                  </a:lnTo>
                  <a:lnTo>
                    <a:pt x="6137897" y="2077135"/>
                  </a:lnTo>
                  <a:lnTo>
                    <a:pt x="6085294" y="2106853"/>
                  </a:lnTo>
                  <a:lnTo>
                    <a:pt x="6040310" y="2142159"/>
                  </a:lnTo>
                  <a:lnTo>
                    <a:pt x="6001956" y="2182291"/>
                  </a:lnTo>
                  <a:lnTo>
                    <a:pt x="5969203" y="2226526"/>
                  </a:lnTo>
                  <a:lnTo>
                    <a:pt x="5941022" y="2274100"/>
                  </a:lnTo>
                  <a:lnTo>
                    <a:pt x="5916409" y="2324277"/>
                  </a:lnTo>
                  <a:lnTo>
                    <a:pt x="5894336" y="2376322"/>
                  </a:lnTo>
                  <a:lnTo>
                    <a:pt x="5843625" y="2509672"/>
                  </a:lnTo>
                  <a:lnTo>
                    <a:pt x="5833224" y="2536152"/>
                  </a:lnTo>
                  <a:lnTo>
                    <a:pt x="5811151" y="2588196"/>
                  </a:lnTo>
                  <a:lnTo>
                    <a:pt x="5786539" y="2638374"/>
                  </a:lnTo>
                  <a:lnTo>
                    <a:pt x="5758370" y="2685948"/>
                  </a:lnTo>
                  <a:lnTo>
                    <a:pt x="5725604" y="2730182"/>
                  </a:lnTo>
                  <a:lnTo>
                    <a:pt x="5687250" y="2770314"/>
                  </a:lnTo>
                  <a:lnTo>
                    <a:pt x="5642280" y="2805620"/>
                  </a:lnTo>
                  <a:lnTo>
                    <a:pt x="5589663" y="2835338"/>
                  </a:lnTo>
                  <a:lnTo>
                    <a:pt x="5528411" y="2858744"/>
                  </a:lnTo>
                  <a:lnTo>
                    <a:pt x="5457469" y="2875076"/>
                  </a:lnTo>
                  <a:lnTo>
                    <a:pt x="5418061" y="2880360"/>
                  </a:lnTo>
                  <a:lnTo>
                    <a:pt x="5375846" y="2883598"/>
                  </a:lnTo>
                  <a:lnTo>
                    <a:pt x="5330710" y="2884703"/>
                  </a:lnTo>
                  <a:lnTo>
                    <a:pt x="5330710" y="3034995"/>
                  </a:lnTo>
                  <a:lnTo>
                    <a:pt x="5377739" y="3033941"/>
                  </a:lnTo>
                  <a:lnTo>
                    <a:pt x="5421592" y="3030829"/>
                  </a:lnTo>
                  <a:lnTo>
                    <a:pt x="5462409" y="3025762"/>
                  </a:lnTo>
                  <a:lnTo>
                    <a:pt x="5500332" y="3018815"/>
                  </a:lnTo>
                  <a:lnTo>
                    <a:pt x="5568086" y="2999714"/>
                  </a:lnTo>
                  <a:lnTo>
                    <a:pt x="5626011" y="2974251"/>
                  </a:lnTo>
                  <a:lnTo>
                    <a:pt x="5675261" y="2943199"/>
                  </a:lnTo>
                  <a:lnTo>
                    <a:pt x="5716981" y="2907284"/>
                  </a:lnTo>
                  <a:lnTo>
                    <a:pt x="5752350" y="2867266"/>
                  </a:lnTo>
                  <a:lnTo>
                    <a:pt x="5782513" y="2823883"/>
                  </a:lnTo>
                  <a:lnTo>
                    <a:pt x="5808624" y="2777883"/>
                  </a:lnTo>
                  <a:lnTo>
                    <a:pt x="5831840" y="2730017"/>
                  </a:lnTo>
                  <a:lnTo>
                    <a:pt x="5884837" y="2607094"/>
                  </a:lnTo>
                  <a:lnTo>
                    <a:pt x="5895721" y="2582697"/>
                  </a:lnTo>
                  <a:lnTo>
                    <a:pt x="5918949" y="2534843"/>
                  </a:lnTo>
                  <a:lnTo>
                    <a:pt x="5945060" y="2488844"/>
                  </a:lnTo>
                  <a:lnTo>
                    <a:pt x="5975223" y="2445461"/>
                  </a:lnTo>
                  <a:lnTo>
                    <a:pt x="6010580" y="2405443"/>
                  </a:lnTo>
                  <a:lnTo>
                    <a:pt x="6052312" y="2369528"/>
                  </a:lnTo>
                  <a:lnTo>
                    <a:pt x="6101550" y="2338463"/>
                  </a:lnTo>
                  <a:lnTo>
                    <a:pt x="6159474" y="2313013"/>
                  </a:lnTo>
                  <a:lnTo>
                    <a:pt x="6227229" y="2293899"/>
                  </a:lnTo>
                  <a:lnTo>
                    <a:pt x="6265151" y="2286965"/>
                  </a:lnTo>
                  <a:lnTo>
                    <a:pt x="6305969" y="2281898"/>
                  </a:lnTo>
                  <a:lnTo>
                    <a:pt x="6349822" y="2278786"/>
                  </a:lnTo>
                  <a:lnTo>
                    <a:pt x="6396850" y="2277719"/>
                  </a:lnTo>
                  <a:lnTo>
                    <a:pt x="6396850" y="2027770"/>
                  </a:lnTo>
                  <a:close/>
                </a:path>
                <a:path w="8174355" h="3035300">
                  <a:moveTo>
                    <a:pt x="8173758" y="998639"/>
                  </a:moveTo>
                  <a:lnTo>
                    <a:pt x="8131200" y="999807"/>
                  </a:lnTo>
                  <a:lnTo>
                    <a:pt x="8091233" y="1003261"/>
                  </a:lnTo>
                  <a:lnTo>
                    <a:pt x="8018666" y="1016635"/>
                  </a:lnTo>
                  <a:lnTo>
                    <a:pt x="7955242" y="1038021"/>
                  </a:lnTo>
                  <a:lnTo>
                    <a:pt x="7900073" y="1066660"/>
                  </a:lnTo>
                  <a:lnTo>
                    <a:pt x="7852346" y="1101826"/>
                  </a:lnTo>
                  <a:lnTo>
                    <a:pt x="7811186" y="1142758"/>
                  </a:lnTo>
                  <a:lnTo>
                    <a:pt x="7775765" y="1188720"/>
                  </a:lnTo>
                  <a:lnTo>
                    <a:pt x="7745222" y="1238961"/>
                  </a:lnTo>
                  <a:lnTo>
                    <a:pt x="7718704" y="1292733"/>
                  </a:lnTo>
                  <a:lnTo>
                    <a:pt x="7695374" y="1349311"/>
                  </a:lnTo>
                  <a:lnTo>
                    <a:pt x="7674369" y="1407934"/>
                  </a:lnTo>
                  <a:lnTo>
                    <a:pt x="7654861" y="1467853"/>
                  </a:lnTo>
                  <a:lnTo>
                    <a:pt x="7626515" y="1558556"/>
                  </a:lnTo>
                  <a:lnTo>
                    <a:pt x="7616888" y="1588630"/>
                  </a:lnTo>
                  <a:lnTo>
                    <a:pt x="7596746" y="1648002"/>
                  </a:lnTo>
                  <a:lnTo>
                    <a:pt x="7574686" y="1705686"/>
                  </a:lnTo>
                  <a:lnTo>
                    <a:pt x="7549870" y="1760956"/>
                  </a:lnTo>
                  <a:lnTo>
                    <a:pt x="7521448" y="1813064"/>
                  </a:lnTo>
                  <a:lnTo>
                    <a:pt x="7488568" y="1861261"/>
                  </a:lnTo>
                  <a:lnTo>
                    <a:pt x="7450379" y="1904796"/>
                  </a:lnTo>
                  <a:lnTo>
                    <a:pt x="7406043" y="1942934"/>
                  </a:lnTo>
                  <a:lnTo>
                    <a:pt x="7354697" y="1974926"/>
                  </a:lnTo>
                  <a:lnTo>
                    <a:pt x="7295515" y="2000034"/>
                  </a:lnTo>
                  <a:lnTo>
                    <a:pt x="7227621" y="2017509"/>
                  </a:lnTo>
                  <a:lnTo>
                    <a:pt x="7150176" y="2026602"/>
                  </a:lnTo>
                  <a:lnTo>
                    <a:pt x="7107618" y="2027770"/>
                  </a:lnTo>
                  <a:lnTo>
                    <a:pt x="7107618" y="2277719"/>
                  </a:lnTo>
                  <a:lnTo>
                    <a:pt x="7151865" y="2276589"/>
                  </a:lnTo>
                  <a:lnTo>
                    <a:pt x="7193305" y="2273249"/>
                  </a:lnTo>
                  <a:lnTo>
                    <a:pt x="7232040" y="2267788"/>
                  </a:lnTo>
                  <a:lnTo>
                    <a:pt x="7301941" y="2250897"/>
                  </a:lnTo>
                  <a:lnTo>
                    <a:pt x="7362495" y="2226691"/>
                  </a:lnTo>
                  <a:lnTo>
                    <a:pt x="7414679" y="2195893"/>
                  </a:lnTo>
                  <a:lnTo>
                    <a:pt x="7459459" y="2159279"/>
                  </a:lnTo>
                  <a:lnTo>
                    <a:pt x="7497775" y="2117585"/>
                  </a:lnTo>
                  <a:lnTo>
                    <a:pt x="7530579" y="2071573"/>
                  </a:lnTo>
                  <a:lnTo>
                    <a:pt x="7558849" y="2021992"/>
                  </a:lnTo>
                  <a:lnTo>
                    <a:pt x="7583525" y="1969579"/>
                  </a:lnTo>
                  <a:lnTo>
                    <a:pt x="7605560" y="1915109"/>
                  </a:lnTo>
                  <a:lnTo>
                    <a:pt x="7625931" y="1859318"/>
                  </a:lnTo>
                  <a:lnTo>
                    <a:pt x="7655446" y="1774825"/>
                  </a:lnTo>
                  <a:lnTo>
                    <a:pt x="7665479" y="1746808"/>
                  </a:lnTo>
                  <a:lnTo>
                    <a:pt x="7686561" y="1691589"/>
                  </a:lnTo>
                  <a:lnTo>
                    <a:pt x="7709802" y="1638058"/>
                  </a:lnTo>
                  <a:lnTo>
                    <a:pt x="7736154" y="1586966"/>
                  </a:lnTo>
                  <a:lnTo>
                    <a:pt x="7766571" y="1539074"/>
                  </a:lnTo>
                  <a:lnTo>
                    <a:pt x="7802016" y="1495120"/>
                  </a:lnTo>
                  <a:lnTo>
                    <a:pt x="7843444" y="1455877"/>
                  </a:lnTo>
                  <a:lnTo>
                    <a:pt x="7891805" y="1422069"/>
                  </a:lnTo>
                  <a:lnTo>
                    <a:pt x="7948054" y="1394485"/>
                  </a:lnTo>
                  <a:lnTo>
                    <a:pt x="8013166" y="1373835"/>
                  </a:lnTo>
                  <a:lnTo>
                    <a:pt x="8088084" y="1360906"/>
                  </a:lnTo>
                  <a:lnTo>
                    <a:pt x="8129511" y="1357553"/>
                  </a:lnTo>
                  <a:lnTo>
                    <a:pt x="8173758" y="1356423"/>
                  </a:lnTo>
                  <a:lnTo>
                    <a:pt x="8173758" y="998639"/>
                  </a:lnTo>
                  <a:close/>
                </a:path>
              </a:pathLst>
            </a:custGeom>
            <a:solidFill>
              <a:srgbClr val="6fb0df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2" name="object 28"/>
            <p:cNvSpPr/>
            <p:nvPr/>
          </p:nvSpPr>
          <p:spPr>
            <a:xfrm>
              <a:off x="2580480" y="3890880"/>
              <a:ext cx="8174160" cy="261144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611440"/>
                <a:gd name="textAreaBottom" fmla="*/ 2611800 h 2611440"/>
              </a:gdLst>
              <a:ahLst/>
              <a:rect l="textAreaLeft" t="textAreaTop" r="textAreaRight" b="textAreaBottom"/>
              <a:pathLst>
                <a:path w="8174355" h="2611754">
                  <a:moveTo>
                    <a:pt x="1066139" y="0"/>
                  </a:moveTo>
                  <a:lnTo>
                    <a:pt x="1013587" y="660"/>
                  </a:lnTo>
                  <a:lnTo>
                    <a:pt x="965022" y="2590"/>
                  </a:lnTo>
                  <a:lnTo>
                    <a:pt x="920242" y="5727"/>
                  </a:lnTo>
                  <a:lnTo>
                    <a:pt x="879017" y="10007"/>
                  </a:lnTo>
                  <a:lnTo>
                    <a:pt x="841171" y="15354"/>
                  </a:lnTo>
                  <a:lnTo>
                    <a:pt x="774776" y="29032"/>
                  </a:lnTo>
                  <a:lnTo>
                    <a:pt x="719391" y="46228"/>
                  </a:lnTo>
                  <a:lnTo>
                    <a:pt x="673417" y="66421"/>
                  </a:lnTo>
                  <a:lnTo>
                    <a:pt x="635190" y="89090"/>
                  </a:lnTo>
                  <a:lnTo>
                    <a:pt x="603084" y="113728"/>
                  </a:lnTo>
                  <a:lnTo>
                    <a:pt x="562851" y="153200"/>
                  </a:lnTo>
                  <a:lnTo>
                    <a:pt x="515404" y="207810"/>
                  </a:lnTo>
                  <a:lnTo>
                    <a:pt x="503288" y="221386"/>
                  </a:lnTo>
                  <a:lnTo>
                    <a:pt x="463042" y="260858"/>
                  </a:lnTo>
                  <a:lnTo>
                    <a:pt x="430949" y="285483"/>
                  </a:lnTo>
                  <a:lnTo>
                    <a:pt x="392722" y="308152"/>
                  </a:lnTo>
                  <a:lnTo>
                    <a:pt x="346748" y="328358"/>
                  </a:lnTo>
                  <a:lnTo>
                    <a:pt x="291363" y="345554"/>
                  </a:lnTo>
                  <a:lnTo>
                    <a:pt x="224967" y="359219"/>
                  </a:lnTo>
                  <a:lnTo>
                    <a:pt x="187121" y="364578"/>
                  </a:lnTo>
                  <a:lnTo>
                    <a:pt x="145897" y="368858"/>
                  </a:lnTo>
                  <a:lnTo>
                    <a:pt x="101117" y="371995"/>
                  </a:lnTo>
                  <a:lnTo>
                    <a:pt x="52539" y="373926"/>
                  </a:lnTo>
                  <a:lnTo>
                    <a:pt x="0" y="374573"/>
                  </a:lnTo>
                  <a:lnTo>
                    <a:pt x="0" y="811987"/>
                  </a:lnTo>
                  <a:lnTo>
                    <a:pt x="52539" y="811250"/>
                  </a:lnTo>
                  <a:lnTo>
                    <a:pt x="101117" y="809078"/>
                  </a:lnTo>
                  <a:lnTo>
                    <a:pt x="145897" y="805561"/>
                  </a:lnTo>
                  <a:lnTo>
                    <a:pt x="187121" y="800760"/>
                  </a:lnTo>
                  <a:lnTo>
                    <a:pt x="224967" y="794740"/>
                  </a:lnTo>
                  <a:lnTo>
                    <a:pt x="291363" y="779386"/>
                  </a:lnTo>
                  <a:lnTo>
                    <a:pt x="346748" y="760082"/>
                  </a:lnTo>
                  <a:lnTo>
                    <a:pt x="392722" y="737400"/>
                  </a:lnTo>
                  <a:lnTo>
                    <a:pt x="430949" y="711949"/>
                  </a:lnTo>
                  <a:lnTo>
                    <a:pt x="463042" y="684288"/>
                  </a:lnTo>
                  <a:lnTo>
                    <a:pt x="490651" y="655015"/>
                  </a:lnTo>
                  <a:lnTo>
                    <a:pt x="515404" y="624725"/>
                  </a:lnTo>
                  <a:lnTo>
                    <a:pt x="550735" y="578650"/>
                  </a:lnTo>
                  <a:lnTo>
                    <a:pt x="562851" y="563410"/>
                  </a:lnTo>
                  <a:lnTo>
                    <a:pt x="588822" y="533552"/>
                  </a:lnTo>
                  <a:lnTo>
                    <a:pt x="618477" y="505015"/>
                  </a:lnTo>
                  <a:lnTo>
                    <a:pt x="653427" y="478396"/>
                  </a:lnTo>
                  <a:lnTo>
                    <a:pt x="695325" y="454253"/>
                  </a:lnTo>
                  <a:lnTo>
                    <a:pt x="745807" y="433184"/>
                  </a:lnTo>
                  <a:lnTo>
                    <a:pt x="806488" y="415772"/>
                  </a:lnTo>
                  <a:lnTo>
                    <a:pt x="879017" y="402615"/>
                  </a:lnTo>
                  <a:lnTo>
                    <a:pt x="920242" y="397814"/>
                  </a:lnTo>
                  <a:lnTo>
                    <a:pt x="965022" y="394296"/>
                  </a:lnTo>
                  <a:lnTo>
                    <a:pt x="1013587" y="392125"/>
                  </a:lnTo>
                  <a:lnTo>
                    <a:pt x="1066139" y="391388"/>
                  </a:lnTo>
                  <a:lnTo>
                    <a:pt x="1066139" y="0"/>
                  </a:lnTo>
                  <a:close/>
                </a:path>
                <a:path w="8174355" h="2611754">
                  <a:moveTo>
                    <a:pt x="2843047" y="2180844"/>
                  </a:moveTo>
                  <a:lnTo>
                    <a:pt x="2784297" y="2176018"/>
                  </a:lnTo>
                  <a:lnTo>
                    <a:pt x="2730538" y="2161908"/>
                  </a:lnTo>
                  <a:lnTo>
                    <a:pt x="2681490" y="2139061"/>
                  </a:lnTo>
                  <a:lnTo>
                    <a:pt x="2636850" y="2108009"/>
                  </a:lnTo>
                  <a:lnTo>
                    <a:pt x="2596337" y="2069274"/>
                  </a:lnTo>
                  <a:lnTo>
                    <a:pt x="2559659" y="2023427"/>
                  </a:lnTo>
                  <a:lnTo>
                    <a:pt x="2526525" y="1970976"/>
                  </a:lnTo>
                  <a:lnTo>
                    <a:pt x="2496642" y="1912467"/>
                  </a:lnTo>
                  <a:lnTo>
                    <a:pt x="2469731" y="1848446"/>
                  </a:lnTo>
                  <a:lnTo>
                    <a:pt x="2445499" y="1779447"/>
                  </a:lnTo>
                  <a:lnTo>
                    <a:pt x="2423655" y="1706016"/>
                  </a:lnTo>
                  <a:lnTo>
                    <a:pt x="2413533" y="1667789"/>
                  </a:lnTo>
                  <a:lnTo>
                    <a:pt x="2403906" y="1628673"/>
                  </a:lnTo>
                  <a:lnTo>
                    <a:pt x="2394724" y="1588706"/>
                  </a:lnTo>
                  <a:lnTo>
                    <a:pt x="2385961" y="1547964"/>
                  </a:lnTo>
                  <a:lnTo>
                    <a:pt x="2377579" y="1506524"/>
                  </a:lnTo>
                  <a:lnTo>
                    <a:pt x="2369540" y="1464437"/>
                  </a:lnTo>
                  <a:lnTo>
                    <a:pt x="2361806" y="1421777"/>
                  </a:lnTo>
                  <a:lnTo>
                    <a:pt x="2354351" y="1378623"/>
                  </a:lnTo>
                  <a:lnTo>
                    <a:pt x="2347125" y="1335024"/>
                  </a:lnTo>
                  <a:lnTo>
                    <a:pt x="2340102" y="1291056"/>
                  </a:lnTo>
                  <a:lnTo>
                    <a:pt x="2326500" y="1202270"/>
                  </a:lnTo>
                  <a:lnTo>
                    <a:pt x="2293455" y="978573"/>
                  </a:lnTo>
                  <a:lnTo>
                    <a:pt x="2279853" y="889787"/>
                  </a:lnTo>
                  <a:lnTo>
                    <a:pt x="2272817" y="845820"/>
                  </a:lnTo>
                  <a:lnTo>
                    <a:pt x="2265603" y="802220"/>
                  </a:lnTo>
                  <a:lnTo>
                    <a:pt x="2258136" y="759066"/>
                  </a:lnTo>
                  <a:lnTo>
                    <a:pt x="2250402" y="716407"/>
                  </a:lnTo>
                  <a:lnTo>
                    <a:pt x="2242362" y="674319"/>
                  </a:lnTo>
                  <a:lnTo>
                    <a:pt x="2233980" y="632879"/>
                  </a:lnTo>
                  <a:lnTo>
                    <a:pt x="2225230" y="592137"/>
                  </a:lnTo>
                  <a:lnTo>
                    <a:pt x="2216048" y="552170"/>
                  </a:lnTo>
                  <a:lnTo>
                    <a:pt x="2206421" y="513054"/>
                  </a:lnTo>
                  <a:lnTo>
                    <a:pt x="2196300" y="474827"/>
                  </a:lnTo>
                  <a:lnTo>
                    <a:pt x="2185657" y="437591"/>
                  </a:lnTo>
                  <a:lnTo>
                    <a:pt x="2162645" y="366306"/>
                  </a:lnTo>
                  <a:lnTo>
                    <a:pt x="2137105" y="299732"/>
                  </a:lnTo>
                  <a:lnTo>
                    <a:pt x="2108746" y="238404"/>
                  </a:lnTo>
                  <a:lnTo>
                    <a:pt x="2077275" y="182854"/>
                  </a:lnTo>
                  <a:lnTo>
                    <a:pt x="2042414" y="133629"/>
                  </a:lnTo>
                  <a:lnTo>
                    <a:pt x="2003844" y="91274"/>
                  </a:lnTo>
                  <a:lnTo>
                    <a:pt x="1961311" y="56311"/>
                  </a:lnTo>
                  <a:lnTo>
                    <a:pt x="1914499" y="29298"/>
                  </a:lnTo>
                  <a:lnTo>
                    <a:pt x="1863128" y="10744"/>
                  </a:lnTo>
                  <a:lnTo>
                    <a:pt x="1806917" y="1219"/>
                  </a:lnTo>
                  <a:lnTo>
                    <a:pt x="1776907" y="0"/>
                  </a:lnTo>
                  <a:lnTo>
                    <a:pt x="1776907" y="391388"/>
                  </a:lnTo>
                  <a:lnTo>
                    <a:pt x="1808175" y="392607"/>
                  </a:lnTo>
                  <a:lnTo>
                    <a:pt x="1838058" y="396214"/>
                  </a:lnTo>
                  <a:lnTo>
                    <a:pt x="1893785" y="410286"/>
                  </a:lnTo>
                  <a:lnTo>
                    <a:pt x="1944433" y="433057"/>
                  </a:lnTo>
                  <a:lnTo>
                    <a:pt x="1990318" y="463969"/>
                  </a:lnTo>
                  <a:lnTo>
                    <a:pt x="2031784" y="502462"/>
                  </a:lnTo>
                  <a:lnTo>
                    <a:pt x="2069134" y="547966"/>
                  </a:lnTo>
                  <a:lnTo>
                    <a:pt x="2102713" y="599922"/>
                  </a:lnTo>
                  <a:lnTo>
                    <a:pt x="2132850" y="657771"/>
                  </a:lnTo>
                  <a:lnTo>
                    <a:pt x="2159863" y="720953"/>
                  </a:lnTo>
                  <a:lnTo>
                    <a:pt x="2184082" y="788898"/>
                  </a:lnTo>
                  <a:lnTo>
                    <a:pt x="2205850" y="861060"/>
                  </a:lnTo>
                  <a:lnTo>
                    <a:pt x="2215908" y="898550"/>
                  </a:lnTo>
                  <a:lnTo>
                    <a:pt x="2225484" y="936866"/>
                  </a:lnTo>
                  <a:lnTo>
                    <a:pt x="2234603" y="975969"/>
                  </a:lnTo>
                  <a:lnTo>
                    <a:pt x="2243302" y="1015758"/>
                  </a:lnTo>
                  <a:lnTo>
                    <a:pt x="2251646" y="1056195"/>
                  </a:lnTo>
                  <a:lnTo>
                    <a:pt x="2259647" y="1097178"/>
                  </a:lnTo>
                  <a:lnTo>
                    <a:pt x="2267369" y="1138669"/>
                  </a:lnTo>
                  <a:lnTo>
                    <a:pt x="2274849" y="1180566"/>
                  </a:lnTo>
                  <a:lnTo>
                    <a:pt x="2282126" y="1222819"/>
                  </a:lnTo>
                  <a:lnTo>
                    <a:pt x="2296210" y="1308100"/>
                  </a:lnTo>
                  <a:lnTo>
                    <a:pt x="2323731" y="1479778"/>
                  </a:lnTo>
                  <a:lnTo>
                    <a:pt x="2337828" y="1565046"/>
                  </a:lnTo>
                  <a:lnTo>
                    <a:pt x="2345093" y="1607299"/>
                  </a:lnTo>
                  <a:lnTo>
                    <a:pt x="2352573" y="1649209"/>
                  </a:lnTo>
                  <a:lnTo>
                    <a:pt x="2360295" y="1690687"/>
                  </a:lnTo>
                  <a:lnTo>
                    <a:pt x="2368308" y="1731683"/>
                  </a:lnTo>
                  <a:lnTo>
                    <a:pt x="2376640" y="1772107"/>
                  </a:lnTo>
                  <a:lnTo>
                    <a:pt x="2385352" y="1811909"/>
                  </a:lnTo>
                  <a:lnTo>
                    <a:pt x="2394470" y="1850999"/>
                  </a:lnTo>
                  <a:lnTo>
                    <a:pt x="2404033" y="1889328"/>
                  </a:lnTo>
                  <a:lnTo>
                    <a:pt x="2414092" y="1926805"/>
                  </a:lnTo>
                  <a:lnTo>
                    <a:pt x="2435860" y="1998967"/>
                  </a:lnTo>
                  <a:lnTo>
                    <a:pt x="2460079" y="2066925"/>
                  </a:lnTo>
                  <a:lnTo>
                    <a:pt x="2487104" y="2130094"/>
                  </a:lnTo>
                  <a:lnTo>
                    <a:pt x="2517229" y="2187943"/>
                  </a:lnTo>
                  <a:lnTo>
                    <a:pt x="2550807" y="2239911"/>
                  </a:lnTo>
                  <a:lnTo>
                    <a:pt x="2588171" y="2285415"/>
                  </a:lnTo>
                  <a:lnTo>
                    <a:pt x="2629624" y="2323896"/>
                  </a:lnTo>
                  <a:lnTo>
                    <a:pt x="2675509" y="2354808"/>
                  </a:lnTo>
                  <a:lnTo>
                    <a:pt x="2726156" y="2377579"/>
                  </a:lnTo>
                  <a:lnTo>
                    <a:pt x="2781897" y="2391664"/>
                  </a:lnTo>
                  <a:lnTo>
                    <a:pt x="2843047" y="2396477"/>
                  </a:lnTo>
                  <a:lnTo>
                    <a:pt x="2843047" y="2180844"/>
                  </a:lnTo>
                  <a:close/>
                </a:path>
                <a:path w="8174355" h="2611754">
                  <a:moveTo>
                    <a:pt x="4619955" y="2023122"/>
                  </a:moveTo>
                  <a:lnTo>
                    <a:pt x="4563427" y="2023440"/>
                  </a:lnTo>
                  <a:lnTo>
                    <a:pt x="4511522" y="2024380"/>
                  </a:lnTo>
                  <a:lnTo>
                    <a:pt x="4463974" y="2025916"/>
                  </a:lnTo>
                  <a:lnTo>
                    <a:pt x="4420527" y="2027986"/>
                  </a:lnTo>
                  <a:lnTo>
                    <a:pt x="4380928" y="2030590"/>
                  </a:lnTo>
                  <a:lnTo>
                    <a:pt x="4312247" y="2037207"/>
                  </a:lnTo>
                  <a:lnTo>
                    <a:pt x="4255871" y="2045462"/>
                  </a:lnTo>
                  <a:lnTo>
                    <a:pt x="4209770" y="2055114"/>
                  </a:lnTo>
                  <a:lnTo>
                    <a:pt x="4171861" y="2065858"/>
                  </a:lnTo>
                  <a:lnTo>
                    <a:pt x="4125912" y="2083460"/>
                  </a:lnTo>
                  <a:lnTo>
                    <a:pt x="4061282" y="2114385"/>
                  </a:lnTo>
                  <a:lnTo>
                    <a:pt x="4047845" y="2120506"/>
                  </a:lnTo>
                  <a:lnTo>
                    <a:pt x="4001897" y="2138095"/>
                  </a:lnTo>
                  <a:lnTo>
                    <a:pt x="3963987" y="2148840"/>
                  </a:lnTo>
                  <a:lnTo>
                    <a:pt x="3917873" y="2158492"/>
                  </a:lnTo>
                  <a:lnTo>
                    <a:pt x="3861511" y="2166759"/>
                  </a:lnTo>
                  <a:lnTo>
                    <a:pt x="3792829" y="2173363"/>
                  </a:lnTo>
                  <a:lnTo>
                    <a:pt x="3753231" y="2175967"/>
                  </a:lnTo>
                  <a:lnTo>
                    <a:pt x="3709784" y="2178050"/>
                  </a:lnTo>
                  <a:lnTo>
                    <a:pt x="3662235" y="2179574"/>
                  </a:lnTo>
                  <a:lnTo>
                    <a:pt x="3610330" y="2180513"/>
                  </a:lnTo>
                  <a:lnTo>
                    <a:pt x="3553803" y="2180844"/>
                  </a:lnTo>
                  <a:lnTo>
                    <a:pt x="3553803" y="2396477"/>
                  </a:lnTo>
                  <a:lnTo>
                    <a:pt x="3610330" y="2396172"/>
                  </a:lnTo>
                  <a:lnTo>
                    <a:pt x="3662235" y="2395270"/>
                  </a:lnTo>
                  <a:lnTo>
                    <a:pt x="3709784" y="2393810"/>
                  </a:lnTo>
                  <a:lnTo>
                    <a:pt x="3753231" y="2391829"/>
                  </a:lnTo>
                  <a:lnTo>
                    <a:pt x="3792829" y="2389352"/>
                  </a:lnTo>
                  <a:lnTo>
                    <a:pt x="3861511" y="2383040"/>
                  </a:lnTo>
                  <a:lnTo>
                    <a:pt x="3917873" y="2375154"/>
                  </a:lnTo>
                  <a:lnTo>
                    <a:pt x="3963987" y="2365959"/>
                  </a:lnTo>
                  <a:lnTo>
                    <a:pt x="4001897" y="2355697"/>
                  </a:lnTo>
                  <a:lnTo>
                    <a:pt x="4047845" y="2338921"/>
                  </a:lnTo>
                  <a:lnTo>
                    <a:pt x="4112476" y="2309418"/>
                  </a:lnTo>
                  <a:lnTo>
                    <a:pt x="4125912" y="2303576"/>
                  </a:lnTo>
                  <a:lnTo>
                    <a:pt x="4171861" y="2286800"/>
                  </a:lnTo>
                  <a:lnTo>
                    <a:pt x="4209770" y="2276538"/>
                  </a:lnTo>
                  <a:lnTo>
                    <a:pt x="4255871" y="2267343"/>
                  </a:lnTo>
                  <a:lnTo>
                    <a:pt x="4312247" y="2259457"/>
                  </a:lnTo>
                  <a:lnTo>
                    <a:pt x="4380928" y="2253145"/>
                  </a:lnTo>
                  <a:lnTo>
                    <a:pt x="4420527" y="2250668"/>
                  </a:lnTo>
                  <a:lnTo>
                    <a:pt x="4463974" y="2248687"/>
                  </a:lnTo>
                  <a:lnTo>
                    <a:pt x="4511522" y="2247227"/>
                  </a:lnTo>
                  <a:lnTo>
                    <a:pt x="4563427" y="2246325"/>
                  </a:lnTo>
                  <a:lnTo>
                    <a:pt x="4619955" y="2246020"/>
                  </a:lnTo>
                  <a:lnTo>
                    <a:pt x="4619955" y="2023122"/>
                  </a:lnTo>
                  <a:close/>
                </a:path>
                <a:path w="8174355" h="2611754">
                  <a:moveTo>
                    <a:pt x="6396850" y="2466771"/>
                  </a:moveTo>
                  <a:lnTo>
                    <a:pt x="6344310" y="2465997"/>
                  </a:lnTo>
                  <a:lnTo>
                    <a:pt x="6295745" y="2463711"/>
                  </a:lnTo>
                  <a:lnTo>
                    <a:pt x="6250952" y="2460002"/>
                  </a:lnTo>
                  <a:lnTo>
                    <a:pt x="6209741" y="2454935"/>
                  </a:lnTo>
                  <a:lnTo>
                    <a:pt x="6171882" y="2448585"/>
                  </a:lnTo>
                  <a:lnTo>
                    <a:pt x="6105487" y="2432393"/>
                  </a:lnTo>
                  <a:lnTo>
                    <a:pt x="6050115" y="2412022"/>
                  </a:lnTo>
                  <a:lnTo>
                    <a:pt x="6004128" y="2388108"/>
                  </a:lnTo>
                  <a:lnTo>
                    <a:pt x="5965901" y="2361247"/>
                  </a:lnTo>
                  <a:lnTo>
                    <a:pt x="5933808" y="2332075"/>
                  </a:lnTo>
                  <a:lnTo>
                    <a:pt x="5906198" y="2301202"/>
                  </a:lnTo>
                  <a:lnTo>
                    <a:pt x="5881446" y="2269248"/>
                  </a:lnTo>
                  <a:lnTo>
                    <a:pt x="5846115" y="2220645"/>
                  </a:lnTo>
                  <a:lnTo>
                    <a:pt x="5833999" y="2204567"/>
                  </a:lnTo>
                  <a:lnTo>
                    <a:pt x="5808027" y="2173071"/>
                  </a:lnTo>
                  <a:lnTo>
                    <a:pt x="5778373" y="2142972"/>
                  </a:lnTo>
                  <a:lnTo>
                    <a:pt x="5743422" y="2114880"/>
                  </a:lnTo>
                  <a:lnTo>
                    <a:pt x="5701525" y="2089416"/>
                  </a:lnTo>
                  <a:lnTo>
                    <a:pt x="5651043" y="2067204"/>
                  </a:lnTo>
                  <a:lnTo>
                    <a:pt x="5590362" y="2048840"/>
                  </a:lnTo>
                  <a:lnTo>
                    <a:pt x="5517832" y="2034959"/>
                  </a:lnTo>
                  <a:lnTo>
                    <a:pt x="5476621" y="2029891"/>
                  </a:lnTo>
                  <a:lnTo>
                    <a:pt x="5431828" y="2026183"/>
                  </a:lnTo>
                  <a:lnTo>
                    <a:pt x="5383263" y="2023897"/>
                  </a:lnTo>
                  <a:lnTo>
                    <a:pt x="5330710" y="2023122"/>
                  </a:lnTo>
                  <a:lnTo>
                    <a:pt x="5330710" y="2246020"/>
                  </a:lnTo>
                  <a:lnTo>
                    <a:pt x="5384520" y="2246693"/>
                  </a:lnTo>
                  <a:lnTo>
                    <a:pt x="5434152" y="2248674"/>
                  </a:lnTo>
                  <a:lnTo>
                    <a:pt x="5479834" y="2251887"/>
                  </a:lnTo>
                  <a:lnTo>
                    <a:pt x="5521769" y="2256256"/>
                  </a:lnTo>
                  <a:lnTo>
                    <a:pt x="5560187" y="2261730"/>
                  </a:lnTo>
                  <a:lnTo>
                    <a:pt x="5627344" y="2275700"/>
                  </a:lnTo>
                  <a:lnTo>
                    <a:pt x="5683072" y="2293226"/>
                  </a:lnTo>
                  <a:lnTo>
                    <a:pt x="5729122" y="2313762"/>
                  </a:lnTo>
                  <a:lnTo>
                    <a:pt x="5767260" y="2336774"/>
                  </a:lnTo>
                  <a:lnTo>
                    <a:pt x="5799226" y="2361717"/>
                  </a:lnTo>
                  <a:lnTo>
                    <a:pt x="5826811" y="2388019"/>
                  </a:lnTo>
                  <a:lnTo>
                    <a:pt x="5875820" y="2442540"/>
                  </a:lnTo>
                  <a:lnTo>
                    <a:pt x="5888063" y="2456167"/>
                  </a:lnTo>
                  <a:lnTo>
                    <a:pt x="5928334" y="2495969"/>
                  </a:lnTo>
                  <a:lnTo>
                    <a:pt x="5960313" y="2520899"/>
                  </a:lnTo>
                  <a:lnTo>
                    <a:pt x="5998451" y="2543911"/>
                  </a:lnTo>
                  <a:lnTo>
                    <a:pt x="6044501" y="2564460"/>
                  </a:lnTo>
                  <a:lnTo>
                    <a:pt x="6100229" y="2581986"/>
                  </a:lnTo>
                  <a:lnTo>
                    <a:pt x="6167386" y="2595943"/>
                  </a:lnTo>
                  <a:lnTo>
                    <a:pt x="6205804" y="2601417"/>
                  </a:lnTo>
                  <a:lnTo>
                    <a:pt x="6247739" y="2605798"/>
                  </a:lnTo>
                  <a:lnTo>
                    <a:pt x="6293409" y="2609011"/>
                  </a:lnTo>
                  <a:lnTo>
                    <a:pt x="6343040" y="2610980"/>
                  </a:lnTo>
                  <a:lnTo>
                    <a:pt x="6396850" y="2611653"/>
                  </a:lnTo>
                  <a:lnTo>
                    <a:pt x="6396850" y="2466771"/>
                  </a:lnTo>
                  <a:close/>
                </a:path>
                <a:path w="8174355" h="2611754">
                  <a:moveTo>
                    <a:pt x="8173758" y="187909"/>
                  </a:moveTo>
                  <a:lnTo>
                    <a:pt x="8116519" y="192684"/>
                  </a:lnTo>
                  <a:lnTo>
                    <a:pt x="8064005" y="206667"/>
                  </a:lnTo>
                  <a:lnTo>
                    <a:pt x="8015960" y="229336"/>
                  </a:lnTo>
                  <a:lnTo>
                    <a:pt x="7972133" y="260172"/>
                  </a:lnTo>
                  <a:lnTo>
                    <a:pt x="7932229" y="298653"/>
                  </a:lnTo>
                  <a:lnTo>
                    <a:pt x="7895996" y="344258"/>
                  </a:lnTo>
                  <a:lnTo>
                    <a:pt x="7863167" y="396481"/>
                  </a:lnTo>
                  <a:lnTo>
                    <a:pt x="7833474" y="454799"/>
                  </a:lnTo>
                  <a:lnTo>
                    <a:pt x="7806652" y="518693"/>
                  </a:lnTo>
                  <a:lnTo>
                    <a:pt x="7782433" y="587641"/>
                  </a:lnTo>
                  <a:lnTo>
                    <a:pt x="7760538" y="661123"/>
                  </a:lnTo>
                  <a:lnTo>
                    <a:pt x="7750391" y="699414"/>
                  </a:lnTo>
                  <a:lnTo>
                    <a:pt x="7740726" y="738632"/>
                  </a:lnTo>
                  <a:lnTo>
                    <a:pt x="7731506" y="778725"/>
                  </a:lnTo>
                  <a:lnTo>
                    <a:pt x="7722705" y="819632"/>
                  </a:lnTo>
                  <a:lnTo>
                    <a:pt x="7714297" y="861288"/>
                  </a:lnTo>
                  <a:lnTo>
                    <a:pt x="7706220" y="903617"/>
                  </a:lnTo>
                  <a:lnTo>
                    <a:pt x="7698473" y="946569"/>
                  </a:lnTo>
                  <a:lnTo>
                    <a:pt x="7691006" y="990079"/>
                  </a:lnTo>
                  <a:lnTo>
                    <a:pt x="7683792" y="1034059"/>
                  </a:lnTo>
                  <a:lnTo>
                    <a:pt x="7676794" y="1078471"/>
                  </a:lnTo>
                  <a:lnTo>
                    <a:pt x="7669987" y="1123226"/>
                  </a:lnTo>
                  <a:lnTo>
                    <a:pt x="7656766" y="1213573"/>
                  </a:lnTo>
                  <a:lnTo>
                    <a:pt x="7624610" y="1441119"/>
                  </a:lnTo>
                  <a:lnTo>
                    <a:pt x="7611402" y="1531454"/>
                  </a:lnTo>
                  <a:lnTo>
                    <a:pt x="7604582" y="1576222"/>
                  </a:lnTo>
                  <a:lnTo>
                    <a:pt x="7597584" y="1620634"/>
                  </a:lnTo>
                  <a:lnTo>
                    <a:pt x="7590371" y="1664614"/>
                  </a:lnTo>
                  <a:lnTo>
                    <a:pt x="7582903" y="1708111"/>
                  </a:lnTo>
                  <a:lnTo>
                    <a:pt x="7575156" y="1751063"/>
                  </a:lnTo>
                  <a:lnTo>
                    <a:pt x="7567092" y="1793405"/>
                  </a:lnTo>
                  <a:lnTo>
                    <a:pt x="7558672" y="1835048"/>
                  </a:lnTo>
                  <a:lnTo>
                    <a:pt x="7549870" y="1875955"/>
                  </a:lnTo>
                  <a:lnTo>
                    <a:pt x="7540650" y="1916061"/>
                  </a:lnTo>
                  <a:lnTo>
                    <a:pt x="7530986" y="1955279"/>
                  </a:lnTo>
                  <a:lnTo>
                    <a:pt x="7520838" y="1993557"/>
                  </a:lnTo>
                  <a:lnTo>
                    <a:pt x="7510170" y="2030844"/>
                  </a:lnTo>
                  <a:lnTo>
                    <a:pt x="7487145" y="2102116"/>
                  </a:lnTo>
                  <a:lnTo>
                    <a:pt x="7461656" y="2168601"/>
                  </a:lnTo>
                  <a:lnTo>
                    <a:pt x="7433424" y="2229777"/>
                  </a:lnTo>
                  <a:lnTo>
                    <a:pt x="7402208" y="2285111"/>
                  </a:lnTo>
                  <a:lnTo>
                    <a:pt x="7367702" y="2334095"/>
                  </a:lnTo>
                  <a:lnTo>
                    <a:pt x="7329678" y="2376208"/>
                  </a:lnTo>
                  <a:lnTo>
                    <a:pt x="7287844" y="2410930"/>
                  </a:lnTo>
                  <a:lnTo>
                    <a:pt x="7241934" y="2437739"/>
                  </a:lnTo>
                  <a:lnTo>
                    <a:pt x="7191692" y="2456129"/>
                  </a:lnTo>
                  <a:lnTo>
                    <a:pt x="7136854" y="2465565"/>
                  </a:lnTo>
                  <a:lnTo>
                    <a:pt x="7107618" y="2466771"/>
                  </a:lnTo>
                  <a:lnTo>
                    <a:pt x="7107618" y="2611653"/>
                  </a:lnTo>
                  <a:lnTo>
                    <a:pt x="7168769" y="2606764"/>
                  </a:lnTo>
                  <a:lnTo>
                    <a:pt x="7224509" y="2592476"/>
                  </a:lnTo>
                  <a:lnTo>
                    <a:pt x="7275157" y="2569337"/>
                  </a:lnTo>
                  <a:lnTo>
                    <a:pt x="7321042" y="2537942"/>
                  </a:lnTo>
                  <a:lnTo>
                    <a:pt x="7362495" y="2498852"/>
                  </a:lnTo>
                  <a:lnTo>
                    <a:pt x="7399845" y="2452649"/>
                  </a:lnTo>
                  <a:lnTo>
                    <a:pt x="7433424" y="2399881"/>
                  </a:lnTo>
                  <a:lnTo>
                    <a:pt x="7463561" y="2341130"/>
                  </a:lnTo>
                  <a:lnTo>
                    <a:pt x="7490574" y="2276957"/>
                  </a:lnTo>
                  <a:lnTo>
                    <a:pt x="7514806" y="2207945"/>
                  </a:lnTo>
                  <a:lnTo>
                    <a:pt x="7536561" y="2134666"/>
                  </a:lnTo>
                  <a:lnTo>
                    <a:pt x="7546632" y="2096592"/>
                  </a:lnTo>
                  <a:lnTo>
                    <a:pt x="7556195" y="2057679"/>
                  </a:lnTo>
                  <a:lnTo>
                    <a:pt x="7565314" y="2017966"/>
                  </a:lnTo>
                  <a:lnTo>
                    <a:pt x="7574026" y="1977555"/>
                  </a:lnTo>
                  <a:lnTo>
                    <a:pt x="7582357" y="1936496"/>
                  </a:lnTo>
                  <a:lnTo>
                    <a:pt x="7590371" y="1894865"/>
                  </a:lnTo>
                  <a:lnTo>
                    <a:pt x="7598092" y="1852726"/>
                  </a:lnTo>
                  <a:lnTo>
                    <a:pt x="7605560" y="1810181"/>
                  </a:lnTo>
                  <a:lnTo>
                    <a:pt x="7612837" y="1767268"/>
                  </a:lnTo>
                  <a:lnTo>
                    <a:pt x="7626921" y="1680654"/>
                  </a:lnTo>
                  <a:lnTo>
                    <a:pt x="7654455" y="1506296"/>
                  </a:lnTo>
                  <a:lnTo>
                    <a:pt x="7668539" y="1419694"/>
                  </a:lnTo>
                  <a:lnTo>
                    <a:pt x="7675816" y="1376781"/>
                  </a:lnTo>
                  <a:lnTo>
                    <a:pt x="7683284" y="1334223"/>
                  </a:lnTo>
                  <a:lnTo>
                    <a:pt x="7691006" y="1292098"/>
                  </a:lnTo>
                  <a:lnTo>
                    <a:pt x="7699019" y="1250467"/>
                  </a:lnTo>
                  <a:lnTo>
                    <a:pt x="7707363" y="1209408"/>
                  </a:lnTo>
                  <a:lnTo>
                    <a:pt x="7716063" y="1168984"/>
                  </a:lnTo>
                  <a:lnTo>
                    <a:pt x="7725181" y="1129284"/>
                  </a:lnTo>
                  <a:lnTo>
                    <a:pt x="7734744" y="1090358"/>
                  </a:lnTo>
                  <a:lnTo>
                    <a:pt x="7744815" y="1052296"/>
                  </a:lnTo>
                  <a:lnTo>
                    <a:pt x="7755407" y="1015149"/>
                  </a:lnTo>
                  <a:lnTo>
                    <a:pt x="7778356" y="943927"/>
                  </a:lnTo>
                  <a:lnTo>
                    <a:pt x="7803934" y="877277"/>
                  </a:lnTo>
                  <a:lnTo>
                    <a:pt x="7832471" y="815746"/>
                  </a:lnTo>
                  <a:lnTo>
                    <a:pt x="7864284" y="759917"/>
                  </a:lnTo>
                  <a:lnTo>
                    <a:pt x="7899705" y="710349"/>
                  </a:lnTo>
                  <a:lnTo>
                    <a:pt x="7939075" y="667626"/>
                  </a:lnTo>
                  <a:lnTo>
                    <a:pt x="7982712" y="632320"/>
                  </a:lnTo>
                  <a:lnTo>
                    <a:pt x="8030934" y="604989"/>
                  </a:lnTo>
                  <a:lnTo>
                    <a:pt x="8084083" y="586193"/>
                  </a:lnTo>
                  <a:lnTo>
                    <a:pt x="8142491" y="576529"/>
                  </a:lnTo>
                  <a:lnTo>
                    <a:pt x="8173758" y="575297"/>
                  </a:lnTo>
                  <a:lnTo>
                    <a:pt x="8173758" y="187909"/>
                  </a:lnTo>
                  <a:close/>
                </a:path>
              </a:pathLst>
            </a:custGeom>
            <a:solidFill>
              <a:srgbClr val="fee266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3" name="object 29"/>
            <p:cNvSpPr/>
            <p:nvPr/>
          </p:nvSpPr>
          <p:spPr>
            <a:xfrm>
              <a:off x="2580480" y="5364360"/>
              <a:ext cx="8174160" cy="113832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1138320"/>
                <a:gd name="textAreaBottom" fmla="*/ 1138680 h 1138320"/>
              </a:gdLst>
              <a:ahLst/>
              <a:rect l="textAreaLeft" t="textAreaTop" r="textAreaRight" b="textAreaBottom"/>
              <a:pathLst>
                <a:path w="8174355" h="1138554">
                  <a:moveTo>
                    <a:pt x="1066139" y="1045629"/>
                  </a:moveTo>
                  <a:lnTo>
                    <a:pt x="1009611" y="1045349"/>
                  </a:lnTo>
                  <a:lnTo>
                    <a:pt x="957707" y="1044524"/>
                  </a:lnTo>
                  <a:lnTo>
                    <a:pt x="910158" y="1043190"/>
                  </a:lnTo>
                  <a:lnTo>
                    <a:pt x="866711" y="1041374"/>
                  </a:lnTo>
                  <a:lnTo>
                    <a:pt x="827112" y="1039101"/>
                  </a:lnTo>
                  <a:lnTo>
                    <a:pt x="758431" y="1033322"/>
                  </a:lnTo>
                  <a:lnTo>
                    <a:pt x="702068" y="1026096"/>
                  </a:lnTo>
                  <a:lnTo>
                    <a:pt x="655955" y="1017676"/>
                  </a:lnTo>
                  <a:lnTo>
                    <a:pt x="618058" y="1008278"/>
                  </a:lnTo>
                  <a:lnTo>
                    <a:pt x="572096" y="992911"/>
                  </a:lnTo>
                  <a:lnTo>
                    <a:pt x="507479" y="965873"/>
                  </a:lnTo>
                  <a:lnTo>
                    <a:pt x="494042" y="960526"/>
                  </a:lnTo>
                  <a:lnTo>
                    <a:pt x="448081" y="945159"/>
                  </a:lnTo>
                  <a:lnTo>
                    <a:pt x="410184" y="935761"/>
                  </a:lnTo>
                  <a:lnTo>
                    <a:pt x="364070" y="927341"/>
                  </a:lnTo>
                  <a:lnTo>
                    <a:pt x="307695" y="920115"/>
                  </a:lnTo>
                  <a:lnTo>
                    <a:pt x="239026" y="914336"/>
                  </a:lnTo>
                  <a:lnTo>
                    <a:pt x="199428" y="912063"/>
                  </a:lnTo>
                  <a:lnTo>
                    <a:pt x="155981" y="910247"/>
                  </a:lnTo>
                  <a:lnTo>
                    <a:pt x="108432" y="908913"/>
                  </a:lnTo>
                  <a:lnTo>
                    <a:pt x="56527" y="908088"/>
                  </a:lnTo>
                  <a:lnTo>
                    <a:pt x="0" y="907808"/>
                  </a:lnTo>
                  <a:lnTo>
                    <a:pt x="0" y="1054430"/>
                  </a:lnTo>
                  <a:lnTo>
                    <a:pt x="56527" y="1054608"/>
                  </a:lnTo>
                  <a:lnTo>
                    <a:pt x="108432" y="1055103"/>
                  </a:lnTo>
                  <a:lnTo>
                    <a:pt x="155981" y="1055916"/>
                  </a:lnTo>
                  <a:lnTo>
                    <a:pt x="199428" y="1057021"/>
                  </a:lnTo>
                  <a:lnTo>
                    <a:pt x="239026" y="1058405"/>
                  </a:lnTo>
                  <a:lnTo>
                    <a:pt x="307695" y="1061910"/>
                  </a:lnTo>
                  <a:lnTo>
                    <a:pt x="364070" y="1066292"/>
                  </a:lnTo>
                  <a:lnTo>
                    <a:pt x="410184" y="1071410"/>
                  </a:lnTo>
                  <a:lnTo>
                    <a:pt x="448081" y="1077125"/>
                  </a:lnTo>
                  <a:lnTo>
                    <a:pt x="494042" y="1086459"/>
                  </a:lnTo>
                  <a:lnTo>
                    <a:pt x="545731" y="1099578"/>
                  </a:lnTo>
                  <a:lnTo>
                    <a:pt x="572096" y="1106106"/>
                  </a:lnTo>
                  <a:lnTo>
                    <a:pt x="618058" y="1115441"/>
                  </a:lnTo>
                  <a:lnTo>
                    <a:pt x="655955" y="1121156"/>
                  </a:lnTo>
                  <a:lnTo>
                    <a:pt x="702068" y="1126274"/>
                  </a:lnTo>
                  <a:lnTo>
                    <a:pt x="758431" y="1130655"/>
                  </a:lnTo>
                  <a:lnTo>
                    <a:pt x="827112" y="1134160"/>
                  </a:lnTo>
                  <a:lnTo>
                    <a:pt x="866711" y="1135545"/>
                  </a:lnTo>
                  <a:lnTo>
                    <a:pt x="910158" y="1136650"/>
                  </a:lnTo>
                  <a:lnTo>
                    <a:pt x="957707" y="1137462"/>
                  </a:lnTo>
                  <a:lnTo>
                    <a:pt x="1009611" y="1137958"/>
                  </a:lnTo>
                  <a:lnTo>
                    <a:pt x="1066139" y="1138123"/>
                  </a:lnTo>
                  <a:lnTo>
                    <a:pt x="1066139" y="1045629"/>
                  </a:lnTo>
                  <a:close/>
                </a:path>
                <a:path w="8174355" h="1138554">
                  <a:moveTo>
                    <a:pt x="2843047" y="0"/>
                  </a:moveTo>
                  <a:lnTo>
                    <a:pt x="2801277" y="1143"/>
                  </a:lnTo>
                  <a:lnTo>
                    <a:pt x="2762008" y="4521"/>
                  </a:lnTo>
                  <a:lnTo>
                    <a:pt x="2690571" y="17614"/>
                  </a:lnTo>
                  <a:lnTo>
                    <a:pt x="2627947" y="38557"/>
                  </a:lnTo>
                  <a:lnTo>
                    <a:pt x="2573324" y="66636"/>
                  </a:lnTo>
                  <a:lnTo>
                    <a:pt x="2525915" y="101142"/>
                  </a:lnTo>
                  <a:lnTo>
                    <a:pt x="2484920" y="141351"/>
                  </a:lnTo>
                  <a:lnTo>
                    <a:pt x="2449512" y="186563"/>
                  </a:lnTo>
                  <a:lnTo>
                    <a:pt x="2418918" y="236067"/>
                  </a:lnTo>
                  <a:lnTo>
                    <a:pt x="2392324" y="289128"/>
                  </a:lnTo>
                  <a:lnTo>
                    <a:pt x="2368931" y="345059"/>
                  </a:lnTo>
                  <a:lnTo>
                    <a:pt x="2347950" y="403123"/>
                  </a:lnTo>
                  <a:lnTo>
                    <a:pt x="2328557" y="462610"/>
                  </a:lnTo>
                  <a:lnTo>
                    <a:pt x="2291384" y="583018"/>
                  </a:lnTo>
                  <a:lnTo>
                    <a:pt x="2281847" y="612902"/>
                  </a:lnTo>
                  <a:lnTo>
                    <a:pt x="2261755" y="671766"/>
                  </a:lnTo>
                  <a:lnTo>
                    <a:pt x="2239670" y="728853"/>
                  </a:lnTo>
                  <a:lnTo>
                    <a:pt x="2214778" y="783437"/>
                  </a:lnTo>
                  <a:lnTo>
                    <a:pt x="2186279" y="834809"/>
                  </a:lnTo>
                  <a:lnTo>
                    <a:pt x="2153386" y="882256"/>
                  </a:lnTo>
                  <a:lnTo>
                    <a:pt x="2115286" y="925055"/>
                  </a:lnTo>
                  <a:lnTo>
                    <a:pt x="2071166" y="962507"/>
                  </a:lnTo>
                  <a:lnTo>
                    <a:pt x="2020252" y="993889"/>
                  </a:lnTo>
                  <a:lnTo>
                    <a:pt x="1961743" y="1018489"/>
                  </a:lnTo>
                  <a:lnTo>
                    <a:pt x="1894814" y="1035596"/>
                  </a:lnTo>
                  <a:lnTo>
                    <a:pt x="1818678" y="1044486"/>
                  </a:lnTo>
                  <a:lnTo>
                    <a:pt x="1776907" y="1045629"/>
                  </a:lnTo>
                  <a:lnTo>
                    <a:pt x="1776907" y="1138123"/>
                  </a:lnTo>
                  <a:lnTo>
                    <a:pt x="1821154" y="1137043"/>
                  </a:lnTo>
                  <a:lnTo>
                    <a:pt x="1862582" y="1133830"/>
                  </a:lnTo>
                  <a:lnTo>
                    <a:pt x="1901329" y="1128598"/>
                  </a:lnTo>
                  <a:lnTo>
                    <a:pt x="1971217" y="1112405"/>
                  </a:lnTo>
                  <a:lnTo>
                    <a:pt x="2031784" y="1089177"/>
                  </a:lnTo>
                  <a:lnTo>
                    <a:pt x="2083968" y="1059649"/>
                  </a:lnTo>
                  <a:lnTo>
                    <a:pt x="2128736" y="1024534"/>
                  </a:lnTo>
                  <a:lnTo>
                    <a:pt x="2167051" y="984542"/>
                  </a:lnTo>
                  <a:lnTo>
                    <a:pt x="2199868" y="940409"/>
                  </a:lnTo>
                  <a:lnTo>
                    <a:pt x="2228126" y="892848"/>
                  </a:lnTo>
                  <a:lnTo>
                    <a:pt x="2252802" y="842594"/>
                  </a:lnTo>
                  <a:lnTo>
                    <a:pt x="2274849" y="790346"/>
                  </a:lnTo>
                  <a:lnTo>
                    <a:pt x="2295220" y="736841"/>
                  </a:lnTo>
                  <a:lnTo>
                    <a:pt x="2324722" y="655789"/>
                  </a:lnTo>
                  <a:lnTo>
                    <a:pt x="2334768" y="628929"/>
                  </a:lnTo>
                  <a:lnTo>
                    <a:pt x="2355850" y="575957"/>
                  </a:lnTo>
                  <a:lnTo>
                    <a:pt x="2379091" y="524624"/>
                  </a:lnTo>
                  <a:lnTo>
                    <a:pt x="2405443" y="475615"/>
                  </a:lnTo>
                  <a:lnTo>
                    <a:pt x="2435860" y="429679"/>
                  </a:lnTo>
                  <a:lnTo>
                    <a:pt x="2471305" y="387540"/>
                  </a:lnTo>
                  <a:lnTo>
                    <a:pt x="2512720" y="349885"/>
                  </a:lnTo>
                  <a:lnTo>
                    <a:pt x="2561082" y="317474"/>
                  </a:lnTo>
                  <a:lnTo>
                    <a:pt x="2617343" y="291007"/>
                  </a:lnTo>
                  <a:lnTo>
                    <a:pt x="2682443" y="271208"/>
                  </a:lnTo>
                  <a:lnTo>
                    <a:pt x="2757360" y="258800"/>
                  </a:lnTo>
                  <a:lnTo>
                    <a:pt x="2798800" y="255600"/>
                  </a:lnTo>
                  <a:lnTo>
                    <a:pt x="2843047" y="254508"/>
                  </a:lnTo>
                  <a:lnTo>
                    <a:pt x="2843047" y="0"/>
                  </a:lnTo>
                  <a:close/>
                </a:path>
                <a:path w="8174355" h="1138554">
                  <a:moveTo>
                    <a:pt x="4619955" y="305396"/>
                  </a:moveTo>
                  <a:lnTo>
                    <a:pt x="4566145" y="304838"/>
                  </a:lnTo>
                  <a:lnTo>
                    <a:pt x="4516513" y="303187"/>
                  </a:lnTo>
                  <a:lnTo>
                    <a:pt x="4470832" y="300507"/>
                  </a:lnTo>
                  <a:lnTo>
                    <a:pt x="4428896" y="296849"/>
                  </a:lnTo>
                  <a:lnTo>
                    <a:pt x="4390479" y="292277"/>
                  </a:lnTo>
                  <a:lnTo>
                    <a:pt x="4323321" y="280619"/>
                  </a:lnTo>
                  <a:lnTo>
                    <a:pt x="4267593" y="265976"/>
                  </a:lnTo>
                  <a:lnTo>
                    <a:pt x="4221543" y="248818"/>
                  </a:lnTo>
                  <a:lnTo>
                    <a:pt x="4183405" y="229590"/>
                  </a:lnTo>
                  <a:lnTo>
                    <a:pt x="4151426" y="208775"/>
                  </a:lnTo>
                  <a:lnTo>
                    <a:pt x="4111155" y="175526"/>
                  </a:lnTo>
                  <a:lnTo>
                    <a:pt x="4074845" y="141262"/>
                  </a:lnTo>
                  <a:lnTo>
                    <a:pt x="4062603" y="129870"/>
                  </a:lnTo>
                  <a:lnTo>
                    <a:pt x="4022331" y="96634"/>
                  </a:lnTo>
                  <a:lnTo>
                    <a:pt x="3990352" y="75806"/>
                  </a:lnTo>
                  <a:lnTo>
                    <a:pt x="3952214" y="56591"/>
                  </a:lnTo>
                  <a:lnTo>
                    <a:pt x="3906164" y="39433"/>
                  </a:lnTo>
                  <a:lnTo>
                    <a:pt x="3850436" y="24790"/>
                  </a:lnTo>
                  <a:lnTo>
                    <a:pt x="3783279" y="13119"/>
                  </a:lnTo>
                  <a:lnTo>
                    <a:pt x="3744861" y="8547"/>
                  </a:lnTo>
                  <a:lnTo>
                    <a:pt x="3702926" y="4902"/>
                  </a:lnTo>
                  <a:lnTo>
                    <a:pt x="3657244" y="2222"/>
                  </a:lnTo>
                  <a:lnTo>
                    <a:pt x="3607612" y="558"/>
                  </a:lnTo>
                  <a:lnTo>
                    <a:pt x="3553803" y="0"/>
                  </a:lnTo>
                  <a:lnTo>
                    <a:pt x="3553803" y="254508"/>
                  </a:lnTo>
                  <a:lnTo>
                    <a:pt x="3607612" y="255054"/>
                  </a:lnTo>
                  <a:lnTo>
                    <a:pt x="3657244" y="256641"/>
                  </a:lnTo>
                  <a:lnTo>
                    <a:pt x="3702926" y="259232"/>
                  </a:lnTo>
                  <a:lnTo>
                    <a:pt x="3744861" y="262763"/>
                  </a:lnTo>
                  <a:lnTo>
                    <a:pt x="3783279" y="267182"/>
                  </a:lnTo>
                  <a:lnTo>
                    <a:pt x="3850436" y="278447"/>
                  </a:lnTo>
                  <a:lnTo>
                    <a:pt x="3906164" y="292595"/>
                  </a:lnTo>
                  <a:lnTo>
                    <a:pt x="3952214" y="309181"/>
                  </a:lnTo>
                  <a:lnTo>
                    <a:pt x="3990352" y="327748"/>
                  </a:lnTo>
                  <a:lnTo>
                    <a:pt x="4036555" y="358368"/>
                  </a:lnTo>
                  <a:lnTo>
                    <a:pt x="4111155" y="424103"/>
                  </a:lnTo>
                  <a:lnTo>
                    <a:pt x="4123855" y="434987"/>
                  </a:lnTo>
                  <a:lnTo>
                    <a:pt x="4166755" y="466445"/>
                  </a:lnTo>
                  <a:lnTo>
                    <a:pt x="4201591" y="485851"/>
                  </a:lnTo>
                  <a:lnTo>
                    <a:pt x="4243463" y="503478"/>
                  </a:lnTo>
                  <a:lnTo>
                    <a:pt x="4294136" y="518896"/>
                  </a:lnTo>
                  <a:lnTo>
                    <a:pt x="4355363" y="531660"/>
                  </a:lnTo>
                  <a:lnTo>
                    <a:pt x="4428896" y="541324"/>
                  </a:lnTo>
                  <a:lnTo>
                    <a:pt x="4470832" y="544855"/>
                  </a:lnTo>
                  <a:lnTo>
                    <a:pt x="4516513" y="547446"/>
                  </a:lnTo>
                  <a:lnTo>
                    <a:pt x="4566145" y="549046"/>
                  </a:lnTo>
                  <a:lnTo>
                    <a:pt x="4619955" y="549592"/>
                  </a:lnTo>
                  <a:lnTo>
                    <a:pt x="4619955" y="305396"/>
                  </a:lnTo>
                  <a:close/>
                </a:path>
                <a:path w="8174355" h="1138554">
                  <a:moveTo>
                    <a:pt x="6396850" y="599046"/>
                  </a:moveTo>
                  <a:lnTo>
                    <a:pt x="6343040" y="598512"/>
                  </a:lnTo>
                  <a:lnTo>
                    <a:pt x="6293409" y="596925"/>
                  </a:lnTo>
                  <a:lnTo>
                    <a:pt x="6247739" y="594347"/>
                  </a:lnTo>
                  <a:lnTo>
                    <a:pt x="6205804" y="590829"/>
                  </a:lnTo>
                  <a:lnTo>
                    <a:pt x="6167386" y="586435"/>
                  </a:lnTo>
                  <a:lnTo>
                    <a:pt x="6100229" y="575221"/>
                  </a:lnTo>
                  <a:lnTo>
                    <a:pt x="6044501" y="561136"/>
                  </a:lnTo>
                  <a:lnTo>
                    <a:pt x="5998451" y="544639"/>
                  </a:lnTo>
                  <a:lnTo>
                    <a:pt x="5960313" y="526161"/>
                  </a:lnTo>
                  <a:lnTo>
                    <a:pt x="5914110" y="495681"/>
                  </a:lnTo>
                  <a:lnTo>
                    <a:pt x="5839498" y="430276"/>
                  </a:lnTo>
                  <a:lnTo>
                    <a:pt x="5826811" y="419442"/>
                  </a:lnTo>
                  <a:lnTo>
                    <a:pt x="5783897" y="388137"/>
                  </a:lnTo>
                  <a:lnTo>
                    <a:pt x="5749061" y="368833"/>
                  </a:lnTo>
                  <a:lnTo>
                    <a:pt x="5707189" y="351282"/>
                  </a:lnTo>
                  <a:lnTo>
                    <a:pt x="5656529" y="335940"/>
                  </a:lnTo>
                  <a:lnTo>
                    <a:pt x="5595302" y="323240"/>
                  </a:lnTo>
                  <a:lnTo>
                    <a:pt x="5521769" y="313626"/>
                  </a:lnTo>
                  <a:lnTo>
                    <a:pt x="5479834" y="310108"/>
                  </a:lnTo>
                  <a:lnTo>
                    <a:pt x="5434152" y="307530"/>
                  </a:lnTo>
                  <a:lnTo>
                    <a:pt x="5384520" y="305943"/>
                  </a:lnTo>
                  <a:lnTo>
                    <a:pt x="5330710" y="305396"/>
                  </a:lnTo>
                  <a:lnTo>
                    <a:pt x="5330710" y="549592"/>
                  </a:lnTo>
                  <a:lnTo>
                    <a:pt x="5385841" y="550087"/>
                  </a:lnTo>
                  <a:lnTo>
                    <a:pt x="5436590" y="551548"/>
                  </a:lnTo>
                  <a:lnTo>
                    <a:pt x="5483187" y="553910"/>
                  </a:lnTo>
                  <a:lnTo>
                    <a:pt x="5525859" y="557136"/>
                  </a:lnTo>
                  <a:lnTo>
                    <a:pt x="5564860" y="561174"/>
                  </a:lnTo>
                  <a:lnTo>
                    <a:pt x="5632780" y="571449"/>
                  </a:lnTo>
                  <a:lnTo>
                    <a:pt x="5688838" y="584327"/>
                  </a:lnTo>
                  <a:lnTo>
                    <a:pt x="5734939" y="599376"/>
                  </a:lnTo>
                  <a:lnTo>
                    <a:pt x="5772963" y="616204"/>
                  </a:lnTo>
                  <a:lnTo>
                    <a:pt x="5819038" y="643851"/>
                  </a:lnTo>
                  <a:lnTo>
                    <a:pt x="5882373" y="692861"/>
                  </a:lnTo>
                  <a:lnTo>
                    <a:pt x="5895149" y="702640"/>
                  </a:lnTo>
                  <a:lnTo>
                    <a:pt x="5938024" y="730986"/>
                  </a:lnTo>
                  <a:lnTo>
                    <a:pt x="5972721" y="748538"/>
                  </a:lnTo>
                  <a:lnTo>
                    <a:pt x="6014555" y="764527"/>
                  </a:lnTo>
                  <a:lnTo>
                    <a:pt x="6065393" y="778548"/>
                  </a:lnTo>
                  <a:lnTo>
                    <a:pt x="6127140" y="790168"/>
                  </a:lnTo>
                  <a:lnTo>
                    <a:pt x="6201702" y="798995"/>
                  </a:lnTo>
                  <a:lnTo>
                    <a:pt x="6244387" y="802220"/>
                  </a:lnTo>
                  <a:lnTo>
                    <a:pt x="6290970" y="804595"/>
                  </a:lnTo>
                  <a:lnTo>
                    <a:pt x="6341719" y="806043"/>
                  </a:lnTo>
                  <a:lnTo>
                    <a:pt x="6396850" y="806551"/>
                  </a:lnTo>
                  <a:lnTo>
                    <a:pt x="6396850" y="599046"/>
                  </a:lnTo>
                  <a:close/>
                </a:path>
                <a:path w="8174355" h="1138554">
                  <a:moveTo>
                    <a:pt x="8173758" y="1031722"/>
                  </a:moveTo>
                  <a:lnTo>
                    <a:pt x="8121205" y="1030960"/>
                  </a:lnTo>
                  <a:lnTo>
                    <a:pt x="8072641" y="1028738"/>
                  </a:lnTo>
                  <a:lnTo>
                    <a:pt x="8027860" y="1025118"/>
                  </a:lnTo>
                  <a:lnTo>
                    <a:pt x="7986636" y="1020178"/>
                  </a:lnTo>
                  <a:lnTo>
                    <a:pt x="7948790" y="1013993"/>
                  </a:lnTo>
                  <a:lnTo>
                    <a:pt x="7882395" y="998194"/>
                  </a:lnTo>
                  <a:lnTo>
                    <a:pt x="7827010" y="978331"/>
                  </a:lnTo>
                  <a:lnTo>
                    <a:pt x="7781036" y="955001"/>
                  </a:lnTo>
                  <a:lnTo>
                    <a:pt x="7742809" y="928814"/>
                  </a:lnTo>
                  <a:lnTo>
                    <a:pt x="7710703" y="900366"/>
                  </a:lnTo>
                  <a:lnTo>
                    <a:pt x="7683106" y="870254"/>
                  </a:lnTo>
                  <a:lnTo>
                    <a:pt x="7658354" y="839089"/>
                  </a:lnTo>
                  <a:lnTo>
                    <a:pt x="7623022" y="791679"/>
                  </a:lnTo>
                  <a:lnTo>
                    <a:pt x="7610907" y="776008"/>
                  </a:lnTo>
                  <a:lnTo>
                    <a:pt x="7584935" y="745299"/>
                  </a:lnTo>
                  <a:lnTo>
                    <a:pt x="7555281" y="715937"/>
                  </a:lnTo>
                  <a:lnTo>
                    <a:pt x="7520330" y="688543"/>
                  </a:lnTo>
                  <a:lnTo>
                    <a:pt x="7478420" y="663714"/>
                  </a:lnTo>
                  <a:lnTo>
                    <a:pt x="7427950" y="642035"/>
                  </a:lnTo>
                  <a:lnTo>
                    <a:pt x="7367270" y="624141"/>
                  </a:lnTo>
                  <a:lnTo>
                    <a:pt x="7294740" y="610603"/>
                  </a:lnTo>
                  <a:lnTo>
                    <a:pt x="7253516" y="605663"/>
                  </a:lnTo>
                  <a:lnTo>
                    <a:pt x="7208736" y="602043"/>
                  </a:lnTo>
                  <a:lnTo>
                    <a:pt x="7160171" y="599808"/>
                  </a:lnTo>
                  <a:lnTo>
                    <a:pt x="7107618" y="599046"/>
                  </a:lnTo>
                  <a:lnTo>
                    <a:pt x="7107618" y="806551"/>
                  </a:lnTo>
                  <a:lnTo>
                    <a:pt x="7161428" y="807161"/>
                  </a:lnTo>
                  <a:lnTo>
                    <a:pt x="7211060" y="808951"/>
                  </a:lnTo>
                  <a:lnTo>
                    <a:pt x="7256729" y="811860"/>
                  </a:lnTo>
                  <a:lnTo>
                    <a:pt x="7298664" y="815835"/>
                  </a:lnTo>
                  <a:lnTo>
                    <a:pt x="7337082" y="820801"/>
                  </a:lnTo>
                  <a:lnTo>
                    <a:pt x="7404252" y="833462"/>
                  </a:lnTo>
                  <a:lnTo>
                    <a:pt x="7459980" y="849350"/>
                  </a:lnTo>
                  <a:lnTo>
                    <a:pt x="7506030" y="867981"/>
                  </a:lnTo>
                  <a:lnTo>
                    <a:pt x="7544155" y="888847"/>
                  </a:lnTo>
                  <a:lnTo>
                    <a:pt x="7576134" y="911466"/>
                  </a:lnTo>
                  <a:lnTo>
                    <a:pt x="7616406" y="947547"/>
                  </a:lnTo>
                  <a:lnTo>
                    <a:pt x="7652715" y="984758"/>
                  </a:lnTo>
                  <a:lnTo>
                    <a:pt x="7664971" y="997127"/>
                  </a:lnTo>
                  <a:lnTo>
                    <a:pt x="7705242" y="1033208"/>
                  </a:lnTo>
                  <a:lnTo>
                    <a:pt x="7737221" y="1055827"/>
                  </a:lnTo>
                  <a:lnTo>
                    <a:pt x="7775346" y="1076693"/>
                  </a:lnTo>
                  <a:lnTo>
                    <a:pt x="7821409" y="1095324"/>
                  </a:lnTo>
                  <a:lnTo>
                    <a:pt x="7877124" y="1111224"/>
                  </a:lnTo>
                  <a:lnTo>
                    <a:pt x="7944294" y="1123886"/>
                  </a:lnTo>
                  <a:lnTo>
                    <a:pt x="7982712" y="1128839"/>
                  </a:lnTo>
                  <a:lnTo>
                    <a:pt x="8024647" y="1132814"/>
                  </a:lnTo>
                  <a:lnTo>
                    <a:pt x="8070316" y="1135722"/>
                  </a:lnTo>
                  <a:lnTo>
                    <a:pt x="8119948" y="1137513"/>
                  </a:lnTo>
                  <a:lnTo>
                    <a:pt x="8173758" y="1138123"/>
                  </a:lnTo>
                  <a:lnTo>
                    <a:pt x="8173758" y="1031722"/>
                  </a:lnTo>
                  <a:close/>
                </a:path>
              </a:pathLst>
            </a:custGeom>
            <a:solidFill>
              <a:srgbClr val="fbb613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4" name="object 30"/>
            <p:cNvSpPr/>
            <p:nvPr/>
          </p:nvSpPr>
          <p:spPr>
            <a:xfrm>
              <a:off x="2580480" y="3638520"/>
              <a:ext cx="8174160" cy="275760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757600"/>
                <a:gd name="textAreaBottom" fmla="*/ 2757960 h 2757600"/>
              </a:gdLst>
              <a:ahLst/>
              <a:rect l="textAreaLeft" t="textAreaTop" r="textAreaRight" b="textAreaBottom"/>
              <a:pathLst>
                <a:path w="8174355" h="2757804">
                  <a:moveTo>
                    <a:pt x="1066139" y="1709305"/>
                  </a:moveTo>
                  <a:lnTo>
                    <a:pt x="1009611" y="1709521"/>
                  </a:lnTo>
                  <a:lnTo>
                    <a:pt x="957707" y="1710169"/>
                  </a:lnTo>
                  <a:lnTo>
                    <a:pt x="910158" y="1711223"/>
                  </a:lnTo>
                  <a:lnTo>
                    <a:pt x="866711" y="1712645"/>
                  </a:lnTo>
                  <a:lnTo>
                    <a:pt x="827112" y="1714436"/>
                  </a:lnTo>
                  <a:lnTo>
                    <a:pt x="758431" y="1718970"/>
                  </a:lnTo>
                  <a:lnTo>
                    <a:pt x="702068" y="1724634"/>
                  </a:lnTo>
                  <a:lnTo>
                    <a:pt x="655955" y="1731251"/>
                  </a:lnTo>
                  <a:lnTo>
                    <a:pt x="618058" y="1738617"/>
                  </a:lnTo>
                  <a:lnTo>
                    <a:pt x="572096" y="1750682"/>
                  </a:lnTo>
                  <a:lnTo>
                    <a:pt x="507479" y="1771891"/>
                  </a:lnTo>
                  <a:lnTo>
                    <a:pt x="494042" y="1776095"/>
                  </a:lnTo>
                  <a:lnTo>
                    <a:pt x="448081" y="1788160"/>
                  </a:lnTo>
                  <a:lnTo>
                    <a:pt x="410184" y="1795526"/>
                  </a:lnTo>
                  <a:lnTo>
                    <a:pt x="364070" y="1802142"/>
                  </a:lnTo>
                  <a:lnTo>
                    <a:pt x="307695" y="1807806"/>
                  </a:lnTo>
                  <a:lnTo>
                    <a:pt x="239026" y="1812340"/>
                  </a:lnTo>
                  <a:lnTo>
                    <a:pt x="199428" y="1814131"/>
                  </a:lnTo>
                  <a:lnTo>
                    <a:pt x="155981" y="1815553"/>
                  </a:lnTo>
                  <a:lnTo>
                    <a:pt x="108432" y="1816608"/>
                  </a:lnTo>
                  <a:lnTo>
                    <a:pt x="56527" y="1817255"/>
                  </a:lnTo>
                  <a:lnTo>
                    <a:pt x="0" y="1817471"/>
                  </a:lnTo>
                  <a:lnTo>
                    <a:pt x="0" y="2099576"/>
                  </a:lnTo>
                  <a:lnTo>
                    <a:pt x="56527" y="2099386"/>
                  </a:lnTo>
                  <a:lnTo>
                    <a:pt x="108432" y="2098852"/>
                  </a:lnTo>
                  <a:lnTo>
                    <a:pt x="155981" y="2097963"/>
                  </a:lnTo>
                  <a:lnTo>
                    <a:pt x="199428" y="2096757"/>
                  </a:lnTo>
                  <a:lnTo>
                    <a:pt x="239026" y="2095258"/>
                  </a:lnTo>
                  <a:lnTo>
                    <a:pt x="307695" y="2091436"/>
                  </a:lnTo>
                  <a:lnTo>
                    <a:pt x="364070" y="2086660"/>
                  </a:lnTo>
                  <a:lnTo>
                    <a:pt x="410184" y="2081085"/>
                  </a:lnTo>
                  <a:lnTo>
                    <a:pt x="448081" y="2074875"/>
                  </a:lnTo>
                  <a:lnTo>
                    <a:pt x="494042" y="2064715"/>
                  </a:lnTo>
                  <a:lnTo>
                    <a:pt x="545731" y="2050415"/>
                  </a:lnTo>
                  <a:lnTo>
                    <a:pt x="572096" y="2043303"/>
                  </a:lnTo>
                  <a:lnTo>
                    <a:pt x="618058" y="2033143"/>
                  </a:lnTo>
                  <a:lnTo>
                    <a:pt x="655955" y="2026932"/>
                  </a:lnTo>
                  <a:lnTo>
                    <a:pt x="702068" y="2021357"/>
                  </a:lnTo>
                  <a:lnTo>
                    <a:pt x="758431" y="2016582"/>
                  </a:lnTo>
                  <a:lnTo>
                    <a:pt x="827112" y="2012759"/>
                  </a:lnTo>
                  <a:lnTo>
                    <a:pt x="866711" y="2011260"/>
                  </a:lnTo>
                  <a:lnTo>
                    <a:pt x="910158" y="2010054"/>
                  </a:lnTo>
                  <a:lnTo>
                    <a:pt x="957707" y="2009165"/>
                  </a:lnTo>
                  <a:lnTo>
                    <a:pt x="1009611" y="2008619"/>
                  </a:lnTo>
                  <a:lnTo>
                    <a:pt x="1066139" y="2008441"/>
                  </a:lnTo>
                  <a:lnTo>
                    <a:pt x="1066139" y="1709305"/>
                  </a:lnTo>
                  <a:close/>
                </a:path>
                <a:path w="8174355" h="2757804">
                  <a:moveTo>
                    <a:pt x="2843047" y="0"/>
                  </a:moveTo>
                  <a:lnTo>
                    <a:pt x="2776448" y="4902"/>
                  </a:lnTo>
                  <a:lnTo>
                    <a:pt x="2716288" y="19202"/>
                  </a:lnTo>
                  <a:lnTo>
                    <a:pt x="2662136" y="42252"/>
                  </a:lnTo>
                  <a:lnTo>
                    <a:pt x="2613571" y="73444"/>
                  </a:lnTo>
                  <a:lnTo>
                    <a:pt x="2570162" y="112153"/>
                  </a:lnTo>
                  <a:lnTo>
                    <a:pt x="2531478" y="157746"/>
                  </a:lnTo>
                  <a:lnTo>
                    <a:pt x="2497086" y="209600"/>
                  </a:lnTo>
                  <a:lnTo>
                    <a:pt x="2466568" y="267081"/>
                  </a:lnTo>
                  <a:lnTo>
                    <a:pt x="2439479" y="329577"/>
                  </a:lnTo>
                  <a:lnTo>
                    <a:pt x="2415387" y="396443"/>
                  </a:lnTo>
                  <a:lnTo>
                    <a:pt x="2393886" y="467080"/>
                  </a:lnTo>
                  <a:lnTo>
                    <a:pt x="2374519" y="540829"/>
                  </a:lnTo>
                  <a:lnTo>
                    <a:pt x="2365514" y="578688"/>
                  </a:lnTo>
                  <a:lnTo>
                    <a:pt x="2356878" y="617093"/>
                  </a:lnTo>
                  <a:lnTo>
                    <a:pt x="2348573" y="655980"/>
                  </a:lnTo>
                  <a:lnTo>
                    <a:pt x="2340533" y="695236"/>
                  </a:lnTo>
                  <a:lnTo>
                    <a:pt x="2332698" y="734822"/>
                  </a:lnTo>
                  <a:lnTo>
                    <a:pt x="2325039" y="774636"/>
                  </a:lnTo>
                  <a:lnTo>
                    <a:pt x="2287244" y="974483"/>
                  </a:lnTo>
                  <a:lnTo>
                    <a:pt x="2279421" y="1014069"/>
                  </a:lnTo>
                  <a:lnTo>
                    <a:pt x="2271369" y="1053338"/>
                  </a:lnTo>
                  <a:lnTo>
                    <a:pt x="2263063" y="1092212"/>
                  </a:lnTo>
                  <a:lnTo>
                    <a:pt x="2254427" y="1130617"/>
                  </a:lnTo>
                  <a:lnTo>
                    <a:pt x="2245423" y="1168476"/>
                  </a:lnTo>
                  <a:lnTo>
                    <a:pt x="2235987" y="1205699"/>
                  </a:lnTo>
                  <a:lnTo>
                    <a:pt x="2215604" y="1277975"/>
                  </a:lnTo>
                  <a:lnTo>
                    <a:pt x="2192858" y="1346809"/>
                  </a:lnTo>
                  <a:lnTo>
                    <a:pt x="2167331" y="1411566"/>
                  </a:lnTo>
                  <a:lnTo>
                    <a:pt x="2138578" y="1471637"/>
                  </a:lnTo>
                  <a:lnTo>
                    <a:pt x="2106168" y="1526374"/>
                  </a:lnTo>
                  <a:lnTo>
                    <a:pt x="2069693" y="1575181"/>
                  </a:lnTo>
                  <a:lnTo>
                    <a:pt x="2028698" y="1617408"/>
                  </a:lnTo>
                  <a:lnTo>
                    <a:pt x="1982762" y="1652435"/>
                  </a:lnTo>
                  <a:lnTo>
                    <a:pt x="1931466" y="1679638"/>
                  </a:lnTo>
                  <a:lnTo>
                    <a:pt x="1874367" y="1698396"/>
                  </a:lnTo>
                  <a:lnTo>
                    <a:pt x="1811032" y="1708061"/>
                  </a:lnTo>
                  <a:lnTo>
                    <a:pt x="1776907" y="1709305"/>
                  </a:lnTo>
                  <a:lnTo>
                    <a:pt x="1776907" y="2008441"/>
                  </a:lnTo>
                  <a:lnTo>
                    <a:pt x="1846605" y="2003475"/>
                  </a:lnTo>
                  <a:lnTo>
                    <a:pt x="1909254" y="1989048"/>
                  </a:lnTo>
                  <a:lnTo>
                    <a:pt x="1965312" y="1965794"/>
                  </a:lnTo>
                  <a:lnTo>
                    <a:pt x="2015312" y="1934400"/>
                  </a:lnTo>
                  <a:lnTo>
                    <a:pt x="2059711" y="1895525"/>
                  </a:lnTo>
                  <a:lnTo>
                    <a:pt x="2099043" y="1849831"/>
                  </a:lnTo>
                  <a:lnTo>
                    <a:pt x="2133777" y="1797989"/>
                  </a:lnTo>
                  <a:lnTo>
                    <a:pt x="2164423" y="1740662"/>
                  </a:lnTo>
                  <a:lnTo>
                    <a:pt x="2191474" y="1678508"/>
                  </a:lnTo>
                  <a:lnTo>
                    <a:pt x="2215426" y="1612201"/>
                  </a:lnTo>
                  <a:lnTo>
                    <a:pt x="2236774" y="1542402"/>
                  </a:lnTo>
                  <a:lnTo>
                    <a:pt x="2256015" y="1469771"/>
                  </a:lnTo>
                  <a:lnTo>
                    <a:pt x="2264994" y="1432610"/>
                  </a:lnTo>
                  <a:lnTo>
                    <a:pt x="2273643" y="1394993"/>
                  </a:lnTo>
                  <a:lnTo>
                    <a:pt x="2281999" y="1356995"/>
                  </a:lnTo>
                  <a:lnTo>
                    <a:pt x="2290153" y="1318704"/>
                  </a:lnTo>
                  <a:lnTo>
                    <a:pt x="2329802" y="1125816"/>
                  </a:lnTo>
                  <a:lnTo>
                    <a:pt x="2337943" y="1087526"/>
                  </a:lnTo>
                  <a:lnTo>
                    <a:pt x="2346312" y="1049528"/>
                  </a:lnTo>
                  <a:lnTo>
                    <a:pt x="2354948" y="1011910"/>
                  </a:lnTo>
                  <a:lnTo>
                    <a:pt x="2363940" y="974750"/>
                  </a:lnTo>
                  <a:lnTo>
                    <a:pt x="2383167" y="902119"/>
                  </a:lnTo>
                  <a:lnTo>
                    <a:pt x="2404516" y="832319"/>
                  </a:lnTo>
                  <a:lnTo>
                    <a:pt x="2428468" y="766013"/>
                  </a:lnTo>
                  <a:lnTo>
                    <a:pt x="2455519" y="703859"/>
                  </a:lnTo>
                  <a:lnTo>
                    <a:pt x="2486164" y="646531"/>
                  </a:lnTo>
                  <a:lnTo>
                    <a:pt x="2520899" y="594690"/>
                  </a:lnTo>
                  <a:lnTo>
                    <a:pt x="2560231" y="548995"/>
                  </a:lnTo>
                  <a:lnTo>
                    <a:pt x="2604643" y="510120"/>
                  </a:lnTo>
                  <a:lnTo>
                    <a:pt x="2654630" y="478726"/>
                  </a:lnTo>
                  <a:lnTo>
                    <a:pt x="2710700" y="455485"/>
                  </a:lnTo>
                  <a:lnTo>
                    <a:pt x="2773337" y="441045"/>
                  </a:lnTo>
                  <a:lnTo>
                    <a:pt x="2843047" y="436079"/>
                  </a:lnTo>
                  <a:lnTo>
                    <a:pt x="2843047" y="0"/>
                  </a:lnTo>
                  <a:close/>
                </a:path>
                <a:path w="8174355" h="2757804">
                  <a:moveTo>
                    <a:pt x="4619955" y="1724850"/>
                  </a:moveTo>
                  <a:lnTo>
                    <a:pt x="4553343" y="1719897"/>
                  </a:lnTo>
                  <a:lnTo>
                    <a:pt x="4493184" y="1705470"/>
                  </a:lnTo>
                  <a:lnTo>
                    <a:pt x="4439043" y="1682216"/>
                  </a:lnTo>
                  <a:lnTo>
                    <a:pt x="4390479" y="1650733"/>
                  </a:lnTo>
                  <a:lnTo>
                    <a:pt x="4347070" y="1611680"/>
                  </a:lnTo>
                  <a:lnTo>
                    <a:pt x="4308386" y="1565668"/>
                  </a:lnTo>
                  <a:lnTo>
                    <a:pt x="4273994" y="1513344"/>
                  </a:lnTo>
                  <a:lnTo>
                    <a:pt x="4243463" y="1455343"/>
                  </a:lnTo>
                  <a:lnTo>
                    <a:pt x="4216374" y="1392275"/>
                  </a:lnTo>
                  <a:lnTo>
                    <a:pt x="4192295" y="1324800"/>
                  </a:lnTo>
                  <a:lnTo>
                    <a:pt x="4170794" y="1253528"/>
                  </a:lnTo>
                  <a:lnTo>
                    <a:pt x="4160863" y="1216660"/>
                  </a:lnTo>
                  <a:lnTo>
                    <a:pt x="4151426" y="1179093"/>
                  </a:lnTo>
                  <a:lnTo>
                    <a:pt x="4142422" y="1140891"/>
                  </a:lnTo>
                  <a:lnTo>
                    <a:pt x="4133786" y="1102144"/>
                  </a:lnTo>
                  <a:lnTo>
                    <a:pt x="4125480" y="1062913"/>
                  </a:lnTo>
                  <a:lnTo>
                    <a:pt x="4117441" y="1023289"/>
                  </a:lnTo>
                  <a:lnTo>
                    <a:pt x="4109605" y="983348"/>
                  </a:lnTo>
                  <a:lnTo>
                    <a:pt x="4101947" y="943165"/>
                  </a:lnTo>
                  <a:lnTo>
                    <a:pt x="4064152" y="741502"/>
                  </a:lnTo>
                  <a:lnTo>
                    <a:pt x="4056316" y="701560"/>
                  </a:lnTo>
                  <a:lnTo>
                    <a:pt x="4048277" y="661936"/>
                  </a:lnTo>
                  <a:lnTo>
                    <a:pt x="4039971" y="622706"/>
                  </a:lnTo>
                  <a:lnTo>
                    <a:pt x="4031335" y="583958"/>
                  </a:lnTo>
                  <a:lnTo>
                    <a:pt x="4022331" y="545757"/>
                  </a:lnTo>
                  <a:lnTo>
                    <a:pt x="4012895" y="508177"/>
                  </a:lnTo>
                  <a:lnTo>
                    <a:pt x="4002963" y="471322"/>
                  </a:lnTo>
                  <a:lnTo>
                    <a:pt x="3981462" y="400050"/>
                  </a:lnTo>
                  <a:lnTo>
                    <a:pt x="3957383" y="332574"/>
                  </a:lnTo>
                  <a:lnTo>
                    <a:pt x="3930294" y="269506"/>
                  </a:lnTo>
                  <a:lnTo>
                    <a:pt x="3899763" y="211505"/>
                  </a:lnTo>
                  <a:lnTo>
                    <a:pt x="3865372" y="159181"/>
                  </a:lnTo>
                  <a:lnTo>
                    <a:pt x="3826687" y="113169"/>
                  </a:lnTo>
                  <a:lnTo>
                    <a:pt x="3783279" y="74117"/>
                  </a:lnTo>
                  <a:lnTo>
                    <a:pt x="3734714" y="42633"/>
                  </a:lnTo>
                  <a:lnTo>
                    <a:pt x="3680561" y="19367"/>
                  </a:lnTo>
                  <a:lnTo>
                    <a:pt x="3620414" y="4953"/>
                  </a:lnTo>
                  <a:lnTo>
                    <a:pt x="3553803" y="0"/>
                  </a:lnTo>
                  <a:lnTo>
                    <a:pt x="3553803" y="436079"/>
                  </a:lnTo>
                  <a:lnTo>
                    <a:pt x="3589007" y="437311"/>
                  </a:lnTo>
                  <a:lnTo>
                    <a:pt x="3622446" y="440956"/>
                  </a:lnTo>
                  <a:lnTo>
                    <a:pt x="3684232" y="455142"/>
                  </a:lnTo>
                  <a:lnTo>
                    <a:pt x="3739654" y="478015"/>
                  </a:lnTo>
                  <a:lnTo>
                    <a:pt x="3789159" y="508914"/>
                  </a:lnTo>
                  <a:lnTo>
                    <a:pt x="3833241" y="547192"/>
                  </a:lnTo>
                  <a:lnTo>
                    <a:pt x="3872357" y="592226"/>
                  </a:lnTo>
                  <a:lnTo>
                    <a:pt x="3906977" y="643369"/>
                  </a:lnTo>
                  <a:lnTo>
                    <a:pt x="3937597" y="699960"/>
                  </a:lnTo>
                  <a:lnTo>
                    <a:pt x="3964660" y="761390"/>
                  </a:lnTo>
                  <a:lnTo>
                    <a:pt x="3988663" y="826985"/>
                  </a:lnTo>
                  <a:lnTo>
                    <a:pt x="4010063" y="896112"/>
                  </a:lnTo>
                  <a:lnTo>
                    <a:pt x="4029341" y="968133"/>
                  </a:lnTo>
                  <a:lnTo>
                    <a:pt x="4046956" y="1042403"/>
                  </a:lnTo>
                  <a:lnTo>
                    <a:pt x="4055300" y="1080185"/>
                  </a:lnTo>
                  <a:lnTo>
                    <a:pt x="4063403" y="1118285"/>
                  </a:lnTo>
                  <a:lnTo>
                    <a:pt x="4071328" y="1156614"/>
                  </a:lnTo>
                  <a:lnTo>
                    <a:pt x="4094632" y="1272286"/>
                  </a:lnTo>
                  <a:lnTo>
                    <a:pt x="4110355" y="1349121"/>
                  </a:lnTo>
                  <a:lnTo>
                    <a:pt x="4118457" y="1387221"/>
                  </a:lnTo>
                  <a:lnTo>
                    <a:pt x="4126801" y="1425003"/>
                  </a:lnTo>
                  <a:lnTo>
                    <a:pt x="4135437" y="1462379"/>
                  </a:lnTo>
                  <a:lnTo>
                    <a:pt x="4153827" y="1535607"/>
                  </a:lnTo>
                  <a:lnTo>
                    <a:pt x="4174096" y="1606257"/>
                  </a:lnTo>
                  <a:lnTo>
                    <a:pt x="4196740" y="1673707"/>
                  </a:lnTo>
                  <a:lnTo>
                    <a:pt x="4222216" y="1737283"/>
                  </a:lnTo>
                  <a:lnTo>
                    <a:pt x="4250995" y="1796376"/>
                  </a:lnTo>
                  <a:lnTo>
                    <a:pt x="4283557" y="1850326"/>
                  </a:lnTo>
                  <a:lnTo>
                    <a:pt x="4320375" y="1898497"/>
                  </a:lnTo>
                  <a:lnTo>
                    <a:pt x="4361904" y="1940229"/>
                  </a:lnTo>
                  <a:lnTo>
                    <a:pt x="4408640" y="1974900"/>
                  </a:lnTo>
                  <a:lnTo>
                    <a:pt x="4461040" y="2001862"/>
                  </a:lnTo>
                  <a:lnTo>
                    <a:pt x="4519587" y="2020481"/>
                  </a:lnTo>
                  <a:lnTo>
                    <a:pt x="4584738" y="2030082"/>
                  </a:lnTo>
                  <a:lnTo>
                    <a:pt x="4619955" y="2031314"/>
                  </a:lnTo>
                  <a:lnTo>
                    <a:pt x="4619955" y="1724850"/>
                  </a:lnTo>
                  <a:close/>
                </a:path>
                <a:path w="8174355" h="2757804">
                  <a:moveTo>
                    <a:pt x="6396850" y="2532469"/>
                  </a:moveTo>
                  <a:lnTo>
                    <a:pt x="6350787" y="2531389"/>
                  </a:lnTo>
                  <a:lnTo>
                    <a:pt x="6307772" y="2528201"/>
                  </a:lnTo>
                  <a:lnTo>
                    <a:pt x="6267666" y="2523007"/>
                  </a:lnTo>
                  <a:lnTo>
                    <a:pt x="6195669" y="2506992"/>
                  </a:lnTo>
                  <a:lnTo>
                    <a:pt x="6133693" y="2484056"/>
                  </a:lnTo>
                  <a:lnTo>
                    <a:pt x="6080671" y="2454960"/>
                  </a:lnTo>
                  <a:lnTo>
                    <a:pt x="6035510" y="2420455"/>
                  </a:lnTo>
                  <a:lnTo>
                    <a:pt x="5997118" y="2381288"/>
                  </a:lnTo>
                  <a:lnTo>
                    <a:pt x="5964428" y="2338184"/>
                  </a:lnTo>
                  <a:lnTo>
                    <a:pt x="5936335" y="2291918"/>
                  </a:lnTo>
                  <a:lnTo>
                    <a:pt x="5911774" y="2243226"/>
                  </a:lnTo>
                  <a:lnTo>
                    <a:pt x="5889650" y="2192845"/>
                  </a:lnTo>
                  <a:lnTo>
                    <a:pt x="5848401" y="2090051"/>
                  </a:lnTo>
                  <a:lnTo>
                    <a:pt x="5837910" y="2064461"/>
                  </a:lnTo>
                  <a:lnTo>
                    <a:pt x="5815787" y="2014080"/>
                  </a:lnTo>
                  <a:lnTo>
                    <a:pt x="5791225" y="1965388"/>
                  </a:lnTo>
                  <a:lnTo>
                    <a:pt x="5763145" y="1919122"/>
                  </a:lnTo>
                  <a:lnTo>
                    <a:pt x="5730456" y="1876031"/>
                  </a:lnTo>
                  <a:lnTo>
                    <a:pt x="5692064" y="1836851"/>
                  </a:lnTo>
                  <a:lnTo>
                    <a:pt x="5646902" y="1802345"/>
                  </a:lnTo>
                  <a:lnTo>
                    <a:pt x="5593867" y="1773250"/>
                  </a:lnTo>
                  <a:lnTo>
                    <a:pt x="5531904" y="1750326"/>
                  </a:lnTo>
                  <a:lnTo>
                    <a:pt x="5459895" y="1734299"/>
                  </a:lnTo>
                  <a:lnTo>
                    <a:pt x="5419788" y="1729105"/>
                  </a:lnTo>
                  <a:lnTo>
                    <a:pt x="5376773" y="1725930"/>
                  </a:lnTo>
                  <a:lnTo>
                    <a:pt x="5330710" y="1724850"/>
                  </a:lnTo>
                  <a:lnTo>
                    <a:pt x="5330710" y="2031314"/>
                  </a:lnTo>
                  <a:lnTo>
                    <a:pt x="5378755" y="2032317"/>
                  </a:lnTo>
                  <a:lnTo>
                    <a:pt x="5423471" y="2035276"/>
                  </a:lnTo>
                  <a:lnTo>
                    <a:pt x="5465026" y="2040077"/>
                  </a:lnTo>
                  <a:lnTo>
                    <a:pt x="5503570" y="2046655"/>
                  </a:lnTo>
                  <a:lnTo>
                    <a:pt x="5572239" y="2064740"/>
                  </a:lnTo>
                  <a:lnTo>
                    <a:pt x="5630723" y="2088807"/>
                  </a:lnTo>
                  <a:lnTo>
                    <a:pt x="5680240" y="2118131"/>
                  </a:lnTo>
                  <a:lnTo>
                    <a:pt x="5722036" y="2151977"/>
                  </a:lnTo>
                  <a:lnTo>
                    <a:pt x="5757354" y="2189619"/>
                  </a:lnTo>
                  <a:lnTo>
                    <a:pt x="5787415" y="2230348"/>
                  </a:lnTo>
                  <a:lnTo>
                    <a:pt x="5813463" y="2273439"/>
                  </a:lnTo>
                  <a:lnTo>
                    <a:pt x="5836729" y="2318156"/>
                  </a:lnTo>
                  <a:lnTo>
                    <a:pt x="5879858" y="2409583"/>
                  </a:lnTo>
                  <a:lnTo>
                    <a:pt x="5890844" y="2432329"/>
                  </a:lnTo>
                  <a:lnTo>
                    <a:pt x="5914110" y="2477046"/>
                  </a:lnTo>
                  <a:lnTo>
                    <a:pt x="5940145" y="2520124"/>
                  </a:lnTo>
                  <a:lnTo>
                    <a:pt x="5970219" y="2560853"/>
                  </a:lnTo>
                  <a:lnTo>
                    <a:pt x="6005525" y="2598509"/>
                  </a:lnTo>
                  <a:lnTo>
                    <a:pt x="6047321" y="2632354"/>
                  </a:lnTo>
                  <a:lnTo>
                    <a:pt x="6096838" y="2661678"/>
                  </a:lnTo>
                  <a:lnTo>
                    <a:pt x="6155321" y="2685732"/>
                  </a:lnTo>
                  <a:lnTo>
                    <a:pt x="6223990" y="2703830"/>
                  </a:lnTo>
                  <a:lnTo>
                    <a:pt x="6262535" y="2710396"/>
                  </a:lnTo>
                  <a:lnTo>
                    <a:pt x="6304089" y="2715209"/>
                  </a:lnTo>
                  <a:lnTo>
                    <a:pt x="6348819" y="2718155"/>
                  </a:lnTo>
                  <a:lnTo>
                    <a:pt x="6396850" y="2719159"/>
                  </a:lnTo>
                  <a:lnTo>
                    <a:pt x="6396850" y="2532469"/>
                  </a:lnTo>
                  <a:close/>
                </a:path>
                <a:path w="8174355" h="2757804">
                  <a:moveTo>
                    <a:pt x="8173758" y="2563609"/>
                  </a:moveTo>
                  <a:lnTo>
                    <a:pt x="8065325" y="2563355"/>
                  </a:lnTo>
                  <a:lnTo>
                    <a:pt x="7974330" y="2562644"/>
                  </a:lnTo>
                  <a:lnTo>
                    <a:pt x="7898727" y="2561526"/>
                  </a:lnTo>
                  <a:lnTo>
                    <a:pt x="7836459" y="2560053"/>
                  </a:lnTo>
                  <a:lnTo>
                    <a:pt x="7785481" y="2558275"/>
                  </a:lnTo>
                  <a:lnTo>
                    <a:pt x="7743723" y="2556256"/>
                  </a:lnTo>
                  <a:lnTo>
                    <a:pt x="7679715" y="2551696"/>
                  </a:lnTo>
                  <a:lnTo>
                    <a:pt x="7615098" y="2545588"/>
                  </a:lnTo>
                  <a:lnTo>
                    <a:pt x="7572222" y="2542032"/>
                  </a:lnTo>
                  <a:lnTo>
                    <a:pt x="7495895" y="2537803"/>
                  </a:lnTo>
                  <a:lnTo>
                    <a:pt x="7444918" y="2536025"/>
                  </a:lnTo>
                  <a:lnTo>
                    <a:pt x="7382650" y="2534551"/>
                  </a:lnTo>
                  <a:lnTo>
                    <a:pt x="7307046" y="2533421"/>
                  </a:lnTo>
                  <a:lnTo>
                    <a:pt x="7216051" y="2532710"/>
                  </a:lnTo>
                  <a:lnTo>
                    <a:pt x="7107618" y="2532469"/>
                  </a:lnTo>
                  <a:lnTo>
                    <a:pt x="7107618" y="2719159"/>
                  </a:lnTo>
                  <a:lnTo>
                    <a:pt x="7164146" y="2719235"/>
                  </a:lnTo>
                  <a:lnTo>
                    <a:pt x="7263600" y="2719844"/>
                  </a:lnTo>
                  <a:lnTo>
                    <a:pt x="7346645" y="2720987"/>
                  </a:lnTo>
                  <a:lnTo>
                    <a:pt x="7415327" y="2722600"/>
                  </a:lnTo>
                  <a:lnTo>
                    <a:pt x="7471689" y="2724620"/>
                  </a:lnTo>
                  <a:lnTo>
                    <a:pt x="7537653" y="2728252"/>
                  </a:lnTo>
                  <a:lnTo>
                    <a:pt x="7601661" y="2733878"/>
                  </a:lnTo>
                  <a:lnTo>
                    <a:pt x="7679715" y="2742920"/>
                  </a:lnTo>
                  <a:lnTo>
                    <a:pt x="7709154" y="2745816"/>
                  </a:lnTo>
                  <a:lnTo>
                    <a:pt x="7785481" y="2751048"/>
                  </a:lnTo>
                  <a:lnTo>
                    <a:pt x="7836459" y="2753245"/>
                  </a:lnTo>
                  <a:lnTo>
                    <a:pt x="7898727" y="2755074"/>
                  </a:lnTo>
                  <a:lnTo>
                    <a:pt x="7974330" y="2756458"/>
                  </a:lnTo>
                  <a:lnTo>
                    <a:pt x="8065325" y="2757335"/>
                  </a:lnTo>
                  <a:lnTo>
                    <a:pt x="8173758" y="2757640"/>
                  </a:lnTo>
                  <a:lnTo>
                    <a:pt x="8173758" y="2563609"/>
                  </a:lnTo>
                  <a:close/>
                </a:path>
              </a:pathLst>
            </a:custGeom>
            <a:solidFill>
              <a:srgbClr val="f15628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5" name="object 31"/>
            <p:cNvSpPr/>
            <p:nvPr/>
          </p:nvSpPr>
          <p:spPr>
            <a:xfrm>
              <a:off x="2580480" y="3673080"/>
              <a:ext cx="8174160" cy="242856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428560"/>
                <a:gd name="textAreaBottom" fmla="*/ 2428920 h 2428560"/>
              </a:gdLst>
              <a:ahLst/>
              <a:rect l="textAreaLeft" t="textAreaTop" r="textAreaRight" b="textAreaBottom"/>
              <a:pathLst>
                <a:path w="8174355" h="2428875">
                  <a:moveTo>
                    <a:pt x="1066139" y="986116"/>
                  </a:moveTo>
                  <a:lnTo>
                    <a:pt x="1027264" y="987310"/>
                  </a:lnTo>
                  <a:lnTo>
                    <a:pt x="955941" y="996645"/>
                  </a:lnTo>
                  <a:lnTo>
                    <a:pt x="892619" y="1014653"/>
                  </a:lnTo>
                  <a:lnTo>
                    <a:pt x="836663" y="1040650"/>
                  </a:lnTo>
                  <a:lnTo>
                    <a:pt x="787450" y="1073924"/>
                  </a:lnTo>
                  <a:lnTo>
                    <a:pt x="744334" y="1113790"/>
                  </a:lnTo>
                  <a:lnTo>
                    <a:pt x="706653" y="1159548"/>
                  </a:lnTo>
                  <a:lnTo>
                    <a:pt x="673785" y="1210513"/>
                  </a:lnTo>
                  <a:lnTo>
                    <a:pt x="645083" y="1265986"/>
                  </a:lnTo>
                  <a:lnTo>
                    <a:pt x="619912" y="1325283"/>
                  </a:lnTo>
                  <a:lnTo>
                    <a:pt x="597623" y="1387690"/>
                  </a:lnTo>
                  <a:lnTo>
                    <a:pt x="577570" y="1452537"/>
                  </a:lnTo>
                  <a:lnTo>
                    <a:pt x="559130" y="1519110"/>
                  </a:lnTo>
                  <a:lnTo>
                    <a:pt x="515823" y="1688579"/>
                  </a:lnTo>
                  <a:lnTo>
                    <a:pt x="507009" y="1722310"/>
                  </a:lnTo>
                  <a:lnTo>
                    <a:pt x="488569" y="1788883"/>
                  </a:lnTo>
                  <a:lnTo>
                    <a:pt x="468515" y="1853730"/>
                  </a:lnTo>
                  <a:lnTo>
                    <a:pt x="446227" y="1916137"/>
                  </a:lnTo>
                  <a:lnTo>
                    <a:pt x="421055" y="1975434"/>
                  </a:lnTo>
                  <a:lnTo>
                    <a:pt x="392353" y="2030907"/>
                  </a:lnTo>
                  <a:lnTo>
                    <a:pt x="359486" y="2081872"/>
                  </a:lnTo>
                  <a:lnTo>
                    <a:pt x="321805" y="2127631"/>
                  </a:lnTo>
                  <a:lnTo>
                    <a:pt x="278688" y="2167496"/>
                  </a:lnTo>
                  <a:lnTo>
                    <a:pt x="229463" y="2200770"/>
                  </a:lnTo>
                  <a:lnTo>
                    <a:pt x="173520" y="2226754"/>
                  </a:lnTo>
                  <a:lnTo>
                    <a:pt x="110197" y="2244763"/>
                  </a:lnTo>
                  <a:lnTo>
                    <a:pt x="38874" y="2254110"/>
                  </a:lnTo>
                  <a:lnTo>
                    <a:pt x="0" y="2255304"/>
                  </a:lnTo>
                  <a:lnTo>
                    <a:pt x="0" y="2428557"/>
                  </a:lnTo>
                  <a:lnTo>
                    <a:pt x="41770" y="2427376"/>
                  </a:lnTo>
                  <a:lnTo>
                    <a:pt x="81038" y="2423871"/>
                  </a:lnTo>
                  <a:lnTo>
                    <a:pt x="152463" y="2410307"/>
                  </a:lnTo>
                  <a:lnTo>
                    <a:pt x="215099" y="2388603"/>
                  </a:lnTo>
                  <a:lnTo>
                    <a:pt x="269709" y="2359495"/>
                  </a:lnTo>
                  <a:lnTo>
                    <a:pt x="317119" y="2323731"/>
                  </a:lnTo>
                  <a:lnTo>
                    <a:pt x="358127" y="2282050"/>
                  </a:lnTo>
                  <a:lnTo>
                    <a:pt x="393522" y="2235187"/>
                  </a:lnTo>
                  <a:lnTo>
                    <a:pt x="424129" y="2183892"/>
                  </a:lnTo>
                  <a:lnTo>
                    <a:pt x="450723" y="2128888"/>
                  </a:lnTo>
                  <a:lnTo>
                    <a:pt x="474103" y="2070925"/>
                  </a:lnTo>
                  <a:lnTo>
                    <a:pt x="495096" y="2010740"/>
                  </a:lnTo>
                  <a:lnTo>
                    <a:pt x="514477" y="1949081"/>
                  </a:lnTo>
                  <a:lnTo>
                    <a:pt x="551649" y="1824278"/>
                  </a:lnTo>
                  <a:lnTo>
                    <a:pt x="561200" y="1793303"/>
                  </a:lnTo>
                  <a:lnTo>
                    <a:pt x="581279" y="1732292"/>
                  </a:lnTo>
                  <a:lnTo>
                    <a:pt x="603377" y="1673123"/>
                  </a:lnTo>
                  <a:lnTo>
                    <a:pt x="628269" y="1616557"/>
                  </a:lnTo>
                  <a:lnTo>
                    <a:pt x="656755" y="1563306"/>
                  </a:lnTo>
                  <a:lnTo>
                    <a:pt x="689660" y="1514132"/>
                  </a:lnTo>
                  <a:lnTo>
                    <a:pt x="727760" y="1469771"/>
                  </a:lnTo>
                  <a:lnTo>
                    <a:pt x="771867" y="1430947"/>
                  </a:lnTo>
                  <a:lnTo>
                    <a:pt x="822782" y="1398422"/>
                  </a:lnTo>
                  <a:lnTo>
                    <a:pt x="881303" y="1372933"/>
                  </a:lnTo>
                  <a:lnTo>
                    <a:pt x="948232" y="1355204"/>
                  </a:lnTo>
                  <a:lnTo>
                    <a:pt x="1024369" y="1345984"/>
                  </a:lnTo>
                  <a:lnTo>
                    <a:pt x="1066139" y="1344790"/>
                  </a:lnTo>
                  <a:lnTo>
                    <a:pt x="1066139" y="986116"/>
                  </a:lnTo>
                  <a:close/>
                </a:path>
                <a:path w="8174355" h="2428875">
                  <a:moveTo>
                    <a:pt x="2843047" y="401294"/>
                  </a:moveTo>
                  <a:lnTo>
                    <a:pt x="2793949" y="402196"/>
                  </a:lnTo>
                  <a:lnTo>
                    <a:pt x="2748330" y="404812"/>
                  </a:lnTo>
                  <a:lnTo>
                    <a:pt x="2706001" y="409079"/>
                  </a:lnTo>
                  <a:lnTo>
                    <a:pt x="2666822" y="414921"/>
                  </a:lnTo>
                  <a:lnTo>
                    <a:pt x="2597213" y="430961"/>
                  </a:lnTo>
                  <a:lnTo>
                    <a:pt x="2538184" y="452272"/>
                  </a:lnTo>
                  <a:lnTo>
                    <a:pt x="2488400" y="478193"/>
                  </a:lnTo>
                  <a:lnTo>
                    <a:pt x="2446540" y="508063"/>
                  </a:lnTo>
                  <a:lnTo>
                    <a:pt x="2411298" y="541235"/>
                  </a:lnTo>
                  <a:lnTo>
                    <a:pt x="2381339" y="577049"/>
                  </a:lnTo>
                  <a:lnTo>
                    <a:pt x="2355354" y="614832"/>
                  </a:lnTo>
                  <a:lnTo>
                    <a:pt x="2331999" y="653935"/>
                  </a:lnTo>
                  <a:lnTo>
                    <a:pt x="2287943" y="733463"/>
                  </a:lnTo>
                  <a:lnTo>
                    <a:pt x="2276513" y="753148"/>
                  </a:lnTo>
                  <a:lnTo>
                    <a:pt x="2252014" y="791667"/>
                  </a:lnTo>
                  <a:lnTo>
                    <a:pt x="2224201" y="828548"/>
                  </a:lnTo>
                  <a:lnTo>
                    <a:pt x="2191766" y="863130"/>
                  </a:lnTo>
                  <a:lnTo>
                    <a:pt x="2153386" y="894740"/>
                  </a:lnTo>
                  <a:lnTo>
                    <a:pt x="2107730" y="922718"/>
                  </a:lnTo>
                  <a:lnTo>
                    <a:pt x="2053488" y="946416"/>
                  </a:lnTo>
                  <a:lnTo>
                    <a:pt x="1989328" y="965174"/>
                  </a:lnTo>
                  <a:lnTo>
                    <a:pt x="1913940" y="978331"/>
                  </a:lnTo>
                  <a:lnTo>
                    <a:pt x="1871624" y="982599"/>
                  </a:lnTo>
                  <a:lnTo>
                    <a:pt x="1825993" y="985215"/>
                  </a:lnTo>
                  <a:lnTo>
                    <a:pt x="1776907" y="986116"/>
                  </a:lnTo>
                  <a:lnTo>
                    <a:pt x="1776907" y="1344790"/>
                  </a:lnTo>
                  <a:lnTo>
                    <a:pt x="1827098" y="1343914"/>
                  </a:lnTo>
                  <a:lnTo>
                    <a:pt x="1873656" y="1341297"/>
                  </a:lnTo>
                  <a:lnTo>
                    <a:pt x="1916772" y="1337056"/>
                  </a:lnTo>
                  <a:lnTo>
                    <a:pt x="1956612" y="1331252"/>
                  </a:lnTo>
                  <a:lnTo>
                    <a:pt x="2027174" y="1315326"/>
                  </a:lnTo>
                  <a:lnTo>
                    <a:pt x="2086762" y="1294193"/>
                  </a:lnTo>
                  <a:lnTo>
                    <a:pt x="2136800" y="1268526"/>
                  </a:lnTo>
                  <a:lnTo>
                    <a:pt x="2178685" y="1239012"/>
                  </a:lnTo>
                  <a:lnTo>
                    <a:pt x="2213851" y="1206284"/>
                  </a:lnTo>
                  <a:lnTo>
                    <a:pt x="2243696" y="1171054"/>
                  </a:lnTo>
                  <a:lnTo>
                    <a:pt x="2269655" y="1133970"/>
                  </a:lnTo>
                  <a:lnTo>
                    <a:pt x="2293137" y="1095717"/>
                  </a:lnTo>
                  <a:lnTo>
                    <a:pt x="2326805" y="1037590"/>
                  </a:lnTo>
                  <a:lnTo>
                    <a:pt x="2338324" y="1018362"/>
                  </a:lnTo>
                  <a:lnTo>
                    <a:pt x="2362873" y="980605"/>
                  </a:lnTo>
                  <a:lnTo>
                    <a:pt x="2390597" y="944359"/>
                  </a:lnTo>
                  <a:lnTo>
                    <a:pt x="2422931" y="910297"/>
                  </a:lnTo>
                  <a:lnTo>
                    <a:pt x="2461272" y="879094"/>
                  </a:lnTo>
                  <a:lnTo>
                    <a:pt x="2507056" y="851420"/>
                  </a:lnTo>
                  <a:lnTo>
                    <a:pt x="2561691" y="827938"/>
                  </a:lnTo>
                  <a:lnTo>
                    <a:pt x="2626588" y="809320"/>
                  </a:lnTo>
                  <a:lnTo>
                    <a:pt x="2703169" y="796251"/>
                  </a:lnTo>
                  <a:lnTo>
                    <a:pt x="2746286" y="792010"/>
                  </a:lnTo>
                  <a:lnTo>
                    <a:pt x="2792857" y="789393"/>
                  </a:lnTo>
                  <a:lnTo>
                    <a:pt x="2843047" y="788504"/>
                  </a:lnTo>
                  <a:lnTo>
                    <a:pt x="2843047" y="401294"/>
                  </a:lnTo>
                  <a:close/>
                </a:path>
                <a:path w="8174355" h="2428875">
                  <a:moveTo>
                    <a:pt x="4619955" y="1050658"/>
                  </a:moveTo>
                  <a:lnTo>
                    <a:pt x="4571911" y="1049705"/>
                  </a:lnTo>
                  <a:lnTo>
                    <a:pt x="4527181" y="1046924"/>
                  </a:lnTo>
                  <a:lnTo>
                    <a:pt x="4485627" y="1042377"/>
                  </a:lnTo>
                  <a:lnTo>
                    <a:pt x="4447083" y="1036180"/>
                  </a:lnTo>
                  <a:lnTo>
                    <a:pt x="4378414" y="1019098"/>
                  </a:lnTo>
                  <a:lnTo>
                    <a:pt x="4319943" y="996391"/>
                  </a:lnTo>
                  <a:lnTo>
                    <a:pt x="4270413" y="968705"/>
                  </a:lnTo>
                  <a:lnTo>
                    <a:pt x="4228617" y="936752"/>
                  </a:lnTo>
                  <a:lnTo>
                    <a:pt x="4193311" y="901204"/>
                  </a:lnTo>
                  <a:lnTo>
                    <a:pt x="4163250" y="862761"/>
                  </a:lnTo>
                  <a:lnTo>
                    <a:pt x="4137202" y="822083"/>
                  </a:lnTo>
                  <a:lnTo>
                    <a:pt x="4113936" y="779868"/>
                  </a:lnTo>
                  <a:lnTo>
                    <a:pt x="4070794" y="693559"/>
                  </a:lnTo>
                  <a:lnTo>
                    <a:pt x="4059821" y="672084"/>
                  </a:lnTo>
                  <a:lnTo>
                    <a:pt x="4036555" y="629869"/>
                  </a:lnTo>
                  <a:lnTo>
                    <a:pt x="4010507" y="589191"/>
                  </a:lnTo>
                  <a:lnTo>
                    <a:pt x="3980446" y="550748"/>
                  </a:lnTo>
                  <a:lnTo>
                    <a:pt x="3945140" y="515200"/>
                  </a:lnTo>
                  <a:lnTo>
                    <a:pt x="3903332" y="483247"/>
                  </a:lnTo>
                  <a:lnTo>
                    <a:pt x="3853815" y="455574"/>
                  </a:lnTo>
                  <a:lnTo>
                    <a:pt x="3795344" y="432854"/>
                  </a:lnTo>
                  <a:lnTo>
                    <a:pt x="3726675" y="415772"/>
                  </a:lnTo>
                  <a:lnTo>
                    <a:pt x="3688130" y="409575"/>
                  </a:lnTo>
                  <a:lnTo>
                    <a:pt x="3646563" y="405028"/>
                  </a:lnTo>
                  <a:lnTo>
                    <a:pt x="3601847" y="402247"/>
                  </a:lnTo>
                  <a:lnTo>
                    <a:pt x="3553803" y="401294"/>
                  </a:lnTo>
                  <a:lnTo>
                    <a:pt x="3553803" y="788504"/>
                  </a:lnTo>
                  <a:lnTo>
                    <a:pt x="3602901" y="789393"/>
                  </a:lnTo>
                  <a:lnTo>
                    <a:pt x="3648532" y="792010"/>
                  </a:lnTo>
                  <a:lnTo>
                    <a:pt x="3690848" y="796264"/>
                  </a:lnTo>
                  <a:lnTo>
                    <a:pt x="3730028" y="802081"/>
                  </a:lnTo>
                  <a:lnTo>
                    <a:pt x="3799636" y="818057"/>
                  </a:lnTo>
                  <a:lnTo>
                    <a:pt x="3858666" y="839292"/>
                  </a:lnTo>
                  <a:lnTo>
                    <a:pt x="3908450" y="865124"/>
                  </a:lnTo>
                  <a:lnTo>
                    <a:pt x="3950309" y="894892"/>
                  </a:lnTo>
                  <a:lnTo>
                    <a:pt x="3985552" y="927950"/>
                  </a:lnTo>
                  <a:lnTo>
                    <a:pt x="4015511" y="963625"/>
                  </a:lnTo>
                  <a:lnTo>
                    <a:pt x="4041495" y="1001280"/>
                  </a:lnTo>
                  <a:lnTo>
                    <a:pt x="4064851" y="1040244"/>
                  </a:lnTo>
                  <a:lnTo>
                    <a:pt x="4108907" y="1119479"/>
                  </a:lnTo>
                  <a:lnTo>
                    <a:pt x="4120337" y="1139088"/>
                  </a:lnTo>
                  <a:lnTo>
                    <a:pt x="4144835" y="1177480"/>
                  </a:lnTo>
                  <a:lnTo>
                    <a:pt x="4172648" y="1214221"/>
                  </a:lnTo>
                  <a:lnTo>
                    <a:pt x="4205084" y="1248676"/>
                  </a:lnTo>
                  <a:lnTo>
                    <a:pt x="4243463" y="1280160"/>
                  </a:lnTo>
                  <a:lnTo>
                    <a:pt x="4289120" y="1308049"/>
                  </a:lnTo>
                  <a:lnTo>
                    <a:pt x="4343362" y="1331658"/>
                  </a:lnTo>
                  <a:lnTo>
                    <a:pt x="4407522" y="1350352"/>
                  </a:lnTo>
                  <a:lnTo>
                    <a:pt x="4482909" y="1363459"/>
                  </a:lnTo>
                  <a:lnTo>
                    <a:pt x="4525226" y="1367713"/>
                  </a:lnTo>
                  <a:lnTo>
                    <a:pt x="4570857" y="1370317"/>
                  </a:lnTo>
                  <a:lnTo>
                    <a:pt x="4619955" y="1371219"/>
                  </a:lnTo>
                  <a:lnTo>
                    <a:pt x="4619955" y="1050658"/>
                  </a:lnTo>
                  <a:close/>
                </a:path>
                <a:path w="8174355" h="2428875">
                  <a:moveTo>
                    <a:pt x="6396850" y="0"/>
                  </a:moveTo>
                  <a:lnTo>
                    <a:pt x="6355080" y="1143"/>
                  </a:lnTo>
                  <a:lnTo>
                    <a:pt x="6315811" y="4533"/>
                  </a:lnTo>
                  <a:lnTo>
                    <a:pt x="6244387" y="17691"/>
                  </a:lnTo>
                  <a:lnTo>
                    <a:pt x="6181763" y="38735"/>
                  </a:lnTo>
                  <a:lnTo>
                    <a:pt x="6127140" y="66941"/>
                  </a:lnTo>
                  <a:lnTo>
                    <a:pt x="6079731" y="101612"/>
                  </a:lnTo>
                  <a:lnTo>
                    <a:pt x="6038723" y="142024"/>
                  </a:lnTo>
                  <a:lnTo>
                    <a:pt x="6003328" y="187464"/>
                  </a:lnTo>
                  <a:lnTo>
                    <a:pt x="5972721" y="237197"/>
                  </a:lnTo>
                  <a:lnTo>
                    <a:pt x="5946140" y="290512"/>
                  </a:lnTo>
                  <a:lnTo>
                    <a:pt x="5922746" y="346710"/>
                  </a:lnTo>
                  <a:lnTo>
                    <a:pt x="5901753" y="405053"/>
                  </a:lnTo>
                  <a:lnTo>
                    <a:pt x="5882373" y="464832"/>
                  </a:lnTo>
                  <a:lnTo>
                    <a:pt x="5845200" y="585825"/>
                  </a:lnTo>
                  <a:lnTo>
                    <a:pt x="5835650" y="615848"/>
                  </a:lnTo>
                  <a:lnTo>
                    <a:pt x="5815571" y="674992"/>
                  </a:lnTo>
                  <a:lnTo>
                    <a:pt x="5793473" y="732358"/>
                  </a:lnTo>
                  <a:lnTo>
                    <a:pt x="5768581" y="787196"/>
                  </a:lnTo>
                  <a:lnTo>
                    <a:pt x="5740095" y="838822"/>
                  </a:lnTo>
                  <a:lnTo>
                    <a:pt x="5707189" y="886485"/>
                  </a:lnTo>
                  <a:lnTo>
                    <a:pt x="5669089" y="929500"/>
                  </a:lnTo>
                  <a:lnTo>
                    <a:pt x="5624982" y="967130"/>
                  </a:lnTo>
                  <a:lnTo>
                    <a:pt x="5574068" y="998664"/>
                  </a:lnTo>
                  <a:lnTo>
                    <a:pt x="5515546" y="1023378"/>
                  </a:lnTo>
                  <a:lnTo>
                    <a:pt x="5448617" y="1040574"/>
                  </a:lnTo>
                  <a:lnTo>
                    <a:pt x="5372481" y="1049502"/>
                  </a:lnTo>
                  <a:lnTo>
                    <a:pt x="5330710" y="1050658"/>
                  </a:lnTo>
                  <a:lnTo>
                    <a:pt x="5330710" y="1371219"/>
                  </a:lnTo>
                  <a:lnTo>
                    <a:pt x="5374106" y="1370101"/>
                  </a:lnTo>
                  <a:lnTo>
                    <a:pt x="5414784" y="1366850"/>
                  </a:lnTo>
                  <a:lnTo>
                    <a:pt x="5452884" y="1361516"/>
                  </a:lnTo>
                  <a:lnTo>
                    <a:pt x="5521769" y="1345044"/>
                  </a:lnTo>
                  <a:lnTo>
                    <a:pt x="5581637" y="1321384"/>
                  </a:lnTo>
                  <a:lnTo>
                    <a:pt x="5633402" y="1291259"/>
                  </a:lnTo>
                  <a:lnTo>
                    <a:pt x="5677967" y="1255395"/>
                  </a:lnTo>
                  <a:lnTo>
                    <a:pt x="5716219" y="1214501"/>
                  </a:lnTo>
                  <a:lnTo>
                    <a:pt x="5749061" y="1169301"/>
                  </a:lnTo>
                  <a:lnTo>
                    <a:pt x="5777408" y="1120521"/>
                  </a:lnTo>
                  <a:lnTo>
                    <a:pt x="5802160" y="1068857"/>
                  </a:lnTo>
                  <a:lnTo>
                    <a:pt x="5824207" y="1015047"/>
                  </a:lnTo>
                  <a:lnTo>
                    <a:pt x="5844438" y="959802"/>
                  </a:lnTo>
                  <a:lnTo>
                    <a:pt x="5883122" y="847864"/>
                  </a:lnTo>
                  <a:lnTo>
                    <a:pt x="5893079" y="820115"/>
                  </a:lnTo>
                  <a:lnTo>
                    <a:pt x="5914110" y="765492"/>
                  </a:lnTo>
                  <a:lnTo>
                    <a:pt x="5937389" y="712660"/>
                  </a:lnTo>
                  <a:lnTo>
                    <a:pt x="5963818" y="662355"/>
                  </a:lnTo>
                  <a:lnTo>
                    <a:pt x="5994311" y="615276"/>
                  </a:lnTo>
                  <a:lnTo>
                    <a:pt x="6029744" y="572135"/>
                  </a:lnTo>
                  <a:lnTo>
                    <a:pt x="6071044" y="533666"/>
                  </a:lnTo>
                  <a:lnTo>
                    <a:pt x="6119088" y="500583"/>
                  </a:lnTo>
                  <a:lnTo>
                    <a:pt x="6174791" y="473608"/>
                  </a:lnTo>
                  <a:lnTo>
                    <a:pt x="6239053" y="453440"/>
                  </a:lnTo>
                  <a:lnTo>
                    <a:pt x="6312776" y="440817"/>
                  </a:lnTo>
                  <a:lnTo>
                    <a:pt x="6353467" y="437565"/>
                  </a:lnTo>
                  <a:lnTo>
                    <a:pt x="6396850" y="436460"/>
                  </a:lnTo>
                  <a:lnTo>
                    <a:pt x="6396850" y="0"/>
                  </a:lnTo>
                  <a:close/>
                </a:path>
                <a:path w="8174355" h="2428875">
                  <a:moveTo>
                    <a:pt x="8173758" y="1856435"/>
                  </a:moveTo>
                  <a:lnTo>
                    <a:pt x="8110004" y="1851571"/>
                  </a:lnTo>
                  <a:lnTo>
                    <a:pt x="8052130" y="1837385"/>
                  </a:lnTo>
                  <a:lnTo>
                    <a:pt x="7999793" y="1814449"/>
                  </a:lnTo>
                  <a:lnTo>
                    <a:pt x="7952600" y="1783359"/>
                  </a:lnTo>
                  <a:lnTo>
                    <a:pt x="7910169" y="1744726"/>
                  </a:lnTo>
                  <a:lnTo>
                    <a:pt x="7872146" y="1699120"/>
                  </a:lnTo>
                  <a:lnTo>
                    <a:pt x="7838148" y="1647151"/>
                  </a:lnTo>
                  <a:lnTo>
                    <a:pt x="7807795" y="1589392"/>
                  </a:lnTo>
                  <a:lnTo>
                    <a:pt x="7780718" y="1526463"/>
                  </a:lnTo>
                  <a:lnTo>
                    <a:pt x="7756550" y="1458937"/>
                  </a:lnTo>
                  <a:lnTo>
                    <a:pt x="7734897" y="1387411"/>
                  </a:lnTo>
                  <a:lnTo>
                    <a:pt x="7724902" y="1350327"/>
                  </a:lnTo>
                  <a:lnTo>
                    <a:pt x="7715402" y="1312468"/>
                  </a:lnTo>
                  <a:lnTo>
                    <a:pt x="7706347" y="1273911"/>
                  </a:lnTo>
                  <a:lnTo>
                    <a:pt x="7697686" y="1234732"/>
                  </a:lnTo>
                  <a:lnTo>
                    <a:pt x="7689380" y="1194981"/>
                  </a:lnTo>
                  <a:lnTo>
                    <a:pt x="7681366" y="1154760"/>
                  </a:lnTo>
                  <a:lnTo>
                    <a:pt x="7673619" y="1114120"/>
                  </a:lnTo>
                  <a:lnTo>
                    <a:pt x="7666088" y="1073162"/>
                  </a:lnTo>
                  <a:lnTo>
                    <a:pt x="7658709" y="1031925"/>
                  </a:lnTo>
                  <a:lnTo>
                    <a:pt x="7629919" y="865911"/>
                  </a:lnTo>
                  <a:lnTo>
                    <a:pt x="7615288" y="783285"/>
                  </a:lnTo>
                  <a:lnTo>
                    <a:pt x="7607757" y="742315"/>
                  </a:lnTo>
                  <a:lnTo>
                    <a:pt x="7600010" y="701675"/>
                  </a:lnTo>
                  <a:lnTo>
                    <a:pt x="7591996" y="661454"/>
                  </a:lnTo>
                  <a:lnTo>
                    <a:pt x="7583691" y="621703"/>
                  </a:lnTo>
                  <a:lnTo>
                    <a:pt x="7575029" y="582523"/>
                  </a:lnTo>
                  <a:lnTo>
                    <a:pt x="7565974" y="543966"/>
                  </a:lnTo>
                  <a:lnTo>
                    <a:pt x="7556474" y="506107"/>
                  </a:lnTo>
                  <a:lnTo>
                    <a:pt x="7546480" y="469023"/>
                  </a:lnTo>
                  <a:lnTo>
                    <a:pt x="7524826" y="397497"/>
                  </a:lnTo>
                  <a:lnTo>
                    <a:pt x="7500658" y="329971"/>
                  </a:lnTo>
                  <a:lnTo>
                    <a:pt x="7473582" y="267042"/>
                  </a:lnTo>
                  <a:lnTo>
                    <a:pt x="7443229" y="209296"/>
                  </a:lnTo>
                  <a:lnTo>
                    <a:pt x="7409231" y="157314"/>
                  </a:lnTo>
                  <a:lnTo>
                    <a:pt x="7371207" y="111721"/>
                  </a:lnTo>
                  <a:lnTo>
                    <a:pt x="7328776" y="73075"/>
                  </a:lnTo>
                  <a:lnTo>
                    <a:pt x="7281583" y="41986"/>
                  </a:lnTo>
                  <a:lnTo>
                    <a:pt x="7229246" y="19050"/>
                  </a:lnTo>
                  <a:lnTo>
                    <a:pt x="7171372" y="4864"/>
                  </a:lnTo>
                  <a:lnTo>
                    <a:pt x="7107618" y="0"/>
                  </a:lnTo>
                  <a:lnTo>
                    <a:pt x="7107618" y="436460"/>
                  </a:lnTo>
                  <a:lnTo>
                    <a:pt x="7141235" y="437692"/>
                  </a:lnTo>
                  <a:lnTo>
                    <a:pt x="7173239" y="441337"/>
                  </a:lnTo>
                  <a:lnTo>
                    <a:pt x="7232624" y="455599"/>
                  </a:lnTo>
                  <a:lnTo>
                    <a:pt x="7286155" y="478599"/>
                  </a:lnTo>
                  <a:lnTo>
                    <a:pt x="7334250" y="509739"/>
                  </a:lnTo>
                  <a:lnTo>
                    <a:pt x="7377328" y="548411"/>
                  </a:lnTo>
                  <a:lnTo>
                    <a:pt x="7415797" y="593979"/>
                  </a:lnTo>
                  <a:lnTo>
                    <a:pt x="7450061" y="645858"/>
                  </a:lnTo>
                  <a:lnTo>
                    <a:pt x="7480541" y="703402"/>
                  </a:lnTo>
                  <a:lnTo>
                    <a:pt x="7507630" y="766025"/>
                  </a:lnTo>
                  <a:lnTo>
                    <a:pt x="7531748" y="833094"/>
                  </a:lnTo>
                  <a:lnTo>
                    <a:pt x="7553299" y="903998"/>
                  </a:lnTo>
                  <a:lnTo>
                    <a:pt x="7572705" y="978128"/>
                  </a:lnTo>
                  <a:lnTo>
                    <a:pt x="7581722" y="1016215"/>
                  </a:lnTo>
                  <a:lnTo>
                    <a:pt x="7590371" y="1054874"/>
                  </a:lnTo>
                  <a:lnTo>
                    <a:pt x="7598677" y="1094028"/>
                  </a:lnTo>
                  <a:lnTo>
                    <a:pt x="7606690" y="1133614"/>
                  </a:lnTo>
                  <a:lnTo>
                    <a:pt x="7614488" y="1173530"/>
                  </a:lnTo>
                  <a:lnTo>
                    <a:pt x="7622108" y="1213726"/>
                  </a:lnTo>
                  <a:lnTo>
                    <a:pt x="7651788" y="1375664"/>
                  </a:lnTo>
                  <a:lnTo>
                    <a:pt x="7666888" y="1456245"/>
                  </a:lnTo>
                  <a:lnTo>
                    <a:pt x="7674686" y="1496161"/>
                  </a:lnTo>
                  <a:lnTo>
                    <a:pt x="7682700" y="1535747"/>
                  </a:lnTo>
                  <a:lnTo>
                    <a:pt x="7691006" y="1574901"/>
                  </a:lnTo>
                  <a:lnTo>
                    <a:pt x="7699654" y="1613560"/>
                  </a:lnTo>
                  <a:lnTo>
                    <a:pt x="7708671" y="1651647"/>
                  </a:lnTo>
                  <a:lnTo>
                    <a:pt x="7718133" y="1689074"/>
                  </a:lnTo>
                  <a:lnTo>
                    <a:pt x="7738554" y="1761680"/>
                  </a:lnTo>
                  <a:lnTo>
                    <a:pt x="7761351" y="1830743"/>
                  </a:lnTo>
                  <a:lnTo>
                    <a:pt x="7786903" y="1895665"/>
                  </a:lnTo>
                  <a:lnTo>
                    <a:pt x="7815631" y="1955825"/>
                  </a:lnTo>
                  <a:lnTo>
                    <a:pt x="7847952" y="2010613"/>
                  </a:lnTo>
                  <a:lnTo>
                    <a:pt x="7884261" y="2059406"/>
                  </a:lnTo>
                  <a:lnTo>
                    <a:pt x="7924978" y="2101608"/>
                  </a:lnTo>
                  <a:lnTo>
                    <a:pt x="7970520" y="2136584"/>
                  </a:lnTo>
                  <a:lnTo>
                    <a:pt x="8021282" y="2163737"/>
                  </a:lnTo>
                  <a:lnTo>
                    <a:pt x="8077695" y="2182444"/>
                  </a:lnTo>
                  <a:lnTo>
                    <a:pt x="8140141" y="2192083"/>
                  </a:lnTo>
                  <a:lnTo>
                    <a:pt x="8173758" y="2193315"/>
                  </a:lnTo>
                  <a:lnTo>
                    <a:pt x="8173758" y="1856435"/>
                  </a:lnTo>
                  <a:close/>
                </a:path>
              </a:pathLst>
            </a:custGeom>
            <a:solidFill>
              <a:srgbClr val="0f8272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6" name="object 32"/>
            <p:cNvSpPr/>
            <p:nvPr/>
          </p:nvSpPr>
          <p:spPr>
            <a:xfrm>
              <a:off x="2580480" y="3596760"/>
              <a:ext cx="8174160" cy="290556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905560"/>
                <a:gd name="textAreaBottom" fmla="*/ 2905920 h 2905560"/>
              </a:gdLst>
              <a:ahLst/>
              <a:rect l="textAreaLeft" t="textAreaTop" r="textAreaRight" b="textAreaBottom"/>
              <a:pathLst>
                <a:path w="8174355" h="2905759">
                  <a:moveTo>
                    <a:pt x="1066139" y="1421117"/>
                  </a:moveTo>
                  <a:lnTo>
                    <a:pt x="1009611" y="1421295"/>
                  </a:lnTo>
                  <a:lnTo>
                    <a:pt x="957707" y="1421777"/>
                  </a:lnTo>
                  <a:lnTo>
                    <a:pt x="910158" y="1422565"/>
                  </a:lnTo>
                  <a:lnTo>
                    <a:pt x="866711" y="1423631"/>
                  </a:lnTo>
                  <a:lnTo>
                    <a:pt x="827112" y="1424965"/>
                  </a:lnTo>
                  <a:lnTo>
                    <a:pt x="758431" y="1428369"/>
                  </a:lnTo>
                  <a:lnTo>
                    <a:pt x="702068" y="1432623"/>
                  </a:lnTo>
                  <a:lnTo>
                    <a:pt x="655955" y="1437589"/>
                  </a:lnTo>
                  <a:lnTo>
                    <a:pt x="618058" y="1443126"/>
                  </a:lnTo>
                  <a:lnTo>
                    <a:pt x="572096" y="1452168"/>
                  </a:lnTo>
                  <a:lnTo>
                    <a:pt x="520395" y="1464906"/>
                  </a:lnTo>
                  <a:lnTo>
                    <a:pt x="494042" y="1471244"/>
                  </a:lnTo>
                  <a:lnTo>
                    <a:pt x="448081" y="1480286"/>
                  </a:lnTo>
                  <a:lnTo>
                    <a:pt x="410184" y="1485823"/>
                  </a:lnTo>
                  <a:lnTo>
                    <a:pt x="364070" y="1490789"/>
                  </a:lnTo>
                  <a:lnTo>
                    <a:pt x="307695" y="1495044"/>
                  </a:lnTo>
                  <a:lnTo>
                    <a:pt x="239026" y="1498447"/>
                  </a:lnTo>
                  <a:lnTo>
                    <a:pt x="199428" y="1499781"/>
                  </a:lnTo>
                  <a:lnTo>
                    <a:pt x="155981" y="1500847"/>
                  </a:lnTo>
                  <a:lnTo>
                    <a:pt x="108432" y="1501635"/>
                  </a:lnTo>
                  <a:lnTo>
                    <a:pt x="56527" y="1502117"/>
                  </a:lnTo>
                  <a:lnTo>
                    <a:pt x="0" y="1502295"/>
                  </a:lnTo>
                  <a:lnTo>
                    <a:pt x="0" y="1859013"/>
                  </a:lnTo>
                  <a:lnTo>
                    <a:pt x="56527" y="1858797"/>
                  </a:lnTo>
                  <a:lnTo>
                    <a:pt x="108432" y="1858149"/>
                  </a:lnTo>
                  <a:lnTo>
                    <a:pt x="155981" y="1857095"/>
                  </a:lnTo>
                  <a:lnTo>
                    <a:pt x="199428" y="1855673"/>
                  </a:lnTo>
                  <a:lnTo>
                    <a:pt x="239026" y="1853882"/>
                  </a:lnTo>
                  <a:lnTo>
                    <a:pt x="307695" y="1849348"/>
                  </a:lnTo>
                  <a:lnTo>
                    <a:pt x="364070" y="1843684"/>
                  </a:lnTo>
                  <a:lnTo>
                    <a:pt x="410184" y="1837067"/>
                  </a:lnTo>
                  <a:lnTo>
                    <a:pt x="448081" y="1829701"/>
                  </a:lnTo>
                  <a:lnTo>
                    <a:pt x="494042" y="1817636"/>
                  </a:lnTo>
                  <a:lnTo>
                    <a:pt x="558660" y="1796427"/>
                  </a:lnTo>
                  <a:lnTo>
                    <a:pt x="572096" y="1792224"/>
                  </a:lnTo>
                  <a:lnTo>
                    <a:pt x="618058" y="1780159"/>
                  </a:lnTo>
                  <a:lnTo>
                    <a:pt x="655955" y="1772793"/>
                  </a:lnTo>
                  <a:lnTo>
                    <a:pt x="702068" y="1766176"/>
                  </a:lnTo>
                  <a:lnTo>
                    <a:pt x="758431" y="1760512"/>
                  </a:lnTo>
                  <a:lnTo>
                    <a:pt x="827112" y="1755978"/>
                  </a:lnTo>
                  <a:lnTo>
                    <a:pt x="866711" y="1754187"/>
                  </a:lnTo>
                  <a:lnTo>
                    <a:pt x="910158" y="1752765"/>
                  </a:lnTo>
                  <a:lnTo>
                    <a:pt x="957707" y="1751711"/>
                  </a:lnTo>
                  <a:lnTo>
                    <a:pt x="1009611" y="1751063"/>
                  </a:lnTo>
                  <a:lnTo>
                    <a:pt x="1066139" y="1750847"/>
                  </a:lnTo>
                  <a:lnTo>
                    <a:pt x="1066139" y="1421117"/>
                  </a:lnTo>
                  <a:close/>
                </a:path>
                <a:path w="8174355" h="2905759">
                  <a:moveTo>
                    <a:pt x="2843047" y="2690406"/>
                  </a:moveTo>
                  <a:lnTo>
                    <a:pt x="2804172" y="2689212"/>
                  </a:lnTo>
                  <a:lnTo>
                    <a:pt x="2732836" y="2679865"/>
                  </a:lnTo>
                  <a:lnTo>
                    <a:pt x="2669527" y="2661856"/>
                  </a:lnTo>
                  <a:lnTo>
                    <a:pt x="2613571" y="2635872"/>
                  </a:lnTo>
                  <a:lnTo>
                    <a:pt x="2564358" y="2602585"/>
                  </a:lnTo>
                  <a:lnTo>
                    <a:pt x="2521229" y="2562720"/>
                  </a:lnTo>
                  <a:lnTo>
                    <a:pt x="2483561" y="2516962"/>
                  </a:lnTo>
                  <a:lnTo>
                    <a:pt x="2450693" y="2465984"/>
                  </a:lnTo>
                  <a:lnTo>
                    <a:pt x="2421991" y="2410510"/>
                  </a:lnTo>
                  <a:lnTo>
                    <a:pt x="2396820" y="2351214"/>
                  </a:lnTo>
                  <a:lnTo>
                    <a:pt x="2374519" y="2288794"/>
                  </a:lnTo>
                  <a:lnTo>
                    <a:pt x="2354478" y="2223947"/>
                  </a:lnTo>
                  <a:lnTo>
                    <a:pt x="2336038" y="2157374"/>
                  </a:lnTo>
                  <a:lnTo>
                    <a:pt x="2292731" y="1987880"/>
                  </a:lnTo>
                  <a:lnTo>
                    <a:pt x="2283917" y="1954161"/>
                  </a:lnTo>
                  <a:lnTo>
                    <a:pt x="2265464" y="1887575"/>
                  </a:lnTo>
                  <a:lnTo>
                    <a:pt x="2245423" y="1822729"/>
                  </a:lnTo>
                  <a:lnTo>
                    <a:pt x="2223135" y="1760308"/>
                  </a:lnTo>
                  <a:lnTo>
                    <a:pt x="2197963" y="1701025"/>
                  </a:lnTo>
                  <a:lnTo>
                    <a:pt x="2169261" y="1645539"/>
                  </a:lnTo>
                  <a:lnTo>
                    <a:pt x="2136394" y="1594573"/>
                  </a:lnTo>
                  <a:lnTo>
                    <a:pt x="2098713" y="1548803"/>
                  </a:lnTo>
                  <a:lnTo>
                    <a:pt x="2055583" y="1508937"/>
                  </a:lnTo>
                  <a:lnTo>
                    <a:pt x="2006371" y="1475663"/>
                  </a:lnTo>
                  <a:lnTo>
                    <a:pt x="1950427" y="1449666"/>
                  </a:lnTo>
                  <a:lnTo>
                    <a:pt x="1887105" y="1431658"/>
                  </a:lnTo>
                  <a:lnTo>
                    <a:pt x="1815769" y="1422323"/>
                  </a:lnTo>
                  <a:lnTo>
                    <a:pt x="1776907" y="1421117"/>
                  </a:lnTo>
                  <a:lnTo>
                    <a:pt x="1776907" y="1750847"/>
                  </a:lnTo>
                  <a:lnTo>
                    <a:pt x="1817166" y="1752015"/>
                  </a:lnTo>
                  <a:lnTo>
                    <a:pt x="1855114" y="1755482"/>
                  </a:lnTo>
                  <a:lnTo>
                    <a:pt x="1924392" y="1768919"/>
                  </a:lnTo>
                  <a:lnTo>
                    <a:pt x="1985454" y="1790446"/>
                  </a:lnTo>
                  <a:lnTo>
                    <a:pt x="2038997" y="1819363"/>
                  </a:lnTo>
                  <a:lnTo>
                    <a:pt x="2085759" y="1854974"/>
                  </a:lnTo>
                  <a:lnTo>
                    <a:pt x="2126437" y="1896579"/>
                  </a:lnTo>
                  <a:lnTo>
                    <a:pt x="2161743" y="1943455"/>
                  </a:lnTo>
                  <a:lnTo>
                    <a:pt x="2192413" y="1994903"/>
                  </a:lnTo>
                  <a:lnTo>
                    <a:pt x="2219160" y="2050224"/>
                  </a:lnTo>
                  <a:lnTo>
                    <a:pt x="2242667" y="2108720"/>
                  </a:lnTo>
                  <a:lnTo>
                    <a:pt x="2263686" y="2169668"/>
                  </a:lnTo>
                  <a:lnTo>
                    <a:pt x="2282914" y="2232380"/>
                  </a:lnTo>
                  <a:lnTo>
                    <a:pt x="2327859" y="2392248"/>
                  </a:lnTo>
                  <a:lnTo>
                    <a:pt x="2337028" y="2424049"/>
                  </a:lnTo>
                  <a:lnTo>
                    <a:pt x="2356256" y="2486761"/>
                  </a:lnTo>
                  <a:lnTo>
                    <a:pt x="2377275" y="2547721"/>
                  </a:lnTo>
                  <a:lnTo>
                    <a:pt x="2400795" y="2606205"/>
                  </a:lnTo>
                  <a:lnTo>
                    <a:pt x="2427528" y="2661539"/>
                  </a:lnTo>
                  <a:lnTo>
                    <a:pt x="2458199" y="2712986"/>
                  </a:lnTo>
                  <a:lnTo>
                    <a:pt x="2493518" y="2759862"/>
                  </a:lnTo>
                  <a:lnTo>
                    <a:pt x="2534196" y="2801455"/>
                  </a:lnTo>
                  <a:lnTo>
                    <a:pt x="2580944" y="2837065"/>
                  </a:lnTo>
                  <a:lnTo>
                    <a:pt x="2634500" y="2865983"/>
                  </a:lnTo>
                  <a:lnTo>
                    <a:pt x="2695549" y="2887522"/>
                  </a:lnTo>
                  <a:lnTo>
                    <a:pt x="2764828" y="2900959"/>
                  </a:lnTo>
                  <a:lnTo>
                    <a:pt x="2802775" y="2904413"/>
                  </a:lnTo>
                  <a:lnTo>
                    <a:pt x="2843047" y="2905582"/>
                  </a:lnTo>
                  <a:lnTo>
                    <a:pt x="2843047" y="2690406"/>
                  </a:lnTo>
                  <a:close/>
                </a:path>
                <a:path w="8174355" h="2905759">
                  <a:moveTo>
                    <a:pt x="4619955" y="1447546"/>
                  </a:moveTo>
                  <a:lnTo>
                    <a:pt x="4580394" y="1448752"/>
                  </a:lnTo>
                  <a:lnTo>
                    <a:pt x="4507916" y="1458226"/>
                  </a:lnTo>
                  <a:lnTo>
                    <a:pt x="4443730" y="1476489"/>
                  </a:lnTo>
                  <a:lnTo>
                    <a:pt x="4387151" y="1502816"/>
                  </a:lnTo>
                  <a:lnTo>
                    <a:pt x="4337520" y="1536484"/>
                  </a:lnTo>
                  <a:lnTo>
                    <a:pt x="4294136" y="1576793"/>
                  </a:lnTo>
                  <a:lnTo>
                    <a:pt x="4256341" y="1623021"/>
                  </a:lnTo>
                  <a:lnTo>
                    <a:pt x="4223448" y="1674444"/>
                  </a:lnTo>
                  <a:lnTo>
                    <a:pt x="4194784" y="1730362"/>
                  </a:lnTo>
                  <a:lnTo>
                    <a:pt x="4169676" y="1790026"/>
                  </a:lnTo>
                  <a:lnTo>
                    <a:pt x="4147451" y="1852752"/>
                  </a:lnTo>
                  <a:lnTo>
                    <a:pt x="4127411" y="1917801"/>
                  </a:lnTo>
                  <a:lnTo>
                    <a:pt x="4108907" y="1984463"/>
                  </a:lnTo>
                  <a:lnTo>
                    <a:pt x="4064851" y="2153475"/>
                  </a:lnTo>
                  <a:lnTo>
                    <a:pt x="4055745" y="2186965"/>
                  </a:lnTo>
                  <a:lnTo>
                    <a:pt x="4036555" y="2252916"/>
                  </a:lnTo>
                  <a:lnTo>
                    <a:pt x="4015511" y="2316899"/>
                  </a:lnTo>
                  <a:lnTo>
                    <a:pt x="3991927" y="2378176"/>
                  </a:lnTo>
                  <a:lnTo>
                    <a:pt x="3965117" y="2436063"/>
                  </a:lnTo>
                  <a:lnTo>
                    <a:pt x="3934434" y="2489809"/>
                  </a:lnTo>
                  <a:lnTo>
                    <a:pt x="3899179" y="2538730"/>
                  </a:lnTo>
                  <a:lnTo>
                    <a:pt x="3858666" y="2582087"/>
                  </a:lnTo>
                  <a:lnTo>
                    <a:pt x="3812248" y="2619171"/>
                  </a:lnTo>
                  <a:lnTo>
                    <a:pt x="3759225" y="2649258"/>
                  </a:lnTo>
                  <a:lnTo>
                    <a:pt x="3698925" y="2671648"/>
                  </a:lnTo>
                  <a:lnTo>
                    <a:pt x="3630676" y="2685592"/>
                  </a:lnTo>
                  <a:lnTo>
                    <a:pt x="3553803" y="2690406"/>
                  </a:lnTo>
                  <a:lnTo>
                    <a:pt x="3553803" y="2905582"/>
                  </a:lnTo>
                  <a:lnTo>
                    <a:pt x="3594811" y="2904388"/>
                  </a:lnTo>
                  <a:lnTo>
                    <a:pt x="3633406" y="2900845"/>
                  </a:lnTo>
                  <a:lnTo>
                    <a:pt x="3703751" y="2887103"/>
                  </a:lnTo>
                  <a:lnTo>
                    <a:pt x="3765575" y="2865094"/>
                  </a:lnTo>
                  <a:lnTo>
                    <a:pt x="3819664" y="2835554"/>
                  </a:lnTo>
                  <a:lnTo>
                    <a:pt x="3866743" y="2799219"/>
                  </a:lnTo>
                  <a:lnTo>
                    <a:pt x="3907586" y="2756839"/>
                  </a:lnTo>
                  <a:lnTo>
                    <a:pt x="3942956" y="2709113"/>
                  </a:lnTo>
                  <a:lnTo>
                    <a:pt x="3973588" y="2656802"/>
                  </a:lnTo>
                  <a:lnTo>
                    <a:pt x="4000258" y="2600642"/>
                  </a:lnTo>
                  <a:lnTo>
                    <a:pt x="4023715" y="2541359"/>
                  </a:lnTo>
                  <a:lnTo>
                    <a:pt x="4044708" y="2479675"/>
                  </a:lnTo>
                  <a:lnTo>
                    <a:pt x="4064000" y="2416352"/>
                  </a:lnTo>
                  <a:lnTo>
                    <a:pt x="4091406" y="2319871"/>
                  </a:lnTo>
                  <a:lnTo>
                    <a:pt x="4109758" y="2255621"/>
                  </a:lnTo>
                  <a:lnTo>
                    <a:pt x="4129049" y="2192299"/>
                  </a:lnTo>
                  <a:lnTo>
                    <a:pt x="4150042" y="2130615"/>
                  </a:lnTo>
                  <a:lnTo>
                    <a:pt x="4173499" y="2071331"/>
                  </a:lnTo>
                  <a:lnTo>
                    <a:pt x="4200169" y="2015172"/>
                  </a:lnTo>
                  <a:lnTo>
                    <a:pt x="4230802" y="1962861"/>
                  </a:lnTo>
                  <a:lnTo>
                    <a:pt x="4266171" y="1915147"/>
                  </a:lnTo>
                  <a:lnTo>
                    <a:pt x="4307014" y="1872754"/>
                  </a:lnTo>
                  <a:lnTo>
                    <a:pt x="4354093" y="1836420"/>
                  </a:lnTo>
                  <a:lnTo>
                    <a:pt x="4408182" y="1806879"/>
                  </a:lnTo>
                  <a:lnTo>
                    <a:pt x="4470006" y="1784870"/>
                  </a:lnTo>
                  <a:lnTo>
                    <a:pt x="4540351" y="1771129"/>
                  </a:lnTo>
                  <a:lnTo>
                    <a:pt x="4578947" y="1767586"/>
                  </a:lnTo>
                  <a:lnTo>
                    <a:pt x="4619955" y="1766392"/>
                  </a:lnTo>
                  <a:lnTo>
                    <a:pt x="4619955" y="1447546"/>
                  </a:lnTo>
                  <a:close/>
                </a:path>
                <a:path w="8174355" h="2905759">
                  <a:moveTo>
                    <a:pt x="6396850" y="1629549"/>
                  </a:moveTo>
                  <a:lnTo>
                    <a:pt x="6341719" y="1629206"/>
                  </a:lnTo>
                  <a:lnTo>
                    <a:pt x="6290970" y="1628165"/>
                  </a:lnTo>
                  <a:lnTo>
                    <a:pt x="6244387" y="1626489"/>
                  </a:lnTo>
                  <a:lnTo>
                    <a:pt x="6201702" y="1624203"/>
                  </a:lnTo>
                  <a:lnTo>
                    <a:pt x="6162700" y="1621345"/>
                  </a:lnTo>
                  <a:lnTo>
                    <a:pt x="6094781" y="1614068"/>
                  </a:lnTo>
                  <a:lnTo>
                    <a:pt x="6038723" y="1604949"/>
                  </a:lnTo>
                  <a:lnTo>
                    <a:pt x="5992634" y="1594281"/>
                  </a:lnTo>
                  <a:lnTo>
                    <a:pt x="5954598" y="1582369"/>
                  </a:lnTo>
                  <a:lnTo>
                    <a:pt x="5908535" y="1562785"/>
                  </a:lnTo>
                  <a:lnTo>
                    <a:pt x="5845200" y="1528064"/>
                  </a:lnTo>
                  <a:lnTo>
                    <a:pt x="5832411" y="1521142"/>
                  </a:lnTo>
                  <a:lnTo>
                    <a:pt x="5789549" y="1501063"/>
                  </a:lnTo>
                  <a:lnTo>
                    <a:pt x="5734939" y="1482813"/>
                  </a:lnTo>
                  <a:lnTo>
                    <a:pt x="5688838" y="1472145"/>
                  </a:lnTo>
                  <a:lnTo>
                    <a:pt x="5632780" y="1463027"/>
                  </a:lnTo>
                  <a:lnTo>
                    <a:pt x="5564860" y="1455750"/>
                  </a:lnTo>
                  <a:lnTo>
                    <a:pt x="5525859" y="1452892"/>
                  </a:lnTo>
                  <a:lnTo>
                    <a:pt x="5483187" y="1450606"/>
                  </a:lnTo>
                  <a:lnTo>
                    <a:pt x="5436590" y="1448930"/>
                  </a:lnTo>
                  <a:lnTo>
                    <a:pt x="5385841" y="1447888"/>
                  </a:lnTo>
                  <a:lnTo>
                    <a:pt x="5330710" y="1447546"/>
                  </a:lnTo>
                  <a:lnTo>
                    <a:pt x="5330710" y="1766392"/>
                  </a:lnTo>
                  <a:lnTo>
                    <a:pt x="5387238" y="1766658"/>
                  </a:lnTo>
                  <a:lnTo>
                    <a:pt x="5439143" y="1767446"/>
                  </a:lnTo>
                  <a:lnTo>
                    <a:pt x="5486692" y="1768729"/>
                  </a:lnTo>
                  <a:lnTo>
                    <a:pt x="5530139" y="1770468"/>
                  </a:lnTo>
                  <a:lnTo>
                    <a:pt x="5569737" y="1772640"/>
                  </a:lnTo>
                  <a:lnTo>
                    <a:pt x="5638419" y="1778177"/>
                  </a:lnTo>
                  <a:lnTo>
                    <a:pt x="5694781" y="1785086"/>
                  </a:lnTo>
                  <a:lnTo>
                    <a:pt x="5740895" y="1793163"/>
                  </a:lnTo>
                  <a:lnTo>
                    <a:pt x="5778792" y="1802155"/>
                  </a:lnTo>
                  <a:lnTo>
                    <a:pt x="5824753" y="1816874"/>
                  </a:lnTo>
                  <a:lnTo>
                    <a:pt x="5889371" y="1842757"/>
                  </a:lnTo>
                  <a:lnTo>
                    <a:pt x="5902807" y="1847875"/>
                  </a:lnTo>
                  <a:lnTo>
                    <a:pt x="5948769" y="1862594"/>
                  </a:lnTo>
                  <a:lnTo>
                    <a:pt x="5986678" y="1871586"/>
                  </a:lnTo>
                  <a:lnTo>
                    <a:pt x="6032779" y="1879663"/>
                  </a:lnTo>
                  <a:lnTo>
                    <a:pt x="6089154" y="1886572"/>
                  </a:lnTo>
                  <a:lnTo>
                    <a:pt x="6157836" y="1892109"/>
                  </a:lnTo>
                  <a:lnTo>
                    <a:pt x="6197435" y="1894281"/>
                  </a:lnTo>
                  <a:lnTo>
                    <a:pt x="6240869" y="1896021"/>
                  </a:lnTo>
                  <a:lnTo>
                    <a:pt x="6288417" y="1897303"/>
                  </a:lnTo>
                  <a:lnTo>
                    <a:pt x="6340335" y="1898091"/>
                  </a:lnTo>
                  <a:lnTo>
                    <a:pt x="6396850" y="1898357"/>
                  </a:lnTo>
                  <a:lnTo>
                    <a:pt x="6396850" y="1629549"/>
                  </a:lnTo>
                  <a:close/>
                </a:path>
                <a:path w="8174355" h="2905759">
                  <a:moveTo>
                    <a:pt x="8173758" y="0"/>
                  </a:moveTo>
                  <a:lnTo>
                    <a:pt x="8106156" y="4826"/>
                  </a:lnTo>
                  <a:lnTo>
                    <a:pt x="8045196" y="18884"/>
                  </a:lnTo>
                  <a:lnTo>
                    <a:pt x="7990421" y="41529"/>
                  </a:lnTo>
                  <a:lnTo>
                    <a:pt x="7941386" y="72161"/>
                  </a:lnTo>
                  <a:lnTo>
                    <a:pt x="7897647" y="110147"/>
                  </a:lnTo>
                  <a:lnTo>
                    <a:pt x="7858734" y="154851"/>
                  </a:lnTo>
                  <a:lnTo>
                    <a:pt x="7824229" y="205651"/>
                  </a:lnTo>
                  <a:lnTo>
                    <a:pt x="7793660" y="261937"/>
                  </a:lnTo>
                  <a:lnTo>
                    <a:pt x="7766571" y="323062"/>
                  </a:lnTo>
                  <a:lnTo>
                    <a:pt x="7742529" y="388416"/>
                  </a:lnTo>
                  <a:lnTo>
                    <a:pt x="7721079" y="457365"/>
                  </a:lnTo>
                  <a:lnTo>
                    <a:pt x="7701762" y="529285"/>
                  </a:lnTo>
                  <a:lnTo>
                    <a:pt x="7684135" y="603554"/>
                  </a:lnTo>
                  <a:lnTo>
                    <a:pt x="7675816" y="641375"/>
                  </a:lnTo>
                  <a:lnTo>
                    <a:pt x="7667739" y="679538"/>
                  </a:lnTo>
                  <a:lnTo>
                    <a:pt x="7659878" y="717981"/>
                  </a:lnTo>
                  <a:lnTo>
                    <a:pt x="7629233" y="872934"/>
                  </a:lnTo>
                  <a:lnTo>
                    <a:pt x="7613637" y="950023"/>
                  </a:lnTo>
                  <a:lnTo>
                    <a:pt x="7605560" y="988187"/>
                  </a:lnTo>
                  <a:lnTo>
                    <a:pt x="7597241" y="1026007"/>
                  </a:lnTo>
                  <a:lnTo>
                    <a:pt x="7588618" y="1063396"/>
                  </a:lnTo>
                  <a:lnTo>
                    <a:pt x="7570203" y="1136561"/>
                  </a:lnTo>
                  <a:lnTo>
                    <a:pt x="7549870" y="1207084"/>
                  </a:lnTo>
                  <a:lnTo>
                    <a:pt x="7527176" y="1274305"/>
                  </a:lnTo>
                  <a:lnTo>
                    <a:pt x="7501674" y="1337627"/>
                  </a:lnTo>
                  <a:lnTo>
                    <a:pt x="7472896" y="1396415"/>
                  </a:lnTo>
                  <a:lnTo>
                    <a:pt x="7440409" y="1450035"/>
                  </a:lnTo>
                  <a:lnTo>
                    <a:pt x="7403757" y="1497863"/>
                  </a:lnTo>
                  <a:lnTo>
                    <a:pt x="7362495" y="1539290"/>
                  </a:lnTo>
                  <a:lnTo>
                    <a:pt x="7316165" y="1573669"/>
                  </a:lnTo>
                  <a:lnTo>
                    <a:pt x="7264324" y="1600390"/>
                  </a:lnTo>
                  <a:lnTo>
                    <a:pt x="7206501" y="1618818"/>
                  </a:lnTo>
                  <a:lnTo>
                    <a:pt x="7142277" y="1628343"/>
                  </a:lnTo>
                  <a:lnTo>
                    <a:pt x="7107618" y="1629549"/>
                  </a:lnTo>
                  <a:lnTo>
                    <a:pt x="7107618" y="1898357"/>
                  </a:lnTo>
                  <a:lnTo>
                    <a:pt x="7179564" y="1893582"/>
                  </a:lnTo>
                  <a:lnTo>
                    <a:pt x="7243966" y="1879714"/>
                  </a:lnTo>
                  <a:lnTo>
                    <a:pt x="7301382" y="1857387"/>
                  </a:lnTo>
                  <a:lnTo>
                    <a:pt x="7352360" y="1827288"/>
                  </a:lnTo>
                  <a:lnTo>
                    <a:pt x="7397445" y="1790077"/>
                  </a:lnTo>
                  <a:lnTo>
                    <a:pt x="7437183" y="1746402"/>
                  </a:lnTo>
                  <a:lnTo>
                    <a:pt x="7472121" y="1696935"/>
                  </a:lnTo>
                  <a:lnTo>
                    <a:pt x="7502817" y="1642338"/>
                  </a:lnTo>
                  <a:lnTo>
                    <a:pt x="7529804" y="1583270"/>
                  </a:lnTo>
                  <a:lnTo>
                    <a:pt x="7553642" y="1520405"/>
                  </a:lnTo>
                  <a:lnTo>
                    <a:pt x="7574889" y="1454378"/>
                  </a:lnTo>
                  <a:lnTo>
                    <a:pt x="7594066" y="1385874"/>
                  </a:lnTo>
                  <a:lnTo>
                    <a:pt x="7611732" y="1315554"/>
                  </a:lnTo>
                  <a:lnTo>
                    <a:pt x="7661199" y="1100289"/>
                  </a:lnTo>
                  <a:lnTo>
                    <a:pt x="7669644" y="1064641"/>
                  </a:lnTo>
                  <a:lnTo>
                    <a:pt x="7687310" y="994321"/>
                  </a:lnTo>
                  <a:lnTo>
                    <a:pt x="7706500" y="925817"/>
                  </a:lnTo>
                  <a:lnTo>
                    <a:pt x="7727734" y="859802"/>
                  </a:lnTo>
                  <a:lnTo>
                    <a:pt x="7751572" y="796925"/>
                  </a:lnTo>
                  <a:lnTo>
                    <a:pt x="7778559" y="737857"/>
                  </a:lnTo>
                  <a:lnTo>
                    <a:pt x="7809255" y="683260"/>
                  </a:lnTo>
                  <a:lnTo>
                    <a:pt x="7844193" y="633793"/>
                  </a:lnTo>
                  <a:lnTo>
                    <a:pt x="7883931" y="590130"/>
                  </a:lnTo>
                  <a:lnTo>
                    <a:pt x="7929016" y="552907"/>
                  </a:lnTo>
                  <a:lnTo>
                    <a:pt x="7979994" y="522808"/>
                  </a:lnTo>
                  <a:lnTo>
                    <a:pt x="8037411" y="500494"/>
                  </a:lnTo>
                  <a:lnTo>
                    <a:pt x="8101812" y="486613"/>
                  </a:lnTo>
                  <a:lnTo>
                    <a:pt x="8173758" y="481838"/>
                  </a:lnTo>
                  <a:lnTo>
                    <a:pt x="8173758" y="0"/>
                  </a:lnTo>
                  <a:close/>
                </a:path>
              </a:pathLst>
            </a:custGeom>
            <a:solidFill>
              <a:srgbClr val="0db094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7" name="object 33"/>
            <p:cNvSpPr/>
            <p:nvPr/>
          </p:nvSpPr>
          <p:spPr>
            <a:xfrm>
              <a:off x="2580480" y="3111120"/>
              <a:ext cx="8174160" cy="329904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3299040"/>
                <a:gd name="textAreaBottom" fmla="*/ 3299400 h 3299040"/>
              </a:gdLst>
              <a:ahLst/>
              <a:rect l="textAreaLeft" t="textAreaTop" r="textAreaRight" b="textAreaBottom"/>
              <a:pathLst>
                <a:path w="8174355" h="3299460">
                  <a:moveTo>
                    <a:pt x="1066139" y="3103816"/>
                  </a:moveTo>
                  <a:lnTo>
                    <a:pt x="995337" y="3098889"/>
                  </a:lnTo>
                  <a:lnTo>
                    <a:pt x="931824" y="3084550"/>
                  </a:lnTo>
                  <a:lnTo>
                    <a:pt x="875093" y="3061487"/>
                  </a:lnTo>
                  <a:lnTo>
                    <a:pt x="824611" y="3030347"/>
                  </a:lnTo>
                  <a:lnTo>
                    <a:pt x="779856" y="2991815"/>
                  </a:lnTo>
                  <a:lnTo>
                    <a:pt x="740321" y="2946565"/>
                  </a:lnTo>
                  <a:lnTo>
                    <a:pt x="705485" y="2895269"/>
                  </a:lnTo>
                  <a:lnTo>
                    <a:pt x="674814" y="2838589"/>
                  </a:lnTo>
                  <a:lnTo>
                    <a:pt x="647788" y="2777223"/>
                  </a:lnTo>
                  <a:lnTo>
                    <a:pt x="623887" y="2711805"/>
                  </a:lnTo>
                  <a:lnTo>
                    <a:pt x="602602" y="2643035"/>
                  </a:lnTo>
                  <a:lnTo>
                    <a:pt x="583387" y="2571585"/>
                  </a:lnTo>
                  <a:lnTo>
                    <a:pt x="565746" y="2498102"/>
                  </a:lnTo>
                  <a:lnTo>
                    <a:pt x="557352" y="2460828"/>
                  </a:lnTo>
                  <a:lnTo>
                    <a:pt x="549148" y="2423287"/>
                  </a:lnTo>
                  <a:lnTo>
                    <a:pt x="525056" y="2310015"/>
                  </a:lnTo>
                  <a:lnTo>
                    <a:pt x="508787" y="2234768"/>
                  </a:lnTo>
                  <a:lnTo>
                    <a:pt x="500392" y="2197493"/>
                  </a:lnTo>
                  <a:lnTo>
                    <a:pt x="482752" y="2124011"/>
                  </a:lnTo>
                  <a:lnTo>
                    <a:pt x="463537" y="2052561"/>
                  </a:lnTo>
                  <a:lnTo>
                    <a:pt x="442252" y="1983790"/>
                  </a:lnTo>
                  <a:lnTo>
                    <a:pt x="418350" y="1918373"/>
                  </a:lnTo>
                  <a:lnTo>
                    <a:pt x="391325" y="1856994"/>
                  </a:lnTo>
                  <a:lnTo>
                    <a:pt x="360654" y="1800326"/>
                  </a:lnTo>
                  <a:lnTo>
                    <a:pt x="325805" y="1749031"/>
                  </a:lnTo>
                  <a:lnTo>
                    <a:pt x="286270" y="1703781"/>
                  </a:lnTo>
                  <a:lnTo>
                    <a:pt x="241528" y="1665249"/>
                  </a:lnTo>
                  <a:lnTo>
                    <a:pt x="191046" y="1634109"/>
                  </a:lnTo>
                  <a:lnTo>
                    <a:pt x="134315" y="1611045"/>
                  </a:lnTo>
                  <a:lnTo>
                    <a:pt x="70802" y="1596707"/>
                  </a:lnTo>
                  <a:lnTo>
                    <a:pt x="0" y="1591779"/>
                  </a:lnTo>
                  <a:lnTo>
                    <a:pt x="0" y="1988159"/>
                  </a:lnTo>
                  <a:lnTo>
                    <a:pt x="38201" y="1989353"/>
                  </a:lnTo>
                  <a:lnTo>
                    <a:pt x="74320" y="1992884"/>
                  </a:lnTo>
                  <a:lnTo>
                    <a:pt x="140601" y="2006612"/>
                  </a:lnTo>
                  <a:lnTo>
                    <a:pt x="199428" y="2028672"/>
                  </a:lnTo>
                  <a:lnTo>
                    <a:pt x="251409" y="2058365"/>
                  </a:lnTo>
                  <a:lnTo>
                    <a:pt x="297167" y="2095030"/>
                  </a:lnTo>
                  <a:lnTo>
                    <a:pt x="337299" y="2137981"/>
                  </a:lnTo>
                  <a:lnTo>
                    <a:pt x="372414" y="2186533"/>
                  </a:lnTo>
                  <a:lnTo>
                    <a:pt x="403123" y="2240013"/>
                  </a:lnTo>
                  <a:lnTo>
                    <a:pt x="430034" y="2297747"/>
                  </a:lnTo>
                  <a:lnTo>
                    <a:pt x="453745" y="2359037"/>
                  </a:lnTo>
                  <a:lnTo>
                    <a:pt x="474878" y="2423223"/>
                  </a:lnTo>
                  <a:lnTo>
                    <a:pt x="494042" y="2489619"/>
                  </a:lnTo>
                  <a:lnTo>
                    <a:pt x="511822" y="2557538"/>
                  </a:lnTo>
                  <a:lnTo>
                    <a:pt x="554304" y="2729573"/>
                  </a:lnTo>
                  <a:lnTo>
                    <a:pt x="563067" y="2763685"/>
                  </a:lnTo>
                  <a:lnTo>
                    <a:pt x="581469" y="2830919"/>
                  </a:lnTo>
                  <a:lnTo>
                    <a:pt x="601535" y="2896298"/>
                  </a:lnTo>
                  <a:lnTo>
                    <a:pt x="623887" y="2959125"/>
                  </a:lnTo>
                  <a:lnTo>
                    <a:pt x="649122" y="3018713"/>
                  </a:lnTo>
                  <a:lnTo>
                    <a:pt x="677862" y="3074403"/>
                  </a:lnTo>
                  <a:lnTo>
                    <a:pt x="710692" y="3125508"/>
                  </a:lnTo>
                  <a:lnTo>
                    <a:pt x="748245" y="3171342"/>
                  </a:lnTo>
                  <a:lnTo>
                    <a:pt x="791108" y="3211245"/>
                  </a:lnTo>
                  <a:lnTo>
                    <a:pt x="839901" y="3244507"/>
                  </a:lnTo>
                  <a:lnTo>
                    <a:pt x="895235" y="3270466"/>
                  </a:lnTo>
                  <a:lnTo>
                    <a:pt x="957707" y="3288449"/>
                  </a:lnTo>
                  <a:lnTo>
                    <a:pt x="1027925" y="3297758"/>
                  </a:lnTo>
                  <a:lnTo>
                    <a:pt x="1066139" y="3298952"/>
                  </a:lnTo>
                  <a:lnTo>
                    <a:pt x="1066139" y="3103816"/>
                  </a:lnTo>
                  <a:close/>
                </a:path>
                <a:path w="8174355" h="3299460">
                  <a:moveTo>
                    <a:pt x="2843047" y="1350695"/>
                  </a:moveTo>
                  <a:lnTo>
                    <a:pt x="2777413" y="1355572"/>
                  </a:lnTo>
                  <a:lnTo>
                    <a:pt x="2718041" y="1369796"/>
                  </a:lnTo>
                  <a:lnTo>
                    <a:pt x="2664510" y="1392758"/>
                  </a:lnTo>
                  <a:lnTo>
                    <a:pt x="2616416" y="1423835"/>
                  </a:lnTo>
                  <a:lnTo>
                    <a:pt x="2573324" y="1462417"/>
                  </a:lnTo>
                  <a:lnTo>
                    <a:pt x="2534869" y="1507883"/>
                  </a:lnTo>
                  <a:lnTo>
                    <a:pt x="2500604" y="1559648"/>
                  </a:lnTo>
                  <a:lnTo>
                    <a:pt x="2470124" y="1617078"/>
                  </a:lnTo>
                  <a:lnTo>
                    <a:pt x="2443035" y="1679562"/>
                  </a:lnTo>
                  <a:lnTo>
                    <a:pt x="2418918" y="1746491"/>
                  </a:lnTo>
                  <a:lnTo>
                    <a:pt x="2397366" y="1817243"/>
                  </a:lnTo>
                  <a:lnTo>
                    <a:pt x="2377960" y="1891220"/>
                  </a:lnTo>
                  <a:lnTo>
                    <a:pt x="2368931" y="1929218"/>
                  </a:lnTo>
                  <a:lnTo>
                    <a:pt x="2360295" y="1967801"/>
                  </a:lnTo>
                  <a:lnTo>
                    <a:pt x="2351989" y="2006866"/>
                  </a:lnTo>
                  <a:lnTo>
                    <a:pt x="2343962" y="2046363"/>
                  </a:lnTo>
                  <a:lnTo>
                    <a:pt x="2336177" y="2086203"/>
                  </a:lnTo>
                  <a:lnTo>
                    <a:pt x="2328557" y="2126310"/>
                  </a:lnTo>
                  <a:lnTo>
                    <a:pt x="2298877" y="2287905"/>
                  </a:lnTo>
                  <a:lnTo>
                    <a:pt x="2283777" y="2368308"/>
                  </a:lnTo>
                  <a:lnTo>
                    <a:pt x="2275979" y="2408148"/>
                  </a:lnTo>
                  <a:lnTo>
                    <a:pt x="2267953" y="2447645"/>
                  </a:lnTo>
                  <a:lnTo>
                    <a:pt x="2259647" y="2486723"/>
                  </a:lnTo>
                  <a:lnTo>
                    <a:pt x="2251011" y="2525293"/>
                  </a:lnTo>
                  <a:lnTo>
                    <a:pt x="2241994" y="2563304"/>
                  </a:lnTo>
                  <a:lnTo>
                    <a:pt x="2232533" y="2600655"/>
                  </a:lnTo>
                  <a:lnTo>
                    <a:pt x="2212098" y="2673096"/>
                  </a:lnTo>
                  <a:lnTo>
                    <a:pt x="2189315" y="2742006"/>
                  </a:lnTo>
                  <a:lnTo>
                    <a:pt x="2163762" y="2806789"/>
                  </a:lnTo>
                  <a:lnTo>
                    <a:pt x="2135035" y="2866821"/>
                  </a:lnTo>
                  <a:lnTo>
                    <a:pt x="2102713" y="2921495"/>
                  </a:lnTo>
                  <a:lnTo>
                    <a:pt x="2066404" y="2970187"/>
                  </a:lnTo>
                  <a:lnTo>
                    <a:pt x="2025675" y="3012300"/>
                  </a:lnTo>
                  <a:lnTo>
                    <a:pt x="1980145" y="3047200"/>
                  </a:lnTo>
                  <a:lnTo>
                    <a:pt x="1929371" y="3074289"/>
                  </a:lnTo>
                  <a:lnTo>
                    <a:pt x="1872970" y="3092958"/>
                  </a:lnTo>
                  <a:lnTo>
                    <a:pt x="1810524" y="3102584"/>
                  </a:lnTo>
                  <a:lnTo>
                    <a:pt x="1776907" y="3103816"/>
                  </a:lnTo>
                  <a:lnTo>
                    <a:pt x="1776907" y="3298952"/>
                  </a:lnTo>
                  <a:lnTo>
                    <a:pt x="1845538" y="3294113"/>
                  </a:lnTo>
                  <a:lnTo>
                    <a:pt x="1907336" y="3280016"/>
                  </a:lnTo>
                  <a:lnTo>
                    <a:pt x="1962746" y="3257308"/>
                  </a:lnTo>
                  <a:lnTo>
                    <a:pt x="2012251" y="3226612"/>
                  </a:lnTo>
                  <a:lnTo>
                    <a:pt x="2056333" y="3188576"/>
                  </a:lnTo>
                  <a:lnTo>
                    <a:pt x="2095449" y="3143834"/>
                  </a:lnTo>
                  <a:lnTo>
                    <a:pt x="2130069" y="3093021"/>
                  </a:lnTo>
                  <a:lnTo>
                    <a:pt x="2160689" y="3036798"/>
                  </a:lnTo>
                  <a:lnTo>
                    <a:pt x="2187752" y="2975775"/>
                  </a:lnTo>
                  <a:lnTo>
                    <a:pt x="2211755" y="2910611"/>
                  </a:lnTo>
                  <a:lnTo>
                    <a:pt x="2233155" y="2841929"/>
                  </a:lnTo>
                  <a:lnTo>
                    <a:pt x="2252434" y="2770378"/>
                  </a:lnTo>
                  <a:lnTo>
                    <a:pt x="2270048" y="2696591"/>
                  </a:lnTo>
                  <a:lnTo>
                    <a:pt x="2278392" y="2659062"/>
                  </a:lnTo>
                  <a:lnTo>
                    <a:pt x="2286495" y="2621203"/>
                  </a:lnTo>
                  <a:lnTo>
                    <a:pt x="2294420" y="2583116"/>
                  </a:lnTo>
                  <a:lnTo>
                    <a:pt x="2317724" y="2468207"/>
                  </a:lnTo>
                  <a:lnTo>
                    <a:pt x="2333460" y="2391867"/>
                  </a:lnTo>
                  <a:lnTo>
                    <a:pt x="2341549" y="2354021"/>
                  </a:lnTo>
                  <a:lnTo>
                    <a:pt x="2349893" y="2316480"/>
                  </a:lnTo>
                  <a:lnTo>
                    <a:pt x="2358529" y="2279345"/>
                  </a:lnTo>
                  <a:lnTo>
                    <a:pt x="2376919" y="2206599"/>
                  </a:lnTo>
                  <a:lnTo>
                    <a:pt x="2397201" y="2136406"/>
                  </a:lnTo>
                  <a:lnTo>
                    <a:pt x="2419832" y="2069401"/>
                  </a:lnTo>
                  <a:lnTo>
                    <a:pt x="2445308" y="2006231"/>
                  </a:lnTo>
                  <a:lnTo>
                    <a:pt x="2474099" y="1947519"/>
                  </a:lnTo>
                  <a:lnTo>
                    <a:pt x="2506649" y="1893925"/>
                  </a:lnTo>
                  <a:lnTo>
                    <a:pt x="2543467" y="1846072"/>
                  </a:lnTo>
                  <a:lnTo>
                    <a:pt x="2585008" y="1804606"/>
                  </a:lnTo>
                  <a:lnTo>
                    <a:pt x="2631732" y="1770164"/>
                  </a:lnTo>
                  <a:lnTo>
                    <a:pt x="2684145" y="1743367"/>
                  </a:lnTo>
                  <a:lnTo>
                    <a:pt x="2742679" y="1724888"/>
                  </a:lnTo>
                  <a:lnTo>
                    <a:pt x="2807843" y="1715338"/>
                  </a:lnTo>
                  <a:lnTo>
                    <a:pt x="2843047" y="1714119"/>
                  </a:lnTo>
                  <a:lnTo>
                    <a:pt x="2843047" y="1350695"/>
                  </a:lnTo>
                  <a:close/>
                </a:path>
                <a:path w="8174355" h="3299460">
                  <a:moveTo>
                    <a:pt x="4619955" y="1272794"/>
                  </a:moveTo>
                  <a:lnTo>
                    <a:pt x="4563427" y="1272959"/>
                  </a:lnTo>
                  <a:lnTo>
                    <a:pt x="4511522" y="1273416"/>
                  </a:lnTo>
                  <a:lnTo>
                    <a:pt x="4463974" y="1274178"/>
                  </a:lnTo>
                  <a:lnTo>
                    <a:pt x="4420527" y="1275207"/>
                  </a:lnTo>
                  <a:lnTo>
                    <a:pt x="4380928" y="1276489"/>
                  </a:lnTo>
                  <a:lnTo>
                    <a:pt x="4312247" y="1279753"/>
                  </a:lnTo>
                  <a:lnTo>
                    <a:pt x="4255871" y="1283830"/>
                  </a:lnTo>
                  <a:lnTo>
                    <a:pt x="4209770" y="1288605"/>
                  </a:lnTo>
                  <a:lnTo>
                    <a:pt x="4171861" y="1293914"/>
                  </a:lnTo>
                  <a:lnTo>
                    <a:pt x="4125912" y="1302600"/>
                  </a:lnTo>
                  <a:lnTo>
                    <a:pt x="4074210" y="1314818"/>
                  </a:lnTo>
                  <a:lnTo>
                    <a:pt x="4047845" y="1320901"/>
                  </a:lnTo>
                  <a:lnTo>
                    <a:pt x="4001897" y="1329588"/>
                  </a:lnTo>
                  <a:lnTo>
                    <a:pt x="3963987" y="1334897"/>
                  </a:lnTo>
                  <a:lnTo>
                    <a:pt x="3917873" y="1339659"/>
                  </a:lnTo>
                  <a:lnTo>
                    <a:pt x="3861511" y="1343736"/>
                  </a:lnTo>
                  <a:lnTo>
                    <a:pt x="3792829" y="1347000"/>
                  </a:lnTo>
                  <a:lnTo>
                    <a:pt x="3753231" y="1348295"/>
                  </a:lnTo>
                  <a:lnTo>
                    <a:pt x="3709784" y="1349311"/>
                  </a:lnTo>
                  <a:lnTo>
                    <a:pt x="3662235" y="1350073"/>
                  </a:lnTo>
                  <a:lnTo>
                    <a:pt x="3610330" y="1350543"/>
                  </a:lnTo>
                  <a:lnTo>
                    <a:pt x="3553803" y="1350695"/>
                  </a:lnTo>
                  <a:lnTo>
                    <a:pt x="3553803" y="1714119"/>
                  </a:lnTo>
                  <a:lnTo>
                    <a:pt x="3610330" y="1713903"/>
                  </a:lnTo>
                  <a:lnTo>
                    <a:pt x="3662235" y="1713306"/>
                  </a:lnTo>
                  <a:lnTo>
                    <a:pt x="3709784" y="1712315"/>
                  </a:lnTo>
                  <a:lnTo>
                    <a:pt x="3753231" y="1710982"/>
                  </a:lnTo>
                  <a:lnTo>
                    <a:pt x="3792829" y="1709318"/>
                  </a:lnTo>
                  <a:lnTo>
                    <a:pt x="3861511" y="1705076"/>
                  </a:lnTo>
                  <a:lnTo>
                    <a:pt x="3917873" y="1699768"/>
                  </a:lnTo>
                  <a:lnTo>
                    <a:pt x="3963987" y="1693570"/>
                  </a:lnTo>
                  <a:lnTo>
                    <a:pt x="4001897" y="1686661"/>
                  </a:lnTo>
                  <a:lnTo>
                    <a:pt x="4047845" y="1675371"/>
                  </a:lnTo>
                  <a:lnTo>
                    <a:pt x="4099547" y="1659483"/>
                  </a:lnTo>
                  <a:lnTo>
                    <a:pt x="4125912" y="1651584"/>
                  </a:lnTo>
                  <a:lnTo>
                    <a:pt x="4171861" y="1640293"/>
                  </a:lnTo>
                  <a:lnTo>
                    <a:pt x="4209770" y="1633397"/>
                  </a:lnTo>
                  <a:lnTo>
                    <a:pt x="4255871" y="1627200"/>
                  </a:lnTo>
                  <a:lnTo>
                    <a:pt x="4312247" y="1621891"/>
                  </a:lnTo>
                  <a:lnTo>
                    <a:pt x="4380928" y="1617649"/>
                  </a:lnTo>
                  <a:lnTo>
                    <a:pt x="4420527" y="1615973"/>
                  </a:lnTo>
                  <a:lnTo>
                    <a:pt x="4463974" y="1614639"/>
                  </a:lnTo>
                  <a:lnTo>
                    <a:pt x="4511522" y="1613662"/>
                  </a:lnTo>
                  <a:lnTo>
                    <a:pt x="4563427" y="1613052"/>
                  </a:lnTo>
                  <a:lnTo>
                    <a:pt x="4619955" y="1612849"/>
                  </a:lnTo>
                  <a:lnTo>
                    <a:pt x="4619955" y="1272794"/>
                  </a:lnTo>
                  <a:close/>
                </a:path>
                <a:path w="8174355" h="3299460">
                  <a:moveTo>
                    <a:pt x="6396850" y="2634170"/>
                  </a:moveTo>
                  <a:lnTo>
                    <a:pt x="6358649" y="2632926"/>
                  </a:lnTo>
                  <a:lnTo>
                    <a:pt x="6288417" y="2623261"/>
                  </a:lnTo>
                  <a:lnTo>
                    <a:pt x="6225946" y="2604579"/>
                  </a:lnTo>
                  <a:lnTo>
                    <a:pt x="6170625" y="2577617"/>
                  </a:lnTo>
                  <a:lnTo>
                    <a:pt x="6121819" y="2543073"/>
                  </a:lnTo>
                  <a:lnTo>
                    <a:pt x="6078956" y="2501646"/>
                  </a:lnTo>
                  <a:lnTo>
                    <a:pt x="6041415" y="2454033"/>
                  </a:lnTo>
                  <a:lnTo>
                    <a:pt x="6008573" y="2400960"/>
                  </a:lnTo>
                  <a:lnTo>
                    <a:pt x="5979846" y="2343124"/>
                  </a:lnTo>
                  <a:lnTo>
                    <a:pt x="5954598" y="2281224"/>
                  </a:lnTo>
                  <a:lnTo>
                    <a:pt x="5932259" y="2215972"/>
                  </a:lnTo>
                  <a:lnTo>
                    <a:pt x="5912180" y="2148078"/>
                  </a:lnTo>
                  <a:lnTo>
                    <a:pt x="5893790" y="2078240"/>
                  </a:lnTo>
                  <a:lnTo>
                    <a:pt x="5842546" y="1864156"/>
                  </a:lnTo>
                  <a:lnTo>
                    <a:pt x="5833783" y="1828723"/>
                  </a:lnTo>
                  <a:lnTo>
                    <a:pt x="5815381" y="1758886"/>
                  </a:lnTo>
                  <a:lnTo>
                    <a:pt x="5795315" y="1690992"/>
                  </a:lnTo>
                  <a:lnTo>
                    <a:pt x="5772963" y="1625752"/>
                  </a:lnTo>
                  <a:lnTo>
                    <a:pt x="5747728" y="1563852"/>
                  </a:lnTo>
                  <a:lnTo>
                    <a:pt x="5718988" y="1506016"/>
                  </a:lnTo>
                  <a:lnTo>
                    <a:pt x="5686158" y="1452930"/>
                  </a:lnTo>
                  <a:lnTo>
                    <a:pt x="5648604" y="1405331"/>
                  </a:lnTo>
                  <a:lnTo>
                    <a:pt x="5605742" y="1363903"/>
                  </a:lnTo>
                  <a:lnTo>
                    <a:pt x="5556948" y="1329347"/>
                  </a:lnTo>
                  <a:lnTo>
                    <a:pt x="5501614" y="1302385"/>
                  </a:lnTo>
                  <a:lnTo>
                    <a:pt x="5439143" y="1283716"/>
                  </a:lnTo>
                  <a:lnTo>
                    <a:pt x="5368925" y="1274038"/>
                  </a:lnTo>
                  <a:lnTo>
                    <a:pt x="5330710" y="1272794"/>
                  </a:lnTo>
                  <a:lnTo>
                    <a:pt x="5330710" y="1612849"/>
                  </a:lnTo>
                  <a:lnTo>
                    <a:pt x="5370271" y="1614055"/>
                  </a:lnTo>
                  <a:lnTo>
                    <a:pt x="5407584" y="1617649"/>
                  </a:lnTo>
                  <a:lnTo>
                    <a:pt x="5475833" y="1631556"/>
                  </a:lnTo>
                  <a:lnTo>
                    <a:pt x="5536133" y="1653882"/>
                  </a:lnTo>
                  <a:lnTo>
                    <a:pt x="5589155" y="1683893"/>
                  </a:lnTo>
                  <a:lnTo>
                    <a:pt x="5635574" y="1720875"/>
                  </a:lnTo>
                  <a:lnTo>
                    <a:pt x="5676074" y="1764118"/>
                  </a:lnTo>
                  <a:lnTo>
                    <a:pt x="5711342" y="1812899"/>
                  </a:lnTo>
                  <a:lnTo>
                    <a:pt x="5742025" y="1866506"/>
                  </a:lnTo>
                  <a:lnTo>
                    <a:pt x="5768822" y="1924240"/>
                  </a:lnTo>
                  <a:lnTo>
                    <a:pt x="5792419" y="1985352"/>
                  </a:lnTo>
                  <a:lnTo>
                    <a:pt x="5813463" y="2049157"/>
                  </a:lnTo>
                  <a:lnTo>
                    <a:pt x="5832653" y="2114931"/>
                  </a:lnTo>
                  <a:lnTo>
                    <a:pt x="5850648" y="2181949"/>
                  </a:lnTo>
                  <a:lnTo>
                    <a:pt x="5885815" y="2316886"/>
                  </a:lnTo>
                  <a:lnTo>
                    <a:pt x="5894921" y="2350287"/>
                  </a:lnTo>
                  <a:lnTo>
                    <a:pt x="5914110" y="2416060"/>
                  </a:lnTo>
                  <a:lnTo>
                    <a:pt x="5935154" y="2479865"/>
                  </a:lnTo>
                  <a:lnTo>
                    <a:pt x="5958738" y="2540990"/>
                  </a:lnTo>
                  <a:lnTo>
                    <a:pt x="5985535" y="2598712"/>
                  </a:lnTo>
                  <a:lnTo>
                    <a:pt x="6016231" y="2652318"/>
                  </a:lnTo>
                  <a:lnTo>
                    <a:pt x="6051486" y="2701099"/>
                  </a:lnTo>
                  <a:lnTo>
                    <a:pt x="6091987" y="2744343"/>
                  </a:lnTo>
                  <a:lnTo>
                    <a:pt x="6138418" y="2781325"/>
                  </a:lnTo>
                  <a:lnTo>
                    <a:pt x="6191440" y="2811335"/>
                  </a:lnTo>
                  <a:lnTo>
                    <a:pt x="6251727" y="2833662"/>
                  </a:lnTo>
                  <a:lnTo>
                    <a:pt x="6319977" y="2847568"/>
                  </a:lnTo>
                  <a:lnTo>
                    <a:pt x="6396850" y="2852369"/>
                  </a:lnTo>
                  <a:lnTo>
                    <a:pt x="6396850" y="2634170"/>
                  </a:lnTo>
                  <a:close/>
                </a:path>
                <a:path w="8174355" h="3299460">
                  <a:moveTo>
                    <a:pt x="8173758" y="0"/>
                  </a:moveTo>
                  <a:lnTo>
                    <a:pt x="8121205" y="4622"/>
                  </a:lnTo>
                  <a:lnTo>
                    <a:pt x="8072641" y="18199"/>
                  </a:lnTo>
                  <a:lnTo>
                    <a:pt x="8027860" y="40246"/>
                  </a:lnTo>
                  <a:lnTo>
                    <a:pt x="7986636" y="70332"/>
                  </a:lnTo>
                  <a:lnTo>
                    <a:pt x="7948790" y="107975"/>
                  </a:lnTo>
                  <a:lnTo>
                    <a:pt x="7914106" y="152730"/>
                  </a:lnTo>
                  <a:lnTo>
                    <a:pt x="7882395" y="204139"/>
                  </a:lnTo>
                  <a:lnTo>
                    <a:pt x="7853426" y="261734"/>
                  </a:lnTo>
                  <a:lnTo>
                    <a:pt x="7827010" y="325069"/>
                  </a:lnTo>
                  <a:lnTo>
                    <a:pt x="7802956" y="393674"/>
                  </a:lnTo>
                  <a:lnTo>
                    <a:pt x="7781036" y="467093"/>
                  </a:lnTo>
                  <a:lnTo>
                    <a:pt x="7770812" y="505460"/>
                  </a:lnTo>
                  <a:lnTo>
                    <a:pt x="7761046" y="544868"/>
                  </a:lnTo>
                  <a:lnTo>
                    <a:pt x="7751724" y="585254"/>
                  </a:lnTo>
                  <a:lnTo>
                    <a:pt x="7742809" y="626541"/>
                  </a:lnTo>
                  <a:lnTo>
                    <a:pt x="7734274" y="668705"/>
                  </a:lnTo>
                  <a:lnTo>
                    <a:pt x="7726096" y="711657"/>
                  </a:lnTo>
                  <a:lnTo>
                    <a:pt x="7718247" y="755370"/>
                  </a:lnTo>
                  <a:lnTo>
                    <a:pt x="7710703" y="799757"/>
                  </a:lnTo>
                  <a:lnTo>
                    <a:pt x="7703452" y="844778"/>
                  </a:lnTo>
                  <a:lnTo>
                    <a:pt x="7696441" y="890384"/>
                  </a:lnTo>
                  <a:lnTo>
                    <a:pt x="7689672" y="936485"/>
                  </a:lnTo>
                  <a:lnTo>
                    <a:pt x="7683106" y="983068"/>
                  </a:lnTo>
                  <a:lnTo>
                    <a:pt x="7676718" y="1030033"/>
                  </a:lnTo>
                  <a:lnTo>
                    <a:pt x="7670470" y="1077353"/>
                  </a:lnTo>
                  <a:lnTo>
                    <a:pt x="7658354" y="1172781"/>
                  </a:lnTo>
                  <a:lnTo>
                    <a:pt x="7617015" y="1509217"/>
                  </a:lnTo>
                  <a:lnTo>
                    <a:pt x="7604671" y="1604137"/>
                  </a:lnTo>
                  <a:lnTo>
                    <a:pt x="7598270" y="1651114"/>
                  </a:lnTo>
                  <a:lnTo>
                    <a:pt x="7591704" y="1697685"/>
                  </a:lnTo>
                  <a:lnTo>
                    <a:pt x="7584935" y="1743798"/>
                  </a:lnTo>
                  <a:lnTo>
                    <a:pt x="7577925" y="1789391"/>
                  </a:lnTo>
                  <a:lnTo>
                    <a:pt x="7570673" y="1834413"/>
                  </a:lnTo>
                  <a:lnTo>
                    <a:pt x="7563129" y="1878812"/>
                  </a:lnTo>
                  <a:lnTo>
                    <a:pt x="7555281" y="1922513"/>
                  </a:lnTo>
                  <a:lnTo>
                    <a:pt x="7547102" y="1965477"/>
                  </a:lnTo>
                  <a:lnTo>
                    <a:pt x="7538567" y="2007628"/>
                  </a:lnTo>
                  <a:lnTo>
                    <a:pt x="7529652" y="2048929"/>
                  </a:lnTo>
                  <a:lnTo>
                    <a:pt x="7520330" y="2089302"/>
                  </a:lnTo>
                  <a:lnTo>
                    <a:pt x="7510564" y="2128710"/>
                  </a:lnTo>
                  <a:lnTo>
                    <a:pt x="7500340" y="2167090"/>
                  </a:lnTo>
                  <a:lnTo>
                    <a:pt x="7489647" y="2204364"/>
                  </a:lnTo>
                  <a:lnTo>
                    <a:pt x="7466673" y="2275433"/>
                  </a:lnTo>
                  <a:lnTo>
                    <a:pt x="7441463" y="2341461"/>
                  </a:lnTo>
                  <a:lnTo>
                    <a:pt x="7413803" y="2401989"/>
                  </a:lnTo>
                  <a:lnTo>
                    <a:pt x="7383488" y="2456548"/>
                  </a:lnTo>
                  <a:lnTo>
                    <a:pt x="7350303" y="2504681"/>
                  </a:lnTo>
                  <a:lnTo>
                    <a:pt x="7314070" y="2545943"/>
                  </a:lnTo>
                  <a:lnTo>
                    <a:pt x="7274560" y="2579865"/>
                  </a:lnTo>
                  <a:lnTo>
                    <a:pt x="7231583" y="2605989"/>
                  </a:lnTo>
                  <a:lnTo>
                    <a:pt x="7184936" y="2623858"/>
                  </a:lnTo>
                  <a:lnTo>
                    <a:pt x="7134403" y="2633002"/>
                  </a:lnTo>
                  <a:lnTo>
                    <a:pt x="7107618" y="2634170"/>
                  </a:lnTo>
                  <a:lnTo>
                    <a:pt x="7107618" y="2852369"/>
                  </a:lnTo>
                  <a:lnTo>
                    <a:pt x="7163435" y="2847670"/>
                  </a:lnTo>
                  <a:lnTo>
                    <a:pt x="7214756" y="2833878"/>
                  </a:lnTo>
                  <a:lnTo>
                    <a:pt x="7261822" y="2811500"/>
                  </a:lnTo>
                  <a:lnTo>
                    <a:pt x="7304887" y="2781046"/>
                  </a:lnTo>
                  <a:lnTo>
                    <a:pt x="7344181" y="2742996"/>
                  </a:lnTo>
                  <a:lnTo>
                    <a:pt x="7379970" y="2697861"/>
                  </a:lnTo>
                  <a:lnTo>
                    <a:pt x="7412482" y="2646121"/>
                  </a:lnTo>
                  <a:lnTo>
                    <a:pt x="7441971" y="2588298"/>
                  </a:lnTo>
                  <a:lnTo>
                    <a:pt x="7468692" y="2524874"/>
                  </a:lnTo>
                  <a:lnTo>
                    <a:pt x="7492886" y="2456345"/>
                  </a:lnTo>
                  <a:lnTo>
                    <a:pt x="7514806" y="2383205"/>
                  </a:lnTo>
                  <a:lnTo>
                    <a:pt x="7524978" y="2345080"/>
                  </a:lnTo>
                  <a:lnTo>
                    <a:pt x="7534681" y="2305977"/>
                  </a:lnTo>
                  <a:lnTo>
                    <a:pt x="7543940" y="2265972"/>
                  </a:lnTo>
                  <a:lnTo>
                    <a:pt x="7552766" y="2225129"/>
                  </a:lnTo>
                  <a:lnTo>
                    <a:pt x="7561224" y="2183511"/>
                  </a:lnTo>
                  <a:lnTo>
                    <a:pt x="7569314" y="2141182"/>
                  </a:lnTo>
                  <a:lnTo>
                    <a:pt x="7577087" y="2098192"/>
                  </a:lnTo>
                  <a:lnTo>
                    <a:pt x="7584567" y="2054606"/>
                  </a:lnTo>
                  <a:lnTo>
                    <a:pt x="7591793" y="2010498"/>
                  </a:lnTo>
                  <a:lnTo>
                    <a:pt x="7598778" y="1965934"/>
                  </a:lnTo>
                  <a:lnTo>
                    <a:pt x="7605560" y="1920951"/>
                  </a:lnTo>
                  <a:lnTo>
                    <a:pt x="7612177" y="1875624"/>
                  </a:lnTo>
                  <a:lnTo>
                    <a:pt x="7625029" y="1784210"/>
                  </a:lnTo>
                  <a:lnTo>
                    <a:pt x="7662710" y="1508213"/>
                  </a:lnTo>
                  <a:lnTo>
                    <a:pt x="7675816" y="1417294"/>
                  </a:lnTo>
                  <a:lnTo>
                    <a:pt x="7682598" y="1372311"/>
                  </a:lnTo>
                  <a:lnTo>
                    <a:pt x="7689583" y="1327734"/>
                  </a:lnTo>
                  <a:lnTo>
                    <a:pt x="7696809" y="1283627"/>
                  </a:lnTo>
                  <a:lnTo>
                    <a:pt x="7704290" y="1240053"/>
                  </a:lnTo>
                  <a:lnTo>
                    <a:pt x="7712062" y="1197063"/>
                  </a:lnTo>
                  <a:lnTo>
                    <a:pt x="7720152" y="1154734"/>
                  </a:lnTo>
                  <a:lnTo>
                    <a:pt x="7728610" y="1113116"/>
                  </a:lnTo>
                  <a:lnTo>
                    <a:pt x="7737449" y="1072273"/>
                  </a:lnTo>
                  <a:lnTo>
                    <a:pt x="7746695" y="1032268"/>
                  </a:lnTo>
                  <a:lnTo>
                    <a:pt x="7756398" y="993165"/>
                  </a:lnTo>
                  <a:lnTo>
                    <a:pt x="7766571" y="955027"/>
                  </a:lnTo>
                  <a:lnTo>
                    <a:pt x="7777264" y="917917"/>
                  </a:lnTo>
                  <a:lnTo>
                    <a:pt x="7800276" y="847026"/>
                  </a:lnTo>
                  <a:lnTo>
                    <a:pt x="7825714" y="780986"/>
                  </a:lnTo>
                  <a:lnTo>
                    <a:pt x="7853781" y="720305"/>
                  </a:lnTo>
                  <a:lnTo>
                    <a:pt x="7884757" y="665454"/>
                  </a:lnTo>
                  <a:lnTo>
                    <a:pt x="7918882" y="616953"/>
                  </a:lnTo>
                  <a:lnTo>
                    <a:pt x="7956385" y="575297"/>
                  </a:lnTo>
                  <a:lnTo>
                    <a:pt x="7997533" y="540981"/>
                  </a:lnTo>
                  <a:lnTo>
                    <a:pt x="8042567" y="514515"/>
                  </a:lnTo>
                  <a:lnTo>
                    <a:pt x="8091729" y="496366"/>
                  </a:lnTo>
                  <a:lnTo>
                    <a:pt x="8145272" y="487057"/>
                  </a:lnTo>
                  <a:lnTo>
                    <a:pt x="8173758" y="485863"/>
                  </a:lnTo>
                  <a:lnTo>
                    <a:pt x="8173758" y="0"/>
                  </a:lnTo>
                  <a:close/>
                </a:path>
              </a:pathLst>
            </a:custGeom>
            <a:solidFill>
              <a:srgbClr val="c3b07b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8" name="object 34"/>
            <p:cNvSpPr/>
            <p:nvPr/>
          </p:nvSpPr>
          <p:spPr>
            <a:xfrm>
              <a:off x="2580480" y="3963600"/>
              <a:ext cx="8174160" cy="225144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251440"/>
                <a:gd name="textAreaBottom" fmla="*/ 2251800 h 2251440"/>
              </a:gdLst>
              <a:ahLst/>
              <a:rect l="textAreaLeft" t="textAreaTop" r="textAreaRight" b="textAreaBottom"/>
              <a:pathLst>
                <a:path w="8174355" h="2251710">
                  <a:moveTo>
                    <a:pt x="1066139" y="1972398"/>
                  </a:moveTo>
                  <a:lnTo>
                    <a:pt x="1011008" y="1972005"/>
                  </a:lnTo>
                  <a:lnTo>
                    <a:pt x="960259" y="1970887"/>
                  </a:lnTo>
                  <a:lnTo>
                    <a:pt x="913663" y="1969058"/>
                  </a:lnTo>
                  <a:lnTo>
                    <a:pt x="870991" y="1966569"/>
                  </a:lnTo>
                  <a:lnTo>
                    <a:pt x="831989" y="1963458"/>
                  </a:lnTo>
                  <a:lnTo>
                    <a:pt x="764070" y="1955546"/>
                  </a:lnTo>
                  <a:lnTo>
                    <a:pt x="708012" y="1945614"/>
                  </a:lnTo>
                  <a:lnTo>
                    <a:pt x="661911" y="1934006"/>
                  </a:lnTo>
                  <a:lnTo>
                    <a:pt x="623887" y="1921040"/>
                  </a:lnTo>
                  <a:lnTo>
                    <a:pt x="577824" y="1899729"/>
                  </a:lnTo>
                  <a:lnTo>
                    <a:pt x="514477" y="1861947"/>
                  </a:lnTo>
                  <a:lnTo>
                    <a:pt x="501700" y="1854415"/>
                  </a:lnTo>
                  <a:lnTo>
                    <a:pt x="458825" y="1832571"/>
                  </a:lnTo>
                  <a:lnTo>
                    <a:pt x="404215" y="1812696"/>
                  </a:lnTo>
                  <a:lnTo>
                    <a:pt x="358127" y="1801101"/>
                  </a:lnTo>
                  <a:lnTo>
                    <a:pt x="302069" y="1791169"/>
                  </a:lnTo>
                  <a:lnTo>
                    <a:pt x="234149" y="1783245"/>
                  </a:lnTo>
                  <a:lnTo>
                    <a:pt x="195148" y="1780146"/>
                  </a:lnTo>
                  <a:lnTo>
                    <a:pt x="152463" y="1777657"/>
                  </a:lnTo>
                  <a:lnTo>
                    <a:pt x="105879" y="1775828"/>
                  </a:lnTo>
                  <a:lnTo>
                    <a:pt x="55130" y="1774698"/>
                  </a:lnTo>
                  <a:lnTo>
                    <a:pt x="0" y="1774317"/>
                  </a:lnTo>
                  <a:lnTo>
                    <a:pt x="0" y="1964829"/>
                  </a:lnTo>
                  <a:lnTo>
                    <a:pt x="55130" y="1965388"/>
                  </a:lnTo>
                  <a:lnTo>
                    <a:pt x="105879" y="1967014"/>
                  </a:lnTo>
                  <a:lnTo>
                    <a:pt x="152463" y="1969655"/>
                  </a:lnTo>
                  <a:lnTo>
                    <a:pt x="195148" y="1973249"/>
                  </a:lnTo>
                  <a:lnTo>
                    <a:pt x="234149" y="1977745"/>
                  </a:lnTo>
                  <a:lnTo>
                    <a:pt x="302069" y="1989188"/>
                  </a:lnTo>
                  <a:lnTo>
                    <a:pt x="358127" y="2003539"/>
                  </a:lnTo>
                  <a:lnTo>
                    <a:pt x="404215" y="2020316"/>
                  </a:lnTo>
                  <a:lnTo>
                    <a:pt x="442252" y="2039061"/>
                  </a:lnTo>
                  <a:lnTo>
                    <a:pt x="488315" y="2069858"/>
                  </a:lnTo>
                  <a:lnTo>
                    <a:pt x="551649" y="2124481"/>
                  </a:lnTo>
                  <a:lnTo>
                    <a:pt x="564438" y="2135378"/>
                  </a:lnTo>
                  <a:lnTo>
                    <a:pt x="607301" y="2166950"/>
                  </a:lnTo>
                  <a:lnTo>
                    <a:pt x="642010" y="2186508"/>
                  </a:lnTo>
                  <a:lnTo>
                    <a:pt x="683831" y="2204339"/>
                  </a:lnTo>
                  <a:lnTo>
                    <a:pt x="734669" y="2219947"/>
                  </a:lnTo>
                  <a:lnTo>
                    <a:pt x="796429" y="2232914"/>
                  </a:lnTo>
                  <a:lnTo>
                    <a:pt x="870991" y="2242731"/>
                  </a:lnTo>
                  <a:lnTo>
                    <a:pt x="913663" y="2246325"/>
                  </a:lnTo>
                  <a:lnTo>
                    <a:pt x="960259" y="2248966"/>
                  </a:lnTo>
                  <a:lnTo>
                    <a:pt x="1011008" y="2250592"/>
                  </a:lnTo>
                  <a:lnTo>
                    <a:pt x="1066139" y="2251151"/>
                  </a:lnTo>
                  <a:lnTo>
                    <a:pt x="1066139" y="1972398"/>
                  </a:lnTo>
                  <a:close/>
                </a:path>
                <a:path w="8174355" h="2251710">
                  <a:moveTo>
                    <a:pt x="2843047" y="1139850"/>
                  </a:moveTo>
                  <a:lnTo>
                    <a:pt x="2797911" y="1140917"/>
                  </a:lnTo>
                  <a:lnTo>
                    <a:pt x="2755696" y="1144066"/>
                  </a:lnTo>
                  <a:lnTo>
                    <a:pt x="2716288" y="1149197"/>
                  </a:lnTo>
                  <a:lnTo>
                    <a:pt x="2645346" y="1165072"/>
                  </a:lnTo>
                  <a:lnTo>
                    <a:pt x="2584094" y="1187805"/>
                  </a:lnTo>
                  <a:lnTo>
                    <a:pt x="2531478" y="1216685"/>
                  </a:lnTo>
                  <a:lnTo>
                    <a:pt x="2486507" y="1250975"/>
                  </a:lnTo>
                  <a:lnTo>
                    <a:pt x="2448153" y="1289977"/>
                  </a:lnTo>
                  <a:lnTo>
                    <a:pt x="2415387" y="1332941"/>
                  </a:lnTo>
                  <a:lnTo>
                    <a:pt x="2387219" y="1379169"/>
                  </a:lnTo>
                  <a:lnTo>
                    <a:pt x="2362593" y="1427924"/>
                  </a:lnTo>
                  <a:lnTo>
                    <a:pt x="2340533" y="1478470"/>
                  </a:lnTo>
                  <a:lnTo>
                    <a:pt x="2289810" y="1608035"/>
                  </a:lnTo>
                  <a:lnTo>
                    <a:pt x="2279421" y="1633766"/>
                  </a:lnTo>
                  <a:lnTo>
                    <a:pt x="2257348" y="1684324"/>
                  </a:lnTo>
                  <a:lnTo>
                    <a:pt x="2232736" y="1733080"/>
                  </a:lnTo>
                  <a:lnTo>
                    <a:pt x="2204555" y="1779295"/>
                  </a:lnTo>
                  <a:lnTo>
                    <a:pt x="2171801" y="1822272"/>
                  </a:lnTo>
                  <a:lnTo>
                    <a:pt x="2133447" y="1861261"/>
                  </a:lnTo>
                  <a:lnTo>
                    <a:pt x="2088464" y="1895563"/>
                  </a:lnTo>
                  <a:lnTo>
                    <a:pt x="2035860" y="1924443"/>
                  </a:lnTo>
                  <a:lnTo>
                    <a:pt x="1974596" y="1947176"/>
                  </a:lnTo>
                  <a:lnTo>
                    <a:pt x="1903666" y="1963039"/>
                  </a:lnTo>
                  <a:lnTo>
                    <a:pt x="1864245" y="1968182"/>
                  </a:lnTo>
                  <a:lnTo>
                    <a:pt x="1822043" y="1971319"/>
                  </a:lnTo>
                  <a:lnTo>
                    <a:pt x="1776907" y="1972398"/>
                  </a:lnTo>
                  <a:lnTo>
                    <a:pt x="1776907" y="2251151"/>
                  </a:lnTo>
                  <a:lnTo>
                    <a:pt x="1822043" y="2250059"/>
                  </a:lnTo>
                  <a:lnTo>
                    <a:pt x="1864245" y="2246846"/>
                  </a:lnTo>
                  <a:lnTo>
                    <a:pt x="1903666" y="2241600"/>
                  </a:lnTo>
                  <a:lnTo>
                    <a:pt x="1974596" y="2225395"/>
                  </a:lnTo>
                  <a:lnTo>
                    <a:pt x="2035860" y="2202167"/>
                  </a:lnTo>
                  <a:lnTo>
                    <a:pt x="2088464" y="2172665"/>
                  </a:lnTo>
                  <a:lnTo>
                    <a:pt x="2133447" y="2137626"/>
                  </a:lnTo>
                  <a:lnTo>
                    <a:pt x="2171801" y="2097786"/>
                  </a:lnTo>
                  <a:lnTo>
                    <a:pt x="2204555" y="2053894"/>
                  </a:lnTo>
                  <a:lnTo>
                    <a:pt x="2232736" y="2006676"/>
                  </a:lnTo>
                  <a:lnTo>
                    <a:pt x="2257348" y="1956879"/>
                  </a:lnTo>
                  <a:lnTo>
                    <a:pt x="2279421" y="1905228"/>
                  </a:lnTo>
                  <a:lnTo>
                    <a:pt x="2330132" y="1772869"/>
                  </a:lnTo>
                  <a:lnTo>
                    <a:pt x="2340533" y="1746592"/>
                  </a:lnTo>
                  <a:lnTo>
                    <a:pt x="2362593" y="1694942"/>
                  </a:lnTo>
                  <a:lnTo>
                    <a:pt x="2387219" y="1645132"/>
                  </a:lnTo>
                  <a:lnTo>
                    <a:pt x="2415387" y="1597914"/>
                  </a:lnTo>
                  <a:lnTo>
                    <a:pt x="2448153" y="1554022"/>
                  </a:lnTo>
                  <a:lnTo>
                    <a:pt x="2486507" y="1514182"/>
                  </a:lnTo>
                  <a:lnTo>
                    <a:pt x="2531478" y="1479143"/>
                  </a:lnTo>
                  <a:lnTo>
                    <a:pt x="2584094" y="1449641"/>
                  </a:lnTo>
                  <a:lnTo>
                    <a:pt x="2645346" y="1426425"/>
                  </a:lnTo>
                  <a:lnTo>
                    <a:pt x="2716288" y="1410208"/>
                  </a:lnTo>
                  <a:lnTo>
                    <a:pt x="2755696" y="1404962"/>
                  </a:lnTo>
                  <a:lnTo>
                    <a:pt x="2797911" y="1401749"/>
                  </a:lnTo>
                  <a:lnTo>
                    <a:pt x="2843047" y="1400657"/>
                  </a:lnTo>
                  <a:lnTo>
                    <a:pt x="2843047" y="1139850"/>
                  </a:lnTo>
                  <a:close/>
                </a:path>
                <a:path w="8174355" h="2251710">
                  <a:moveTo>
                    <a:pt x="4619955" y="0"/>
                  </a:moveTo>
                  <a:lnTo>
                    <a:pt x="4578947" y="1206"/>
                  </a:lnTo>
                  <a:lnTo>
                    <a:pt x="4540351" y="4749"/>
                  </a:lnTo>
                  <a:lnTo>
                    <a:pt x="4470006" y="18491"/>
                  </a:lnTo>
                  <a:lnTo>
                    <a:pt x="4408182" y="40513"/>
                  </a:lnTo>
                  <a:lnTo>
                    <a:pt x="4354093" y="70065"/>
                  </a:lnTo>
                  <a:lnTo>
                    <a:pt x="4307014" y="106426"/>
                  </a:lnTo>
                  <a:lnTo>
                    <a:pt x="4266171" y="148831"/>
                  </a:lnTo>
                  <a:lnTo>
                    <a:pt x="4230802" y="196583"/>
                  </a:lnTo>
                  <a:lnTo>
                    <a:pt x="4200169" y="248920"/>
                  </a:lnTo>
                  <a:lnTo>
                    <a:pt x="4173499" y="305117"/>
                  </a:lnTo>
                  <a:lnTo>
                    <a:pt x="4150042" y="364439"/>
                  </a:lnTo>
                  <a:lnTo>
                    <a:pt x="4129049" y="426148"/>
                  </a:lnTo>
                  <a:lnTo>
                    <a:pt x="4109758" y="489508"/>
                  </a:lnTo>
                  <a:lnTo>
                    <a:pt x="4082351" y="586054"/>
                  </a:lnTo>
                  <a:lnTo>
                    <a:pt x="4064000" y="650328"/>
                  </a:lnTo>
                  <a:lnTo>
                    <a:pt x="4044708" y="713701"/>
                  </a:lnTo>
                  <a:lnTo>
                    <a:pt x="4023715" y="775411"/>
                  </a:lnTo>
                  <a:lnTo>
                    <a:pt x="4000258" y="834732"/>
                  </a:lnTo>
                  <a:lnTo>
                    <a:pt x="3973588" y="890930"/>
                  </a:lnTo>
                  <a:lnTo>
                    <a:pt x="3942956" y="943267"/>
                  </a:lnTo>
                  <a:lnTo>
                    <a:pt x="3907586" y="991006"/>
                  </a:lnTo>
                  <a:lnTo>
                    <a:pt x="3866743" y="1033424"/>
                  </a:lnTo>
                  <a:lnTo>
                    <a:pt x="3819664" y="1069784"/>
                  </a:lnTo>
                  <a:lnTo>
                    <a:pt x="3765575" y="1099337"/>
                  </a:lnTo>
                  <a:lnTo>
                    <a:pt x="3703751" y="1121346"/>
                  </a:lnTo>
                  <a:lnTo>
                    <a:pt x="3633406" y="1135100"/>
                  </a:lnTo>
                  <a:lnTo>
                    <a:pt x="3594811" y="1138643"/>
                  </a:lnTo>
                  <a:lnTo>
                    <a:pt x="3553803" y="1139850"/>
                  </a:lnTo>
                  <a:lnTo>
                    <a:pt x="3553803" y="1400657"/>
                  </a:lnTo>
                  <a:lnTo>
                    <a:pt x="3597198" y="1399501"/>
                  </a:lnTo>
                  <a:lnTo>
                    <a:pt x="3637889" y="1396072"/>
                  </a:lnTo>
                  <a:lnTo>
                    <a:pt x="3675977" y="1390497"/>
                  </a:lnTo>
                  <a:lnTo>
                    <a:pt x="3744861" y="1373200"/>
                  </a:lnTo>
                  <a:lnTo>
                    <a:pt x="3804729" y="1348384"/>
                  </a:lnTo>
                  <a:lnTo>
                    <a:pt x="3856494" y="1316786"/>
                  </a:lnTo>
                  <a:lnTo>
                    <a:pt x="3901059" y="1279169"/>
                  </a:lnTo>
                  <a:lnTo>
                    <a:pt x="3939311" y="1236281"/>
                  </a:lnTo>
                  <a:lnTo>
                    <a:pt x="3972166" y="1188859"/>
                  </a:lnTo>
                  <a:lnTo>
                    <a:pt x="4000512" y="1137691"/>
                  </a:lnTo>
                  <a:lnTo>
                    <a:pt x="4025252" y="1083500"/>
                  </a:lnTo>
                  <a:lnTo>
                    <a:pt x="4047299" y="1027049"/>
                  </a:lnTo>
                  <a:lnTo>
                    <a:pt x="4067543" y="969098"/>
                  </a:lnTo>
                  <a:lnTo>
                    <a:pt x="4106214" y="851687"/>
                  </a:lnTo>
                  <a:lnTo>
                    <a:pt x="4116171" y="822566"/>
                  </a:lnTo>
                  <a:lnTo>
                    <a:pt x="4137202" y="765276"/>
                  </a:lnTo>
                  <a:lnTo>
                    <a:pt x="4160482" y="709866"/>
                  </a:lnTo>
                  <a:lnTo>
                    <a:pt x="4186910" y="657085"/>
                  </a:lnTo>
                  <a:lnTo>
                    <a:pt x="4217403" y="607707"/>
                  </a:lnTo>
                  <a:lnTo>
                    <a:pt x="4252836" y="562457"/>
                  </a:lnTo>
                  <a:lnTo>
                    <a:pt x="4294136" y="522109"/>
                  </a:lnTo>
                  <a:lnTo>
                    <a:pt x="4342181" y="487400"/>
                  </a:lnTo>
                  <a:lnTo>
                    <a:pt x="4397895" y="459105"/>
                  </a:lnTo>
                  <a:lnTo>
                    <a:pt x="4462157" y="437959"/>
                  </a:lnTo>
                  <a:lnTo>
                    <a:pt x="4535868" y="424713"/>
                  </a:lnTo>
                  <a:lnTo>
                    <a:pt x="4576559" y="421297"/>
                  </a:lnTo>
                  <a:lnTo>
                    <a:pt x="4619955" y="420128"/>
                  </a:lnTo>
                  <a:lnTo>
                    <a:pt x="4619955" y="0"/>
                  </a:lnTo>
                  <a:close/>
                </a:path>
                <a:path w="8174355" h="2251710">
                  <a:moveTo>
                    <a:pt x="6396850" y="553631"/>
                  </a:moveTo>
                  <a:lnTo>
                    <a:pt x="6346660" y="552742"/>
                  </a:lnTo>
                  <a:lnTo>
                    <a:pt x="6300089" y="550151"/>
                  </a:lnTo>
                  <a:lnTo>
                    <a:pt x="6256985" y="545922"/>
                  </a:lnTo>
                  <a:lnTo>
                    <a:pt x="6217145" y="540143"/>
                  </a:lnTo>
                  <a:lnTo>
                    <a:pt x="6146584" y="524294"/>
                  </a:lnTo>
                  <a:lnTo>
                    <a:pt x="6086995" y="503262"/>
                  </a:lnTo>
                  <a:lnTo>
                    <a:pt x="6036957" y="477723"/>
                  </a:lnTo>
                  <a:lnTo>
                    <a:pt x="5995073" y="448348"/>
                  </a:lnTo>
                  <a:lnTo>
                    <a:pt x="5959907" y="415785"/>
                  </a:lnTo>
                  <a:lnTo>
                    <a:pt x="5930062" y="380720"/>
                  </a:lnTo>
                  <a:lnTo>
                    <a:pt x="5904103" y="343814"/>
                  </a:lnTo>
                  <a:lnTo>
                    <a:pt x="5880620" y="305739"/>
                  </a:lnTo>
                  <a:lnTo>
                    <a:pt x="5846953" y="247891"/>
                  </a:lnTo>
                  <a:lnTo>
                    <a:pt x="5835434" y="228752"/>
                  </a:lnTo>
                  <a:lnTo>
                    <a:pt x="5810885" y="191173"/>
                  </a:lnTo>
                  <a:lnTo>
                    <a:pt x="5783161" y="155105"/>
                  </a:lnTo>
                  <a:lnTo>
                    <a:pt x="5750826" y="121208"/>
                  </a:lnTo>
                  <a:lnTo>
                    <a:pt x="5712485" y="90157"/>
                  </a:lnTo>
                  <a:lnTo>
                    <a:pt x="5666702" y="62611"/>
                  </a:lnTo>
                  <a:lnTo>
                    <a:pt x="5612066" y="39230"/>
                  </a:lnTo>
                  <a:lnTo>
                    <a:pt x="5547169" y="20713"/>
                  </a:lnTo>
                  <a:lnTo>
                    <a:pt x="5470588" y="7708"/>
                  </a:lnTo>
                  <a:lnTo>
                    <a:pt x="5427472" y="3479"/>
                  </a:lnTo>
                  <a:lnTo>
                    <a:pt x="5380901" y="889"/>
                  </a:lnTo>
                  <a:lnTo>
                    <a:pt x="5330710" y="0"/>
                  </a:lnTo>
                  <a:lnTo>
                    <a:pt x="5330710" y="420128"/>
                  </a:lnTo>
                  <a:lnTo>
                    <a:pt x="5380901" y="420966"/>
                  </a:lnTo>
                  <a:lnTo>
                    <a:pt x="5427472" y="423443"/>
                  </a:lnTo>
                  <a:lnTo>
                    <a:pt x="5470588" y="427456"/>
                  </a:lnTo>
                  <a:lnTo>
                    <a:pt x="5510428" y="432943"/>
                  </a:lnTo>
                  <a:lnTo>
                    <a:pt x="5580989" y="447992"/>
                  </a:lnTo>
                  <a:lnTo>
                    <a:pt x="5640578" y="467969"/>
                  </a:lnTo>
                  <a:lnTo>
                    <a:pt x="5690603" y="492226"/>
                  </a:lnTo>
                  <a:lnTo>
                    <a:pt x="5732500" y="520141"/>
                  </a:lnTo>
                  <a:lnTo>
                    <a:pt x="5767654" y="551065"/>
                  </a:lnTo>
                  <a:lnTo>
                    <a:pt x="5797512" y="584377"/>
                  </a:lnTo>
                  <a:lnTo>
                    <a:pt x="5823470" y="619442"/>
                  </a:lnTo>
                  <a:lnTo>
                    <a:pt x="5846953" y="655612"/>
                  </a:lnTo>
                  <a:lnTo>
                    <a:pt x="5880620" y="710552"/>
                  </a:lnTo>
                  <a:lnTo>
                    <a:pt x="5892139" y="728738"/>
                  </a:lnTo>
                  <a:lnTo>
                    <a:pt x="5916676" y="764425"/>
                  </a:lnTo>
                  <a:lnTo>
                    <a:pt x="5944413" y="798690"/>
                  </a:lnTo>
                  <a:lnTo>
                    <a:pt x="5976734" y="830897"/>
                  </a:lnTo>
                  <a:lnTo>
                    <a:pt x="6015088" y="860386"/>
                  </a:lnTo>
                  <a:lnTo>
                    <a:pt x="6060872" y="886561"/>
                  </a:lnTo>
                  <a:lnTo>
                    <a:pt x="6115507" y="908761"/>
                  </a:lnTo>
                  <a:lnTo>
                    <a:pt x="6180404" y="926350"/>
                  </a:lnTo>
                  <a:lnTo>
                    <a:pt x="6256985" y="938707"/>
                  </a:lnTo>
                  <a:lnTo>
                    <a:pt x="6300089" y="942721"/>
                  </a:lnTo>
                  <a:lnTo>
                    <a:pt x="6346660" y="945184"/>
                  </a:lnTo>
                  <a:lnTo>
                    <a:pt x="6396850" y="946035"/>
                  </a:lnTo>
                  <a:lnTo>
                    <a:pt x="6396850" y="553631"/>
                  </a:lnTo>
                  <a:close/>
                </a:path>
                <a:path w="8174355" h="2251710">
                  <a:moveTo>
                    <a:pt x="8173758" y="860209"/>
                  </a:moveTo>
                  <a:lnTo>
                    <a:pt x="8119948" y="859637"/>
                  </a:lnTo>
                  <a:lnTo>
                    <a:pt x="8070316" y="857986"/>
                  </a:lnTo>
                  <a:lnTo>
                    <a:pt x="8024647" y="855294"/>
                  </a:lnTo>
                  <a:lnTo>
                    <a:pt x="7982712" y="851623"/>
                  </a:lnTo>
                  <a:lnTo>
                    <a:pt x="7944294" y="847039"/>
                  </a:lnTo>
                  <a:lnTo>
                    <a:pt x="7877124" y="835329"/>
                  </a:lnTo>
                  <a:lnTo>
                    <a:pt x="7821409" y="820623"/>
                  </a:lnTo>
                  <a:lnTo>
                    <a:pt x="7775346" y="803402"/>
                  </a:lnTo>
                  <a:lnTo>
                    <a:pt x="7737221" y="784110"/>
                  </a:lnTo>
                  <a:lnTo>
                    <a:pt x="7705242" y="763206"/>
                  </a:lnTo>
                  <a:lnTo>
                    <a:pt x="7664971" y="729830"/>
                  </a:lnTo>
                  <a:lnTo>
                    <a:pt x="7628661" y="695426"/>
                  </a:lnTo>
                  <a:lnTo>
                    <a:pt x="7616406" y="683996"/>
                  </a:lnTo>
                  <a:lnTo>
                    <a:pt x="7576134" y="650633"/>
                  </a:lnTo>
                  <a:lnTo>
                    <a:pt x="7544155" y="629729"/>
                  </a:lnTo>
                  <a:lnTo>
                    <a:pt x="7506030" y="610425"/>
                  </a:lnTo>
                  <a:lnTo>
                    <a:pt x="7459980" y="593204"/>
                  </a:lnTo>
                  <a:lnTo>
                    <a:pt x="7404252" y="578510"/>
                  </a:lnTo>
                  <a:lnTo>
                    <a:pt x="7337082" y="566801"/>
                  </a:lnTo>
                  <a:lnTo>
                    <a:pt x="7298664" y="562216"/>
                  </a:lnTo>
                  <a:lnTo>
                    <a:pt x="7256729" y="558546"/>
                  </a:lnTo>
                  <a:lnTo>
                    <a:pt x="7211060" y="555853"/>
                  </a:lnTo>
                  <a:lnTo>
                    <a:pt x="7161428" y="554189"/>
                  </a:lnTo>
                  <a:lnTo>
                    <a:pt x="7107618" y="553631"/>
                  </a:lnTo>
                  <a:lnTo>
                    <a:pt x="7107618" y="946035"/>
                  </a:lnTo>
                  <a:lnTo>
                    <a:pt x="7162749" y="946556"/>
                  </a:lnTo>
                  <a:lnTo>
                    <a:pt x="7213498" y="948093"/>
                  </a:lnTo>
                  <a:lnTo>
                    <a:pt x="7260095" y="950595"/>
                  </a:lnTo>
                  <a:lnTo>
                    <a:pt x="7302767" y="954011"/>
                  </a:lnTo>
                  <a:lnTo>
                    <a:pt x="7341768" y="958265"/>
                  </a:lnTo>
                  <a:lnTo>
                    <a:pt x="7409688" y="969124"/>
                  </a:lnTo>
                  <a:lnTo>
                    <a:pt x="7465746" y="982726"/>
                  </a:lnTo>
                  <a:lnTo>
                    <a:pt x="7511847" y="998626"/>
                  </a:lnTo>
                  <a:lnTo>
                    <a:pt x="7549870" y="1016393"/>
                  </a:lnTo>
                  <a:lnTo>
                    <a:pt x="7595933" y="1045591"/>
                  </a:lnTo>
                  <a:lnTo>
                    <a:pt x="7659268" y="1097356"/>
                  </a:lnTo>
                  <a:lnTo>
                    <a:pt x="7672057" y="1107681"/>
                  </a:lnTo>
                  <a:lnTo>
                    <a:pt x="7714932" y="1137627"/>
                  </a:lnTo>
                  <a:lnTo>
                    <a:pt x="7749629" y="1156157"/>
                  </a:lnTo>
                  <a:lnTo>
                    <a:pt x="7791450" y="1173060"/>
                  </a:lnTo>
                  <a:lnTo>
                    <a:pt x="7842288" y="1187856"/>
                  </a:lnTo>
                  <a:lnTo>
                    <a:pt x="7904048" y="1200137"/>
                  </a:lnTo>
                  <a:lnTo>
                    <a:pt x="7978610" y="1209459"/>
                  </a:lnTo>
                  <a:lnTo>
                    <a:pt x="8021282" y="1212862"/>
                  </a:lnTo>
                  <a:lnTo>
                    <a:pt x="8067878" y="1215364"/>
                  </a:lnTo>
                  <a:lnTo>
                    <a:pt x="8118627" y="1216914"/>
                  </a:lnTo>
                  <a:lnTo>
                    <a:pt x="8173758" y="1217434"/>
                  </a:lnTo>
                  <a:lnTo>
                    <a:pt x="8173758" y="860209"/>
                  </a:lnTo>
                  <a:close/>
                </a:path>
              </a:pathLst>
            </a:custGeom>
            <a:solidFill>
              <a:srgbClr val="af906d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19" name="object 35"/>
            <p:cNvSpPr/>
            <p:nvPr/>
          </p:nvSpPr>
          <p:spPr>
            <a:xfrm>
              <a:off x="2580480" y="4109760"/>
              <a:ext cx="8174160" cy="2392920"/>
            </a:xfrm>
            <a:custGeom>
              <a:avLst/>
              <a:gdLst>
                <a:gd name="textAreaLeft" fmla="*/ 0 w 8174160"/>
                <a:gd name="textAreaRight" fmla="*/ 8174520 w 8174160"/>
                <a:gd name="textAreaTop" fmla="*/ 0 h 2392920"/>
                <a:gd name="textAreaBottom" fmla="*/ 2393280 h 2392920"/>
              </a:gdLst>
              <a:ahLst/>
              <a:rect l="textAreaLeft" t="textAreaTop" r="textAreaRight" b="textAreaBottom"/>
              <a:pathLst>
                <a:path w="8174355" h="2393315">
                  <a:moveTo>
                    <a:pt x="1066139" y="172529"/>
                  </a:moveTo>
                  <a:lnTo>
                    <a:pt x="1006614" y="177393"/>
                  </a:lnTo>
                  <a:lnTo>
                    <a:pt x="952207" y="191579"/>
                  </a:lnTo>
                  <a:lnTo>
                    <a:pt x="902639" y="214566"/>
                  </a:lnTo>
                  <a:lnTo>
                    <a:pt x="857592" y="245808"/>
                  </a:lnTo>
                  <a:lnTo>
                    <a:pt x="816762" y="284734"/>
                  </a:lnTo>
                  <a:lnTo>
                    <a:pt x="779856" y="330796"/>
                  </a:lnTo>
                  <a:lnTo>
                    <a:pt x="746582" y="383463"/>
                  </a:lnTo>
                  <a:lnTo>
                    <a:pt x="716610" y="442175"/>
                  </a:lnTo>
                  <a:lnTo>
                    <a:pt x="689660" y="506374"/>
                  </a:lnTo>
                  <a:lnTo>
                    <a:pt x="665416" y="575525"/>
                  </a:lnTo>
                  <a:lnTo>
                    <a:pt x="643597" y="649071"/>
                  </a:lnTo>
                  <a:lnTo>
                    <a:pt x="633501" y="687311"/>
                  </a:lnTo>
                  <a:lnTo>
                    <a:pt x="623887" y="726465"/>
                  </a:lnTo>
                  <a:lnTo>
                    <a:pt x="614730" y="766432"/>
                  </a:lnTo>
                  <a:lnTo>
                    <a:pt x="605980" y="807148"/>
                  </a:lnTo>
                  <a:lnTo>
                    <a:pt x="597623" y="848563"/>
                  </a:lnTo>
                  <a:lnTo>
                    <a:pt x="589597" y="890587"/>
                  </a:lnTo>
                  <a:lnTo>
                    <a:pt x="581863" y="933157"/>
                  </a:lnTo>
                  <a:lnTo>
                    <a:pt x="574408" y="976223"/>
                  </a:lnTo>
                  <a:lnTo>
                    <a:pt x="567169" y="1019695"/>
                  </a:lnTo>
                  <a:lnTo>
                    <a:pt x="560120" y="1063510"/>
                  </a:lnTo>
                  <a:lnTo>
                    <a:pt x="553224" y="1107592"/>
                  </a:lnTo>
                  <a:lnTo>
                    <a:pt x="519696" y="1329753"/>
                  </a:lnTo>
                  <a:lnTo>
                    <a:pt x="506018" y="1418132"/>
                  </a:lnTo>
                  <a:lnTo>
                    <a:pt x="498970" y="1461947"/>
                  </a:lnTo>
                  <a:lnTo>
                    <a:pt x="491731" y="1505419"/>
                  </a:lnTo>
                  <a:lnTo>
                    <a:pt x="484263" y="1548472"/>
                  </a:lnTo>
                  <a:lnTo>
                    <a:pt x="476542" y="1591056"/>
                  </a:lnTo>
                  <a:lnTo>
                    <a:pt x="468515" y="1633080"/>
                  </a:lnTo>
                  <a:lnTo>
                    <a:pt x="460146" y="1674495"/>
                  </a:lnTo>
                  <a:lnTo>
                    <a:pt x="451408" y="1715211"/>
                  </a:lnTo>
                  <a:lnTo>
                    <a:pt x="442252" y="1755178"/>
                  </a:lnTo>
                  <a:lnTo>
                    <a:pt x="432638" y="1794319"/>
                  </a:lnTo>
                  <a:lnTo>
                    <a:pt x="422541" y="1832571"/>
                  </a:lnTo>
                  <a:lnTo>
                    <a:pt x="411911" y="1869859"/>
                  </a:lnTo>
                  <a:lnTo>
                    <a:pt x="388912" y="1941271"/>
                  </a:lnTo>
                  <a:lnTo>
                    <a:pt x="363359" y="2008022"/>
                  </a:lnTo>
                  <a:lnTo>
                    <a:pt x="334937" y="2069541"/>
                  </a:lnTo>
                  <a:lnTo>
                    <a:pt x="303352" y="2125307"/>
                  </a:lnTo>
                  <a:lnTo>
                    <a:pt x="268300" y="2174735"/>
                  </a:lnTo>
                  <a:lnTo>
                    <a:pt x="229463" y="2217305"/>
                  </a:lnTo>
                  <a:lnTo>
                    <a:pt x="186563" y="2252446"/>
                  </a:lnTo>
                  <a:lnTo>
                    <a:pt x="139293" y="2279624"/>
                  </a:lnTo>
                  <a:lnTo>
                    <a:pt x="87350" y="2298293"/>
                  </a:lnTo>
                  <a:lnTo>
                    <a:pt x="30416" y="2307882"/>
                  </a:lnTo>
                  <a:lnTo>
                    <a:pt x="0" y="2309101"/>
                  </a:lnTo>
                  <a:lnTo>
                    <a:pt x="0" y="2392794"/>
                  </a:lnTo>
                  <a:lnTo>
                    <a:pt x="63754" y="2387968"/>
                  </a:lnTo>
                  <a:lnTo>
                    <a:pt x="121627" y="2373871"/>
                  </a:lnTo>
                  <a:lnTo>
                    <a:pt x="173964" y="2351100"/>
                  </a:lnTo>
                  <a:lnTo>
                    <a:pt x="221157" y="2320239"/>
                  </a:lnTo>
                  <a:lnTo>
                    <a:pt x="263588" y="2281885"/>
                  </a:lnTo>
                  <a:lnTo>
                    <a:pt x="301612" y="2236609"/>
                  </a:lnTo>
                  <a:lnTo>
                    <a:pt x="335610" y="2185009"/>
                  </a:lnTo>
                  <a:lnTo>
                    <a:pt x="365963" y="2127669"/>
                  </a:lnTo>
                  <a:lnTo>
                    <a:pt x="393039" y="2065185"/>
                  </a:lnTo>
                  <a:lnTo>
                    <a:pt x="417207" y="1998141"/>
                  </a:lnTo>
                  <a:lnTo>
                    <a:pt x="438861" y="1927123"/>
                  </a:lnTo>
                  <a:lnTo>
                    <a:pt x="448856" y="1890318"/>
                  </a:lnTo>
                  <a:lnTo>
                    <a:pt x="458355" y="1852726"/>
                  </a:lnTo>
                  <a:lnTo>
                    <a:pt x="467410" y="1814449"/>
                  </a:lnTo>
                  <a:lnTo>
                    <a:pt x="476072" y="1775536"/>
                  </a:lnTo>
                  <a:lnTo>
                    <a:pt x="484378" y="1736077"/>
                  </a:lnTo>
                  <a:lnTo>
                    <a:pt x="492391" y="1696135"/>
                  </a:lnTo>
                  <a:lnTo>
                    <a:pt x="500138" y="1655800"/>
                  </a:lnTo>
                  <a:lnTo>
                    <a:pt x="507669" y="1615122"/>
                  </a:lnTo>
                  <a:lnTo>
                    <a:pt x="515048" y="1574190"/>
                  </a:lnTo>
                  <a:lnTo>
                    <a:pt x="543839" y="1409369"/>
                  </a:lnTo>
                  <a:lnTo>
                    <a:pt x="558469" y="1327327"/>
                  </a:lnTo>
                  <a:lnTo>
                    <a:pt x="566000" y="1286649"/>
                  </a:lnTo>
                  <a:lnTo>
                    <a:pt x="573747" y="1246314"/>
                  </a:lnTo>
                  <a:lnTo>
                    <a:pt x="581748" y="1206373"/>
                  </a:lnTo>
                  <a:lnTo>
                    <a:pt x="590067" y="1166914"/>
                  </a:lnTo>
                  <a:lnTo>
                    <a:pt x="598728" y="1128001"/>
                  </a:lnTo>
                  <a:lnTo>
                    <a:pt x="607783" y="1089723"/>
                  </a:lnTo>
                  <a:lnTo>
                    <a:pt x="617283" y="1052131"/>
                  </a:lnTo>
                  <a:lnTo>
                    <a:pt x="627278" y="1015326"/>
                  </a:lnTo>
                  <a:lnTo>
                    <a:pt x="648919" y="944308"/>
                  </a:lnTo>
                  <a:lnTo>
                    <a:pt x="673100" y="877265"/>
                  </a:lnTo>
                  <a:lnTo>
                    <a:pt x="700176" y="814781"/>
                  </a:lnTo>
                  <a:lnTo>
                    <a:pt x="730529" y="757453"/>
                  </a:lnTo>
                  <a:lnTo>
                    <a:pt x="764527" y="705853"/>
                  </a:lnTo>
                  <a:lnTo>
                    <a:pt x="802551" y="660577"/>
                  </a:lnTo>
                  <a:lnTo>
                    <a:pt x="844981" y="622211"/>
                  </a:lnTo>
                  <a:lnTo>
                    <a:pt x="892175" y="591350"/>
                  </a:lnTo>
                  <a:lnTo>
                    <a:pt x="944511" y="568579"/>
                  </a:lnTo>
                  <a:lnTo>
                    <a:pt x="1002385" y="554482"/>
                  </a:lnTo>
                  <a:lnTo>
                    <a:pt x="1066139" y="549656"/>
                  </a:lnTo>
                  <a:lnTo>
                    <a:pt x="1066139" y="172529"/>
                  </a:lnTo>
                  <a:close/>
                </a:path>
                <a:path w="8174355" h="2393315">
                  <a:moveTo>
                    <a:pt x="2843047" y="1509179"/>
                  </a:moveTo>
                  <a:lnTo>
                    <a:pt x="2804833" y="1507959"/>
                  </a:lnTo>
                  <a:lnTo>
                    <a:pt x="2734614" y="1498460"/>
                  </a:lnTo>
                  <a:lnTo>
                    <a:pt x="2672143" y="1480121"/>
                  </a:lnTo>
                  <a:lnTo>
                    <a:pt x="2616809" y="1453654"/>
                  </a:lnTo>
                  <a:lnTo>
                    <a:pt x="2568016" y="1419733"/>
                  </a:lnTo>
                  <a:lnTo>
                    <a:pt x="2525153" y="1379054"/>
                  </a:lnTo>
                  <a:lnTo>
                    <a:pt x="2487599" y="1332306"/>
                  </a:lnTo>
                  <a:lnTo>
                    <a:pt x="2454757" y="1280198"/>
                  </a:lnTo>
                  <a:lnTo>
                    <a:pt x="2426030" y="1223416"/>
                  </a:lnTo>
                  <a:lnTo>
                    <a:pt x="2400795" y="1162634"/>
                  </a:lnTo>
                  <a:lnTo>
                    <a:pt x="2378443" y="1098575"/>
                  </a:lnTo>
                  <a:lnTo>
                    <a:pt x="2358377" y="1031913"/>
                  </a:lnTo>
                  <a:lnTo>
                    <a:pt x="2339975" y="963345"/>
                  </a:lnTo>
                  <a:lnTo>
                    <a:pt x="2288730" y="753148"/>
                  </a:lnTo>
                  <a:lnTo>
                    <a:pt x="2279967" y="718362"/>
                  </a:lnTo>
                  <a:lnTo>
                    <a:pt x="2261578" y="649795"/>
                  </a:lnTo>
                  <a:lnTo>
                    <a:pt x="2241499" y="583133"/>
                  </a:lnTo>
                  <a:lnTo>
                    <a:pt x="2219160" y="519074"/>
                  </a:lnTo>
                  <a:lnTo>
                    <a:pt x="2193912" y="458304"/>
                  </a:lnTo>
                  <a:lnTo>
                    <a:pt x="2165185" y="401510"/>
                  </a:lnTo>
                  <a:lnTo>
                    <a:pt x="2132342" y="349402"/>
                  </a:lnTo>
                  <a:lnTo>
                    <a:pt x="2094801" y="302653"/>
                  </a:lnTo>
                  <a:lnTo>
                    <a:pt x="2051926" y="261975"/>
                  </a:lnTo>
                  <a:lnTo>
                    <a:pt x="2003132" y="228053"/>
                  </a:lnTo>
                  <a:lnTo>
                    <a:pt x="1947811" y="201587"/>
                  </a:lnTo>
                  <a:lnTo>
                    <a:pt x="1885340" y="183248"/>
                  </a:lnTo>
                  <a:lnTo>
                    <a:pt x="1815109" y="173748"/>
                  </a:lnTo>
                  <a:lnTo>
                    <a:pt x="1776907" y="172529"/>
                  </a:lnTo>
                  <a:lnTo>
                    <a:pt x="1776907" y="549656"/>
                  </a:lnTo>
                  <a:lnTo>
                    <a:pt x="1817166" y="550862"/>
                  </a:lnTo>
                  <a:lnTo>
                    <a:pt x="1855114" y="554443"/>
                  </a:lnTo>
                  <a:lnTo>
                    <a:pt x="1924392" y="568337"/>
                  </a:lnTo>
                  <a:lnTo>
                    <a:pt x="1985454" y="590613"/>
                  </a:lnTo>
                  <a:lnTo>
                    <a:pt x="2038997" y="620534"/>
                  </a:lnTo>
                  <a:lnTo>
                    <a:pt x="2085759" y="657377"/>
                  </a:lnTo>
                  <a:lnTo>
                    <a:pt x="2126437" y="700417"/>
                  </a:lnTo>
                  <a:lnTo>
                    <a:pt x="2161743" y="748906"/>
                  </a:lnTo>
                  <a:lnTo>
                    <a:pt x="2192413" y="802132"/>
                  </a:lnTo>
                  <a:lnTo>
                    <a:pt x="2219160" y="859370"/>
                  </a:lnTo>
                  <a:lnTo>
                    <a:pt x="2242667" y="919873"/>
                  </a:lnTo>
                  <a:lnTo>
                    <a:pt x="2263686" y="982941"/>
                  </a:lnTo>
                  <a:lnTo>
                    <a:pt x="2282914" y="1047813"/>
                  </a:lnTo>
                  <a:lnTo>
                    <a:pt x="2327859" y="1213205"/>
                  </a:lnTo>
                  <a:lnTo>
                    <a:pt x="2337028" y="1246098"/>
                  </a:lnTo>
                  <a:lnTo>
                    <a:pt x="2356256" y="1310982"/>
                  </a:lnTo>
                  <a:lnTo>
                    <a:pt x="2377275" y="1374038"/>
                  </a:lnTo>
                  <a:lnTo>
                    <a:pt x="2400795" y="1434553"/>
                  </a:lnTo>
                  <a:lnTo>
                    <a:pt x="2427528" y="1491780"/>
                  </a:lnTo>
                  <a:lnTo>
                    <a:pt x="2458199" y="1545018"/>
                  </a:lnTo>
                  <a:lnTo>
                    <a:pt x="2493518" y="1593507"/>
                  </a:lnTo>
                  <a:lnTo>
                    <a:pt x="2534196" y="1636534"/>
                  </a:lnTo>
                  <a:lnTo>
                    <a:pt x="2580944" y="1673377"/>
                  </a:lnTo>
                  <a:lnTo>
                    <a:pt x="2634500" y="1703298"/>
                  </a:lnTo>
                  <a:lnTo>
                    <a:pt x="2695549" y="1725574"/>
                  </a:lnTo>
                  <a:lnTo>
                    <a:pt x="2764828" y="1739468"/>
                  </a:lnTo>
                  <a:lnTo>
                    <a:pt x="2802775" y="1743049"/>
                  </a:lnTo>
                  <a:lnTo>
                    <a:pt x="2843047" y="1744268"/>
                  </a:lnTo>
                  <a:lnTo>
                    <a:pt x="2843047" y="1509179"/>
                  </a:lnTo>
                  <a:close/>
                </a:path>
                <a:path w="8174355" h="2393315">
                  <a:moveTo>
                    <a:pt x="4619955" y="2027161"/>
                  </a:moveTo>
                  <a:lnTo>
                    <a:pt x="4569752" y="2026335"/>
                  </a:lnTo>
                  <a:lnTo>
                    <a:pt x="4523194" y="2023910"/>
                  </a:lnTo>
                  <a:lnTo>
                    <a:pt x="4480077" y="2019947"/>
                  </a:lnTo>
                  <a:lnTo>
                    <a:pt x="4440237" y="2014550"/>
                  </a:lnTo>
                  <a:lnTo>
                    <a:pt x="4369676" y="1999716"/>
                  </a:lnTo>
                  <a:lnTo>
                    <a:pt x="4310088" y="1980044"/>
                  </a:lnTo>
                  <a:lnTo>
                    <a:pt x="4260050" y="1956142"/>
                  </a:lnTo>
                  <a:lnTo>
                    <a:pt x="4218165" y="1928660"/>
                  </a:lnTo>
                  <a:lnTo>
                    <a:pt x="4182999" y="1898192"/>
                  </a:lnTo>
                  <a:lnTo>
                    <a:pt x="4153154" y="1865376"/>
                  </a:lnTo>
                  <a:lnTo>
                    <a:pt x="4127195" y="1830857"/>
                  </a:lnTo>
                  <a:lnTo>
                    <a:pt x="4103713" y="1795233"/>
                  </a:lnTo>
                  <a:lnTo>
                    <a:pt x="4070045" y="1741106"/>
                  </a:lnTo>
                  <a:lnTo>
                    <a:pt x="4058526" y="1723199"/>
                  </a:lnTo>
                  <a:lnTo>
                    <a:pt x="4033977" y="1688045"/>
                  </a:lnTo>
                  <a:lnTo>
                    <a:pt x="4006253" y="1654302"/>
                  </a:lnTo>
                  <a:lnTo>
                    <a:pt x="3973919" y="1622577"/>
                  </a:lnTo>
                  <a:lnTo>
                    <a:pt x="3935577" y="1593519"/>
                  </a:lnTo>
                  <a:lnTo>
                    <a:pt x="3889794" y="1567751"/>
                  </a:lnTo>
                  <a:lnTo>
                    <a:pt x="3835158" y="1545882"/>
                  </a:lnTo>
                  <a:lnTo>
                    <a:pt x="3770261" y="1528559"/>
                  </a:lnTo>
                  <a:lnTo>
                    <a:pt x="3693680" y="1516392"/>
                  </a:lnTo>
                  <a:lnTo>
                    <a:pt x="3650564" y="1512430"/>
                  </a:lnTo>
                  <a:lnTo>
                    <a:pt x="3604006" y="1510004"/>
                  </a:lnTo>
                  <a:lnTo>
                    <a:pt x="3553803" y="1509179"/>
                  </a:lnTo>
                  <a:lnTo>
                    <a:pt x="3553803" y="1744268"/>
                  </a:lnTo>
                  <a:lnTo>
                    <a:pt x="3605149" y="1745107"/>
                  </a:lnTo>
                  <a:lnTo>
                    <a:pt x="3652697" y="1747545"/>
                  </a:lnTo>
                  <a:lnTo>
                    <a:pt x="3696627" y="1751533"/>
                  </a:lnTo>
                  <a:lnTo>
                    <a:pt x="3737152" y="1756968"/>
                  </a:lnTo>
                  <a:lnTo>
                    <a:pt x="3808692" y="1771865"/>
                  </a:lnTo>
                  <a:lnTo>
                    <a:pt x="3868826" y="1791614"/>
                  </a:lnTo>
                  <a:lnTo>
                    <a:pt x="3919093" y="1815553"/>
                  </a:lnTo>
                  <a:lnTo>
                    <a:pt x="3960990" y="1843049"/>
                  </a:lnTo>
                  <a:lnTo>
                    <a:pt x="3996055" y="1873440"/>
                  </a:lnTo>
                  <a:lnTo>
                    <a:pt x="4025811" y="1906092"/>
                  </a:lnTo>
                  <a:lnTo>
                    <a:pt x="4051757" y="1940369"/>
                  </a:lnTo>
                  <a:lnTo>
                    <a:pt x="4075430" y="1975599"/>
                  </a:lnTo>
                  <a:lnTo>
                    <a:pt x="4098328" y="2011159"/>
                  </a:lnTo>
                  <a:lnTo>
                    <a:pt x="4109974" y="2028863"/>
                  </a:lnTo>
                  <a:lnTo>
                    <a:pt x="4134599" y="2063699"/>
                  </a:lnTo>
                  <a:lnTo>
                    <a:pt x="4162260" y="2097239"/>
                  </a:lnTo>
                  <a:lnTo>
                    <a:pt x="4194467" y="2128850"/>
                  </a:lnTo>
                  <a:lnTo>
                    <a:pt x="4232770" y="2157869"/>
                  </a:lnTo>
                  <a:lnTo>
                    <a:pt x="4278655" y="2183663"/>
                  </a:lnTo>
                  <a:lnTo>
                    <a:pt x="4333672" y="2205596"/>
                  </a:lnTo>
                  <a:lnTo>
                    <a:pt x="4399318" y="2222995"/>
                  </a:lnTo>
                  <a:lnTo>
                    <a:pt x="4477118" y="2235238"/>
                  </a:lnTo>
                  <a:lnTo>
                    <a:pt x="4521060" y="2239213"/>
                  </a:lnTo>
                  <a:lnTo>
                    <a:pt x="4568609" y="2241664"/>
                  </a:lnTo>
                  <a:lnTo>
                    <a:pt x="4619955" y="2242502"/>
                  </a:lnTo>
                  <a:lnTo>
                    <a:pt x="4619955" y="2027161"/>
                  </a:lnTo>
                  <a:close/>
                </a:path>
                <a:path w="8174355" h="2393315">
                  <a:moveTo>
                    <a:pt x="6396850" y="0"/>
                  </a:moveTo>
                  <a:lnTo>
                    <a:pt x="6335700" y="4864"/>
                  </a:lnTo>
                  <a:lnTo>
                    <a:pt x="6279972" y="19100"/>
                  </a:lnTo>
                  <a:lnTo>
                    <a:pt x="6229324" y="42125"/>
                  </a:lnTo>
                  <a:lnTo>
                    <a:pt x="6183427" y="73380"/>
                  </a:lnTo>
                  <a:lnTo>
                    <a:pt x="6141974" y="112280"/>
                  </a:lnTo>
                  <a:lnTo>
                    <a:pt x="6104623" y="158292"/>
                  </a:lnTo>
                  <a:lnTo>
                    <a:pt x="6071044" y="210820"/>
                  </a:lnTo>
                  <a:lnTo>
                    <a:pt x="6040907" y="269303"/>
                  </a:lnTo>
                  <a:lnTo>
                    <a:pt x="6013894" y="333184"/>
                  </a:lnTo>
                  <a:lnTo>
                    <a:pt x="5989663" y="401878"/>
                  </a:lnTo>
                  <a:lnTo>
                    <a:pt x="5967908" y="474840"/>
                  </a:lnTo>
                  <a:lnTo>
                    <a:pt x="5957849" y="512737"/>
                  </a:lnTo>
                  <a:lnTo>
                    <a:pt x="5948273" y="551484"/>
                  </a:lnTo>
                  <a:lnTo>
                    <a:pt x="5939155" y="591007"/>
                  </a:lnTo>
                  <a:lnTo>
                    <a:pt x="5930455" y="631240"/>
                  </a:lnTo>
                  <a:lnTo>
                    <a:pt x="5922111" y="672122"/>
                  </a:lnTo>
                  <a:lnTo>
                    <a:pt x="5914110" y="713562"/>
                  </a:lnTo>
                  <a:lnTo>
                    <a:pt x="5906389" y="755497"/>
                  </a:lnTo>
                  <a:lnTo>
                    <a:pt x="5898908" y="797864"/>
                  </a:lnTo>
                  <a:lnTo>
                    <a:pt x="5891631" y="840574"/>
                  </a:lnTo>
                  <a:lnTo>
                    <a:pt x="5877547" y="926795"/>
                  </a:lnTo>
                  <a:lnTo>
                    <a:pt x="5850026" y="1100366"/>
                  </a:lnTo>
                  <a:lnTo>
                    <a:pt x="5835929" y="1186573"/>
                  </a:lnTo>
                  <a:lnTo>
                    <a:pt x="5828665" y="1229296"/>
                  </a:lnTo>
                  <a:lnTo>
                    <a:pt x="5821184" y="1271663"/>
                  </a:lnTo>
                  <a:lnTo>
                    <a:pt x="5813463" y="1313599"/>
                  </a:lnTo>
                  <a:lnTo>
                    <a:pt x="5805449" y="1355039"/>
                  </a:lnTo>
                  <a:lnTo>
                    <a:pt x="5797118" y="1395920"/>
                  </a:lnTo>
                  <a:lnTo>
                    <a:pt x="5788406" y="1436154"/>
                  </a:lnTo>
                  <a:lnTo>
                    <a:pt x="5779287" y="1475676"/>
                  </a:lnTo>
                  <a:lnTo>
                    <a:pt x="5769724" y="1514424"/>
                  </a:lnTo>
                  <a:lnTo>
                    <a:pt x="5759666" y="1552321"/>
                  </a:lnTo>
                  <a:lnTo>
                    <a:pt x="5749061" y="1589290"/>
                  </a:lnTo>
                  <a:lnTo>
                    <a:pt x="5726112" y="1660194"/>
                  </a:lnTo>
                  <a:lnTo>
                    <a:pt x="5700534" y="1726552"/>
                  </a:lnTo>
                  <a:lnTo>
                    <a:pt x="5671998" y="1787804"/>
                  </a:lnTo>
                  <a:lnTo>
                    <a:pt x="5640184" y="1843379"/>
                  </a:lnTo>
                  <a:lnTo>
                    <a:pt x="5604764" y="1892719"/>
                  </a:lnTo>
                  <a:lnTo>
                    <a:pt x="5565394" y="1935251"/>
                  </a:lnTo>
                  <a:lnTo>
                    <a:pt x="5521769" y="1970405"/>
                  </a:lnTo>
                  <a:lnTo>
                    <a:pt x="5473535" y="1997608"/>
                  </a:lnTo>
                  <a:lnTo>
                    <a:pt x="5420385" y="2016315"/>
                  </a:lnTo>
                  <a:lnTo>
                    <a:pt x="5361991" y="2025929"/>
                  </a:lnTo>
                  <a:lnTo>
                    <a:pt x="5330710" y="2027161"/>
                  </a:lnTo>
                  <a:lnTo>
                    <a:pt x="5330710" y="2242502"/>
                  </a:lnTo>
                  <a:lnTo>
                    <a:pt x="5395392" y="2237549"/>
                  </a:lnTo>
                  <a:lnTo>
                    <a:pt x="5454002" y="2223097"/>
                  </a:lnTo>
                  <a:lnTo>
                    <a:pt x="5506936" y="2199767"/>
                  </a:lnTo>
                  <a:lnTo>
                    <a:pt x="5554573" y="2168156"/>
                  </a:lnTo>
                  <a:lnTo>
                    <a:pt x="5597334" y="2128888"/>
                  </a:lnTo>
                  <a:lnTo>
                    <a:pt x="5635574" y="2082584"/>
                  </a:lnTo>
                  <a:lnTo>
                    <a:pt x="5669712" y="2029841"/>
                  </a:lnTo>
                  <a:lnTo>
                    <a:pt x="5700128" y="1971281"/>
                  </a:lnTo>
                  <a:lnTo>
                    <a:pt x="5727217" y="1907514"/>
                  </a:lnTo>
                  <a:lnTo>
                    <a:pt x="5751360" y="1839137"/>
                  </a:lnTo>
                  <a:lnTo>
                    <a:pt x="5772963" y="1766798"/>
                  </a:lnTo>
                  <a:lnTo>
                    <a:pt x="5782932" y="1729320"/>
                  </a:lnTo>
                  <a:lnTo>
                    <a:pt x="5792419" y="1691081"/>
                  </a:lnTo>
                  <a:lnTo>
                    <a:pt x="5801449" y="1652143"/>
                  </a:lnTo>
                  <a:lnTo>
                    <a:pt x="5810097" y="1612595"/>
                  </a:lnTo>
                  <a:lnTo>
                    <a:pt x="5818403" y="1572514"/>
                  </a:lnTo>
                  <a:lnTo>
                    <a:pt x="5826417" y="1531975"/>
                  </a:lnTo>
                  <a:lnTo>
                    <a:pt x="5834189" y="1491056"/>
                  </a:lnTo>
                  <a:lnTo>
                    <a:pt x="5849175" y="1408366"/>
                  </a:lnTo>
                  <a:lnTo>
                    <a:pt x="5878385" y="1241767"/>
                  </a:lnTo>
                  <a:lnTo>
                    <a:pt x="5893384" y="1159078"/>
                  </a:lnTo>
                  <a:lnTo>
                    <a:pt x="5901144" y="1118158"/>
                  </a:lnTo>
                  <a:lnTo>
                    <a:pt x="5909157" y="1077620"/>
                  </a:lnTo>
                  <a:lnTo>
                    <a:pt x="5917463" y="1037539"/>
                  </a:lnTo>
                  <a:lnTo>
                    <a:pt x="5926112" y="997991"/>
                  </a:lnTo>
                  <a:lnTo>
                    <a:pt x="5935154" y="959065"/>
                  </a:lnTo>
                  <a:lnTo>
                    <a:pt x="5944628" y="920826"/>
                  </a:lnTo>
                  <a:lnTo>
                    <a:pt x="5954598" y="883348"/>
                  </a:lnTo>
                  <a:lnTo>
                    <a:pt x="5965114" y="846709"/>
                  </a:lnTo>
                  <a:lnTo>
                    <a:pt x="5987935" y="776274"/>
                  </a:lnTo>
                  <a:lnTo>
                    <a:pt x="6013501" y="710133"/>
                  </a:lnTo>
                  <a:lnTo>
                    <a:pt x="6042203" y="648881"/>
                  </a:lnTo>
                  <a:lnTo>
                    <a:pt x="6074435" y="593153"/>
                  </a:lnTo>
                  <a:lnTo>
                    <a:pt x="6110579" y="543560"/>
                  </a:lnTo>
                  <a:lnTo>
                    <a:pt x="6151029" y="500697"/>
                  </a:lnTo>
                  <a:lnTo>
                    <a:pt x="6196177" y="465188"/>
                  </a:lnTo>
                  <a:lnTo>
                    <a:pt x="6246419" y="437642"/>
                  </a:lnTo>
                  <a:lnTo>
                    <a:pt x="6302133" y="418668"/>
                  </a:lnTo>
                  <a:lnTo>
                    <a:pt x="6363729" y="408889"/>
                  </a:lnTo>
                  <a:lnTo>
                    <a:pt x="6396850" y="407644"/>
                  </a:lnTo>
                  <a:lnTo>
                    <a:pt x="6396850" y="0"/>
                  </a:lnTo>
                  <a:close/>
                </a:path>
                <a:path w="8174355" h="2393315">
                  <a:moveTo>
                    <a:pt x="8173758" y="1756854"/>
                  </a:moveTo>
                  <a:lnTo>
                    <a:pt x="8108137" y="1751977"/>
                  </a:lnTo>
                  <a:lnTo>
                    <a:pt x="8048765" y="1737715"/>
                  </a:lnTo>
                  <a:lnTo>
                    <a:pt x="7995221" y="1714715"/>
                  </a:lnTo>
                  <a:lnTo>
                    <a:pt x="7947126" y="1683575"/>
                  </a:lnTo>
                  <a:lnTo>
                    <a:pt x="7904048" y="1644904"/>
                  </a:lnTo>
                  <a:lnTo>
                    <a:pt x="7865580" y="1599336"/>
                  </a:lnTo>
                  <a:lnTo>
                    <a:pt x="7831315" y="1547456"/>
                  </a:lnTo>
                  <a:lnTo>
                    <a:pt x="7800835" y="1489913"/>
                  </a:lnTo>
                  <a:lnTo>
                    <a:pt x="7773746" y="1427289"/>
                  </a:lnTo>
                  <a:lnTo>
                    <a:pt x="7749629" y="1360220"/>
                  </a:lnTo>
                  <a:lnTo>
                    <a:pt x="7728077" y="1289316"/>
                  </a:lnTo>
                  <a:lnTo>
                    <a:pt x="7708671" y="1215186"/>
                  </a:lnTo>
                  <a:lnTo>
                    <a:pt x="7699654" y="1177099"/>
                  </a:lnTo>
                  <a:lnTo>
                    <a:pt x="7691006" y="1138440"/>
                  </a:lnTo>
                  <a:lnTo>
                    <a:pt x="7682700" y="1099286"/>
                  </a:lnTo>
                  <a:lnTo>
                    <a:pt x="7674686" y="1059700"/>
                  </a:lnTo>
                  <a:lnTo>
                    <a:pt x="7666888" y="1019784"/>
                  </a:lnTo>
                  <a:lnTo>
                    <a:pt x="7659268" y="979589"/>
                  </a:lnTo>
                  <a:lnTo>
                    <a:pt x="7629588" y="817651"/>
                  </a:lnTo>
                  <a:lnTo>
                    <a:pt x="7614488" y="737069"/>
                  </a:lnTo>
                  <a:lnTo>
                    <a:pt x="7606690" y="697153"/>
                  </a:lnTo>
                  <a:lnTo>
                    <a:pt x="7598677" y="657567"/>
                  </a:lnTo>
                  <a:lnTo>
                    <a:pt x="7590371" y="618413"/>
                  </a:lnTo>
                  <a:lnTo>
                    <a:pt x="7581722" y="579755"/>
                  </a:lnTo>
                  <a:lnTo>
                    <a:pt x="7572705" y="541667"/>
                  </a:lnTo>
                  <a:lnTo>
                    <a:pt x="7563244" y="504240"/>
                  </a:lnTo>
                  <a:lnTo>
                    <a:pt x="7542822" y="431647"/>
                  </a:lnTo>
                  <a:lnTo>
                    <a:pt x="7520025" y="362572"/>
                  </a:lnTo>
                  <a:lnTo>
                    <a:pt x="7494473" y="297649"/>
                  </a:lnTo>
                  <a:lnTo>
                    <a:pt x="7465746" y="237490"/>
                  </a:lnTo>
                  <a:lnTo>
                    <a:pt x="7433424" y="182714"/>
                  </a:lnTo>
                  <a:lnTo>
                    <a:pt x="7397115" y="133908"/>
                  </a:lnTo>
                  <a:lnTo>
                    <a:pt x="7356399" y="91719"/>
                  </a:lnTo>
                  <a:lnTo>
                    <a:pt x="7310856" y="56730"/>
                  </a:lnTo>
                  <a:lnTo>
                    <a:pt x="7260095" y="29578"/>
                  </a:lnTo>
                  <a:lnTo>
                    <a:pt x="7203681" y="10871"/>
                  </a:lnTo>
                  <a:lnTo>
                    <a:pt x="7141235" y="1231"/>
                  </a:lnTo>
                  <a:lnTo>
                    <a:pt x="7107618" y="0"/>
                  </a:lnTo>
                  <a:lnTo>
                    <a:pt x="7107618" y="407644"/>
                  </a:lnTo>
                  <a:lnTo>
                    <a:pt x="7141756" y="408863"/>
                  </a:lnTo>
                  <a:lnTo>
                    <a:pt x="7174217" y="412470"/>
                  </a:lnTo>
                  <a:lnTo>
                    <a:pt x="7234377" y="426554"/>
                  </a:lnTo>
                  <a:lnTo>
                    <a:pt x="7288530" y="449287"/>
                  </a:lnTo>
                  <a:lnTo>
                    <a:pt x="7337082" y="480034"/>
                  </a:lnTo>
                  <a:lnTo>
                    <a:pt x="7380503" y="518185"/>
                  </a:lnTo>
                  <a:lnTo>
                    <a:pt x="7419187" y="563118"/>
                  </a:lnTo>
                  <a:lnTo>
                    <a:pt x="7453579" y="614222"/>
                  </a:lnTo>
                  <a:lnTo>
                    <a:pt x="7484097" y="670877"/>
                  </a:lnTo>
                  <a:lnTo>
                    <a:pt x="7511186" y="732472"/>
                  </a:lnTo>
                  <a:lnTo>
                    <a:pt x="7535265" y="798385"/>
                  </a:lnTo>
                  <a:lnTo>
                    <a:pt x="7556779" y="867994"/>
                  </a:lnTo>
                  <a:lnTo>
                    <a:pt x="7576134" y="940701"/>
                  </a:lnTo>
                  <a:lnTo>
                    <a:pt x="7585151" y="978014"/>
                  </a:lnTo>
                  <a:lnTo>
                    <a:pt x="7593774" y="1015860"/>
                  </a:lnTo>
                  <a:lnTo>
                    <a:pt x="7602093" y="1054176"/>
                  </a:lnTo>
                  <a:lnTo>
                    <a:pt x="7610132" y="1092885"/>
                  </a:lnTo>
                  <a:lnTo>
                    <a:pt x="7617955" y="1131887"/>
                  </a:lnTo>
                  <a:lnTo>
                    <a:pt x="7625626" y="1171130"/>
                  </a:lnTo>
                  <a:lnTo>
                    <a:pt x="7663421" y="1368107"/>
                  </a:lnTo>
                  <a:lnTo>
                    <a:pt x="7671244" y="1407121"/>
                  </a:lnTo>
                  <a:lnTo>
                    <a:pt x="7679283" y="1445818"/>
                  </a:lnTo>
                  <a:lnTo>
                    <a:pt x="7687602" y="1484134"/>
                  </a:lnTo>
                  <a:lnTo>
                    <a:pt x="7696238" y="1521993"/>
                  </a:lnTo>
                  <a:lnTo>
                    <a:pt x="7705242" y="1559306"/>
                  </a:lnTo>
                  <a:lnTo>
                    <a:pt x="7724597" y="1632000"/>
                  </a:lnTo>
                  <a:lnTo>
                    <a:pt x="7746111" y="1701622"/>
                  </a:lnTo>
                  <a:lnTo>
                    <a:pt x="7770190" y="1767535"/>
                  </a:lnTo>
                  <a:lnTo>
                    <a:pt x="7797279" y="1829130"/>
                  </a:lnTo>
                  <a:lnTo>
                    <a:pt x="7827797" y="1885784"/>
                  </a:lnTo>
                  <a:lnTo>
                    <a:pt x="7862189" y="1936889"/>
                  </a:lnTo>
                  <a:lnTo>
                    <a:pt x="7900886" y="1981822"/>
                  </a:lnTo>
                  <a:lnTo>
                    <a:pt x="7944294" y="2019973"/>
                  </a:lnTo>
                  <a:lnTo>
                    <a:pt x="7992846" y="2050719"/>
                  </a:lnTo>
                  <a:lnTo>
                    <a:pt x="8046999" y="2073440"/>
                  </a:lnTo>
                  <a:lnTo>
                    <a:pt x="8107159" y="2087537"/>
                  </a:lnTo>
                  <a:lnTo>
                    <a:pt x="8173758" y="2092363"/>
                  </a:lnTo>
                  <a:lnTo>
                    <a:pt x="8173758" y="1756854"/>
                  </a:lnTo>
                  <a:close/>
                </a:path>
              </a:pathLst>
            </a:custGeom>
            <a:solidFill>
              <a:srgbClr val="2878bd">
                <a:alpha val="7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0" name="object 36"/>
            <p:cNvSpPr/>
            <p:nvPr/>
          </p:nvSpPr>
          <p:spPr>
            <a:xfrm>
              <a:off x="1869840" y="3494880"/>
              <a:ext cx="9595080" cy="277704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777040"/>
                <a:gd name="textAreaBottom" fmla="*/ 2777400 h 2777040"/>
              </a:gdLst>
              <a:ahLst/>
              <a:rect l="textAreaLeft" t="textAreaTop" r="textAreaRight" b="textAreaBottom"/>
              <a:pathLst>
                <a:path w="9595485" h="2777490">
                  <a:moveTo>
                    <a:pt x="710768" y="2606916"/>
                  </a:moveTo>
                  <a:lnTo>
                    <a:pt x="0" y="2606916"/>
                  </a:lnTo>
                  <a:lnTo>
                    <a:pt x="0" y="2777299"/>
                  </a:lnTo>
                  <a:lnTo>
                    <a:pt x="710768" y="2777299"/>
                  </a:lnTo>
                  <a:lnTo>
                    <a:pt x="710768" y="2606916"/>
                  </a:lnTo>
                  <a:close/>
                </a:path>
                <a:path w="9595485" h="2777490">
                  <a:moveTo>
                    <a:pt x="2487676" y="2152015"/>
                  </a:moveTo>
                  <a:lnTo>
                    <a:pt x="1776907" y="2152015"/>
                  </a:lnTo>
                  <a:lnTo>
                    <a:pt x="1776907" y="2441232"/>
                  </a:lnTo>
                  <a:lnTo>
                    <a:pt x="2487676" y="2441232"/>
                  </a:lnTo>
                  <a:lnTo>
                    <a:pt x="2487676" y="2152015"/>
                  </a:lnTo>
                  <a:close/>
                </a:path>
                <a:path w="9595485" h="2777490">
                  <a:moveTo>
                    <a:pt x="4264571" y="2359088"/>
                  </a:moveTo>
                  <a:lnTo>
                    <a:pt x="3553815" y="2359088"/>
                  </a:lnTo>
                  <a:lnTo>
                    <a:pt x="3553815" y="2576804"/>
                  </a:lnTo>
                  <a:lnTo>
                    <a:pt x="4264571" y="2576804"/>
                  </a:lnTo>
                  <a:lnTo>
                    <a:pt x="4264571" y="2359088"/>
                  </a:lnTo>
                  <a:close/>
                </a:path>
                <a:path w="9595485" h="2777490">
                  <a:moveTo>
                    <a:pt x="6041479" y="0"/>
                  </a:moveTo>
                  <a:lnTo>
                    <a:pt x="5330723" y="0"/>
                  </a:lnTo>
                  <a:lnTo>
                    <a:pt x="5330723" y="468833"/>
                  </a:lnTo>
                  <a:lnTo>
                    <a:pt x="6041479" y="468833"/>
                  </a:lnTo>
                  <a:lnTo>
                    <a:pt x="6041479" y="0"/>
                  </a:lnTo>
                  <a:close/>
                </a:path>
                <a:path w="9595485" h="2777490">
                  <a:moveTo>
                    <a:pt x="7818387" y="1414868"/>
                  </a:moveTo>
                  <a:lnTo>
                    <a:pt x="7107618" y="1414868"/>
                  </a:lnTo>
                  <a:lnTo>
                    <a:pt x="7107618" y="1731581"/>
                  </a:lnTo>
                  <a:lnTo>
                    <a:pt x="7818387" y="1731581"/>
                  </a:lnTo>
                  <a:lnTo>
                    <a:pt x="7818387" y="1414868"/>
                  </a:lnTo>
                  <a:close/>
                </a:path>
                <a:path w="9595485" h="2777490">
                  <a:moveTo>
                    <a:pt x="9595294" y="1686267"/>
                  </a:moveTo>
                  <a:lnTo>
                    <a:pt x="8884526" y="1686267"/>
                  </a:lnTo>
                  <a:lnTo>
                    <a:pt x="8884526" y="2034794"/>
                  </a:lnTo>
                  <a:lnTo>
                    <a:pt x="9595294" y="2034794"/>
                  </a:lnTo>
                  <a:lnTo>
                    <a:pt x="9595294" y="1686267"/>
                  </a:lnTo>
                  <a:close/>
                </a:path>
              </a:pathLst>
            </a:custGeom>
            <a:solidFill>
              <a:srgbClr val="6f9d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1" name="object 37"/>
            <p:cNvSpPr/>
            <p:nvPr/>
          </p:nvSpPr>
          <p:spPr>
            <a:xfrm>
              <a:off x="1869840" y="3467520"/>
              <a:ext cx="9595080" cy="303480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3034800"/>
                <a:gd name="textAreaBottom" fmla="*/ 3035160 h 3034800"/>
              </a:gdLst>
              <a:ahLst/>
              <a:rect l="textAreaLeft" t="textAreaTop" r="textAreaRight" b="textAreaBottom"/>
              <a:pathLst>
                <a:path w="9595485" h="3035300">
                  <a:moveTo>
                    <a:pt x="710768" y="351091"/>
                  </a:moveTo>
                  <a:lnTo>
                    <a:pt x="0" y="351091"/>
                  </a:lnTo>
                  <a:lnTo>
                    <a:pt x="0" y="797915"/>
                  </a:lnTo>
                  <a:lnTo>
                    <a:pt x="710768" y="797915"/>
                  </a:lnTo>
                  <a:lnTo>
                    <a:pt x="710768" y="351091"/>
                  </a:lnTo>
                  <a:close/>
                </a:path>
                <a:path w="9595485" h="3035300">
                  <a:moveTo>
                    <a:pt x="2487676" y="0"/>
                  </a:moveTo>
                  <a:lnTo>
                    <a:pt x="1776907" y="0"/>
                  </a:lnTo>
                  <a:lnTo>
                    <a:pt x="1776907" y="423341"/>
                  </a:lnTo>
                  <a:lnTo>
                    <a:pt x="2487676" y="423341"/>
                  </a:lnTo>
                  <a:lnTo>
                    <a:pt x="2487676" y="0"/>
                  </a:lnTo>
                  <a:close/>
                </a:path>
                <a:path w="9595485" h="3035300">
                  <a:moveTo>
                    <a:pt x="4264571" y="1357668"/>
                  </a:moveTo>
                  <a:lnTo>
                    <a:pt x="3553815" y="1357668"/>
                  </a:lnTo>
                  <a:lnTo>
                    <a:pt x="3553815" y="1636064"/>
                  </a:lnTo>
                  <a:lnTo>
                    <a:pt x="4264571" y="1636064"/>
                  </a:lnTo>
                  <a:lnTo>
                    <a:pt x="4264571" y="1357668"/>
                  </a:lnTo>
                  <a:close/>
                </a:path>
                <a:path w="9595485" h="3035300">
                  <a:moveTo>
                    <a:pt x="6041479" y="2884703"/>
                  </a:moveTo>
                  <a:lnTo>
                    <a:pt x="5330723" y="2884703"/>
                  </a:lnTo>
                  <a:lnTo>
                    <a:pt x="5330723" y="3034995"/>
                  </a:lnTo>
                  <a:lnTo>
                    <a:pt x="6041479" y="3034995"/>
                  </a:lnTo>
                  <a:lnTo>
                    <a:pt x="6041479" y="2884703"/>
                  </a:lnTo>
                  <a:close/>
                </a:path>
                <a:path w="9595485" h="3035300">
                  <a:moveTo>
                    <a:pt x="7818387" y="2027770"/>
                  </a:moveTo>
                  <a:lnTo>
                    <a:pt x="7107618" y="2027770"/>
                  </a:lnTo>
                  <a:lnTo>
                    <a:pt x="7107618" y="2277719"/>
                  </a:lnTo>
                  <a:lnTo>
                    <a:pt x="7818387" y="2277719"/>
                  </a:lnTo>
                  <a:lnTo>
                    <a:pt x="7818387" y="2027770"/>
                  </a:lnTo>
                  <a:close/>
                </a:path>
                <a:path w="9595485" h="3035300">
                  <a:moveTo>
                    <a:pt x="9595294" y="998639"/>
                  </a:moveTo>
                  <a:lnTo>
                    <a:pt x="8884526" y="998639"/>
                  </a:lnTo>
                  <a:lnTo>
                    <a:pt x="8884526" y="1356423"/>
                  </a:lnTo>
                  <a:lnTo>
                    <a:pt x="9595294" y="1356423"/>
                  </a:lnTo>
                  <a:lnTo>
                    <a:pt x="9595294" y="998639"/>
                  </a:lnTo>
                  <a:close/>
                </a:path>
              </a:pathLst>
            </a:custGeom>
            <a:solidFill>
              <a:srgbClr val="6fb0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object 38"/>
            <p:cNvSpPr/>
            <p:nvPr/>
          </p:nvSpPr>
          <p:spPr>
            <a:xfrm>
              <a:off x="1869840" y="3890880"/>
              <a:ext cx="9595080" cy="261144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611440"/>
                <a:gd name="textAreaBottom" fmla="*/ 2611800 h 2611440"/>
              </a:gdLst>
              <a:ahLst/>
              <a:rect l="textAreaLeft" t="textAreaTop" r="textAreaRight" b="textAreaBottom"/>
              <a:pathLst>
                <a:path w="9595485" h="2611754">
                  <a:moveTo>
                    <a:pt x="710768" y="374573"/>
                  </a:moveTo>
                  <a:lnTo>
                    <a:pt x="0" y="374573"/>
                  </a:lnTo>
                  <a:lnTo>
                    <a:pt x="0" y="811987"/>
                  </a:lnTo>
                  <a:lnTo>
                    <a:pt x="710768" y="811987"/>
                  </a:lnTo>
                  <a:lnTo>
                    <a:pt x="710768" y="374573"/>
                  </a:lnTo>
                  <a:close/>
                </a:path>
                <a:path w="9595485" h="2611754">
                  <a:moveTo>
                    <a:pt x="2487676" y="0"/>
                  </a:moveTo>
                  <a:lnTo>
                    <a:pt x="1776907" y="0"/>
                  </a:lnTo>
                  <a:lnTo>
                    <a:pt x="1776907" y="391388"/>
                  </a:lnTo>
                  <a:lnTo>
                    <a:pt x="2487676" y="391388"/>
                  </a:lnTo>
                  <a:lnTo>
                    <a:pt x="2487676" y="0"/>
                  </a:lnTo>
                  <a:close/>
                </a:path>
                <a:path w="9595485" h="2611754">
                  <a:moveTo>
                    <a:pt x="4264571" y="2180844"/>
                  </a:moveTo>
                  <a:lnTo>
                    <a:pt x="3553815" y="2180844"/>
                  </a:lnTo>
                  <a:lnTo>
                    <a:pt x="3553815" y="2396477"/>
                  </a:lnTo>
                  <a:lnTo>
                    <a:pt x="4264571" y="2396477"/>
                  </a:lnTo>
                  <a:lnTo>
                    <a:pt x="4264571" y="2180844"/>
                  </a:lnTo>
                  <a:close/>
                </a:path>
                <a:path w="9595485" h="2611754">
                  <a:moveTo>
                    <a:pt x="6041479" y="2023122"/>
                  </a:moveTo>
                  <a:lnTo>
                    <a:pt x="5330723" y="2023122"/>
                  </a:lnTo>
                  <a:lnTo>
                    <a:pt x="5330723" y="2246020"/>
                  </a:lnTo>
                  <a:lnTo>
                    <a:pt x="6041479" y="2246020"/>
                  </a:lnTo>
                  <a:lnTo>
                    <a:pt x="6041479" y="2023122"/>
                  </a:lnTo>
                  <a:close/>
                </a:path>
                <a:path w="9595485" h="2611754">
                  <a:moveTo>
                    <a:pt x="7818387" y="2466771"/>
                  </a:moveTo>
                  <a:lnTo>
                    <a:pt x="7107618" y="2466771"/>
                  </a:lnTo>
                  <a:lnTo>
                    <a:pt x="7107618" y="2611653"/>
                  </a:lnTo>
                  <a:lnTo>
                    <a:pt x="7818387" y="2611653"/>
                  </a:lnTo>
                  <a:lnTo>
                    <a:pt x="7818387" y="2466771"/>
                  </a:lnTo>
                  <a:close/>
                </a:path>
                <a:path w="9595485" h="2611754">
                  <a:moveTo>
                    <a:pt x="9595294" y="187909"/>
                  </a:moveTo>
                  <a:lnTo>
                    <a:pt x="8884526" y="187909"/>
                  </a:lnTo>
                  <a:lnTo>
                    <a:pt x="8884526" y="575297"/>
                  </a:lnTo>
                  <a:lnTo>
                    <a:pt x="9595294" y="575297"/>
                  </a:lnTo>
                  <a:lnTo>
                    <a:pt x="9595294" y="187909"/>
                  </a:lnTo>
                  <a:close/>
                </a:path>
              </a:pathLst>
            </a:custGeom>
            <a:solidFill>
              <a:srgbClr val="fee2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3" name="object 39"/>
            <p:cNvSpPr/>
            <p:nvPr/>
          </p:nvSpPr>
          <p:spPr>
            <a:xfrm>
              <a:off x="1869840" y="5364360"/>
              <a:ext cx="9595080" cy="113832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1138320"/>
                <a:gd name="textAreaBottom" fmla="*/ 1138680 h 1138320"/>
              </a:gdLst>
              <a:ahLst/>
              <a:rect l="textAreaLeft" t="textAreaTop" r="textAreaRight" b="textAreaBottom"/>
              <a:pathLst>
                <a:path w="9595485" h="1138554">
                  <a:moveTo>
                    <a:pt x="710768" y="907808"/>
                  </a:moveTo>
                  <a:lnTo>
                    <a:pt x="0" y="907808"/>
                  </a:lnTo>
                  <a:lnTo>
                    <a:pt x="0" y="1054430"/>
                  </a:lnTo>
                  <a:lnTo>
                    <a:pt x="710768" y="1054430"/>
                  </a:lnTo>
                  <a:lnTo>
                    <a:pt x="710768" y="907808"/>
                  </a:lnTo>
                  <a:close/>
                </a:path>
                <a:path w="9595485" h="1138554">
                  <a:moveTo>
                    <a:pt x="2487676" y="1045629"/>
                  </a:moveTo>
                  <a:lnTo>
                    <a:pt x="1776907" y="1045629"/>
                  </a:lnTo>
                  <a:lnTo>
                    <a:pt x="1776907" y="1138123"/>
                  </a:lnTo>
                  <a:lnTo>
                    <a:pt x="2487676" y="1138123"/>
                  </a:lnTo>
                  <a:lnTo>
                    <a:pt x="2487676" y="1045629"/>
                  </a:lnTo>
                  <a:close/>
                </a:path>
                <a:path w="9595485" h="1138554">
                  <a:moveTo>
                    <a:pt x="4264571" y="0"/>
                  </a:moveTo>
                  <a:lnTo>
                    <a:pt x="3553815" y="0"/>
                  </a:lnTo>
                  <a:lnTo>
                    <a:pt x="3553815" y="254508"/>
                  </a:lnTo>
                  <a:lnTo>
                    <a:pt x="4264571" y="254508"/>
                  </a:lnTo>
                  <a:lnTo>
                    <a:pt x="4264571" y="0"/>
                  </a:lnTo>
                  <a:close/>
                </a:path>
                <a:path w="9595485" h="1138554">
                  <a:moveTo>
                    <a:pt x="6041479" y="305396"/>
                  </a:moveTo>
                  <a:lnTo>
                    <a:pt x="5330723" y="305396"/>
                  </a:lnTo>
                  <a:lnTo>
                    <a:pt x="5330723" y="549592"/>
                  </a:lnTo>
                  <a:lnTo>
                    <a:pt x="6041479" y="549592"/>
                  </a:lnTo>
                  <a:lnTo>
                    <a:pt x="6041479" y="305396"/>
                  </a:lnTo>
                  <a:close/>
                </a:path>
                <a:path w="9595485" h="1138554">
                  <a:moveTo>
                    <a:pt x="7818387" y="599046"/>
                  </a:moveTo>
                  <a:lnTo>
                    <a:pt x="7107618" y="599046"/>
                  </a:lnTo>
                  <a:lnTo>
                    <a:pt x="7107618" y="806551"/>
                  </a:lnTo>
                  <a:lnTo>
                    <a:pt x="7818387" y="806551"/>
                  </a:lnTo>
                  <a:lnTo>
                    <a:pt x="7818387" y="599046"/>
                  </a:lnTo>
                  <a:close/>
                </a:path>
                <a:path w="9595485" h="1138554">
                  <a:moveTo>
                    <a:pt x="9595294" y="1031722"/>
                  </a:moveTo>
                  <a:lnTo>
                    <a:pt x="8884526" y="1031722"/>
                  </a:lnTo>
                  <a:lnTo>
                    <a:pt x="8884526" y="1138123"/>
                  </a:lnTo>
                  <a:lnTo>
                    <a:pt x="9595294" y="1138123"/>
                  </a:lnTo>
                  <a:lnTo>
                    <a:pt x="9595294" y="1031722"/>
                  </a:lnTo>
                  <a:close/>
                </a:path>
              </a:pathLst>
            </a:custGeom>
            <a:solidFill>
              <a:srgbClr val="fbb61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4" name="object 40"/>
            <p:cNvSpPr/>
            <p:nvPr/>
          </p:nvSpPr>
          <p:spPr>
            <a:xfrm>
              <a:off x="1869840" y="3638520"/>
              <a:ext cx="9595080" cy="275760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757600"/>
                <a:gd name="textAreaBottom" fmla="*/ 2757960 h 2757600"/>
              </a:gdLst>
              <a:ahLst/>
              <a:rect l="textAreaLeft" t="textAreaTop" r="textAreaRight" b="textAreaBottom"/>
              <a:pathLst>
                <a:path w="9595485" h="2757804">
                  <a:moveTo>
                    <a:pt x="710768" y="1817471"/>
                  </a:moveTo>
                  <a:lnTo>
                    <a:pt x="0" y="1817471"/>
                  </a:lnTo>
                  <a:lnTo>
                    <a:pt x="0" y="2099576"/>
                  </a:lnTo>
                  <a:lnTo>
                    <a:pt x="710768" y="2099576"/>
                  </a:lnTo>
                  <a:lnTo>
                    <a:pt x="710768" y="1817471"/>
                  </a:lnTo>
                  <a:close/>
                </a:path>
                <a:path w="9595485" h="2757804">
                  <a:moveTo>
                    <a:pt x="2487676" y="1709305"/>
                  </a:moveTo>
                  <a:lnTo>
                    <a:pt x="1776907" y="1709305"/>
                  </a:lnTo>
                  <a:lnTo>
                    <a:pt x="1776907" y="2008441"/>
                  </a:lnTo>
                  <a:lnTo>
                    <a:pt x="2487676" y="2008441"/>
                  </a:lnTo>
                  <a:lnTo>
                    <a:pt x="2487676" y="1709305"/>
                  </a:lnTo>
                  <a:close/>
                </a:path>
                <a:path w="9595485" h="2757804">
                  <a:moveTo>
                    <a:pt x="4264571" y="0"/>
                  </a:moveTo>
                  <a:lnTo>
                    <a:pt x="3553815" y="0"/>
                  </a:lnTo>
                  <a:lnTo>
                    <a:pt x="3553815" y="436079"/>
                  </a:lnTo>
                  <a:lnTo>
                    <a:pt x="4264571" y="436079"/>
                  </a:lnTo>
                  <a:lnTo>
                    <a:pt x="4264571" y="0"/>
                  </a:lnTo>
                  <a:close/>
                </a:path>
                <a:path w="9595485" h="2757804">
                  <a:moveTo>
                    <a:pt x="6041479" y="1724850"/>
                  </a:moveTo>
                  <a:lnTo>
                    <a:pt x="5330723" y="1724850"/>
                  </a:lnTo>
                  <a:lnTo>
                    <a:pt x="5330723" y="2031314"/>
                  </a:lnTo>
                  <a:lnTo>
                    <a:pt x="6041479" y="2031314"/>
                  </a:lnTo>
                  <a:lnTo>
                    <a:pt x="6041479" y="1724850"/>
                  </a:lnTo>
                  <a:close/>
                </a:path>
                <a:path w="9595485" h="2757804">
                  <a:moveTo>
                    <a:pt x="7818387" y="2532469"/>
                  </a:moveTo>
                  <a:lnTo>
                    <a:pt x="7107618" y="2532469"/>
                  </a:lnTo>
                  <a:lnTo>
                    <a:pt x="7107618" y="2719159"/>
                  </a:lnTo>
                  <a:lnTo>
                    <a:pt x="7818387" y="2719159"/>
                  </a:lnTo>
                  <a:lnTo>
                    <a:pt x="7818387" y="2532469"/>
                  </a:lnTo>
                  <a:close/>
                </a:path>
                <a:path w="9595485" h="2757804">
                  <a:moveTo>
                    <a:pt x="9595294" y="2563609"/>
                  </a:moveTo>
                  <a:lnTo>
                    <a:pt x="8884526" y="2563609"/>
                  </a:lnTo>
                  <a:lnTo>
                    <a:pt x="8884526" y="2757640"/>
                  </a:lnTo>
                  <a:lnTo>
                    <a:pt x="9595294" y="2757640"/>
                  </a:lnTo>
                  <a:lnTo>
                    <a:pt x="9595294" y="2563609"/>
                  </a:lnTo>
                  <a:close/>
                </a:path>
              </a:pathLst>
            </a:custGeom>
            <a:solidFill>
              <a:srgbClr val="f15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5" name="object 41"/>
            <p:cNvSpPr/>
            <p:nvPr/>
          </p:nvSpPr>
          <p:spPr>
            <a:xfrm>
              <a:off x="1869840" y="3673080"/>
              <a:ext cx="9595080" cy="242856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428560"/>
                <a:gd name="textAreaBottom" fmla="*/ 2428920 h 2428560"/>
              </a:gdLst>
              <a:ahLst/>
              <a:rect l="textAreaLeft" t="textAreaTop" r="textAreaRight" b="textAreaBottom"/>
              <a:pathLst>
                <a:path w="9595485" h="2428875">
                  <a:moveTo>
                    <a:pt x="710768" y="2255304"/>
                  </a:moveTo>
                  <a:lnTo>
                    <a:pt x="0" y="2255304"/>
                  </a:lnTo>
                  <a:lnTo>
                    <a:pt x="0" y="2428557"/>
                  </a:lnTo>
                  <a:lnTo>
                    <a:pt x="710768" y="2428557"/>
                  </a:lnTo>
                  <a:lnTo>
                    <a:pt x="710768" y="2255304"/>
                  </a:lnTo>
                  <a:close/>
                </a:path>
                <a:path w="9595485" h="2428875">
                  <a:moveTo>
                    <a:pt x="2487676" y="986116"/>
                  </a:moveTo>
                  <a:lnTo>
                    <a:pt x="1776907" y="986116"/>
                  </a:lnTo>
                  <a:lnTo>
                    <a:pt x="1776907" y="1344790"/>
                  </a:lnTo>
                  <a:lnTo>
                    <a:pt x="2487676" y="1344790"/>
                  </a:lnTo>
                  <a:lnTo>
                    <a:pt x="2487676" y="986116"/>
                  </a:lnTo>
                  <a:close/>
                </a:path>
                <a:path w="9595485" h="2428875">
                  <a:moveTo>
                    <a:pt x="4264571" y="401294"/>
                  </a:moveTo>
                  <a:lnTo>
                    <a:pt x="3553815" y="401294"/>
                  </a:lnTo>
                  <a:lnTo>
                    <a:pt x="3553815" y="788504"/>
                  </a:lnTo>
                  <a:lnTo>
                    <a:pt x="4264571" y="788504"/>
                  </a:lnTo>
                  <a:lnTo>
                    <a:pt x="4264571" y="401294"/>
                  </a:lnTo>
                  <a:close/>
                </a:path>
                <a:path w="9595485" h="2428875">
                  <a:moveTo>
                    <a:pt x="6041479" y="1050658"/>
                  </a:moveTo>
                  <a:lnTo>
                    <a:pt x="5330723" y="1050658"/>
                  </a:lnTo>
                  <a:lnTo>
                    <a:pt x="5330723" y="1371206"/>
                  </a:lnTo>
                  <a:lnTo>
                    <a:pt x="6041479" y="1371206"/>
                  </a:lnTo>
                  <a:lnTo>
                    <a:pt x="6041479" y="1050658"/>
                  </a:lnTo>
                  <a:close/>
                </a:path>
                <a:path w="9595485" h="2428875">
                  <a:moveTo>
                    <a:pt x="7818387" y="0"/>
                  </a:moveTo>
                  <a:lnTo>
                    <a:pt x="7107618" y="0"/>
                  </a:lnTo>
                  <a:lnTo>
                    <a:pt x="7107618" y="436460"/>
                  </a:lnTo>
                  <a:lnTo>
                    <a:pt x="7818387" y="436460"/>
                  </a:lnTo>
                  <a:lnTo>
                    <a:pt x="7818387" y="0"/>
                  </a:lnTo>
                  <a:close/>
                </a:path>
                <a:path w="9595485" h="2428875">
                  <a:moveTo>
                    <a:pt x="9595294" y="1856435"/>
                  </a:moveTo>
                  <a:lnTo>
                    <a:pt x="8884526" y="1856435"/>
                  </a:lnTo>
                  <a:lnTo>
                    <a:pt x="8884526" y="2193315"/>
                  </a:lnTo>
                  <a:lnTo>
                    <a:pt x="9595294" y="2193315"/>
                  </a:lnTo>
                  <a:lnTo>
                    <a:pt x="9595294" y="1856435"/>
                  </a:lnTo>
                  <a:close/>
                </a:path>
              </a:pathLst>
            </a:custGeom>
            <a:solidFill>
              <a:srgbClr val="0f8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6" name="object 42"/>
            <p:cNvSpPr/>
            <p:nvPr/>
          </p:nvSpPr>
          <p:spPr>
            <a:xfrm>
              <a:off x="1869840" y="3596760"/>
              <a:ext cx="9595080" cy="290556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905560"/>
                <a:gd name="textAreaBottom" fmla="*/ 2905920 h 2905560"/>
              </a:gdLst>
              <a:ahLst/>
              <a:rect l="textAreaLeft" t="textAreaTop" r="textAreaRight" b="textAreaBottom"/>
              <a:pathLst>
                <a:path w="9595485" h="2905759">
                  <a:moveTo>
                    <a:pt x="710768" y="1502295"/>
                  </a:moveTo>
                  <a:lnTo>
                    <a:pt x="0" y="1502295"/>
                  </a:lnTo>
                  <a:lnTo>
                    <a:pt x="0" y="1859013"/>
                  </a:lnTo>
                  <a:lnTo>
                    <a:pt x="710768" y="1859013"/>
                  </a:lnTo>
                  <a:lnTo>
                    <a:pt x="710768" y="1502295"/>
                  </a:lnTo>
                  <a:close/>
                </a:path>
                <a:path w="9595485" h="2905759">
                  <a:moveTo>
                    <a:pt x="2487676" y="1421117"/>
                  </a:moveTo>
                  <a:lnTo>
                    <a:pt x="1776907" y="1421117"/>
                  </a:lnTo>
                  <a:lnTo>
                    <a:pt x="1776907" y="1750847"/>
                  </a:lnTo>
                  <a:lnTo>
                    <a:pt x="2487676" y="1750847"/>
                  </a:lnTo>
                  <a:lnTo>
                    <a:pt x="2487676" y="1421117"/>
                  </a:lnTo>
                  <a:close/>
                </a:path>
                <a:path w="9595485" h="2905759">
                  <a:moveTo>
                    <a:pt x="4264571" y="2690406"/>
                  </a:moveTo>
                  <a:lnTo>
                    <a:pt x="3553815" y="2690406"/>
                  </a:lnTo>
                  <a:lnTo>
                    <a:pt x="3553815" y="2905582"/>
                  </a:lnTo>
                  <a:lnTo>
                    <a:pt x="4264571" y="2905582"/>
                  </a:lnTo>
                  <a:lnTo>
                    <a:pt x="4264571" y="2690406"/>
                  </a:lnTo>
                  <a:close/>
                </a:path>
                <a:path w="9595485" h="2905759">
                  <a:moveTo>
                    <a:pt x="6041479" y="1447546"/>
                  </a:moveTo>
                  <a:lnTo>
                    <a:pt x="5330723" y="1447546"/>
                  </a:lnTo>
                  <a:lnTo>
                    <a:pt x="5330723" y="1766392"/>
                  </a:lnTo>
                  <a:lnTo>
                    <a:pt x="6041479" y="1766392"/>
                  </a:lnTo>
                  <a:lnTo>
                    <a:pt x="6041479" y="1447546"/>
                  </a:lnTo>
                  <a:close/>
                </a:path>
                <a:path w="9595485" h="2905759">
                  <a:moveTo>
                    <a:pt x="7818387" y="1629549"/>
                  </a:moveTo>
                  <a:lnTo>
                    <a:pt x="7107618" y="1629549"/>
                  </a:lnTo>
                  <a:lnTo>
                    <a:pt x="7107618" y="1898357"/>
                  </a:lnTo>
                  <a:lnTo>
                    <a:pt x="7818387" y="1898357"/>
                  </a:lnTo>
                  <a:lnTo>
                    <a:pt x="7818387" y="1629549"/>
                  </a:lnTo>
                  <a:close/>
                </a:path>
                <a:path w="9595485" h="2905759">
                  <a:moveTo>
                    <a:pt x="9595294" y="0"/>
                  </a:moveTo>
                  <a:lnTo>
                    <a:pt x="8884526" y="0"/>
                  </a:lnTo>
                  <a:lnTo>
                    <a:pt x="8884526" y="481838"/>
                  </a:lnTo>
                  <a:lnTo>
                    <a:pt x="9595294" y="481838"/>
                  </a:lnTo>
                  <a:lnTo>
                    <a:pt x="9595294" y="0"/>
                  </a:lnTo>
                  <a:close/>
                </a:path>
              </a:pathLst>
            </a:custGeom>
            <a:solidFill>
              <a:srgbClr val="0db0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7" name="object 43"/>
            <p:cNvSpPr/>
            <p:nvPr/>
          </p:nvSpPr>
          <p:spPr>
            <a:xfrm>
              <a:off x="1869840" y="3111120"/>
              <a:ext cx="9595080" cy="329904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3299040"/>
                <a:gd name="textAreaBottom" fmla="*/ 3299400 h 3299040"/>
              </a:gdLst>
              <a:ahLst/>
              <a:rect l="textAreaLeft" t="textAreaTop" r="textAreaRight" b="textAreaBottom"/>
              <a:pathLst>
                <a:path w="9595485" h="3299460">
                  <a:moveTo>
                    <a:pt x="710768" y="1591779"/>
                  </a:moveTo>
                  <a:lnTo>
                    <a:pt x="0" y="1591779"/>
                  </a:lnTo>
                  <a:lnTo>
                    <a:pt x="0" y="1988159"/>
                  </a:lnTo>
                  <a:lnTo>
                    <a:pt x="710768" y="1988159"/>
                  </a:lnTo>
                  <a:lnTo>
                    <a:pt x="710768" y="1591779"/>
                  </a:lnTo>
                  <a:close/>
                </a:path>
                <a:path w="9595485" h="3299460">
                  <a:moveTo>
                    <a:pt x="2487676" y="3103816"/>
                  </a:moveTo>
                  <a:lnTo>
                    <a:pt x="1776907" y="3103816"/>
                  </a:lnTo>
                  <a:lnTo>
                    <a:pt x="1776907" y="3298952"/>
                  </a:lnTo>
                  <a:lnTo>
                    <a:pt x="2487676" y="3298952"/>
                  </a:lnTo>
                  <a:lnTo>
                    <a:pt x="2487676" y="3103816"/>
                  </a:lnTo>
                  <a:close/>
                </a:path>
                <a:path w="9595485" h="3299460">
                  <a:moveTo>
                    <a:pt x="4264571" y="1350695"/>
                  </a:moveTo>
                  <a:lnTo>
                    <a:pt x="3553815" y="1350695"/>
                  </a:lnTo>
                  <a:lnTo>
                    <a:pt x="3553815" y="1714119"/>
                  </a:lnTo>
                  <a:lnTo>
                    <a:pt x="4264571" y="1714119"/>
                  </a:lnTo>
                  <a:lnTo>
                    <a:pt x="4264571" y="1350695"/>
                  </a:lnTo>
                  <a:close/>
                </a:path>
                <a:path w="9595485" h="3299460">
                  <a:moveTo>
                    <a:pt x="6041479" y="1272794"/>
                  </a:moveTo>
                  <a:lnTo>
                    <a:pt x="5330723" y="1272794"/>
                  </a:lnTo>
                  <a:lnTo>
                    <a:pt x="5330723" y="1612849"/>
                  </a:lnTo>
                  <a:lnTo>
                    <a:pt x="6041479" y="1612849"/>
                  </a:lnTo>
                  <a:lnTo>
                    <a:pt x="6041479" y="1272794"/>
                  </a:lnTo>
                  <a:close/>
                </a:path>
                <a:path w="9595485" h="3299460">
                  <a:moveTo>
                    <a:pt x="7818387" y="2634170"/>
                  </a:moveTo>
                  <a:lnTo>
                    <a:pt x="7107618" y="2634170"/>
                  </a:lnTo>
                  <a:lnTo>
                    <a:pt x="7107618" y="2852369"/>
                  </a:lnTo>
                  <a:lnTo>
                    <a:pt x="7818387" y="2852369"/>
                  </a:lnTo>
                  <a:lnTo>
                    <a:pt x="7818387" y="2634170"/>
                  </a:lnTo>
                  <a:close/>
                </a:path>
                <a:path w="9595485" h="3299460">
                  <a:moveTo>
                    <a:pt x="9595294" y="0"/>
                  </a:moveTo>
                  <a:lnTo>
                    <a:pt x="8884526" y="0"/>
                  </a:lnTo>
                  <a:lnTo>
                    <a:pt x="8884526" y="485863"/>
                  </a:lnTo>
                  <a:lnTo>
                    <a:pt x="9595294" y="485863"/>
                  </a:lnTo>
                  <a:lnTo>
                    <a:pt x="9595294" y="0"/>
                  </a:lnTo>
                  <a:close/>
                </a:path>
              </a:pathLst>
            </a:custGeom>
            <a:solidFill>
              <a:srgbClr val="c3b0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object 44"/>
            <p:cNvSpPr/>
            <p:nvPr/>
          </p:nvSpPr>
          <p:spPr>
            <a:xfrm>
              <a:off x="1869840" y="3963600"/>
              <a:ext cx="9595080" cy="225144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251440"/>
                <a:gd name="textAreaBottom" fmla="*/ 2251800 h 2251440"/>
              </a:gdLst>
              <a:ahLst/>
              <a:rect l="textAreaLeft" t="textAreaTop" r="textAreaRight" b="textAreaBottom"/>
              <a:pathLst>
                <a:path w="9595485" h="2251710">
                  <a:moveTo>
                    <a:pt x="710768" y="1774317"/>
                  </a:moveTo>
                  <a:lnTo>
                    <a:pt x="0" y="1774317"/>
                  </a:lnTo>
                  <a:lnTo>
                    <a:pt x="0" y="1964829"/>
                  </a:lnTo>
                  <a:lnTo>
                    <a:pt x="710768" y="1964829"/>
                  </a:lnTo>
                  <a:lnTo>
                    <a:pt x="710768" y="1774317"/>
                  </a:lnTo>
                  <a:close/>
                </a:path>
                <a:path w="9595485" h="2251710">
                  <a:moveTo>
                    <a:pt x="2487676" y="1972398"/>
                  </a:moveTo>
                  <a:lnTo>
                    <a:pt x="1776907" y="1972398"/>
                  </a:lnTo>
                  <a:lnTo>
                    <a:pt x="1776907" y="2251151"/>
                  </a:lnTo>
                  <a:lnTo>
                    <a:pt x="2487676" y="2251151"/>
                  </a:lnTo>
                  <a:lnTo>
                    <a:pt x="2487676" y="1972398"/>
                  </a:lnTo>
                  <a:close/>
                </a:path>
                <a:path w="9595485" h="2251710">
                  <a:moveTo>
                    <a:pt x="4264571" y="1139850"/>
                  </a:moveTo>
                  <a:lnTo>
                    <a:pt x="3553815" y="1139850"/>
                  </a:lnTo>
                  <a:lnTo>
                    <a:pt x="3553815" y="1400657"/>
                  </a:lnTo>
                  <a:lnTo>
                    <a:pt x="4264571" y="1400657"/>
                  </a:lnTo>
                  <a:lnTo>
                    <a:pt x="4264571" y="1139850"/>
                  </a:lnTo>
                  <a:close/>
                </a:path>
                <a:path w="9595485" h="2251710">
                  <a:moveTo>
                    <a:pt x="6041479" y="0"/>
                  </a:moveTo>
                  <a:lnTo>
                    <a:pt x="5330723" y="0"/>
                  </a:lnTo>
                  <a:lnTo>
                    <a:pt x="5330723" y="420128"/>
                  </a:lnTo>
                  <a:lnTo>
                    <a:pt x="6041479" y="420128"/>
                  </a:lnTo>
                  <a:lnTo>
                    <a:pt x="6041479" y="0"/>
                  </a:lnTo>
                  <a:close/>
                </a:path>
                <a:path w="9595485" h="2251710">
                  <a:moveTo>
                    <a:pt x="7818387" y="553631"/>
                  </a:moveTo>
                  <a:lnTo>
                    <a:pt x="7107618" y="553631"/>
                  </a:lnTo>
                  <a:lnTo>
                    <a:pt x="7107618" y="946035"/>
                  </a:lnTo>
                  <a:lnTo>
                    <a:pt x="7818387" y="946035"/>
                  </a:lnTo>
                  <a:lnTo>
                    <a:pt x="7818387" y="553631"/>
                  </a:lnTo>
                  <a:close/>
                </a:path>
                <a:path w="9595485" h="2251710">
                  <a:moveTo>
                    <a:pt x="9595294" y="860209"/>
                  </a:moveTo>
                  <a:lnTo>
                    <a:pt x="8884526" y="860209"/>
                  </a:lnTo>
                  <a:lnTo>
                    <a:pt x="8884526" y="1217434"/>
                  </a:lnTo>
                  <a:lnTo>
                    <a:pt x="9595294" y="1217434"/>
                  </a:lnTo>
                  <a:lnTo>
                    <a:pt x="9595294" y="860209"/>
                  </a:lnTo>
                  <a:close/>
                </a:path>
              </a:pathLst>
            </a:custGeom>
            <a:solidFill>
              <a:srgbClr val="af906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9" name="object 45"/>
            <p:cNvSpPr/>
            <p:nvPr/>
          </p:nvSpPr>
          <p:spPr>
            <a:xfrm>
              <a:off x="1869840" y="4109760"/>
              <a:ext cx="9595080" cy="2392920"/>
            </a:xfrm>
            <a:custGeom>
              <a:avLst/>
              <a:gdLst>
                <a:gd name="textAreaLeft" fmla="*/ 0 w 9595080"/>
                <a:gd name="textAreaRight" fmla="*/ 9595440 w 9595080"/>
                <a:gd name="textAreaTop" fmla="*/ 0 h 2392920"/>
                <a:gd name="textAreaBottom" fmla="*/ 2393280 h 2392920"/>
              </a:gdLst>
              <a:ahLst/>
              <a:rect l="textAreaLeft" t="textAreaTop" r="textAreaRight" b="textAreaBottom"/>
              <a:pathLst>
                <a:path w="9595485" h="2393315">
                  <a:moveTo>
                    <a:pt x="710768" y="2309101"/>
                  </a:moveTo>
                  <a:lnTo>
                    <a:pt x="0" y="2309101"/>
                  </a:lnTo>
                  <a:lnTo>
                    <a:pt x="0" y="2392794"/>
                  </a:lnTo>
                  <a:lnTo>
                    <a:pt x="710768" y="2392794"/>
                  </a:lnTo>
                  <a:lnTo>
                    <a:pt x="710768" y="2309101"/>
                  </a:lnTo>
                  <a:close/>
                </a:path>
                <a:path w="9595485" h="2393315">
                  <a:moveTo>
                    <a:pt x="2487676" y="172529"/>
                  </a:moveTo>
                  <a:lnTo>
                    <a:pt x="1776907" y="172529"/>
                  </a:lnTo>
                  <a:lnTo>
                    <a:pt x="1776907" y="549656"/>
                  </a:lnTo>
                  <a:lnTo>
                    <a:pt x="2487676" y="549656"/>
                  </a:lnTo>
                  <a:lnTo>
                    <a:pt x="2487676" y="172529"/>
                  </a:lnTo>
                  <a:close/>
                </a:path>
                <a:path w="9595485" h="2393315">
                  <a:moveTo>
                    <a:pt x="4264571" y="1509179"/>
                  </a:moveTo>
                  <a:lnTo>
                    <a:pt x="3553815" y="1509179"/>
                  </a:lnTo>
                  <a:lnTo>
                    <a:pt x="3553815" y="1744268"/>
                  </a:lnTo>
                  <a:lnTo>
                    <a:pt x="4264571" y="1744268"/>
                  </a:lnTo>
                  <a:lnTo>
                    <a:pt x="4264571" y="1509179"/>
                  </a:lnTo>
                  <a:close/>
                </a:path>
                <a:path w="9595485" h="2393315">
                  <a:moveTo>
                    <a:pt x="6041479" y="2027161"/>
                  </a:moveTo>
                  <a:lnTo>
                    <a:pt x="5330723" y="2027161"/>
                  </a:lnTo>
                  <a:lnTo>
                    <a:pt x="5330723" y="2242502"/>
                  </a:lnTo>
                  <a:lnTo>
                    <a:pt x="6041479" y="2242502"/>
                  </a:lnTo>
                  <a:lnTo>
                    <a:pt x="6041479" y="2027161"/>
                  </a:lnTo>
                  <a:close/>
                </a:path>
                <a:path w="9595485" h="2393315">
                  <a:moveTo>
                    <a:pt x="7818387" y="0"/>
                  </a:moveTo>
                  <a:lnTo>
                    <a:pt x="7107618" y="0"/>
                  </a:lnTo>
                  <a:lnTo>
                    <a:pt x="7107618" y="407644"/>
                  </a:lnTo>
                  <a:lnTo>
                    <a:pt x="7818387" y="407644"/>
                  </a:lnTo>
                  <a:lnTo>
                    <a:pt x="7818387" y="0"/>
                  </a:lnTo>
                  <a:close/>
                </a:path>
                <a:path w="9595485" h="2393315">
                  <a:moveTo>
                    <a:pt x="9595294" y="1756854"/>
                  </a:moveTo>
                  <a:lnTo>
                    <a:pt x="8884526" y="1756854"/>
                  </a:lnTo>
                  <a:lnTo>
                    <a:pt x="8884526" y="2092363"/>
                  </a:lnTo>
                  <a:lnTo>
                    <a:pt x="9595294" y="2092363"/>
                  </a:lnTo>
                  <a:lnTo>
                    <a:pt x="9595294" y="1756854"/>
                  </a:lnTo>
                  <a:close/>
                </a:path>
              </a:pathLst>
            </a:custGeom>
            <a:solidFill>
              <a:srgbClr val="2878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30" name="object 46" descr=""/>
            <p:cNvPicPr/>
            <p:nvPr/>
          </p:nvPicPr>
          <p:blipFill>
            <a:blip r:embed="rId1"/>
            <a:stretch/>
          </p:blipFill>
          <p:spPr>
            <a:xfrm>
              <a:off x="1486440" y="276372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object 47" descr=""/>
            <p:cNvPicPr/>
            <p:nvPr/>
          </p:nvPicPr>
          <p:blipFill>
            <a:blip r:embed="rId2"/>
            <a:stretch/>
          </p:blipFill>
          <p:spPr>
            <a:xfrm>
              <a:off x="2153160" y="276372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2" name="object 48" descr=""/>
            <p:cNvPicPr/>
            <p:nvPr/>
          </p:nvPicPr>
          <p:blipFill>
            <a:blip r:embed="rId3"/>
            <a:stretch/>
          </p:blipFill>
          <p:spPr>
            <a:xfrm>
              <a:off x="2638800" y="276372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3" name="object 49" descr=""/>
            <p:cNvPicPr/>
            <p:nvPr/>
          </p:nvPicPr>
          <p:blipFill>
            <a:blip r:embed="rId4"/>
            <a:stretch/>
          </p:blipFill>
          <p:spPr>
            <a:xfrm>
              <a:off x="3258000" y="276372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4" name="object 50" descr=""/>
            <p:cNvPicPr/>
            <p:nvPr/>
          </p:nvPicPr>
          <p:blipFill>
            <a:blip r:embed="rId5"/>
            <a:stretch/>
          </p:blipFill>
          <p:spPr>
            <a:xfrm>
              <a:off x="3829680" y="276372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5" name="object 51" descr=""/>
            <p:cNvPicPr/>
            <p:nvPr/>
          </p:nvPicPr>
          <p:blipFill>
            <a:blip r:embed="rId6"/>
            <a:stretch/>
          </p:blipFill>
          <p:spPr>
            <a:xfrm>
              <a:off x="4524840" y="2763720"/>
              <a:ext cx="93960" cy="93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36" name="object 52"/>
          <p:cNvSpPr/>
          <p:nvPr/>
        </p:nvSpPr>
        <p:spPr>
          <a:xfrm>
            <a:off x="901800" y="2381400"/>
            <a:ext cx="40244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Internet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per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capita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(in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GB)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46" strike="noStrike">
                <a:solidFill>
                  <a:srgbClr val="ffffff"/>
                </a:solidFill>
                <a:latin typeface="Segoe UI Light"/>
              </a:rPr>
              <a:t>Year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Country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896"/>
              </a:spcBef>
              <a:tabLst>
                <a:tab algn="l" pos="695160"/>
                <a:tab algn="l" pos="1362600"/>
                <a:tab algn="l" pos="1853640"/>
                <a:tab algn="l" pos="2472120"/>
                <a:tab algn="l" pos="3040560"/>
                <a:tab algn="l" pos="3735720"/>
              </a:tabLst>
            </a:pPr>
            <a:r>
              <a:rPr b="1" lang="ro-RO" sz="1000" spc="-12" strike="noStrike">
                <a:solidFill>
                  <a:srgbClr val="d1d0cd"/>
                </a:solidFill>
                <a:latin typeface="Arial"/>
              </a:rPr>
              <a:t>Country</a:t>
            </a:r>
            <a:r>
              <a:rPr b="1" lang="ro-RO" sz="1000" spc="-1" strike="noStrike">
                <a:solidFill>
                  <a:srgbClr val="d1d0cd"/>
                </a:solidFill>
                <a:latin typeface="Arial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Australia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Brazil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Canada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France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Germany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India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7" name="object 53" descr=""/>
          <p:cNvPicPr/>
          <p:nvPr/>
        </p:nvPicPr>
        <p:blipFill>
          <a:blip r:embed="rId7"/>
          <a:stretch/>
        </p:blipFill>
        <p:spPr>
          <a:xfrm>
            <a:off x="4972680" y="276372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238" name="object 54"/>
          <p:cNvSpPr/>
          <p:nvPr/>
        </p:nvSpPr>
        <p:spPr>
          <a:xfrm>
            <a:off x="5073840" y="2708280"/>
            <a:ext cx="3711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Japan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39" name="object 55" descr=""/>
          <p:cNvPicPr/>
          <p:nvPr/>
        </p:nvPicPr>
        <p:blipFill>
          <a:blip r:embed="rId8"/>
          <a:stretch/>
        </p:blipFill>
        <p:spPr>
          <a:xfrm>
            <a:off x="5487840" y="2763720"/>
            <a:ext cx="101880" cy="93960"/>
          </a:xfrm>
          <a:prstGeom prst="rect">
            <a:avLst/>
          </a:prstGeom>
          <a:ln w="0">
            <a:noFill/>
          </a:ln>
        </p:spPr>
      </p:pic>
      <p:sp>
        <p:nvSpPr>
          <p:cNvPr id="240" name="object 56"/>
          <p:cNvSpPr/>
          <p:nvPr/>
        </p:nvSpPr>
        <p:spPr>
          <a:xfrm>
            <a:off x="5592960" y="2708280"/>
            <a:ext cx="7311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South</a:t>
            </a:r>
            <a:r>
              <a:rPr b="0" lang="ro-RO" sz="1000" spc="9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Korea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1" name="object 57" descr=""/>
          <p:cNvPicPr/>
          <p:nvPr/>
        </p:nvPicPr>
        <p:blipFill>
          <a:blip r:embed="rId9"/>
          <a:stretch/>
        </p:blipFill>
        <p:spPr>
          <a:xfrm>
            <a:off x="6372720" y="276372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242" name="object 58"/>
          <p:cNvSpPr/>
          <p:nvPr/>
        </p:nvSpPr>
        <p:spPr>
          <a:xfrm>
            <a:off x="6472080" y="2708280"/>
            <a:ext cx="9288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Kingdom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3" name="object 59" descr=""/>
          <p:cNvPicPr/>
          <p:nvPr/>
        </p:nvPicPr>
        <p:blipFill>
          <a:blip r:embed="rId10"/>
          <a:stretch/>
        </p:blipFill>
        <p:spPr>
          <a:xfrm>
            <a:off x="7449120" y="2763720"/>
            <a:ext cx="93960" cy="93960"/>
          </a:xfrm>
          <a:prstGeom prst="rect">
            <a:avLst/>
          </a:prstGeom>
          <a:ln w="0">
            <a:noFill/>
          </a:ln>
        </p:spPr>
      </p:pic>
      <p:sp>
        <p:nvSpPr>
          <p:cNvPr id="244" name="object 60"/>
          <p:cNvSpPr/>
          <p:nvPr/>
        </p:nvSpPr>
        <p:spPr>
          <a:xfrm>
            <a:off x="7548840" y="2708280"/>
            <a:ext cx="7876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States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PlaceHolder 1"/>
          <p:cNvSpPr>
            <a:spLocks noGrp="1"/>
          </p:cNvSpPr>
          <p:nvPr>
            <p:ph type="title"/>
          </p:nvPr>
        </p:nvSpPr>
        <p:spPr>
          <a:xfrm>
            <a:off x="1177920" y="379800"/>
            <a:ext cx="8895960" cy="142056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10000"/>
              </a:lnSpc>
              <a:spcBef>
                <a:spcPts val="99"/>
              </a:spcBef>
              <a:buNone/>
              <a:tabLst>
                <a:tab algn="l" pos="1566720"/>
                <a:tab algn="l" pos="1881000"/>
                <a:tab algn="l" pos="3350880"/>
                <a:tab algn="l" pos="4241160"/>
                <a:tab algn="l" pos="4584600"/>
                <a:tab algn="l" pos="6541200"/>
                <a:tab algn="l" pos="8342640"/>
              </a:tabLst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Digital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dependency: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Country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ranking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26" strike="noStrike">
                <a:solidFill>
                  <a:schemeClr val="lt1"/>
                </a:solidFill>
                <a:latin typeface="Segoe UI Light"/>
              </a:rPr>
              <a:t>by 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Internet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usage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26" strike="noStrike">
                <a:solidFill>
                  <a:schemeClr val="lt1"/>
                </a:solidFill>
                <a:latin typeface="Segoe UI Light"/>
              </a:rPr>
              <a:t>per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capita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PlaceHolder 1"/>
          <p:cNvSpPr>
            <a:spLocks noGrp="1"/>
          </p:cNvSpPr>
          <p:nvPr>
            <p:ph type="title"/>
          </p:nvPr>
        </p:nvSpPr>
        <p:spPr>
          <a:xfrm>
            <a:off x="482760" y="692280"/>
            <a:ext cx="967572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1881000"/>
                <a:tab algn="l" pos="2398320"/>
                <a:tab algn="l" pos="4619520"/>
                <a:tab algn="l" pos="6270480"/>
                <a:tab algn="l" pos="7467120"/>
              </a:tabLst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Internet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52" strike="noStrike">
                <a:solidFill>
                  <a:schemeClr val="lt1"/>
                </a:solidFill>
                <a:latin typeface="Segoe UI Light"/>
              </a:rPr>
              <a:t>&amp;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electricity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impact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21" strike="noStrike">
                <a:solidFill>
                  <a:schemeClr val="lt1"/>
                </a:solidFill>
                <a:latin typeface="Segoe UI Light"/>
              </a:rPr>
              <a:t>from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streaming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9" name="object 5"/>
          <p:cNvSpPr/>
          <p:nvPr/>
        </p:nvSpPr>
        <p:spPr>
          <a:xfrm>
            <a:off x="1195200" y="2400120"/>
            <a:ext cx="4438440" cy="1819080"/>
          </a:xfrm>
          <a:custGeom>
            <a:avLst/>
            <a:gdLst>
              <a:gd name="textAreaLeft" fmla="*/ 0 w 4438440"/>
              <a:gd name="textAreaRight" fmla="*/ 4438800 w 4438440"/>
              <a:gd name="textAreaTop" fmla="*/ 0 h 1819080"/>
              <a:gd name="textAreaBottom" fmla="*/ 1819440 h 1819080"/>
            </a:gdLst>
            <a:ahLst/>
            <a:rect l="textAreaLeft" t="textAreaTop" r="textAreaRight" b="textAreaBottom"/>
            <a:pathLst>
              <a:path w="4438650" h="1819275">
                <a:moveTo>
                  <a:pt x="9525" y="1813204"/>
                </a:moveTo>
                <a:lnTo>
                  <a:pt x="9067" y="1812086"/>
                </a:lnTo>
                <a:lnTo>
                  <a:pt x="7200" y="1810219"/>
                </a:lnTo>
                <a:lnTo>
                  <a:pt x="6083" y="1809750"/>
                </a:lnTo>
                <a:lnTo>
                  <a:pt x="3454" y="1809750"/>
                </a:lnTo>
                <a:lnTo>
                  <a:pt x="2336" y="1810219"/>
                </a:lnTo>
                <a:lnTo>
                  <a:pt x="469" y="1812086"/>
                </a:lnTo>
                <a:lnTo>
                  <a:pt x="0" y="1813204"/>
                </a:lnTo>
                <a:lnTo>
                  <a:pt x="0" y="1815833"/>
                </a:lnTo>
                <a:lnTo>
                  <a:pt x="469" y="1816950"/>
                </a:lnTo>
                <a:lnTo>
                  <a:pt x="2336" y="1818817"/>
                </a:lnTo>
                <a:lnTo>
                  <a:pt x="3454" y="1819275"/>
                </a:lnTo>
                <a:lnTo>
                  <a:pt x="6083" y="1819275"/>
                </a:lnTo>
                <a:lnTo>
                  <a:pt x="7200" y="1818817"/>
                </a:lnTo>
                <a:lnTo>
                  <a:pt x="9067" y="1816950"/>
                </a:lnTo>
                <a:lnTo>
                  <a:pt x="9525" y="1815833"/>
                </a:lnTo>
                <a:lnTo>
                  <a:pt x="9525" y="1813204"/>
                </a:lnTo>
                <a:close/>
              </a:path>
              <a:path w="4438650" h="1819275">
                <a:moveTo>
                  <a:pt x="9525" y="908329"/>
                </a:moveTo>
                <a:lnTo>
                  <a:pt x="9067" y="907211"/>
                </a:lnTo>
                <a:lnTo>
                  <a:pt x="7200" y="905344"/>
                </a:lnTo>
                <a:lnTo>
                  <a:pt x="6083" y="904875"/>
                </a:lnTo>
                <a:lnTo>
                  <a:pt x="3454" y="904875"/>
                </a:lnTo>
                <a:lnTo>
                  <a:pt x="2336" y="905344"/>
                </a:lnTo>
                <a:lnTo>
                  <a:pt x="469" y="907211"/>
                </a:lnTo>
                <a:lnTo>
                  <a:pt x="0" y="908329"/>
                </a:lnTo>
                <a:lnTo>
                  <a:pt x="0" y="910958"/>
                </a:lnTo>
                <a:lnTo>
                  <a:pt x="469" y="912075"/>
                </a:lnTo>
                <a:lnTo>
                  <a:pt x="2336" y="913942"/>
                </a:lnTo>
                <a:lnTo>
                  <a:pt x="3454" y="914400"/>
                </a:lnTo>
                <a:lnTo>
                  <a:pt x="6083" y="914400"/>
                </a:lnTo>
                <a:lnTo>
                  <a:pt x="7200" y="913942"/>
                </a:lnTo>
                <a:lnTo>
                  <a:pt x="9067" y="912075"/>
                </a:lnTo>
                <a:lnTo>
                  <a:pt x="9525" y="910958"/>
                </a:lnTo>
                <a:lnTo>
                  <a:pt x="9525" y="908329"/>
                </a:lnTo>
                <a:close/>
              </a:path>
              <a:path w="4438650" h="1819275">
                <a:moveTo>
                  <a:pt x="9525" y="3454"/>
                </a:moveTo>
                <a:lnTo>
                  <a:pt x="9067" y="2336"/>
                </a:lnTo>
                <a:lnTo>
                  <a:pt x="7200" y="469"/>
                </a:lnTo>
                <a:lnTo>
                  <a:pt x="6083" y="0"/>
                </a:lnTo>
                <a:lnTo>
                  <a:pt x="3454" y="0"/>
                </a:lnTo>
                <a:lnTo>
                  <a:pt x="2336" y="469"/>
                </a:lnTo>
                <a:lnTo>
                  <a:pt x="469" y="2336"/>
                </a:lnTo>
                <a:lnTo>
                  <a:pt x="0" y="3454"/>
                </a:lnTo>
                <a:lnTo>
                  <a:pt x="0" y="6083"/>
                </a:lnTo>
                <a:lnTo>
                  <a:pt x="469" y="7200"/>
                </a:lnTo>
                <a:lnTo>
                  <a:pt x="2336" y="9067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67"/>
                </a:lnTo>
                <a:lnTo>
                  <a:pt x="9067" y="7200"/>
                </a:lnTo>
                <a:lnTo>
                  <a:pt x="9525" y="6083"/>
                </a:lnTo>
                <a:lnTo>
                  <a:pt x="9525" y="3454"/>
                </a:lnTo>
                <a:close/>
              </a:path>
              <a:path w="4438650" h="1819275">
                <a:moveTo>
                  <a:pt x="57150" y="1813204"/>
                </a:moveTo>
                <a:lnTo>
                  <a:pt x="56692" y="1812086"/>
                </a:lnTo>
                <a:lnTo>
                  <a:pt x="54825" y="1810219"/>
                </a:lnTo>
                <a:lnTo>
                  <a:pt x="53708" y="1809750"/>
                </a:lnTo>
                <a:lnTo>
                  <a:pt x="51079" y="1809750"/>
                </a:lnTo>
                <a:lnTo>
                  <a:pt x="49961" y="1810219"/>
                </a:lnTo>
                <a:lnTo>
                  <a:pt x="48094" y="1812086"/>
                </a:lnTo>
                <a:lnTo>
                  <a:pt x="47625" y="1813204"/>
                </a:lnTo>
                <a:lnTo>
                  <a:pt x="47625" y="1815833"/>
                </a:lnTo>
                <a:lnTo>
                  <a:pt x="48094" y="1816950"/>
                </a:lnTo>
                <a:lnTo>
                  <a:pt x="49961" y="1818817"/>
                </a:lnTo>
                <a:lnTo>
                  <a:pt x="51079" y="1819275"/>
                </a:lnTo>
                <a:lnTo>
                  <a:pt x="53708" y="1819275"/>
                </a:lnTo>
                <a:lnTo>
                  <a:pt x="54825" y="1818817"/>
                </a:lnTo>
                <a:lnTo>
                  <a:pt x="56692" y="1816950"/>
                </a:lnTo>
                <a:lnTo>
                  <a:pt x="57150" y="1815833"/>
                </a:lnTo>
                <a:lnTo>
                  <a:pt x="57150" y="1813204"/>
                </a:lnTo>
                <a:close/>
              </a:path>
              <a:path w="4438650" h="1819275">
                <a:moveTo>
                  <a:pt x="57150" y="908329"/>
                </a:moveTo>
                <a:lnTo>
                  <a:pt x="56692" y="907211"/>
                </a:lnTo>
                <a:lnTo>
                  <a:pt x="54825" y="905344"/>
                </a:lnTo>
                <a:lnTo>
                  <a:pt x="53708" y="904875"/>
                </a:lnTo>
                <a:lnTo>
                  <a:pt x="51079" y="904875"/>
                </a:lnTo>
                <a:lnTo>
                  <a:pt x="49961" y="905344"/>
                </a:lnTo>
                <a:lnTo>
                  <a:pt x="48094" y="907211"/>
                </a:lnTo>
                <a:lnTo>
                  <a:pt x="47625" y="908329"/>
                </a:lnTo>
                <a:lnTo>
                  <a:pt x="47625" y="910958"/>
                </a:lnTo>
                <a:lnTo>
                  <a:pt x="48094" y="912075"/>
                </a:lnTo>
                <a:lnTo>
                  <a:pt x="49961" y="913942"/>
                </a:lnTo>
                <a:lnTo>
                  <a:pt x="51079" y="914400"/>
                </a:lnTo>
                <a:lnTo>
                  <a:pt x="53708" y="914400"/>
                </a:lnTo>
                <a:lnTo>
                  <a:pt x="54825" y="913942"/>
                </a:lnTo>
                <a:lnTo>
                  <a:pt x="56692" y="912075"/>
                </a:lnTo>
                <a:lnTo>
                  <a:pt x="57150" y="910958"/>
                </a:lnTo>
                <a:lnTo>
                  <a:pt x="57150" y="908329"/>
                </a:lnTo>
                <a:close/>
              </a:path>
              <a:path w="4438650" h="1819275">
                <a:moveTo>
                  <a:pt x="57150" y="3454"/>
                </a:moveTo>
                <a:lnTo>
                  <a:pt x="56692" y="2336"/>
                </a:lnTo>
                <a:lnTo>
                  <a:pt x="54825" y="469"/>
                </a:lnTo>
                <a:lnTo>
                  <a:pt x="53708" y="0"/>
                </a:lnTo>
                <a:lnTo>
                  <a:pt x="51079" y="0"/>
                </a:lnTo>
                <a:lnTo>
                  <a:pt x="49961" y="469"/>
                </a:lnTo>
                <a:lnTo>
                  <a:pt x="48094" y="2336"/>
                </a:lnTo>
                <a:lnTo>
                  <a:pt x="47625" y="3454"/>
                </a:lnTo>
                <a:lnTo>
                  <a:pt x="47625" y="6083"/>
                </a:lnTo>
                <a:lnTo>
                  <a:pt x="48094" y="7200"/>
                </a:lnTo>
                <a:lnTo>
                  <a:pt x="49961" y="9067"/>
                </a:lnTo>
                <a:lnTo>
                  <a:pt x="51079" y="9525"/>
                </a:lnTo>
                <a:lnTo>
                  <a:pt x="53708" y="9525"/>
                </a:lnTo>
                <a:lnTo>
                  <a:pt x="54825" y="9067"/>
                </a:lnTo>
                <a:lnTo>
                  <a:pt x="56692" y="7200"/>
                </a:lnTo>
                <a:lnTo>
                  <a:pt x="57150" y="6083"/>
                </a:lnTo>
                <a:lnTo>
                  <a:pt x="57150" y="3454"/>
                </a:lnTo>
                <a:close/>
              </a:path>
              <a:path w="4438650" h="1819275">
                <a:moveTo>
                  <a:pt x="104775" y="1813204"/>
                </a:moveTo>
                <a:lnTo>
                  <a:pt x="104317" y="1812086"/>
                </a:lnTo>
                <a:lnTo>
                  <a:pt x="102450" y="1810219"/>
                </a:lnTo>
                <a:lnTo>
                  <a:pt x="101333" y="1809750"/>
                </a:lnTo>
                <a:lnTo>
                  <a:pt x="98704" y="1809750"/>
                </a:lnTo>
                <a:lnTo>
                  <a:pt x="97586" y="1810219"/>
                </a:lnTo>
                <a:lnTo>
                  <a:pt x="95719" y="1812086"/>
                </a:lnTo>
                <a:lnTo>
                  <a:pt x="95250" y="1813204"/>
                </a:lnTo>
                <a:lnTo>
                  <a:pt x="95250" y="1815833"/>
                </a:lnTo>
                <a:lnTo>
                  <a:pt x="95719" y="1816950"/>
                </a:lnTo>
                <a:lnTo>
                  <a:pt x="97586" y="1818817"/>
                </a:lnTo>
                <a:lnTo>
                  <a:pt x="98704" y="1819275"/>
                </a:lnTo>
                <a:lnTo>
                  <a:pt x="101333" y="1819275"/>
                </a:lnTo>
                <a:lnTo>
                  <a:pt x="102450" y="1818817"/>
                </a:lnTo>
                <a:lnTo>
                  <a:pt x="104317" y="1816950"/>
                </a:lnTo>
                <a:lnTo>
                  <a:pt x="104775" y="1815833"/>
                </a:lnTo>
                <a:lnTo>
                  <a:pt x="104775" y="1813204"/>
                </a:lnTo>
                <a:close/>
              </a:path>
              <a:path w="4438650" h="1819275">
                <a:moveTo>
                  <a:pt x="104775" y="908329"/>
                </a:moveTo>
                <a:lnTo>
                  <a:pt x="104317" y="907211"/>
                </a:lnTo>
                <a:lnTo>
                  <a:pt x="102450" y="905344"/>
                </a:lnTo>
                <a:lnTo>
                  <a:pt x="101333" y="904875"/>
                </a:lnTo>
                <a:lnTo>
                  <a:pt x="98704" y="904875"/>
                </a:lnTo>
                <a:lnTo>
                  <a:pt x="97586" y="905344"/>
                </a:lnTo>
                <a:lnTo>
                  <a:pt x="95719" y="907211"/>
                </a:lnTo>
                <a:lnTo>
                  <a:pt x="95250" y="908329"/>
                </a:lnTo>
                <a:lnTo>
                  <a:pt x="95250" y="910958"/>
                </a:lnTo>
                <a:lnTo>
                  <a:pt x="95719" y="912075"/>
                </a:lnTo>
                <a:lnTo>
                  <a:pt x="97586" y="913942"/>
                </a:lnTo>
                <a:lnTo>
                  <a:pt x="98704" y="914400"/>
                </a:lnTo>
                <a:lnTo>
                  <a:pt x="101333" y="914400"/>
                </a:lnTo>
                <a:lnTo>
                  <a:pt x="102450" y="913942"/>
                </a:lnTo>
                <a:lnTo>
                  <a:pt x="104317" y="912075"/>
                </a:lnTo>
                <a:lnTo>
                  <a:pt x="104775" y="910958"/>
                </a:lnTo>
                <a:lnTo>
                  <a:pt x="104775" y="908329"/>
                </a:lnTo>
                <a:close/>
              </a:path>
              <a:path w="4438650" h="1819275">
                <a:moveTo>
                  <a:pt x="104775" y="3454"/>
                </a:moveTo>
                <a:lnTo>
                  <a:pt x="104317" y="2336"/>
                </a:lnTo>
                <a:lnTo>
                  <a:pt x="102450" y="469"/>
                </a:lnTo>
                <a:lnTo>
                  <a:pt x="101333" y="0"/>
                </a:lnTo>
                <a:lnTo>
                  <a:pt x="98704" y="0"/>
                </a:lnTo>
                <a:lnTo>
                  <a:pt x="97586" y="469"/>
                </a:lnTo>
                <a:lnTo>
                  <a:pt x="95719" y="2336"/>
                </a:lnTo>
                <a:lnTo>
                  <a:pt x="95250" y="3454"/>
                </a:lnTo>
                <a:lnTo>
                  <a:pt x="95250" y="6083"/>
                </a:lnTo>
                <a:lnTo>
                  <a:pt x="95719" y="7200"/>
                </a:lnTo>
                <a:lnTo>
                  <a:pt x="97586" y="9067"/>
                </a:lnTo>
                <a:lnTo>
                  <a:pt x="98704" y="9525"/>
                </a:lnTo>
                <a:lnTo>
                  <a:pt x="101333" y="9525"/>
                </a:lnTo>
                <a:lnTo>
                  <a:pt x="102450" y="9067"/>
                </a:lnTo>
                <a:lnTo>
                  <a:pt x="104317" y="7200"/>
                </a:lnTo>
                <a:lnTo>
                  <a:pt x="104775" y="6083"/>
                </a:lnTo>
                <a:lnTo>
                  <a:pt x="104775" y="3454"/>
                </a:lnTo>
                <a:close/>
              </a:path>
              <a:path w="4438650" h="1819275">
                <a:moveTo>
                  <a:pt x="152400" y="1813204"/>
                </a:moveTo>
                <a:lnTo>
                  <a:pt x="151942" y="1812086"/>
                </a:lnTo>
                <a:lnTo>
                  <a:pt x="150075" y="1810219"/>
                </a:lnTo>
                <a:lnTo>
                  <a:pt x="148958" y="1809750"/>
                </a:lnTo>
                <a:lnTo>
                  <a:pt x="146329" y="1809750"/>
                </a:lnTo>
                <a:lnTo>
                  <a:pt x="145211" y="1810219"/>
                </a:lnTo>
                <a:lnTo>
                  <a:pt x="143344" y="1812086"/>
                </a:lnTo>
                <a:lnTo>
                  <a:pt x="142875" y="1813204"/>
                </a:lnTo>
                <a:lnTo>
                  <a:pt x="142875" y="1815833"/>
                </a:lnTo>
                <a:lnTo>
                  <a:pt x="143344" y="1816950"/>
                </a:lnTo>
                <a:lnTo>
                  <a:pt x="145211" y="1818817"/>
                </a:lnTo>
                <a:lnTo>
                  <a:pt x="146329" y="1819275"/>
                </a:lnTo>
                <a:lnTo>
                  <a:pt x="148958" y="1819275"/>
                </a:lnTo>
                <a:lnTo>
                  <a:pt x="150075" y="1818817"/>
                </a:lnTo>
                <a:lnTo>
                  <a:pt x="151942" y="1816950"/>
                </a:lnTo>
                <a:lnTo>
                  <a:pt x="152400" y="1815833"/>
                </a:lnTo>
                <a:lnTo>
                  <a:pt x="152400" y="1813204"/>
                </a:lnTo>
                <a:close/>
              </a:path>
              <a:path w="4438650" h="1819275">
                <a:moveTo>
                  <a:pt x="152400" y="908329"/>
                </a:moveTo>
                <a:lnTo>
                  <a:pt x="151942" y="907211"/>
                </a:lnTo>
                <a:lnTo>
                  <a:pt x="150075" y="905344"/>
                </a:lnTo>
                <a:lnTo>
                  <a:pt x="148958" y="904875"/>
                </a:lnTo>
                <a:lnTo>
                  <a:pt x="146329" y="904875"/>
                </a:lnTo>
                <a:lnTo>
                  <a:pt x="145211" y="905344"/>
                </a:lnTo>
                <a:lnTo>
                  <a:pt x="143344" y="907211"/>
                </a:lnTo>
                <a:lnTo>
                  <a:pt x="142875" y="908329"/>
                </a:lnTo>
                <a:lnTo>
                  <a:pt x="142875" y="910958"/>
                </a:lnTo>
                <a:lnTo>
                  <a:pt x="143344" y="912075"/>
                </a:lnTo>
                <a:lnTo>
                  <a:pt x="145211" y="913942"/>
                </a:lnTo>
                <a:lnTo>
                  <a:pt x="146329" y="914400"/>
                </a:lnTo>
                <a:lnTo>
                  <a:pt x="148958" y="914400"/>
                </a:lnTo>
                <a:lnTo>
                  <a:pt x="150075" y="913942"/>
                </a:lnTo>
                <a:lnTo>
                  <a:pt x="151942" y="912075"/>
                </a:lnTo>
                <a:lnTo>
                  <a:pt x="152400" y="910958"/>
                </a:lnTo>
                <a:lnTo>
                  <a:pt x="152400" y="908329"/>
                </a:lnTo>
                <a:close/>
              </a:path>
              <a:path w="4438650" h="1819275">
                <a:moveTo>
                  <a:pt x="152400" y="3454"/>
                </a:moveTo>
                <a:lnTo>
                  <a:pt x="151942" y="2336"/>
                </a:lnTo>
                <a:lnTo>
                  <a:pt x="150075" y="469"/>
                </a:lnTo>
                <a:lnTo>
                  <a:pt x="148958" y="0"/>
                </a:lnTo>
                <a:lnTo>
                  <a:pt x="146329" y="0"/>
                </a:lnTo>
                <a:lnTo>
                  <a:pt x="145211" y="469"/>
                </a:lnTo>
                <a:lnTo>
                  <a:pt x="143344" y="2336"/>
                </a:lnTo>
                <a:lnTo>
                  <a:pt x="142875" y="3454"/>
                </a:lnTo>
                <a:lnTo>
                  <a:pt x="142875" y="6083"/>
                </a:lnTo>
                <a:lnTo>
                  <a:pt x="143344" y="7200"/>
                </a:lnTo>
                <a:lnTo>
                  <a:pt x="145211" y="9067"/>
                </a:lnTo>
                <a:lnTo>
                  <a:pt x="146329" y="9525"/>
                </a:lnTo>
                <a:lnTo>
                  <a:pt x="148958" y="9525"/>
                </a:lnTo>
                <a:lnTo>
                  <a:pt x="150075" y="9067"/>
                </a:lnTo>
                <a:lnTo>
                  <a:pt x="151942" y="7200"/>
                </a:lnTo>
                <a:lnTo>
                  <a:pt x="152400" y="6083"/>
                </a:lnTo>
                <a:lnTo>
                  <a:pt x="152400" y="3454"/>
                </a:lnTo>
                <a:close/>
              </a:path>
              <a:path w="4438650" h="1819275">
                <a:moveTo>
                  <a:pt x="200025" y="1813204"/>
                </a:moveTo>
                <a:lnTo>
                  <a:pt x="199567" y="1812086"/>
                </a:lnTo>
                <a:lnTo>
                  <a:pt x="197700" y="1810219"/>
                </a:lnTo>
                <a:lnTo>
                  <a:pt x="196583" y="1809750"/>
                </a:lnTo>
                <a:lnTo>
                  <a:pt x="193954" y="1809750"/>
                </a:lnTo>
                <a:lnTo>
                  <a:pt x="192836" y="1810219"/>
                </a:lnTo>
                <a:lnTo>
                  <a:pt x="190969" y="1812086"/>
                </a:lnTo>
                <a:lnTo>
                  <a:pt x="190500" y="1813204"/>
                </a:lnTo>
                <a:lnTo>
                  <a:pt x="190500" y="1815833"/>
                </a:lnTo>
                <a:lnTo>
                  <a:pt x="190969" y="1816950"/>
                </a:lnTo>
                <a:lnTo>
                  <a:pt x="192836" y="1818817"/>
                </a:lnTo>
                <a:lnTo>
                  <a:pt x="193954" y="1819275"/>
                </a:lnTo>
                <a:lnTo>
                  <a:pt x="196583" y="1819275"/>
                </a:lnTo>
                <a:lnTo>
                  <a:pt x="197700" y="1818817"/>
                </a:lnTo>
                <a:lnTo>
                  <a:pt x="199567" y="1816950"/>
                </a:lnTo>
                <a:lnTo>
                  <a:pt x="200025" y="1815833"/>
                </a:lnTo>
                <a:lnTo>
                  <a:pt x="200025" y="1813204"/>
                </a:lnTo>
                <a:close/>
              </a:path>
              <a:path w="4438650" h="1819275">
                <a:moveTo>
                  <a:pt x="200025" y="908329"/>
                </a:moveTo>
                <a:lnTo>
                  <a:pt x="199567" y="907211"/>
                </a:lnTo>
                <a:lnTo>
                  <a:pt x="197700" y="905344"/>
                </a:lnTo>
                <a:lnTo>
                  <a:pt x="196583" y="904875"/>
                </a:lnTo>
                <a:lnTo>
                  <a:pt x="193954" y="904875"/>
                </a:lnTo>
                <a:lnTo>
                  <a:pt x="192836" y="905344"/>
                </a:lnTo>
                <a:lnTo>
                  <a:pt x="190969" y="907211"/>
                </a:lnTo>
                <a:lnTo>
                  <a:pt x="190500" y="908329"/>
                </a:lnTo>
                <a:lnTo>
                  <a:pt x="190500" y="910958"/>
                </a:lnTo>
                <a:lnTo>
                  <a:pt x="190969" y="912075"/>
                </a:lnTo>
                <a:lnTo>
                  <a:pt x="192836" y="913942"/>
                </a:lnTo>
                <a:lnTo>
                  <a:pt x="193954" y="914400"/>
                </a:lnTo>
                <a:lnTo>
                  <a:pt x="196583" y="914400"/>
                </a:lnTo>
                <a:lnTo>
                  <a:pt x="197700" y="913942"/>
                </a:lnTo>
                <a:lnTo>
                  <a:pt x="199567" y="912075"/>
                </a:lnTo>
                <a:lnTo>
                  <a:pt x="200025" y="910958"/>
                </a:lnTo>
                <a:lnTo>
                  <a:pt x="200025" y="908329"/>
                </a:lnTo>
                <a:close/>
              </a:path>
              <a:path w="4438650" h="1819275">
                <a:moveTo>
                  <a:pt x="200025" y="3454"/>
                </a:moveTo>
                <a:lnTo>
                  <a:pt x="199567" y="2336"/>
                </a:lnTo>
                <a:lnTo>
                  <a:pt x="197700" y="469"/>
                </a:lnTo>
                <a:lnTo>
                  <a:pt x="196583" y="0"/>
                </a:lnTo>
                <a:lnTo>
                  <a:pt x="193954" y="0"/>
                </a:lnTo>
                <a:lnTo>
                  <a:pt x="192836" y="469"/>
                </a:lnTo>
                <a:lnTo>
                  <a:pt x="190969" y="2336"/>
                </a:lnTo>
                <a:lnTo>
                  <a:pt x="190500" y="3454"/>
                </a:lnTo>
                <a:lnTo>
                  <a:pt x="190500" y="6083"/>
                </a:lnTo>
                <a:lnTo>
                  <a:pt x="190969" y="7200"/>
                </a:lnTo>
                <a:lnTo>
                  <a:pt x="192836" y="9067"/>
                </a:lnTo>
                <a:lnTo>
                  <a:pt x="193954" y="9525"/>
                </a:lnTo>
                <a:lnTo>
                  <a:pt x="196583" y="9525"/>
                </a:lnTo>
                <a:lnTo>
                  <a:pt x="197700" y="9067"/>
                </a:lnTo>
                <a:lnTo>
                  <a:pt x="199567" y="7200"/>
                </a:lnTo>
                <a:lnTo>
                  <a:pt x="200025" y="6083"/>
                </a:lnTo>
                <a:lnTo>
                  <a:pt x="200025" y="3454"/>
                </a:lnTo>
                <a:close/>
              </a:path>
              <a:path w="4438650" h="1819275">
                <a:moveTo>
                  <a:pt x="247650" y="1813204"/>
                </a:moveTo>
                <a:lnTo>
                  <a:pt x="247192" y="1812086"/>
                </a:lnTo>
                <a:lnTo>
                  <a:pt x="245325" y="1810219"/>
                </a:lnTo>
                <a:lnTo>
                  <a:pt x="244208" y="1809750"/>
                </a:lnTo>
                <a:lnTo>
                  <a:pt x="241579" y="1809750"/>
                </a:lnTo>
                <a:lnTo>
                  <a:pt x="240461" y="1810219"/>
                </a:lnTo>
                <a:lnTo>
                  <a:pt x="238594" y="1812086"/>
                </a:lnTo>
                <a:lnTo>
                  <a:pt x="238125" y="1813204"/>
                </a:lnTo>
                <a:lnTo>
                  <a:pt x="238125" y="1815833"/>
                </a:lnTo>
                <a:lnTo>
                  <a:pt x="238594" y="1816950"/>
                </a:lnTo>
                <a:lnTo>
                  <a:pt x="240461" y="1818817"/>
                </a:lnTo>
                <a:lnTo>
                  <a:pt x="241579" y="1819275"/>
                </a:lnTo>
                <a:lnTo>
                  <a:pt x="244208" y="1819275"/>
                </a:lnTo>
                <a:lnTo>
                  <a:pt x="245325" y="1818817"/>
                </a:lnTo>
                <a:lnTo>
                  <a:pt x="247192" y="1816950"/>
                </a:lnTo>
                <a:lnTo>
                  <a:pt x="247650" y="1815833"/>
                </a:lnTo>
                <a:lnTo>
                  <a:pt x="247650" y="1813204"/>
                </a:lnTo>
                <a:close/>
              </a:path>
              <a:path w="4438650" h="1819275">
                <a:moveTo>
                  <a:pt x="247650" y="908329"/>
                </a:moveTo>
                <a:lnTo>
                  <a:pt x="247192" y="907211"/>
                </a:lnTo>
                <a:lnTo>
                  <a:pt x="245325" y="905344"/>
                </a:lnTo>
                <a:lnTo>
                  <a:pt x="244208" y="904875"/>
                </a:lnTo>
                <a:lnTo>
                  <a:pt x="241579" y="904875"/>
                </a:lnTo>
                <a:lnTo>
                  <a:pt x="240461" y="905344"/>
                </a:lnTo>
                <a:lnTo>
                  <a:pt x="238594" y="907211"/>
                </a:lnTo>
                <a:lnTo>
                  <a:pt x="238125" y="908329"/>
                </a:lnTo>
                <a:lnTo>
                  <a:pt x="238125" y="910958"/>
                </a:lnTo>
                <a:lnTo>
                  <a:pt x="238594" y="912075"/>
                </a:lnTo>
                <a:lnTo>
                  <a:pt x="240461" y="913942"/>
                </a:lnTo>
                <a:lnTo>
                  <a:pt x="241579" y="914400"/>
                </a:lnTo>
                <a:lnTo>
                  <a:pt x="244208" y="914400"/>
                </a:lnTo>
                <a:lnTo>
                  <a:pt x="245325" y="913942"/>
                </a:lnTo>
                <a:lnTo>
                  <a:pt x="247192" y="912075"/>
                </a:lnTo>
                <a:lnTo>
                  <a:pt x="247650" y="910958"/>
                </a:lnTo>
                <a:lnTo>
                  <a:pt x="247650" y="908329"/>
                </a:lnTo>
                <a:close/>
              </a:path>
              <a:path w="4438650" h="1819275">
                <a:moveTo>
                  <a:pt x="247650" y="3454"/>
                </a:moveTo>
                <a:lnTo>
                  <a:pt x="247192" y="2336"/>
                </a:lnTo>
                <a:lnTo>
                  <a:pt x="245325" y="469"/>
                </a:lnTo>
                <a:lnTo>
                  <a:pt x="244208" y="0"/>
                </a:lnTo>
                <a:lnTo>
                  <a:pt x="241579" y="0"/>
                </a:lnTo>
                <a:lnTo>
                  <a:pt x="240461" y="469"/>
                </a:lnTo>
                <a:lnTo>
                  <a:pt x="238594" y="2336"/>
                </a:lnTo>
                <a:lnTo>
                  <a:pt x="238125" y="3454"/>
                </a:lnTo>
                <a:lnTo>
                  <a:pt x="238125" y="6083"/>
                </a:lnTo>
                <a:lnTo>
                  <a:pt x="238594" y="7200"/>
                </a:lnTo>
                <a:lnTo>
                  <a:pt x="240461" y="9067"/>
                </a:lnTo>
                <a:lnTo>
                  <a:pt x="241579" y="9525"/>
                </a:lnTo>
                <a:lnTo>
                  <a:pt x="244208" y="9525"/>
                </a:lnTo>
                <a:lnTo>
                  <a:pt x="245325" y="9067"/>
                </a:lnTo>
                <a:lnTo>
                  <a:pt x="247192" y="7200"/>
                </a:lnTo>
                <a:lnTo>
                  <a:pt x="247650" y="6083"/>
                </a:lnTo>
                <a:lnTo>
                  <a:pt x="247650" y="3454"/>
                </a:lnTo>
                <a:close/>
              </a:path>
              <a:path w="4438650" h="1819275">
                <a:moveTo>
                  <a:pt x="295275" y="1813204"/>
                </a:moveTo>
                <a:lnTo>
                  <a:pt x="294817" y="1812086"/>
                </a:lnTo>
                <a:lnTo>
                  <a:pt x="292950" y="1810219"/>
                </a:lnTo>
                <a:lnTo>
                  <a:pt x="291833" y="1809750"/>
                </a:lnTo>
                <a:lnTo>
                  <a:pt x="289204" y="1809750"/>
                </a:lnTo>
                <a:lnTo>
                  <a:pt x="288086" y="1810219"/>
                </a:lnTo>
                <a:lnTo>
                  <a:pt x="286219" y="1812086"/>
                </a:lnTo>
                <a:lnTo>
                  <a:pt x="285750" y="1813204"/>
                </a:lnTo>
                <a:lnTo>
                  <a:pt x="285750" y="1815833"/>
                </a:lnTo>
                <a:lnTo>
                  <a:pt x="286219" y="1816950"/>
                </a:lnTo>
                <a:lnTo>
                  <a:pt x="288086" y="1818817"/>
                </a:lnTo>
                <a:lnTo>
                  <a:pt x="289204" y="1819275"/>
                </a:lnTo>
                <a:lnTo>
                  <a:pt x="291833" y="1819275"/>
                </a:lnTo>
                <a:lnTo>
                  <a:pt x="292950" y="1818817"/>
                </a:lnTo>
                <a:lnTo>
                  <a:pt x="294817" y="1816950"/>
                </a:lnTo>
                <a:lnTo>
                  <a:pt x="295275" y="1815833"/>
                </a:lnTo>
                <a:lnTo>
                  <a:pt x="295275" y="1813204"/>
                </a:lnTo>
                <a:close/>
              </a:path>
              <a:path w="4438650" h="1819275">
                <a:moveTo>
                  <a:pt x="295275" y="908329"/>
                </a:moveTo>
                <a:lnTo>
                  <a:pt x="294817" y="907211"/>
                </a:lnTo>
                <a:lnTo>
                  <a:pt x="292950" y="905344"/>
                </a:lnTo>
                <a:lnTo>
                  <a:pt x="291833" y="904875"/>
                </a:lnTo>
                <a:lnTo>
                  <a:pt x="289204" y="904875"/>
                </a:lnTo>
                <a:lnTo>
                  <a:pt x="288086" y="905344"/>
                </a:lnTo>
                <a:lnTo>
                  <a:pt x="286219" y="907211"/>
                </a:lnTo>
                <a:lnTo>
                  <a:pt x="285750" y="908329"/>
                </a:lnTo>
                <a:lnTo>
                  <a:pt x="285750" y="910958"/>
                </a:lnTo>
                <a:lnTo>
                  <a:pt x="286219" y="912075"/>
                </a:lnTo>
                <a:lnTo>
                  <a:pt x="288086" y="913942"/>
                </a:lnTo>
                <a:lnTo>
                  <a:pt x="289204" y="914400"/>
                </a:lnTo>
                <a:lnTo>
                  <a:pt x="291833" y="914400"/>
                </a:lnTo>
                <a:lnTo>
                  <a:pt x="292950" y="913942"/>
                </a:lnTo>
                <a:lnTo>
                  <a:pt x="294817" y="912075"/>
                </a:lnTo>
                <a:lnTo>
                  <a:pt x="295275" y="910958"/>
                </a:lnTo>
                <a:lnTo>
                  <a:pt x="295275" y="908329"/>
                </a:lnTo>
                <a:close/>
              </a:path>
              <a:path w="4438650" h="1819275">
                <a:moveTo>
                  <a:pt x="295275" y="3454"/>
                </a:moveTo>
                <a:lnTo>
                  <a:pt x="294817" y="2336"/>
                </a:lnTo>
                <a:lnTo>
                  <a:pt x="292950" y="469"/>
                </a:lnTo>
                <a:lnTo>
                  <a:pt x="291833" y="0"/>
                </a:lnTo>
                <a:lnTo>
                  <a:pt x="289204" y="0"/>
                </a:lnTo>
                <a:lnTo>
                  <a:pt x="288086" y="469"/>
                </a:lnTo>
                <a:lnTo>
                  <a:pt x="286219" y="2336"/>
                </a:lnTo>
                <a:lnTo>
                  <a:pt x="285750" y="3454"/>
                </a:lnTo>
                <a:lnTo>
                  <a:pt x="285750" y="6083"/>
                </a:lnTo>
                <a:lnTo>
                  <a:pt x="286219" y="7200"/>
                </a:lnTo>
                <a:lnTo>
                  <a:pt x="288086" y="9067"/>
                </a:lnTo>
                <a:lnTo>
                  <a:pt x="289204" y="9525"/>
                </a:lnTo>
                <a:lnTo>
                  <a:pt x="291833" y="9525"/>
                </a:lnTo>
                <a:lnTo>
                  <a:pt x="292950" y="9067"/>
                </a:lnTo>
                <a:lnTo>
                  <a:pt x="294817" y="7200"/>
                </a:lnTo>
                <a:lnTo>
                  <a:pt x="295275" y="6083"/>
                </a:lnTo>
                <a:lnTo>
                  <a:pt x="295275" y="3454"/>
                </a:lnTo>
                <a:close/>
              </a:path>
              <a:path w="4438650" h="1819275">
                <a:moveTo>
                  <a:pt x="342900" y="1813204"/>
                </a:moveTo>
                <a:lnTo>
                  <a:pt x="342442" y="1812086"/>
                </a:lnTo>
                <a:lnTo>
                  <a:pt x="340575" y="1810219"/>
                </a:lnTo>
                <a:lnTo>
                  <a:pt x="339458" y="1809750"/>
                </a:lnTo>
                <a:lnTo>
                  <a:pt x="336829" y="1809750"/>
                </a:lnTo>
                <a:lnTo>
                  <a:pt x="335711" y="1810219"/>
                </a:lnTo>
                <a:lnTo>
                  <a:pt x="333844" y="1812086"/>
                </a:lnTo>
                <a:lnTo>
                  <a:pt x="333375" y="1813204"/>
                </a:lnTo>
                <a:lnTo>
                  <a:pt x="333375" y="1815833"/>
                </a:lnTo>
                <a:lnTo>
                  <a:pt x="333844" y="1816950"/>
                </a:lnTo>
                <a:lnTo>
                  <a:pt x="335711" y="1818817"/>
                </a:lnTo>
                <a:lnTo>
                  <a:pt x="336829" y="1819275"/>
                </a:lnTo>
                <a:lnTo>
                  <a:pt x="339458" y="1819275"/>
                </a:lnTo>
                <a:lnTo>
                  <a:pt x="340575" y="1818817"/>
                </a:lnTo>
                <a:lnTo>
                  <a:pt x="342442" y="1816950"/>
                </a:lnTo>
                <a:lnTo>
                  <a:pt x="342900" y="1815833"/>
                </a:lnTo>
                <a:lnTo>
                  <a:pt x="342900" y="1813204"/>
                </a:lnTo>
                <a:close/>
              </a:path>
              <a:path w="4438650" h="1819275">
                <a:moveTo>
                  <a:pt x="342900" y="908329"/>
                </a:moveTo>
                <a:lnTo>
                  <a:pt x="342442" y="907211"/>
                </a:lnTo>
                <a:lnTo>
                  <a:pt x="340575" y="905344"/>
                </a:lnTo>
                <a:lnTo>
                  <a:pt x="339458" y="904875"/>
                </a:lnTo>
                <a:lnTo>
                  <a:pt x="336829" y="904875"/>
                </a:lnTo>
                <a:lnTo>
                  <a:pt x="335711" y="905344"/>
                </a:lnTo>
                <a:lnTo>
                  <a:pt x="333844" y="907211"/>
                </a:lnTo>
                <a:lnTo>
                  <a:pt x="333375" y="908329"/>
                </a:lnTo>
                <a:lnTo>
                  <a:pt x="333375" y="910958"/>
                </a:lnTo>
                <a:lnTo>
                  <a:pt x="333844" y="912075"/>
                </a:lnTo>
                <a:lnTo>
                  <a:pt x="335711" y="913942"/>
                </a:lnTo>
                <a:lnTo>
                  <a:pt x="336829" y="914400"/>
                </a:lnTo>
                <a:lnTo>
                  <a:pt x="339458" y="914400"/>
                </a:lnTo>
                <a:lnTo>
                  <a:pt x="340575" y="913942"/>
                </a:lnTo>
                <a:lnTo>
                  <a:pt x="342442" y="912075"/>
                </a:lnTo>
                <a:lnTo>
                  <a:pt x="342900" y="910958"/>
                </a:lnTo>
                <a:lnTo>
                  <a:pt x="342900" y="908329"/>
                </a:lnTo>
                <a:close/>
              </a:path>
              <a:path w="4438650" h="1819275">
                <a:moveTo>
                  <a:pt x="342900" y="3454"/>
                </a:moveTo>
                <a:lnTo>
                  <a:pt x="342442" y="2336"/>
                </a:lnTo>
                <a:lnTo>
                  <a:pt x="340575" y="469"/>
                </a:lnTo>
                <a:lnTo>
                  <a:pt x="339458" y="0"/>
                </a:lnTo>
                <a:lnTo>
                  <a:pt x="336829" y="0"/>
                </a:lnTo>
                <a:lnTo>
                  <a:pt x="335711" y="469"/>
                </a:lnTo>
                <a:lnTo>
                  <a:pt x="333844" y="2336"/>
                </a:lnTo>
                <a:lnTo>
                  <a:pt x="333375" y="3454"/>
                </a:lnTo>
                <a:lnTo>
                  <a:pt x="333375" y="6083"/>
                </a:lnTo>
                <a:lnTo>
                  <a:pt x="333844" y="7200"/>
                </a:lnTo>
                <a:lnTo>
                  <a:pt x="335711" y="9067"/>
                </a:lnTo>
                <a:lnTo>
                  <a:pt x="336829" y="9525"/>
                </a:lnTo>
                <a:lnTo>
                  <a:pt x="339458" y="9525"/>
                </a:lnTo>
                <a:lnTo>
                  <a:pt x="340575" y="9067"/>
                </a:lnTo>
                <a:lnTo>
                  <a:pt x="342442" y="7200"/>
                </a:lnTo>
                <a:lnTo>
                  <a:pt x="342900" y="6083"/>
                </a:lnTo>
                <a:lnTo>
                  <a:pt x="342900" y="3454"/>
                </a:lnTo>
                <a:close/>
              </a:path>
              <a:path w="4438650" h="1819275">
                <a:moveTo>
                  <a:pt x="390525" y="1813204"/>
                </a:moveTo>
                <a:lnTo>
                  <a:pt x="390067" y="1812086"/>
                </a:lnTo>
                <a:lnTo>
                  <a:pt x="388200" y="1810219"/>
                </a:lnTo>
                <a:lnTo>
                  <a:pt x="387083" y="1809750"/>
                </a:lnTo>
                <a:lnTo>
                  <a:pt x="384454" y="1809750"/>
                </a:lnTo>
                <a:lnTo>
                  <a:pt x="383336" y="1810219"/>
                </a:lnTo>
                <a:lnTo>
                  <a:pt x="381469" y="1812086"/>
                </a:lnTo>
                <a:lnTo>
                  <a:pt x="381000" y="1813204"/>
                </a:lnTo>
                <a:lnTo>
                  <a:pt x="381000" y="1815833"/>
                </a:lnTo>
                <a:lnTo>
                  <a:pt x="381469" y="1816950"/>
                </a:lnTo>
                <a:lnTo>
                  <a:pt x="383336" y="1818817"/>
                </a:lnTo>
                <a:lnTo>
                  <a:pt x="384454" y="1819275"/>
                </a:lnTo>
                <a:lnTo>
                  <a:pt x="387083" y="1819275"/>
                </a:lnTo>
                <a:lnTo>
                  <a:pt x="388200" y="1818817"/>
                </a:lnTo>
                <a:lnTo>
                  <a:pt x="390067" y="1816950"/>
                </a:lnTo>
                <a:lnTo>
                  <a:pt x="390525" y="1815833"/>
                </a:lnTo>
                <a:lnTo>
                  <a:pt x="390525" y="1813204"/>
                </a:lnTo>
                <a:close/>
              </a:path>
              <a:path w="4438650" h="1819275">
                <a:moveTo>
                  <a:pt x="390525" y="908329"/>
                </a:moveTo>
                <a:lnTo>
                  <a:pt x="390067" y="907211"/>
                </a:lnTo>
                <a:lnTo>
                  <a:pt x="388200" y="905344"/>
                </a:lnTo>
                <a:lnTo>
                  <a:pt x="387083" y="904875"/>
                </a:lnTo>
                <a:lnTo>
                  <a:pt x="384454" y="904875"/>
                </a:lnTo>
                <a:lnTo>
                  <a:pt x="383336" y="905344"/>
                </a:lnTo>
                <a:lnTo>
                  <a:pt x="381469" y="907211"/>
                </a:lnTo>
                <a:lnTo>
                  <a:pt x="381000" y="908329"/>
                </a:lnTo>
                <a:lnTo>
                  <a:pt x="381000" y="910958"/>
                </a:lnTo>
                <a:lnTo>
                  <a:pt x="381469" y="912075"/>
                </a:lnTo>
                <a:lnTo>
                  <a:pt x="383336" y="913942"/>
                </a:lnTo>
                <a:lnTo>
                  <a:pt x="384454" y="914400"/>
                </a:lnTo>
                <a:lnTo>
                  <a:pt x="387083" y="914400"/>
                </a:lnTo>
                <a:lnTo>
                  <a:pt x="388200" y="913942"/>
                </a:lnTo>
                <a:lnTo>
                  <a:pt x="390067" y="912075"/>
                </a:lnTo>
                <a:lnTo>
                  <a:pt x="390525" y="910958"/>
                </a:lnTo>
                <a:lnTo>
                  <a:pt x="390525" y="908329"/>
                </a:lnTo>
                <a:close/>
              </a:path>
              <a:path w="4438650" h="1819275">
                <a:moveTo>
                  <a:pt x="390525" y="3454"/>
                </a:moveTo>
                <a:lnTo>
                  <a:pt x="390067" y="2336"/>
                </a:lnTo>
                <a:lnTo>
                  <a:pt x="388200" y="469"/>
                </a:lnTo>
                <a:lnTo>
                  <a:pt x="387083" y="0"/>
                </a:lnTo>
                <a:lnTo>
                  <a:pt x="384454" y="0"/>
                </a:lnTo>
                <a:lnTo>
                  <a:pt x="383336" y="469"/>
                </a:lnTo>
                <a:lnTo>
                  <a:pt x="381469" y="2336"/>
                </a:lnTo>
                <a:lnTo>
                  <a:pt x="381000" y="3454"/>
                </a:lnTo>
                <a:lnTo>
                  <a:pt x="381000" y="6083"/>
                </a:lnTo>
                <a:lnTo>
                  <a:pt x="381469" y="7200"/>
                </a:lnTo>
                <a:lnTo>
                  <a:pt x="383336" y="9067"/>
                </a:lnTo>
                <a:lnTo>
                  <a:pt x="384454" y="9525"/>
                </a:lnTo>
                <a:lnTo>
                  <a:pt x="387083" y="9525"/>
                </a:lnTo>
                <a:lnTo>
                  <a:pt x="388200" y="9067"/>
                </a:lnTo>
                <a:lnTo>
                  <a:pt x="390067" y="7200"/>
                </a:lnTo>
                <a:lnTo>
                  <a:pt x="390525" y="6083"/>
                </a:lnTo>
                <a:lnTo>
                  <a:pt x="390525" y="3454"/>
                </a:lnTo>
                <a:close/>
              </a:path>
              <a:path w="4438650" h="1819275">
                <a:moveTo>
                  <a:pt x="438150" y="1813204"/>
                </a:moveTo>
                <a:lnTo>
                  <a:pt x="437692" y="1812086"/>
                </a:lnTo>
                <a:lnTo>
                  <a:pt x="435825" y="1810219"/>
                </a:lnTo>
                <a:lnTo>
                  <a:pt x="434708" y="1809750"/>
                </a:lnTo>
                <a:lnTo>
                  <a:pt x="432079" y="1809750"/>
                </a:lnTo>
                <a:lnTo>
                  <a:pt x="430961" y="1810219"/>
                </a:lnTo>
                <a:lnTo>
                  <a:pt x="429094" y="1812086"/>
                </a:lnTo>
                <a:lnTo>
                  <a:pt x="428625" y="1813204"/>
                </a:lnTo>
                <a:lnTo>
                  <a:pt x="428625" y="1815833"/>
                </a:lnTo>
                <a:lnTo>
                  <a:pt x="429094" y="1816950"/>
                </a:lnTo>
                <a:lnTo>
                  <a:pt x="430961" y="1818817"/>
                </a:lnTo>
                <a:lnTo>
                  <a:pt x="432079" y="1819275"/>
                </a:lnTo>
                <a:lnTo>
                  <a:pt x="434708" y="1819275"/>
                </a:lnTo>
                <a:lnTo>
                  <a:pt x="435825" y="1818817"/>
                </a:lnTo>
                <a:lnTo>
                  <a:pt x="437692" y="1816950"/>
                </a:lnTo>
                <a:lnTo>
                  <a:pt x="438150" y="1815833"/>
                </a:lnTo>
                <a:lnTo>
                  <a:pt x="438150" y="1813204"/>
                </a:lnTo>
                <a:close/>
              </a:path>
              <a:path w="4438650" h="1819275">
                <a:moveTo>
                  <a:pt x="438150" y="908329"/>
                </a:moveTo>
                <a:lnTo>
                  <a:pt x="437692" y="907211"/>
                </a:lnTo>
                <a:lnTo>
                  <a:pt x="435825" y="905344"/>
                </a:lnTo>
                <a:lnTo>
                  <a:pt x="434708" y="904875"/>
                </a:lnTo>
                <a:lnTo>
                  <a:pt x="432079" y="904875"/>
                </a:lnTo>
                <a:lnTo>
                  <a:pt x="430961" y="905344"/>
                </a:lnTo>
                <a:lnTo>
                  <a:pt x="429094" y="907211"/>
                </a:lnTo>
                <a:lnTo>
                  <a:pt x="428625" y="908329"/>
                </a:lnTo>
                <a:lnTo>
                  <a:pt x="428625" y="910958"/>
                </a:lnTo>
                <a:lnTo>
                  <a:pt x="429094" y="912075"/>
                </a:lnTo>
                <a:lnTo>
                  <a:pt x="430961" y="913942"/>
                </a:lnTo>
                <a:lnTo>
                  <a:pt x="432079" y="914400"/>
                </a:lnTo>
                <a:lnTo>
                  <a:pt x="434708" y="914400"/>
                </a:lnTo>
                <a:lnTo>
                  <a:pt x="435825" y="913942"/>
                </a:lnTo>
                <a:lnTo>
                  <a:pt x="437692" y="912075"/>
                </a:lnTo>
                <a:lnTo>
                  <a:pt x="438150" y="910958"/>
                </a:lnTo>
                <a:lnTo>
                  <a:pt x="438150" y="908329"/>
                </a:lnTo>
                <a:close/>
              </a:path>
              <a:path w="4438650" h="1819275">
                <a:moveTo>
                  <a:pt x="438150" y="3454"/>
                </a:moveTo>
                <a:lnTo>
                  <a:pt x="437692" y="2336"/>
                </a:lnTo>
                <a:lnTo>
                  <a:pt x="435825" y="469"/>
                </a:lnTo>
                <a:lnTo>
                  <a:pt x="434708" y="0"/>
                </a:lnTo>
                <a:lnTo>
                  <a:pt x="432079" y="0"/>
                </a:lnTo>
                <a:lnTo>
                  <a:pt x="430961" y="469"/>
                </a:lnTo>
                <a:lnTo>
                  <a:pt x="429094" y="2336"/>
                </a:lnTo>
                <a:lnTo>
                  <a:pt x="428625" y="3454"/>
                </a:lnTo>
                <a:lnTo>
                  <a:pt x="428625" y="6083"/>
                </a:lnTo>
                <a:lnTo>
                  <a:pt x="429094" y="7200"/>
                </a:lnTo>
                <a:lnTo>
                  <a:pt x="430961" y="9067"/>
                </a:lnTo>
                <a:lnTo>
                  <a:pt x="432079" y="9525"/>
                </a:lnTo>
                <a:lnTo>
                  <a:pt x="434708" y="9525"/>
                </a:lnTo>
                <a:lnTo>
                  <a:pt x="435825" y="9067"/>
                </a:lnTo>
                <a:lnTo>
                  <a:pt x="437692" y="7200"/>
                </a:lnTo>
                <a:lnTo>
                  <a:pt x="438150" y="6083"/>
                </a:lnTo>
                <a:lnTo>
                  <a:pt x="438150" y="3454"/>
                </a:lnTo>
                <a:close/>
              </a:path>
              <a:path w="4438650" h="1819275">
                <a:moveTo>
                  <a:pt x="485775" y="1813204"/>
                </a:moveTo>
                <a:lnTo>
                  <a:pt x="485317" y="1812086"/>
                </a:lnTo>
                <a:lnTo>
                  <a:pt x="483450" y="1810219"/>
                </a:lnTo>
                <a:lnTo>
                  <a:pt x="482333" y="1809750"/>
                </a:lnTo>
                <a:lnTo>
                  <a:pt x="479704" y="1809750"/>
                </a:lnTo>
                <a:lnTo>
                  <a:pt x="478586" y="1810219"/>
                </a:lnTo>
                <a:lnTo>
                  <a:pt x="476719" y="1812086"/>
                </a:lnTo>
                <a:lnTo>
                  <a:pt x="476250" y="1813204"/>
                </a:lnTo>
                <a:lnTo>
                  <a:pt x="476250" y="1815833"/>
                </a:lnTo>
                <a:lnTo>
                  <a:pt x="476719" y="1816950"/>
                </a:lnTo>
                <a:lnTo>
                  <a:pt x="478586" y="1818817"/>
                </a:lnTo>
                <a:lnTo>
                  <a:pt x="479704" y="1819275"/>
                </a:lnTo>
                <a:lnTo>
                  <a:pt x="482333" y="1819275"/>
                </a:lnTo>
                <a:lnTo>
                  <a:pt x="483450" y="1818817"/>
                </a:lnTo>
                <a:lnTo>
                  <a:pt x="485317" y="1816950"/>
                </a:lnTo>
                <a:lnTo>
                  <a:pt x="485775" y="1815833"/>
                </a:lnTo>
                <a:lnTo>
                  <a:pt x="485775" y="1813204"/>
                </a:lnTo>
                <a:close/>
              </a:path>
              <a:path w="4438650" h="1819275">
                <a:moveTo>
                  <a:pt x="485775" y="908329"/>
                </a:moveTo>
                <a:lnTo>
                  <a:pt x="485317" y="907211"/>
                </a:lnTo>
                <a:lnTo>
                  <a:pt x="483450" y="905344"/>
                </a:lnTo>
                <a:lnTo>
                  <a:pt x="482333" y="904875"/>
                </a:lnTo>
                <a:lnTo>
                  <a:pt x="479704" y="904875"/>
                </a:lnTo>
                <a:lnTo>
                  <a:pt x="478586" y="905344"/>
                </a:lnTo>
                <a:lnTo>
                  <a:pt x="476719" y="907211"/>
                </a:lnTo>
                <a:lnTo>
                  <a:pt x="476250" y="908329"/>
                </a:lnTo>
                <a:lnTo>
                  <a:pt x="476250" y="910958"/>
                </a:lnTo>
                <a:lnTo>
                  <a:pt x="476719" y="912075"/>
                </a:lnTo>
                <a:lnTo>
                  <a:pt x="478586" y="913942"/>
                </a:lnTo>
                <a:lnTo>
                  <a:pt x="479704" y="914400"/>
                </a:lnTo>
                <a:lnTo>
                  <a:pt x="482333" y="914400"/>
                </a:lnTo>
                <a:lnTo>
                  <a:pt x="483450" y="913942"/>
                </a:lnTo>
                <a:lnTo>
                  <a:pt x="485317" y="912075"/>
                </a:lnTo>
                <a:lnTo>
                  <a:pt x="485775" y="910958"/>
                </a:lnTo>
                <a:lnTo>
                  <a:pt x="485775" y="908329"/>
                </a:lnTo>
                <a:close/>
              </a:path>
              <a:path w="4438650" h="1819275">
                <a:moveTo>
                  <a:pt x="485775" y="3454"/>
                </a:moveTo>
                <a:lnTo>
                  <a:pt x="485317" y="2336"/>
                </a:lnTo>
                <a:lnTo>
                  <a:pt x="483450" y="469"/>
                </a:lnTo>
                <a:lnTo>
                  <a:pt x="482333" y="0"/>
                </a:lnTo>
                <a:lnTo>
                  <a:pt x="479704" y="0"/>
                </a:lnTo>
                <a:lnTo>
                  <a:pt x="478586" y="469"/>
                </a:lnTo>
                <a:lnTo>
                  <a:pt x="476719" y="2336"/>
                </a:lnTo>
                <a:lnTo>
                  <a:pt x="476250" y="3454"/>
                </a:lnTo>
                <a:lnTo>
                  <a:pt x="476250" y="6083"/>
                </a:lnTo>
                <a:lnTo>
                  <a:pt x="476719" y="7200"/>
                </a:lnTo>
                <a:lnTo>
                  <a:pt x="478586" y="9067"/>
                </a:lnTo>
                <a:lnTo>
                  <a:pt x="479704" y="9525"/>
                </a:lnTo>
                <a:lnTo>
                  <a:pt x="482333" y="9525"/>
                </a:lnTo>
                <a:lnTo>
                  <a:pt x="483450" y="9067"/>
                </a:lnTo>
                <a:lnTo>
                  <a:pt x="485317" y="7200"/>
                </a:lnTo>
                <a:lnTo>
                  <a:pt x="485775" y="6083"/>
                </a:lnTo>
                <a:lnTo>
                  <a:pt x="485775" y="3454"/>
                </a:lnTo>
                <a:close/>
              </a:path>
              <a:path w="4438650" h="1819275">
                <a:moveTo>
                  <a:pt x="533400" y="1813204"/>
                </a:moveTo>
                <a:lnTo>
                  <a:pt x="532942" y="1812086"/>
                </a:lnTo>
                <a:lnTo>
                  <a:pt x="531075" y="1810219"/>
                </a:lnTo>
                <a:lnTo>
                  <a:pt x="529958" y="1809750"/>
                </a:lnTo>
                <a:lnTo>
                  <a:pt x="527329" y="1809750"/>
                </a:lnTo>
                <a:lnTo>
                  <a:pt x="526211" y="1810219"/>
                </a:lnTo>
                <a:lnTo>
                  <a:pt x="524344" y="1812086"/>
                </a:lnTo>
                <a:lnTo>
                  <a:pt x="523875" y="1813204"/>
                </a:lnTo>
                <a:lnTo>
                  <a:pt x="523875" y="1815833"/>
                </a:lnTo>
                <a:lnTo>
                  <a:pt x="524344" y="1816950"/>
                </a:lnTo>
                <a:lnTo>
                  <a:pt x="526211" y="1818817"/>
                </a:lnTo>
                <a:lnTo>
                  <a:pt x="527329" y="1819275"/>
                </a:lnTo>
                <a:lnTo>
                  <a:pt x="529958" y="1819275"/>
                </a:lnTo>
                <a:lnTo>
                  <a:pt x="531075" y="1818817"/>
                </a:lnTo>
                <a:lnTo>
                  <a:pt x="532942" y="1816950"/>
                </a:lnTo>
                <a:lnTo>
                  <a:pt x="533400" y="1815833"/>
                </a:lnTo>
                <a:lnTo>
                  <a:pt x="533400" y="1813204"/>
                </a:lnTo>
                <a:close/>
              </a:path>
              <a:path w="4438650" h="1819275">
                <a:moveTo>
                  <a:pt x="533400" y="908329"/>
                </a:moveTo>
                <a:lnTo>
                  <a:pt x="532942" y="907211"/>
                </a:lnTo>
                <a:lnTo>
                  <a:pt x="531075" y="905344"/>
                </a:lnTo>
                <a:lnTo>
                  <a:pt x="529958" y="904875"/>
                </a:lnTo>
                <a:lnTo>
                  <a:pt x="527329" y="904875"/>
                </a:lnTo>
                <a:lnTo>
                  <a:pt x="526211" y="905344"/>
                </a:lnTo>
                <a:lnTo>
                  <a:pt x="524344" y="907211"/>
                </a:lnTo>
                <a:lnTo>
                  <a:pt x="523875" y="908329"/>
                </a:lnTo>
                <a:lnTo>
                  <a:pt x="523875" y="910958"/>
                </a:lnTo>
                <a:lnTo>
                  <a:pt x="524344" y="912075"/>
                </a:lnTo>
                <a:lnTo>
                  <a:pt x="526211" y="913942"/>
                </a:lnTo>
                <a:lnTo>
                  <a:pt x="527329" y="914400"/>
                </a:lnTo>
                <a:lnTo>
                  <a:pt x="529958" y="914400"/>
                </a:lnTo>
                <a:lnTo>
                  <a:pt x="531075" y="913942"/>
                </a:lnTo>
                <a:lnTo>
                  <a:pt x="532942" y="912075"/>
                </a:lnTo>
                <a:lnTo>
                  <a:pt x="533400" y="910958"/>
                </a:lnTo>
                <a:lnTo>
                  <a:pt x="533400" y="908329"/>
                </a:lnTo>
                <a:close/>
              </a:path>
              <a:path w="4438650" h="1819275">
                <a:moveTo>
                  <a:pt x="533400" y="3454"/>
                </a:moveTo>
                <a:lnTo>
                  <a:pt x="532942" y="2336"/>
                </a:lnTo>
                <a:lnTo>
                  <a:pt x="531075" y="469"/>
                </a:lnTo>
                <a:lnTo>
                  <a:pt x="529958" y="0"/>
                </a:lnTo>
                <a:lnTo>
                  <a:pt x="527329" y="0"/>
                </a:lnTo>
                <a:lnTo>
                  <a:pt x="526211" y="469"/>
                </a:lnTo>
                <a:lnTo>
                  <a:pt x="524344" y="2336"/>
                </a:lnTo>
                <a:lnTo>
                  <a:pt x="523875" y="3454"/>
                </a:lnTo>
                <a:lnTo>
                  <a:pt x="523875" y="6083"/>
                </a:lnTo>
                <a:lnTo>
                  <a:pt x="524344" y="7200"/>
                </a:lnTo>
                <a:lnTo>
                  <a:pt x="526211" y="9067"/>
                </a:lnTo>
                <a:lnTo>
                  <a:pt x="527329" y="9525"/>
                </a:lnTo>
                <a:lnTo>
                  <a:pt x="529958" y="9525"/>
                </a:lnTo>
                <a:lnTo>
                  <a:pt x="531075" y="9067"/>
                </a:lnTo>
                <a:lnTo>
                  <a:pt x="532942" y="7200"/>
                </a:lnTo>
                <a:lnTo>
                  <a:pt x="533400" y="6083"/>
                </a:lnTo>
                <a:lnTo>
                  <a:pt x="533400" y="3454"/>
                </a:lnTo>
                <a:close/>
              </a:path>
              <a:path w="4438650" h="1819275">
                <a:moveTo>
                  <a:pt x="581025" y="1813204"/>
                </a:moveTo>
                <a:lnTo>
                  <a:pt x="580567" y="1812086"/>
                </a:lnTo>
                <a:lnTo>
                  <a:pt x="578700" y="1810219"/>
                </a:lnTo>
                <a:lnTo>
                  <a:pt x="577583" y="1809750"/>
                </a:lnTo>
                <a:lnTo>
                  <a:pt x="574954" y="1809750"/>
                </a:lnTo>
                <a:lnTo>
                  <a:pt x="573836" y="1810219"/>
                </a:lnTo>
                <a:lnTo>
                  <a:pt x="571969" y="1812086"/>
                </a:lnTo>
                <a:lnTo>
                  <a:pt x="571500" y="1813204"/>
                </a:lnTo>
                <a:lnTo>
                  <a:pt x="571500" y="1815833"/>
                </a:lnTo>
                <a:lnTo>
                  <a:pt x="571969" y="1816950"/>
                </a:lnTo>
                <a:lnTo>
                  <a:pt x="573836" y="1818817"/>
                </a:lnTo>
                <a:lnTo>
                  <a:pt x="574954" y="1819275"/>
                </a:lnTo>
                <a:lnTo>
                  <a:pt x="577583" y="1819275"/>
                </a:lnTo>
                <a:lnTo>
                  <a:pt x="578700" y="1818817"/>
                </a:lnTo>
                <a:lnTo>
                  <a:pt x="580567" y="1816950"/>
                </a:lnTo>
                <a:lnTo>
                  <a:pt x="581025" y="1815833"/>
                </a:lnTo>
                <a:lnTo>
                  <a:pt x="581025" y="1813204"/>
                </a:lnTo>
                <a:close/>
              </a:path>
              <a:path w="4438650" h="1819275">
                <a:moveTo>
                  <a:pt x="581025" y="908329"/>
                </a:moveTo>
                <a:lnTo>
                  <a:pt x="580567" y="907211"/>
                </a:lnTo>
                <a:lnTo>
                  <a:pt x="578700" y="905344"/>
                </a:lnTo>
                <a:lnTo>
                  <a:pt x="577583" y="904875"/>
                </a:lnTo>
                <a:lnTo>
                  <a:pt x="574954" y="904875"/>
                </a:lnTo>
                <a:lnTo>
                  <a:pt x="573836" y="905344"/>
                </a:lnTo>
                <a:lnTo>
                  <a:pt x="571969" y="907211"/>
                </a:lnTo>
                <a:lnTo>
                  <a:pt x="571500" y="908329"/>
                </a:lnTo>
                <a:lnTo>
                  <a:pt x="571500" y="910958"/>
                </a:lnTo>
                <a:lnTo>
                  <a:pt x="571969" y="912075"/>
                </a:lnTo>
                <a:lnTo>
                  <a:pt x="573836" y="913942"/>
                </a:lnTo>
                <a:lnTo>
                  <a:pt x="574954" y="914400"/>
                </a:lnTo>
                <a:lnTo>
                  <a:pt x="577583" y="914400"/>
                </a:lnTo>
                <a:lnTo>
                  <a:pt x="578700" y="913942"/>
                </a:lnTo>
                <a:lnTo>
                  <a:pt x="580567" y="912075"/>
                </a:lnTo>
                <a:lnTo>
                  <a:pt x="581025" y="910958"/>
                </a:lnTo>
                <a:lnTo>
                  <a:pt x="581025" y="908329"/>
                </a:lnTo>
                <a:close/>
              </a:path>
              <a:path w="4438650" h="1819275">
                <a:moveTo>
                  <a:pt x="581025" y="3454"/>
                </a:moveTo>
                <a:lnTo>
                  <a:pt x="580567" y="2336"/>
                </a:lnTo>
                <a:lnTo>
                  <a:pt x="578700" y="469"/>
                </a:lnTo>
                <a:lnTo>
                  <a:pt x="577583" y="0"/>
                </a:lnTo>
                <a:lnTo>
                  <a:pt x="574954" y="0"/>
                </a:lnTo>
                <a:lnTo>
                  <a:pt x="573836" y="469"/>
                </a:lnTo>
                <a:lnTo>
                  <a:pt x="571969" y="2336"/>
                </a:lnTo>
                <a:lnTo>
                  <a:pt x="571500" y="3454"/>
                </a:lnTo>
                <a:lnTo>
                  <a:pt x="571500" y="6083"/>
                </a:lnTo>
                <a:lnTo>
                  <a:pt x="571969" y="7200"/>
                </a:lnTo>
                <a:lnTo>
                  <a:pt x="573836" y="9067"/>
                </a:lnTo>
                <a:lnTo>
                  <a:pt x="574954" y="9525"/>
                </a:lnTo>
                <a:lnTo>
                  <a:pt x="577583" y="9525"/>
                </a:lnTo>
                <a:lnTo>
                  <a:pt x="578700" y="9067"/>
                </a:lnTo>
                <a:lnTo>
                  <a:pt x="580567" y="7200"/>
                </a:lnTo>
                <a:lnTo>
                  <a:pt x="581025" y="6083"/>
                </a:lnTo>
                <a:lnTo>
                  <a:pt x="581025" y="3454"/>
                </a:lnTo>
                <a:close/>
              </a:path>
              <a:path w="4438650" h="1819275">
                <a:moveTo>
                  <a:pt x="628650" y="1813204"/>
                </a:moveTo>
                <a:lnTo>
                  <a:pt x="628192" y="1812086"/>
                </a:lnTo>
                <a:lnTo>
                  <a:pt x="626325" y="1810219"/>
                </a:lnTo>
                <a:lnTo>
                  <a:pt x="625208" y="1809750"/>
                </a:lnTo>
                <a:lnTo>
                  <a:pt x="622579" y="1809750"/>
                </a:lnTo>
                <a:lnTo>
                  <a:pt x="621461" y="1810219"/>
                </a:lnTo>
                <a:lnTo>
                  <a:pt x="619594" y="1812086"/>
                </a:lnTo>
                <a:lnTo>
                  <a:pt x="619125" y="1813204"/>
                </a:lnTo>
                <a:lnTo>
                  <a:pt x="619125" y="1815833"/>
                </a:lnTo>
                <a:lnTo>
                  <a:pt x="619594" y="1816950"/>
                </a:lnTo>
                <a:lnTo>
                  <a:pt x="621461" y="1818817"/>
                </a:lnTo>
                <a:lnTo>
                  <a:pt x="622579" y="1819275"/>
                </a:lnTo>
                <a:lnTo>
                  <a:pt x="625208" y="1819275"/>
                </a:lnTo>
                <a:lnTo>
                  <a:pt x="626325" y="1818817"/>
                </a:lnTo>
                <a:lnTo>
                  <a:pt x="628192" y="1816950"/>
                </a:lnTo>
                <a:lnTo>
                  <a:pt x="628650" y="1815833"/>
                </a:lnTo>
                <a:lnTo>
                  <a:pt x="628650" y="1813204"/>
                </a:lnTo>
                <a:close/>
              </a:path>
              <a:path w="4438650" h="1819275">
                <a:moveTo>
                  <a:pt x="628650" y="908329"/>
                </a:moveTo>
                <a:lnTo>
                  <a:pt x="628192" y="907211"/>
                </a:lnTo>
                <a:lnTo>
                  <a:pt x="626325" y="905344"/>
                </a:lnTo>
                <a:lnTo>
                  <a:pt x="625208" y="904875"/>
                </a:lnTo>
                <a:lnTo>
                  <a:pt x="622579" y="904875"/>
                </a:lnTo>
                <a:lnTo>
                  <a:pt x="621461" y="905344"/>
                </a:lnTo>
                <a:lnTo>
                  <a:pt x="619594" y="907211"/>
                </a:lnTo>
                <a:lnTo>
                  <a:pt x="619125" y="908329"/>
                </a:lnTo>
                <a:lnTo>
                  <a:pt x="619125" y="910958"/>
                </a:lnTo>
                <a:lnTo>
                  <a:pt x="619594" y="912075"/>
                </a:lnTo>
                <a:lnTo>
                  <a:pt x="621461" y="913942"/>
                </a:lnTo>
                <a:lnTo>
                  <a:pt x="622579" y="914400"/>
                </a:lnTo>
                <a:lnTo>
                  <a:pt x="625208" y="914400"/>
                </a:lnTo>
                <a:lnTo>
                  <a:pt x="626325" y="913942"/>
                </a:lnTo>
                <a:lnTo>
                  <a:pt x="628192" y="912075"/>
                </a:lnTo>
                <a:lnTo>
                  <a:pt x="628650" y="910958"/>
                </a:lnTo>
                <a:lnTo>
                  <a:pt x="628650" y="908329"/>
                </a:lnTo>
                <a:close/>
              </a:path>
              <a:path w="4438650" h="1819275">
                <a:moveTo>
                  <a:pt x="628650" y="3454"/>
                </a:moveTo>
                <a:lnTo>
                  <a:pt x="628192" y="2336"/>
                </a:lnTo>
                <a:lnTo>
                  <a:pt x="626325" y="469"/>
                </a:lnTo>
                <a:lnTo>
                  <a:pt x="625208" y="0"/>
                </a:lnTo>
                <a:lnTo>
                  <a:pt x="622579" y="0"/>
                </a:lnTo>
                <a:lnTo>
                  <a:pt x="621461" y="469"/>
                </a:lnTo>
                <a:lnTo>
                  <a:pt x="619594" y="2336"/>
                </a:lnTo>
                <a:lnTo>
                  <a:pt x="619125" y="3454"/>
                </a:lnTo>
                <a:lnTo>
                  <a:pt x="619125" y="6083"/>
                </a:lnTo>
                <a:lnTo>
                  <a:pt x="619594" y="7200"/>
                </a:lnTo>
                <a:lnTo>
                  <a:pt x="621461" y="9067"/>
                </a:lnTo>
                <a:lnTo>
                  <a:pt x="622579" y="9525"/>
                </a:lnTo>
                <a:lnTo>
                  <a:pt x="625208" y="9525"/>
                </a:lnTo>
                <a:lnTo>
                  <a:pt x="626325" y="9067"/>
                </a:lnTo>
                <a:lnTo>
                  <a:pt x="628192" y="7200"/>
                </a:lnTo>
                <a:lnTo>
                  <a:pt x="628650" y="6083"/>
                </a:lnTo>
                <a:lnTo>
                  <a:pt x="628650" y="3454"/>
                </a:lnTo>
                <a:close/>
              </a:path>
              <a:path w="4438650" h="1819275">
                <a:moveTo>
                  <a:pt x="676275" y="1813204"/>
                </a:moveTo>
                <a:lnTo>
                  <a:pt x="675817" y="1812086"/>
                </a:lnTo>
                <a:lnTo>
                  <a:pt x="673950" y="1810219"/>
                </a:lnTo>
                <a:lnTo>
                  <a:pt x="672833" y="1809750"/>
                </a:lnTo>
                <a:lnTo>
                  <a:pt x="670204" y="1809750"/>
                </a:lnTo>
                <a:lnTo>
                  <a:pt x="669086" y="1810219"/>
                </a:lnTo>
                <a:lnTo>
                  <a:pt x="667219" y="1812086"/>
                </a:lnTo>
                <a:lnTo>
                  <a:pt x="666750" y="1813204"/>
                </a:lnTo>
                <a:lnTo>
                  <a:pt x="666750" y="1815833"/>
                </a:lnTo>
                <a:lnTo>
                  <a:pt x="667219" y="1816950"/>
                </a:lnTo>
                <a:lnTo>
                  <a:pt x="669086" y="1818817"/>
                </a:lnTo>
                <a:lnTo>
                  <a:pt x="670204" y="1819275"/>
                </a:lnTo>
                <a:lnTo>
                  <a:pt x="672833" y="1819275"/>
                </a:lnTo>
                <a:lnTo>
                  <a:pt x="673950" y="1818817"/>
                </a:lnTo>
                <a:lnTo>
                  <a:pt x="675817" y="1816950"/>
                </a:lnTo>
                <a:lnTo>
                  <a:pt x="676275" y="1815833"/>
                </a:lnTo>
                <a:lnTo>
                  <a:pt x="676275" y="1813204"/>
                </a:lnTo>
                <a:close/>
              </a:path>
              <a:path w="4438650" h="1819275">
                <a:moveTo>
                  <a:pt x="676275" y="908329"/>
                </a:moveTo>
                <a:lnTo>
                  <a:pt x="675817" y="907211"/>
                </a:lnTo>
                <a:lnTo>
                  <a:pt x="673950" y="905344"/>
                </a:lnTo>
                <a:lnTo>
                  <a:pt x="672833" y="904875"/>
                </a:lnTo>
                <a:lnTo>
                  <a:pt x="670204" y="904875"/>
                </a:lnTo>
                <a:lnTo>
                  <a:pt x="669086" y="905344"/>
                </a:lnTo>
                <a:lnTo>
                  <a:pt x="667219" y="907211"/>
                </a:lnTo>
                <a:lnTo>
                  <a:pt x="666750" y="908329"/>
                </a:lnTo>
                <a:lnTo>
                  <a:pt x="666750" y="910958"/>
                </a:lnTo>
                <a:lnTo>
                  <a:pt x="667219" y="912075"/>
                </a:lnTo>
                <a:lnTo>
                  <a:pt x="669086" y="913942"/>
                </a:lnTo>
                <a:lnTo>
                  <a:pt x="670204" y="914400"/>
                </a:lnTo>
                <a:lnTo>
                  <a:pt x="672833" y="914400"/>
                </a:lnTo>
                <a:lnTo>
                  <a:pt x="673950" y="913942"/>
                </a:lnTo>
                <a:lnTo>
                  <a:pt x="675817" y="912075"/>
                </a:lnTo>
                <a:lnTo>
                  <a:pt x="676275" y="910958"/>
                </a:lnTo>
                <a:lnTo>
                  <a:pt x="676275" y="908329"/>
                </a:lnTo>
                <a:close/>
              </a:path>
              <a:path w="4438650" h="1819275">
                <a:moveTo>
                  <a:pt x="676275" y="3454"/>
                </a:moveTo>
                <a:lnTo>
                  <a:pt x="675817" y="2336"/>
                </a:lnTo>
                <a:lnTo>
                  <a:pt x="673950" y="469"/>
                </a:lnTo>
                <a:lnTo>
                  <a:pt x="672833" y="0"/>
                </a:lnTo>
                <a:lnTo>
                  <a:pt x="670204" y="0"/>
                </a:lnTo>
                <a:lnTo>
                  <a:pt x="669086" y="469"/>
                </a:lnTo>
                <a:lnTo>
                  <a:pt x="667219" y="2336"/>
                </a:lnTo>
                <a:lnTo>
                  <a:pt x="666750" y="3454"/>
                </a:lnTo>
                <a:lnTo>
                  <a:pt x="666750" y="6083"/>
                </a:lnTo>
                <a:lnTo>
                  <a:pt x="667219" y="7200"/>
                </a:lnTo>
                <a:lnTo>
                  <a:pt x="669086" y="9067"/>
                </a:lnTo>
                <a:lnTo>
                  <a:pt x="670204" y="9525"/>
                </a:lnTo>
                <a:lnTo>
                  <a:pt x="672833" y="9525"/>
                </a:lnTo>
                <a:lnTo>
                  <a:pt x="673950" y="9067"/>
                </a:lnTo>
                <a:lnTo>
                  <a:pt x="675817" y="7200"/>
                </a:lnTo>
                <a:lnTo>
                  <a:pt x="676275" y="6083"/>
                </a:lnTo>
                <a:lnTo>
                  <a:pt x="676275" y="3454"/>
                </a:lnTo>
                <a:close/>
              </a:path>
              <a:path w="4438650" h="1819275">
                <a:moveTo>
                  <a:pt x="723900" y="1813204"/>
                </a:moveTo>
                <a:lnTo>
                  <a:pt x="723442" y="1812086"/>
                </a:lnTo>
                <a:lnTo>
                  <a:pt x="721575" y="1810219"/>
                </a:lnTo>
                <a:lnTo>
                  <a:pt x="720458" y="1809750"/>
                </a:lnTo>
                <a:lnTo>
                  <a:pt x="717829" y="1809750"/>
                </a:lnTo>
                <a:lnTo>
                  <a:pt x="716711" y="1810219"/>
                </a:lnTo>
                <a:lnTo>
                  <a:pt x="714844" y="1812086"/>
                </a:lnTo>
                <a:lnTo>
                  <a:pt x="714375" y="1813204"/>
                </a:lnTo>
                <a:lnTo>
                  <a:pt x="714375" y="1815833"/>
                </a:lnTo>
                <a:lnTo>
                  <a:pt x="714844" y="1816950"/>
                </a:lnTo>
                <a:lnTo>
                  <a:pt x="716711" y="1818817"/>
                </a:lnTo>
                <a:lnTo>
                  <a:pt x="717829" y="1819275"/>
                </a:lnTo>
                <a:lnTo>
                  <a:pt x="720458" y="1819275"/>
                </a:lnTo>
                <a:lnTo>
                  <a:pt x="721575" y="1818817"/>
                </a:lnTo>
                <a:lnTo>
                  <a:pt x="723442" y="1816950"/>
                </a:lnTo>
                <a:lnTo>
                  <a:pt x="723900" y="1815833"/>
                </a:lnTo>
                <a:lnTo>
                  <a:pt x="723900" y="1813204"/>
                </a:lnTo>
                <a:close/>
              </a:path>
              <a:path w="4438650" h="1819275">
                <a:moveTo>
                  <a:pt x="723900" y="908329"/>
                </a:moveTo>
                <a:lnTo>
                  <a:pt x="723442" y="907211"/>
                </a:lnTo>
                <a:lnTo>
                  <a:pt x="721575" y="905344"/>
                </a:lnTo>
                <a:lnTo>
                  <a:pt x="720458" y="904875"/>
                </a:lnTo>
                <a:lnTo>
                  <a:pt x="717829" y="904875"/>
                </a:lnTo>
                <a:lnTo>
                  <a:pt x="716711" y="905344"/>
                </a:lnTo>
                <a:lnTo>
                  <a:pt x="714844" y="907211"/>
                </a:lnTo>
                <a:lnTo>
                  <a:pt x="714375" y="908329"/>
                </a:lnTo>
                <a:lnTo>
                  <a:pt x="714375" y="910958"/>
                </a:lnTo>
                <a:lnTo>
                  <a:pt x="714844" y="912075"/>
                </a:lnTo>
                <a:lnTo>
                  <a:pt x="716711" y="913942"/>
                </a:lnTo>
                <a:lnTo>
                  <a:pt x="717829" y="914400"/>
                </a:lnTo>
                <a:lnTo>
                  <a:pt x="720458" y="914400"/>
                </a:lnTo>
                <a:lnTo>
                  <a:pt x="721575" y="913942"/>
                </a:lnTo>
                <a:lnTo>
                  <a:pt x="723442" y="912075"/>
                </a:lnTo>
                <a:lnTo>
                  <a:pt x="723900" y="910958"/>
                </a:lnTo>
                <a:lnTo>
                  <a:pt x="723900" y="908329"/>
                </a:lnTo>
                <a:close/>
              </a:path>
              <a:path w="4438650" h="1819275">
                <a:moveTo>
                  <a:pt x="723900" y="3454"/>
                </a:moveTo>
                <a:lnTo>
                  <a:pt x="723442" y="2336"/>
                </a:lnTo>
                <a:lnTo>
                  <a:pt x="721575" y="469"/>
                </a:lnTo>
                <a:lnTo>
                  <a:pt x="720458" y="0"/>
                </a:lnTo>
                <a:lnTo>
                  <a:pt x="717829" y="0"/>
                </a:lnTo>
                <a:lnTo>
                  <a:pt x="716711" y="469"/>
                </a:lnTo>
                <a:lnTo>
                  <a:pt x="714844" y="2336"/>
                </a:lnTo>
                <a:lnTo>
                  <a:pt x="714375" y="3454"/>
                </a:lnTo>
                <a:lnTo>
                  <a:pt x="714375" y="6083"/>
                </a:lnTo>
                <a:lnTo>
                  <a:pt x="714844" y="7200"/>
                </a:lnTo>
                <a:lnTo>
                  <a:pt x="716711" y="9067"/>
                </a:lnTo>
                <a:lnTo>
                  <a:pt x="717829" y="9525"/>
                </a:lnTo>
                <a:lnTo>
                  <a:pt x="720458" y="9525"/>
                </a:lnTo>
                <a:lnTo>
                  <a:pt x="721575" y="9067"/>
                </a:lnTo>
                <a:lnTo>
                  <a:pt x="723442" y="7200"/>
                </a:lnTo>
                <a:lnTo>
                  <a:pt x="723900" y="6083"/>
                </a:lnTo>
                <a:lnTo>
                  <a:pt x="723900" y="3454"/>
                </a:lnTo>
                <a:close/>
              </a:path>
              <a:path w="4438650" h="1819275">
                <a:moveTo>
                  <a:pt x="771525" y="1813204"/>
                </a:moveTo>
                <a:lnTo>
                  <a:pt x="771067" y="1812086"/>
                </a:lnTo>
                <a:lnTo>
                  <a:pt x="769200" y="1810219"/>
                </a:lnTo>
                <a:lnTo>
                  <a:pt x="768083" y="1809750"/>
                </a:lnTo>
                <a:lnTo>
                  <a:pt x="765454" y="1809750"/>
                </a:lnTo>
                <a:lnTo>
                  <a:pt x="764336" y="1810219"/>
                </a:lnTo>
                <a:lnTo>
                  <a:pt x="762469" y="1812086"/>
                </a:lnTo>
                <a:lnTo>
                  <a:pt x="762000" y="1813204"/>
                </a:lnTo>
                <a:lnTo>
                  <a:pt x="762000" y="1815833"/>
                </a:lnTo>
                <a:lnTo>
                  <a:pt x="762469" y="1816950"/>
                </a:lnTo>
                <a:lnTo>
                  <a:pt x="764336" y="1818817"/>
                </a:lnTo>
                <a:lnTo>
                  <a:pt x="765454" y="1819275"/>
                </a:lnTo>
                <a:lnTo>
                  <a:pt x="768083" y="1819275"/>
                </a:lnTo>
                <a:lnTo>
                  <a:pt x="769200" y="1818817"/>
                </a:lnTo>
                <a:lnTo>
                  <a:pt x="771067" y="1816950"/>
                </a:lnTo>
                <a:lnTo>
                  <a:pt x="771525" y="1815833"/>
                </a:lnTo>
                <a:lnTo>
                  <a:pt x="771525" y="1813204"/>
                </a:lnTo>
                <a:close/>
              </a:path>
              <a:path w="4438650" h="1819275">
                <a:moveTo>
                  <a:pt x="771525" y="908329"/>
                </a:moveTo>
                <a:lnTo>
                  <a:pt x="771067" y="907211"/>
                </a:lnTo>
                <a:lnTo>
                  <a:pt x="769200" y="905344"/>
                </a:lnTo>
                <a:lnTo>
                  <a:pt x="768083" y="904875"/>
                </a:lnTo>
                <a:lnTo>
                  <a:pt x="765454" y="904875"/>
                </a:lnTo>
                <a:lnTo>
                  <a:pt x="764336" y="905344"/>
                </a:lnTo>
                <a:lnTo>
                  <a:pt x="762469" y="907211"/>
                </a:lnTo>
                <a:lnTo>
                  <a:pt x="762000" y="908329"/>
                </a:lnTo>
                <a:lnTo>
                  <a:pt x="762000" y="910958"/>
                </a:lnTo>
                <a:lnTo>
                  <a:pt x="762469" y="912075"/>
                </a:lnTo>
                <a:lnTo>
                  <a:pt x="764336" y="913942"/>
                </a:lnTo>
                <a:lnTo>
                  <a:pt x="765454" y="914400"/>
                </a:lnTo>
                <a:lnTo>
                  <a:pt x="768083" y="914400"/>
                </a:lnTo>
                <a:lnTo>
                  <a:pt x="769200" y="913942"/>
                </a:lnTo>
                <a:lnTo>
                  <a:pt x="771067" y="912075"/>
                </a:lnTo>
                <a:lnTo>
                  <a:pt x="771525" y="910958"/>
                </a:lnTo>
                <a:lnTo>
                  <a:pt x="771525" y="908329"/>
                </a:lnTo>
                <a:close/>
              </a:path>
              <a:path w="4438650" h="1819275">
                <a:moveTo>
                  <a:pt x="771525" y="3454"/>
                </a:moveTo>
                <a:lnTo>
                  <a:pt x="771067" y="2336"/>
                </a:lnTo>
                <a:lnTo>
                  <a:pt x="769200" y="469"/>
                </a:lnTo>
                <a:lnTo>
                  <a:pt x="768083" y="0"/>
                </a:lnTo>
                <a:lnTo>
                  <a:pt x="765454" y="0"/>
                </a:lnTo>
                <a:lnTo>
                  <a:pt x="764336" y="469"/>
                </a:lnTo>
                <a:lnTo>
                  <a:pt x="762469" y="2336"/>
                </a:lnTo>
                <a:lnTo>
                  <a:pt x="762000" y="3454"/>
                </a:lnTo>
                <a:lnTo>
                  <a:pt x="762000" y="6083"/>
                </a:lnTo>
                <a:lnTo>
                  <a:pt x="762469" y="7200"/>
                </a:lnTo>
                <a:lnTo>
                  <a:pt x="764336" y="9067"/>
                </a:lnTo>
                <a:lnTo>
                  <a:pt x="765454" y="9525"/>
                </a:lnTo>
                <a:lnTo>
                  <a:pt x="768083" y="9525"/>
                </a:lnTo>
                <a:lnTo>
                  <a:pt x="769200" y="9067"/>
                </a:lnTo>
                <a:lnTo>
                  <a:pt x="771067" y="7200"/>
                </a:lnTo>
                <a:lnTo>
                  <a:pt x="771525" y="6083"/>
                </a:lnTo>
                <a:lnTo>
                  <a:pt x="771525" y="3454"/>
                </a:lnTo>
                <a:close/>
              </a:path>
              <a:path w="4438650" h="1819275">
                <a:moveTo>
                  <a:pt x="819150" y="1813204"/>
                </a:moveTo>
                <a:lnTo>
                  <a:pt x="818692" y="1812086"/>
                </a:lnTo>
                <a:lnTo>
                  <a:pt x="816825" y="1810219"/>
                </a:lnTo>
                <a:lnTo>
                  <a:pt x="815708" y="1809750"/>
                </a:lnTo>
                <a:lnTo>
                  <a:pt x="813079" y="1809750"/>
                </a:lnTo>
                <a:lnTo>
                  <a:pt x="811961" y="1810219"/>
                </a:lnTo>
                <a:lnTo>
                  <a:pt x="810094" y="1812086"/>
                </a:lnTo>
                <a:lnTo>
                  <a:pt x="809625" y="1813204"/>
                </a:lnTo>
                <a:lnTo>
                  <a:pt x="809625" y="1815833"/>
                </a:lnTo>
                <a:lnTo>
                  <a:pt x="810094" y="1816950"/>
                </a:lnTo>
                <a:lnTo>
                  <a:pt x="811961" y="1818817"/>
                </a:lnTo>
                <a:lnTo>
                  <a:pt x="813079" y="1819275"/>
                </a:lnTo>
                <a:lnTo>
                  <a:pt x="815708" y="1819275"/>
                </a:lnTo>
                <a:lnTo>
                  <a:pt x="816825" y="1818817"/>
                </a:lnTo>
                <a:lnTo>
                  <a:pt x="818692" y="1816950"/>
                </a:lnTo>
                <a:lnTo>
                  <a:pt x="819150" y="1815833"/>
                </a:lnTo>
                <a:lnTo>
                  <a:pt x="819150" y="1813204"/>
                </a:lnTo>
                <a:close/>
              </a:path>
              <a:path w="4438650" h="1819275">
                <a:moveTo>
                  <a:pt x="819150" y="908329"/>
                </a:moveTo>
                <a:lnTo>
                  <a:pt x="818692" y="907211"/>
                </a:lnTo>
                <a:lnTo>
                  <a:pt x="816825" y="905344"/>
                </a:lnTo>
                <a:lnTo>
                  <a:pt x="815708" y="904875"/>
                </a:lnTo>
                <a:lnTo>
                  <a:pt x="813079" y="904875"/>
                </a:lnTo>
                <a:lnTo>
                  <a:pt x="811961" y="905344"/>
                </a:lnTo>
                <a:lnTo>
                  <a:pt x="810094" y="907211"/>
                </a:lnTo>
                <a:lnTo>
                  <a:pt x="809625" y="908329"/>
                </a:lnTo>
                <a:lnTo>
                  <a:pt x="809625" y="910958"/>
                </a:lnTo>
                <a:lnTo>
                  <a:pt x="810094" y="912075"/>
                </a:lnTo>
                <a:lnTo>
                  <a:pt x="811961" y="913942"/>
                </a:lnTo>
                <a:lnTo>
                  <a:pt x="813079" y="914400"/>
                </a:lnTo>
                <a:lnTo>
                  <a:pt x="815708" y="914400"/>
                </a:lnTo>
                <a:lnTo>
                  <a:pt x="816825" y="913942"/>
                </a:lnTo>
                <a:lnTo>
                  <a:pt x="818692" y="912075"/>
                </a:lnTo>
                <a:lnTo>
                  <a:pt x="819150" y="910958"/>
                </a:lnTo>
                <a:lnTo>
                  <a:pt x="819150" y="908329"/>
                </a:lnTo>
                <a:close/>
              </a:path>
              <a:path w="4438650" h="1819275">
                <a:moveTo>
                  <a:pt x="819150" y="3454"/>
                </a:moveTo>
                <a:lnTo>
                  <a:pt x="818692" y="2336"/>
                </a:lnTo>
                <a:lnTo>
                  <a:pt x="816825" y="469"/>
                </a:lnTo>
                <a:lnTo>
                  <a:pt x="815708" y="0"/>
                </a:lnTo>
                <a:lnTo>
                  <a:pt x="813079" y="0"/>
                </a:lnTo>
                <a:lnTo>
                  <a:pt x="811961" y="469"/>
                </a:lnTo>
                <a:lnTo>
                  <a:pt x="810094" y="2336"/>
                </a:lnTo>
                <a:lnTo>
                  <a:pt x="809625" y="3454"/>
                </a:lnTo>
                <a:lnTo>
                  <a:pt x="809625" y="6083"/>
                </a:lnTo>
                <a:lnTo>
                  <a:pt x="810094" y="7200"/>
                </a:lnTo>
                <a:lnTo>
                  <a:pt x="811961" y="9067"/>
                </a:lnTo>
                <a:lnTo>
                  <a:pt x="813079" y="9525"/>
                </a:lnTo>
                <a:lnTo>
                  <a:pt x="815708" y="9525"/>
                </a:lnTo>
                <a:lnTo>
                  <a:pt x="816825" y="9067"/>
                </a:lnTo>
                <a:lnTo>
                  <a:pt x="818692" y="7200"/>
                </a:lnTo>
                <a:lnTo>
                  <a:pt x="819150" y="6083"/>
                </a:lnTo>
                <a:lnTo>
                  <a:pt x="819150" y="3454"/>
                </a:lnTo>
                <a:close/>
              </a:path>
              <a:path w="4438650" h="1819275">
                <a:moveTo>
                  <a:pt x="866775" y="1813204"/>
                </a:moveTo>
                <a:lnTo>
                  <a:pt x="866317" y="1812086"/>
                </a:lnTo>
                <a:lnTo>
                  <a:pt x="864450" y="1810219"/>
                </a:lnTo>
                <a:lnTo>
                  <a:pt x="863333" y="1809750"/>
                </a:lnTo>
                <a:lnTo>
                  <a:pt x="860704" y="1809750"/>
                </a:lnTo>
                <a:lnTo>
                  <a:pt x="859586" y="1810219"/>
                </a:lnTo>
                <a:lnTo>
                  <a:pt x="857719" y="1812086"/>
                </a:lnTo>
                <a:lnTo>
                  <a:pt x="857250" y="1813204"/>
                </a:lnTo>
                <a:lnTo>
                  <a:pt x="857250" y="1815833"/>
                </a:lnTo>
                <a:lnTo>
                  <a:pt x="857719" y="1816950"/>
                </a:lnTo>
                <a:lnTo>
                  <a:pt x="859586" y="1818817"/>
                </a:lnTo>
                <a:lnTo>
                  <a:pt x="860704" y="1819275"/>
                </a:lnTo>
                <a:lnTo>
                  <a:pt x="863333" y="1819275"/>
                </a:lnTo>
                <a:lnTo>
                  <a:pt x="864450" y="1818817"/>
                </a:lnTo>
                <a:lnTo>
                  <a:pt x="866317" y="1816950"/>
                </a:lnTo>
                <a:lnTo>
                  <a:pt x="866775" y="1815833"/>
                </a:lnTo>
                <a:lnTo>
                  <a:pt x="866775" y="1813204"/>
                </a:lnTo>
                <a:close/>
              </a:path>
              <a:path w="4438650" h="1819275">
                <a:moveTo>
                  <a:pt x="866775" y="908329"/>
                </a:moveTo>
                <a:lnTo>
                  <a:pt x="866317" y="907211"/>
                </a:lnTo>
                <a:lnTo>
                  <a:pt x="864450" y="905344"/>
                </a:lnTo>
                <a:lnTo>
                  <a:pt x="863333" y="904875"/>
                </a:lnTo>
                <a:lnTo>
                  <a:pt x="860704" y="904875"/>
                </a:lnTo>
                <a:lnTo>
                  <a:pt x="859586" y="905344"/>
                </a:lnTo>
                <a:lnTo>
                  <a:pt x="857719" y="907211"/>
                </a:lnTo>
                <a:lnTo>
                  <a:pt x="857250" y="908329"/>
                </a:lnTo>
                <a:lnTo>
                  <a:pt x="857250" y="910958"/>
                </a:lnTo>
                <a:lnTo>
                  <a:pt x="857719" y="912075"/>
                </a:lnTo>
                <a:lnTo>
                  <a:pt x="859586" y="913942"/>
                </a:lnTo>
                <a:lnTo>
                  <a:pt x="860704" y="914400"/>
                </a:lnTo>
                <a:lnTo>
                  <a:pt x="863333" y="914400"/>
                </a:lnTo>
                <a:lnTo>
                  <a:pt x="864450" y="913942"/>
                </a:lnTo>
                <a:lnTo>
                  <a:pt x="866317" y="912075"/>
                </a:lnTo>
                <a:lnTo>
                  <a:pt x="866775" y="910958"/>
                </a:lnTo>
                <a:lnTo>
                  <a:pt x="866775" y="908329"/>
                </a:lnTo>
                <a:close/>
              </a:path>
              <a:path w="4438650" h="1819275">
                <a:moveTo>
                  <a:pt x="866775" y="3454"/>
                </a:moveTo>
                <a:lnTo>
                  <a:pt x="866317" y="2336"/>
                </a:lnTo>
                <a:lnTo>
                  <a:pt x="864450" y="469"/>
                </a:lnTo>
                <a:lnTo>
                  <a:pt x="863333" y="0"/>
                </a:lnTo>
                <a:lnTo>
                  <a:pt x="860704" y="0"/>
                </a:lnTo>
                <a:lnTo>
                  <a:pt x="859586" y="469"/>
                </a:lnTo>
                <a:lnTo>
                  <a:pt x="857719" y="2336"/>
                </a:lnTo>
                <a:lnTo>
                  <a:pt x="857250" y="3454"/>
                </a:lnTo>
                <a:lnTo>
                  <a:pt x="857250" y="6083"/>
                </a:lnTo>
                <a:lnTo>
                  <a:pt x="857719" y="7200"/>
                </a:lnTo>
                <a:lnTo>
                  <a:pt x="859586" y="9067"/>
                </a:lnTo>
                <a:lnTo>
                  <a:pt x="860704" y="9525"/>
                </a:lnTo>
                <a:lnTo>
                  <a:pt x="863333" y="9525"/>
                </a:lnTo>
                <a:lnTo>
                  <a:pt x="864450" y="9067"/>
                </a:lnTo>
                <a:lnTo>
                  <a:pt x="866317" y="7200"/>
                </a:lnTo>
                <a:lnTo>
                  <a:pt x="866775" y="6083"/>
                </a:lnTo>
                <a:lnTo>
                  <a:pt x="866775" y="3454"/>
                </a:lnTo>
                <a:close/>
              </a:path>
              <a:path w="4438650" h="1819275">
                <a:moveTo>
                  <a:pt x="914400" y="1813204"/>
                </a:moveTo>
                <a:lnTo>
                  <a:pt x="913942" y="1812086"/>
                </a:lnTo>
                <a:lnTo>
                  <a:pt x="912075" y="1810219"/>
                </a:lnTo>
                <a:lnTo>
                  <a:pt x="910958" y="1809750"/>
                </a:lnTo>
                <a:lnTo>
                  <a:pt x="908329" y="1809750"/>
                </a:lnTo>
                <a:lnTo>
                  <a:pt x="907211" y="1810219"/>
                </a:lnTo>
                <a:lnTo>
                  <a:pt x="905344" y="1812086"/>
                </a:lnTo>
                <a:lnTo>
                  <a:pt x="904875" y="1813204"/>
                </a:lnTo>
                <a:lnTo>
                  <a:pt x="904875" y="1815833"/>
                </a:lnTo>
                <a:lnTo>
                  <a:pt x="905344" y="1816950"/>
                </a:lnTo>
                <a:lnTo>
                  <a:pt x="907211" y="1818817"/>
                </a:lnTo>
                <a:lnTo>
                  <a:pt x="908329" y="1819275"/>
                </a:lnTo>
                <a:lnTo>
                  <a:pt x="910958" y="1819275"/>
                </a:lnTo>
                <a:lnTo>
                  <a:pt x="912075" y="1818817"/>
                </a:lnTo>
                <a:lnTo>
                  <a:pt x="913942" y="1816950"/>
                </a:lnTo>
                <a:lnTo>
                  <a:pt x="914400" y="1815833"/>
                </a:lnTo>
                <a:lnTo>
                  <a:pt x="914400" y="1813204"/>
                </a:lnTo>
                <a:close/>
              </a:path>
              <a:path w="4438650" h="1819275">
                <a:moveTo>
                  <a:pt x="914400" y="908329"/>
                </a:moveTo>
                <a:lnTo>
                  <a:pt x="913942" y="907211"/>
                </a:lnTo>
                <a:lnTo>
                  <a:pt x="912075" y="905344"/>
                </a:lnTo>
                <a:lnTo>
                  <a:pt x="910958" y="904875"/>
                </a:lnTo>
                <a:lnTo>
                  <a:pt x="908329" y="904875"/>
                </a:lnTo>
                <a:lnTo>
                  <a:pt x="907211" y="905344"/>
                </a:lnTo>
                <a:lnTo>
                  <a:pt x="905344" y="907211"/>
                </a:lnTo>
                <a:lnTo>
                  <a:pt x="904875" y="908329"/>
                </a:lnTo>
                <a:lnTo>
                  <a:pt x="904875" y="910958"/>
                </a:lnTo>
                <a:lnTo>
                  <a:pt x="905344" y="912075"/>
                </a:lnTo>
                <a:lnTo>
                  <a:pt x="907211" y="913942"/>
                </a:lnTo>
                <a:lnTo>
                  <a:pt x="908329" y="914400"/>
                </a:lnTo>
                <a:lnTo>
                  <a:pt x="910958" y="914400"/>
                </a:lnTo>
                <a:lnTo>
                  <a:pt x="912075" y="913942"/>
                </a:lnTo>
                <a:lnTo>
                  <a:pt x="913942" y="912075"/>
                </a:lnTo>
                <a:lnTo>
                  <a:pt x="914400" y="910958"/>
                </a:lnTo>
                <a:lnTo>
                  <a:pt x="914400" y="908329"/>
                </a:lnTo>
                <a:close/>
              </a:path>
              <a:path w="4438650" h="1819275">
                <a:moveTo>
                  <a:pt x="914400" y="3454"/>
                </a:moveTo>
                <a:lnTo>
                  <a:pt x="913942" y="2336"/>
                </a:lnTo>
                <a:lnTo>
                  <a:pt x="912075" y="469"/>
                </a:lnTo>
                <a:lnTo>
                  <a:pt x="910958" y="0"/>
                </a:lnTo>
                <a:lnTo>
                  <a:pt x="908329" y="0"/>
                </a:lnTo>
                <a:lnTo>
                  <a:pt x="907211" y="469"/>
                </a:lnTo>
                <a:lnTo>
                  <a:pt x="905344" y="2336"/>
                </a:lnTo>
                <a:lnTo>
                  <a:pt x="904875" y="3454"/>
                </a:lnTo>
                <a:lnTo>
                  <a:pt x="904875" y="6083"/>
                </a:lnTo>
                <a:lnTo>
                  <a:pt x="905344" y="7200"/>
                </a:lnTo>
                <a:lnTo>
                  <a:pt x="907211" y="9067"/>
                </a:lnTo>
                <a:lnTo>
                  <a:pt x="908329" y="9525"/>
                </a:lnTo>
                <a:lnTo>
                  <a:pt x="910958" y="9525"/>
                </a:lnTo>
                <a:lnTo>
                  <a:pt x="912075" y="9067"/>
                </a:lnTo>
                <a:lnTo>
                  <a:pt x="913942" y="7200"/>
                </a:lnTo>
                <a:lnTo>
                  <a:pt x="914400" y="6083"/>
                </a:lnTo>
                <a:lnTo>
                  <a:pt x="914400" y="3454"/>
                </a:lnTo>
                <a:close/>
              </a:path>
              <a:path w="4438650" h="1819275">
                <a:moveTo>
                  <a:pt x="962025" y="1813204"/>
                </a:moveTo>
                <a:lnTo>
                  <a:pt x="961567" y="1812086"/>
                </a:lnTo>
                <a:lnTo>
                  <a:pt x="959700" y="1810219"/>
                </a:lnTo>
                <a:lnTo>
                  <a:pt x="958583" y="1809750"/>
                </a:lnTo>
                <a:lnTo>
                  <a:pt x="955954" y="1809750"/>
                </a:lnTo>
                <a:lnTo>
                  <a:pt x="954836" y="1810219"/>
                </a:lnTo>
                <a:lnTo>
                  <a:pt x="952969" y="1812086"/>
                </a:lnTo>
                <a:lnTo>
                  <a:pt x="952500" y="1813204"/>
                </a:lnTo>
                <a:lnTo>
                  <a:pt x="952500" y="1815833"/>
                </a:lnTo>
                <a:lnTo>
                  <a:pt x="952969" y="1816950"/>
                </a:lnTo>
                <a:lnTo>
                  <a:pt x="954836" y="1818817"/>
                </a:lnTo>
                <a:lnTo>
                  <a:pt x="955954" y="1819275"/>
                </a:lnTo>
                <a:lnTo>
                  <a:pt x="958583" y="1819275"/>
                </a:lnTo>
                <a:lnTo>
                  <a:pt x="959700" y="1818817"/>
                </a:lnTo>
                <a:lnTo>
                  <a:pt x="961567" y="1816950"/>
                </a:lnTo>
                <a:lnTo>
                  <a:pt x="962025" y="1815833"/>
                </a:lnTo>
                <a:lnTo>
                  <a:pt x="962025" y="1813204"/>
                </a:lnTo>
                <a:close/>
              </a:path>
              <a:path w="4438650" h="1819275">
                <a:moveTo>
                  <a:pt x="962025" y="908329"/>
                </a:moveTo>
                <a:lnTo>
                  <a:pt x="961567" y="907211"/>
                </a:lnTo>
                <a:lnTo>
                  <a:pt x="959700" y="905344"/>
                </a:lnTo>
                <a:lnTo>
                  <a:pt x="958583" y="904875"/>
                </a:lnTo>
                <a:lnTo>
                  <a:pt x="955954" y="904875"/>
                </a:lnTo>
                <a:lnTo>
                  <a:pt x="954836" y="905344"/>
                </a:lnTo>
                <a:lnTo>
                  <a:pt x="952969" y="907211"/>
                </a:lnTo>
                <a:lnTo>
                  <a:pt x="952500" y="908329"/>
                </a:lnTo>
                <a:lnTo>
                  <a:pt x="952500" y="910958"/>
                </a:lnTo>
                <a:lnTo>
                  <a:pt x="952969" y="912075"/>
                </a:lnTo>
                <a:lnTo>
                  <a:pt x="954836" y="913942"/>
                </a:lnTo>
                <a:lnTo>
                  <a:pt x="955954" y="914400"/>
                </a:lnTo>
                <a:lnTo>
                  <a:pt x="958583" y="914400"/>
                </a:lnTo>
                <a:lnTo>
                  <a:pt x="959700" y="913942"/>
                </a:lnTo>
                <a:lnTo>
                  <a:pt x="961567" y="912075"/>
                </a:lnTo>
                <a:lnTo>
                  <a:pt x="962025" y="910958"/>
                </a:lnTo>
                <a:lnTo>
                  <a:pt x="962025" y="908329"/>
                </a:lnTo>
                <a:close/>
              </a:path>
              <a:path w="4438650" h="1819275">
                <a:moveTo>
                  <a:pt x="962025" y="3454"/>
                </a:moveTo>
                <a:lnTo>
                  <a:pt x="961567" y="2336"/>
                </a:lnTo>
                <a:lnTo>
                  <a:pt x="959700" y="469"/>
                </a:lnTo>
                <a:lnTo>
                  <a:pt x="958583" y="0"/>
                </a:lnTo>
                <a:lnTo>
                  <a:pt x="955954" y="0"/>
                </a:lnTo>
                <a:lnTo>
                  <a:pt x="954836" y="469"/>
                </a:lnTo>
                <a:lnTo>
                  <a:pt x="952969" y="2336"/>
                </a:lnTo>
                <a:lnTo>
                  <a:pt x="952500" y="3454"/>
                </a:lnTo>
                <a:lnTo>
                  <a:pt x="952500" y="6083"/>
                </a:lnTo>
                <a:lnTo>
                  <a:pt x="952969" y="7200"/>
                </a:lnTo>
                <a:lnTo>
                  <a:pt x="954836" y="9067"/>
                </a:lnTo>
                <a:lnTo>
                  <a:pt x="955954" y="9525"/>
                </a:lnTo>
                <a:lnTo>
                  <a:pt x="958583" y="9525"/>
                </a:lnTo>
                <a:lnTo>
                  <a:pt x="959700" y="9067"/>
                </a:lnTo>
                <a:lnTo>
                  <a:pt x="961567" y="7200"/>
                </a:lnTo>
                <a:lnTo>
                  <a:pt x="962025" y="6083"/>
                </a:lnTo>
                <a:lnTo>
                  <a:pt x="962025" y="3454"/>
                </a:lnTo>
                <a:close/>
              </a:path>
              <a:path w="4438650" h="1819275">
                <a:moveTo>
                  <a:pt x="1009650" y="1813204"/>
                </a:moveTo>
                <a:lnTo>
                  <a:pt x="1009192" y="1812086"/>
                </a:lnTo>
                <a:lnTo>
                  <a:pt x="1007325" y="1810219"/>
                </a:lnTo>
                <a:lnTo>
                  <a:pt x="1006208" y="1809750"/>
                </a:lnTo>
                <a:lnTo>
                  <a:pt x="1003579" y="1809750"/>
                </a:lnTo>
                <a:lnTo>
                  <a:pt x="1002461" y="1810219"/>
                </a:lnTo>
                <a:lnTo>
                  <a:pt x="1000594" y="1812086"/>
                </a:lnTo>
                <a:lnTo>
                  <a:pt x="1000125" y="1813204"/>
                </a:lnTo>
                <a:lnTo>
                  <a:pt x="1000125" y="1815833"/>
                </a:lnTo>
                <a:lnTo>
                  <a:pt x="1000594" y="1816950"/>
                </a:lnTo>
                <a:lnTo>
                  <a:pt x="1002461" y="1818817"/>
                </a:lnTo>
                <a:lnTo>
                  <a:pt x="1003579" y="1819275"/>
                </a:lnTo>
                <a:lnTo>
                  <a:pt x="1006208" y="1819275"/>
                </a:lnTo>
                <a:lnTo>
                  <a:pt x="1007325" y="1818817"/>
                </a:lnTo>
                <a:lnTo>
                  <a:pt x="1009192" y="1816950"/>
                </a:lnTo>
                <a:lnTo>
                  <a:pt x="1009650" y="1815833"/>
                </a:lnTo>
                <a:lnTo>
                  <a:pt x="1009650" y="1813204"/>
                </a:lnTo>
                <a:close/>
              </a:path>
              <a:path w="4438650" h="1819275">
                <a:moveTo>
                  <a:pt x="1009650" y="908329"/>
                </a:moveTo>
                <a:lnTo>
                  <a:pt x="1009192" y="907211"/>
                </a:lnTo>
                <a:lnTo>
                  <a:pt x="1007325" y="905344"/>
                </a:lnTo>
                <a:lnTo>
                  <a:pt x="1006208" y="904875"/>
                </a:lnTo>
                <a:lnTo>
                  <a:pt x="1003579" y="904875"/>
                </a:lnTo>
                <a:lnTo>
                  <a:pt x="1002461" y="905344"/>
                </a:lnTo>
                <a:lnTo>
                  <a:pt x="1000594" y="907211"/>
                </a:lnTo>
                <a:lnTo>
                  <a:pt x="1000125" y="908329"/>
                </a:lnTo>
                <a:lnTo>
                  <a:pt x="1000125" y="910958"/>
                </a:lnTo>
                <a:lnTo>
                  <a:pt x="1000594" y="912075"/>
                </a:lnTo>
                <a:lnTo>
                  <a:pt x="1002461" y="913942"/>
                </a:lnTo>
                <a:lnTo>
                  <a:pt x="1003579" y="914400"/>
                </a:lnTo>
                <a:lnTo>
                  <a:pt x="1006208" y="914400"/>
                </a:lnTo>
                <a:lnTo>
                  <a:pt x="1007325" y="913942"/>
                </a:lnTo>
                <a:lnTo>
                  <a:pt x="1009192" y="912075"/>
                </a:lnTo>
                <a:lnTo>
                  <a:pt x="1009650" y="910958"/>
                </a:lnTo>
                <a:lnTo>
                  <a:pt x="1009650" y="908329"/>
                </a:lnTo>
                <a:close/>
              </a:path>
              <a:path w="4438650" h="1819275">
                <a:moveTo>
                  <a:pt x="1009650" y="3454"/>
                </a:moveTo>
                <a:lnTo>
                  <a:pt x="1009192" y="2336"/>
                </a:lnTo>
                <a:lnTo>
                  <a:pt x="1007325" y="469"/>
                </a:lnTo>
                <a:lnTo>
                  <a:pt x="1006208" y="0"/>
                </a:lnTo>
                <a:lnTo>
                  <a:pt x="1003579" y="0"/>
                </a:lnTo>
                <a:lnTo>
                  <a:pt x="1002461" y="469"/>
                </a:lnTo>
                <a:lnTo>
                  <a:pt x="1000594" y="2336"/>
                </a:lnTo>
                <a:lnTo>
                  <a:pt x="1000125" y="3454"/>
                </a:lnTo>
                <a:lnTo>
                  <a:pt x="1000125" y="6083"/>
                </a:lnTo>
                <a:lnTo>
                  <a:pt x="1000594" y="7200"/>
                </a:lnTo>
                <a:lnTo>
                  <a:pt x="1002461" y="9067"/>
                </a:lnTo>
                <a:lnTo>
                  <a:pt x="1003579" y="9525"/>
                </a:lnTo>
                <a:lnTo>
                  <a:pt x="1006208" y="9525"/>
                </a:lnTo>
                <a:lnTo>
                  <a:pt x="1007325" y="9067"/>
                </a:lnTo>
                <a:lnTo>
                  <a:pt x="1009192" y="7200"/>
                </a:lnTo>
                <a:lnTo>
                  <a:pt x="1009650" y="6083"/>
                </a:lnTo>
                <a:lnTo>
                  <a:pt x="1009650" y="3454"/>
                </a:lnTo>
                <a:close/>
              </a:path>
              <a:path w="4438650" h="1819275">
                <a:moveTo>
                  <a:pt x="1057275" y="1813204"/>
                </a:moveTo>
                <a:lnTo>
                  <a:pt x="1056817" y="1812086"/>
                </a:lnTo>
                <a:lnTo>
                  <a:pt x="1054950" y="1810219"/>
                </a:lnTo>
                <a:lnTo>
                  <a:pt x="1053833" y="1809750"/>
                </a:lnTo>
                <a:lnTo>
                  <a:pt x="1051204" y="1809750"/>
                </a:lnTo>
                <a:lnTo>
                  <a:pt x="1050086" y="1810219"/>
                </a:lnTo>
                <a:lnTo>
                  <a:pt x="1048219" y="1812086"/>
                </a:lnTo>
                <a:lnTo>
                  <a:pt x="1047750" y="1813204"/>
                </a:lnTo>
                <a:lnTo>
                  <a:pt x="1047750" y="1815833"/>
                </a:lnTo>
                <a:lnTo>
                  <a:pt x="1048219" y="1816950"/>
                </a:lnTo>
                <a:lnTo>
                  <a:pt x="1050086" y="1818817"/>
                </a:lnTo>
                <a:lnTo>
                  <a:pt x="1051204" y="1819275"/>
                </a:lnTo>
                <a:lnTo>
                  <a:pt x="1053833" y="1819275"/>
                </a:lnTo>
                <a:lnTo>
                  <a:pt x="1054950" y="1818817"/>
                </a:lnTo>
                <a:lnTo>
                  <a:pt x="1056817" y="1816950"/>
                </a:lnTo>
                <a:lnTo>
                  <a:pt x="1057275" y="1815833"/>
                </a:lnTo>
                <a:lnTo>
                  <a:pt x="1057275" y="1813204"/>
                </a:lnTo>
                <a:close/>
              </a:path>
              <a:path w="4438650" h="1819275">
                <a:moveTo>
                  <a:pt x="1057275" y="908329"/>
                </a:moveTo>
                <a:lnTo>
                  <a:pt x="1056817" y="907211"/>
                </a:lnTo>
                <a:lnTo>
                  <a:pt x="1054950" y="905344"/>
                </a:lnTo>
                <a:lnTo>
                  <a:pt x="1053833" y="904875"/>
                </a:lnTo>
                <a:lnTo>
                  <a:pt x="1051204" y="904875"/>
                </a:lnTo>
                <a:lnTo>
                  <a:pt x="1050086" y="905344"/>
                </a:lnTo>
                <a:lnTo>
                  <a:pt x="1048219" y="907211"/>
                </a:lnTo>
                <a:lnTo>
                  <a:pt x="1047750" y="908329"/>
                </a:lnTo>
                <a:lnTo>
                  <a:pt x="1047750" y="910958"/>
                </a:lnTo>
                <a:lnTo>
                  <a:pt x="1048219" y="912075"/>
                </a:lnTo>
                <a:lnTo>
                  <a:pt x="1050086" y="913942"/>
                </a:lnTo>
                <a:lnTo>
                  <a:pt x="1051204" y="914400"/>
                </a:lnTo>
                <a:lnTo>
                  <a:pt x="1053833" y="914400"/>
                </a:lnTo>
                <a:lnTo>
                  <a:pt x="1054950" y="913942"/>
                </a:lnTo>
                <a:lnTo>
                  <a:pt x="1056817" y="912075"/>
                </a:lnTo>
                <a:lnTo>
                  <a:pt x="1057275" y="910958"/>
                </a:lnTo>
                <a:lnTo>
                  <a:pt x="1057275" y="908329"/>
                </a:lnTo>
                <a:close/>
              </a:path>
              <a:path w="4438650" h="1819275">
                <a:moveTo>
                  <a:pt x="1057275" y="3454"/>
                </a:moveTo>
                <a:lnTo>
                  <a:pt x="1056817" y="2336"/>
                </a:lnTo>
                <a:lnTo>
                  <a:pt x="1054950" y="469"/>
                </a:lnTo>
                <a:lnTo>
                  <a:pt x="1053833" y="0"/>
                </a:lnTo>
                <a:lnTo>
                  <a:pt x="1051204" y="0"/>
                </a:lnTo>
                <a:lnTo>
                  <a:pt x="1050086" y="469"/>
                </a:lnTo>
                <a:lnTo>
                  <a:pt x="1048219" y="2336"/>
                </a:lnTo>
                <a:lnTo>
                  <a:pt x="1047750" y="3454"/>
                </a:lnTo>
                <a:lnTo>
                  <a:pt x="1047750" y="6083"/>
                </a:lnTo>
                <a:lnTo>
                  <a:pt x="1048219" y="7200"/>
                </a:lnTo>
                <a:lnTo>
                  <a:pt x="1050086" y="9067"/>
                </a:lnTo>
                <a:lnTo>
                  <a:pt x="1051204" y="9525"/>
                </a:lnTo>
                <a:lnTo>
                  <a:pt x="1053833" y="9525"/>
                </a:lnTo>
                <a:lnTo>
                  <a:pt x="1054950" y="9067"/>
                </a:lnTo>
                <a:lnTo>
                  <a:pt x="1056817" y="7200"/>
                </a:lnTo>
                <a:lnTo>
                  <a:pt x="1057275" y="6083"/>
                </a:lnTo>
                <a:lnTo>
                  <a:pt x="1057275" y="3454"/>
                </a:lnTo>
                <a:close/>
              </a:path>
              <a:path w="4438650" h="1819275">
                <a:moveTo>
                  <a:pt x="1104900" y="1813204"/>
                </a:moveTo>
                <a:lnTo>
                  <a:pt x="1104442" y="1812086"/>
                </a:lnTo>
                <a:lnTo>
                  <a:pt x="1102575" y="1810219"/>
                </a:lnTo>
                <a:lnTo>
                  <a:pt x="1101458" y="1809750"/>
                </a:lnTo>
                <a:lnTo>
                  <a:pt x="1098829" y="1809750"/>
                </a:lnTo>
                <a:lnTo>
                  <a:pt x="1097711" y="1810219"/>
                </a:lnTo>
                <a:lnTo>
                  <a:pt x="1095844" y="1812086"/>
                </a:lnTo>
                <a:lnTo>
                  <a:pt x="1095375" y="1813204"/>
                </a:lnTo>
                <a:lnTo>
                  <a:pt x="1095375" y="1815833"/>
                </a:lnTo>
                <a:lnTo>
                  <a:pt x="1095844" y="1816950"/>
                </a:lnTo>
                <a:lnTo>
                  <a:pt x="1097711" y="1818817"/>
                </a:lnTo>
                <a:lnTo>
                  <a:pt x="1098829" y="1819275"/>
                </a:lnTo>
                <a:lnTo>
                  <a:pt x="1101458" y="1819275"/>
                </a:lnTo>
                <a:lnTo>
                  <a:pt x="1102575" y="1818817"/>
                </a:lnTo>
                <a:lnTo>
                  <a:pt x="1104442" y="1816950"/>
                </a:lnTo>
                <a:lnTo>
                  <a:pt x="1104900" y="1815833"/>
                </a:lnTo>
                <a:lnTo>
                  <a:pt x="1104900" y="1813204"/>
                </a:lnTo>
                <a:close/>
              </a:path>
              <a:path w="4438650" h="1819275">
                <a:moveTo>
                  <a:pt x="1104900" y="908329"/>
                </a:moveTo>
                <a:lnTo>
                  <a:pt x="1104442" y="907211"/>
                </a:lnTo>
                <a:lnTo>
                  <a:pt x="1102575" y="905344"/>
                </a:lnTo>
                <a:lnTo>
                  <a:pt x="1101458" y="904875"/>
                </a:lnTo>
                <a:lnTo>
                  <a:pt x="1098829" y="904875"/>
                </a:lnTo>
                <a:lnTo>
                  <a:pt x="1097711" y="905344"/>
                </a:lnTo>
                <a:lnTo>
                  <a:pt x="1095844" y="907211"/>
                </a:lnTo>
                <a:lnTo>
                  <a:pt x="1095375" y="908329"/>
                </a:lnTo>
                <a:lnTo>
                  <a:pt x="1095375" y="910958"/>
                </a:lnTo>
                <a:lnTo>
                  <a:pt x="1095844" y="912075"/>
                </a:lnTo>
                <a:lnTo>
                  <a:pt x="1097711" y="913942"/>
                </a:lnTo>
                <a:lnTo>
                  <a:pt x="1098829" y="914400"/>
                </a:lnTo>
                <a:lnTo>
                  <a:pt x="1101458" y="914400"/>
                </a:lnTo>
                <a:lnTo>
                  <a:pt x="1102575" y="913942"/>
                </a:lnTo>
                <a:lnTo>
                  <a:pt x="1104442" y="912075"/>
                </a:lnTo>
                <a:lnTo>
                  <a:pt x="1104900" y="910958"/>
                </a:lnTo>
                <a:lnTo>
                  <a:pt x="1104900" y="908329"/>
                </a:lnTo>
                <a:close/>
              </a:path>
              <a:path w="4438650" h="1819275">
                <a:moveTo>
                  <a:pt x="1104900" y="3454"/>
                </a:moveTo>
                <a:lnTo>
                  <a:pt x="1104442" y="2336"/>
                </a:lnTo>
                <a:lnTo>
                  <a:pt x="1102575" y="469"/>
                </a:lnTo>
                <a:lnTo>
                  <a:pt x="1101458" y="0"/>
                </a:lnTo>
                <a:lnTo>
                  <a:pt x="1098829" y="0"/>
                </a:lnTo>
                <a:lnTo>
                  <a:pt x="1097711" y="469"/>
                </a:lnTo>
                <a:lnTo>
                  <a:pt x="1095844" y="2336"/>
                </a:lnTo>
                <a:lnTo>
                  <a:pt x="1095375" y="3454"/>
                </a:lnTo>
                <a:lnTo>
                  <a:pt x="1095375" y="6083"/>
                </a:lnTo>
                <a:lnTo>
                  <a:pt x="1095844" y="7200"/>
                </a:lnTo>
                <a:lnTo>
                  <a:pt x="1097711" y="9067"/>
                </a:lnTo>
                <a:lnTo>
                  <a:pt x="1098829" y="9525"/>
                </a:lnTo>
                <a:lnTo>
                  <a:pt x="1101458" y="9525"/>
                </a:lnTo>
                <a:lnTo>
                  <a:pt x="1102575" y="9067"/>
                </a:lnTo>
                <a:lnTo>
                  <a:pt x="1104442" y="7200"/>
                </a:lnTo>
                <a:lnTo>
                  <a:pt x="1104900" y="6083"/>
                </a:lnTo>
                <a:lnTo>
                  <a:pt x="1104900" y="3454"/>
                </a:lnTo>
                <a:close/>
              </a:path>
              <a:path w="4438650" h="1819275">
                <a:moveTo>
                  <a:pt x="1152525" y="1813204"/>
                </a:moveTo>
                <a:lnTo>
                  <a:pt x="1152067" y="1812086"/>
                </a:lnTo>
                <a:lnTo>
                  <a:pt x="1150200" y="1810219"/>
                </a:lnTo>
                <a:lnTo>
                  <a:pt x="1149083" y="1809750"/>
                </a:lnTo>
                <a:lnTo>
                  <a:pt x="1146454" y="1809750"/>
                </a:lnTo>
                <a:lnTo>
                  <a:pt x="1145336" y="1810219"/>
                </a:lnTo>
                <a:lnTo>
                  <a:pt x="1143469" y="1812086"/>
                </a:lnTo>
                <a:lnTo>
                  <a:pt x="1143000" y="1813204"/>
                </a:lnTo>
                <a:lnTo>
                  <a:pt x="1143000" y="1815833"/>
                </a:lnTo>
                <a:lnTo>
                  <a:pt x="1143469" y="1816950"/>
                </a:lnTo>
                <a:lnTo>
                  <a:pt x="1145336" y="1818817"/>
                </a:lnTo>
                <a:lnTo>
                  <a:pt x="1146454" y="1819275"/>
                </a:lnTo>
                <a:lnTo>
                  <a:pt x="1149083" y="1819275"/>
                </a:lnTo>
                <a:lnTo>
                  <a:pt x="1150200" y="1818817"/>
                </a:lnTo>
                <a:lnTo>
                  <a:pt x="1152067" y="1816950"/>
                </a:lnTo>
                <a:lnTo>
                  <a:pt x="1152525" y="1815833"/>
                </a:lnTo>
                <a:lnTo>
                  <a:pt x="1152525" y="1813204"/>
                </a:lnTo>
                <a:close/>
              </a:path>
              <a:path w="4438650" h="1819275">
                <a:moveTo>
                  <a:pt x="1152525" y="908329"/>
                </a:moveTo>
                <a:lnTo>
                  <a:pt x="1152067" y="907211"/>
                </a:lnTo>
                <a:lnTo>
                  <a:pt x="1150200" y="905344"/>
                </a:lnTo>
                <a:lnTo>
                  <a:pt x="1149083" y="904875"/>
                </a:lnTo>
                <a:lnTo>
                  <a:pt x="1146454" y="904875"/>
                </a:lnTo>
                <a:lnTo>
                  <a:pt x="1145336" y="905344"/>
                </a:lnTo>
                <a:lnTo>
                  <a:pt x="1143469" y="907211"/>
                </a:lnTo>
                <a:lnTo>
                  <a:pt x="1143000" y="908329"/>
                </a:lnTo>
                <a:lnTo>
                  <a:pt x="1143000" y="910958"/>
                </a:lnTo>
                <a:lnTo>
                  <a:pt x="1143469" y="912075"/>
                </a:lnTo>
                <a:lnTo>
                  <a:pt x="1145336" y="913942"/>
                </a:lnTo>
                <a:lnTo>
                  <a:pt x="1146454" y="914400"/>
                </a:lnTo>
                <a:lnTo>
                  <a:pt x="1149083" y="914400"/>
                </a:lnTo>
                <a:lnTo>
                  <a:pt x="1150200" y="913942"/>
                </a:lnTo>
                <a:lnTo>
                  <a:pt x="1152067" y="912075"/>
                </a:lnTo>
                <a:lnTo>
                  <a:pt x="1152525" y="910958"/>
                </a:lnTo>
                <a:lnTo>
                  <a:pt x="1152525" y="908329"/>
                </a:lnTo>
                <a:close/>
              </a:path>
              <a:path w="4438650" h="1819275">
                <a:moveTo>
                  <a:pt x="1152525" y="3454"/>
                </a:moveTo>
                <a:lnTo>
                  <a:pt x="1152067" y="2336"/>
                </a:lnTo>
                <a:lnTo>
                  <a:pt x="1150200" y="469"/>
                </a:lnTo>
                <a:lnTo>
                  <a:pt x="1149083" y="0"/>
                </a:lnTo>
                <a:lnTo>
                  <a:pt x="1146454" y="0"/>
                </a:lnTo>
                <a:lnTo>
                  <a:pt x="1145336" y="469"/>
                </a:lnTo>
                <a:lnTo>
                  <a:pt x="1143469" y="2336"/>
                </a:lnTo>
                <a:lnTo>
                  <a:pt x="1143000" y="3454"/>
                </a:lnTo>
                <a:lnTo>
                  <a:pt x="1143000" y="6083"/>
                </a:lnTo>
                <a:lnTo>
                  <a:pt x="1143469" y="7200"/>
                </a:lnTo>
                <a:lnTo>
                  <a:pt x="1145336" y="9067"/>
                </a:lnTo>
                <a:lnTo>
                  <a:pt x="1146454" y="9525"/>
                </a:lnTo>
                <a:lnTo>
                  <a:pt x="1149083" y="9525"/>
                </a:lnTo>
                <a:lnTo>
                  <a:pt x="1150200" y="9067"/>
                </a:lnTo>
                <a:lnTo>
                  <a:pt x="1152067" y="7200"/>
                </a:lnTo>
                <a:lnTo>
                  <a:pt x="1152525" y="6083"/>
                </a:lnTo>
                <a:lnTo>
                  <a:pt x="1152525" y="3454"/>
                </a:lnTo>
                <a:close/>
              </a:path>
              <a:path w="4438650" h="1819275">
                <a:moveTo>
                  <a:pt x="1200150" y="1813204"/>
                </a:moveTo>
                <a:lnTo>
                  <a:pt x="1199692" y="1812086"/>
                </a:lnTo>
                <a:lnTo>
                  <a:pt x="1197825" y="1810219"/>
                </a:lnTo>
                <a:lnTo>
                  <a:pt x="1196708" y="1809750"/>
                </a:lnTo>
                <a:lnTo>
                  <a:pt x="1194079" y="1809750"/>
                </a:lnTo>
                <a:lnTo>
                  <a:pt x="1192961" y="1810219"/>
                </a:lnTo>
                <a:lnTo>
                  <a:pt x="1191094" y="1812086"/>
                </a:lnTo>
                <a:lnTo>
                  <a:pt x="1190625" y="1813204"/>
                </a:lnTo>
                <a:lnTo>
                  <a:pt x="1190625" y="1815833"/>
                </a:lnTo>
                <a:lnTo>
                  <a:pt x="1191094" y="1816950"/>
                </a:lnTo>
                <a:lnTo>
                  <a:pt x="1192961" y="1818817"/>
                </a:lnTo>
                <a:lnTo>
                  <a:pt x="1194079" y="1819275"/>
                </a:lnTo>
                <a:lnTo>
                  <a:pt x="1196708" y="1819275"/>
                </a:lnTo>
                <a:lnTo>
                  <a:pt x="1197825" y="1818817"/>
                </a:lnTo>
                <a:lnTo>
                  <a:pt x="1199692" y="1816950"/>
                </a:lnTo>
                <a:lnTo>
                  <a:pt x="1200150" y="1815833"/>
                </a:lnTo>
                <a:lnTo>
                  <a:pt x="1200150" y="1813204"/>
                </a:lnTo>
                <a:close/>
              </a:path>
              <a:path w="4438650" h="1819275">
                <a:moveTo>
                  <a:pt x="1200150" y="908329"/>
                </a:moveTo>
                <a:lnTo>
                  <a:pt x="1199692" y="907211"/>
                </a:lnTo>
                <a:lnTo>
                  <a:pt x="1197825" y="905344"/>
                </a:lnTo>
                <a:lnTo>
                  <a:pt x="1196708" y="904875"/>
                </a:lnTo>
                <a:lnTo>
                  <a:pt x="1194079" y="904875"/>
                </a:lnTo>
                <a:lnTo>
                  <a:pt x="1192961" y="905344"/>
                </a:lnTo>
                <a:lnTo>
                  <a:pt x="1191094" y="907211"/>
                </a:lnTo>
                <a:lnTo>
                  <a:pt x="1190625" y="908329"/>
                </a:lnTo>
                <a:lnTo>
                  <a:pt x="1190625" y="910958"/>
                </a:lnTo>
                <a:lnTo>
                  <a:pt x="1191094" y="912075"/>
                </a:lnTo>
                <a:lnTo>
                  <a:pt x="1192961" y="913942"/>
                </a:lnTo>
                <a:lnTo>
                  <a:pt x="1194079" y="914400"/>
                </a:lnTo>
                <a:lnTo>
                  <a:pt x="1196708" y="914400"/>
                </a:lnTo>
                <a:lnTo>
                  <a:pt x="1197825" y="913942"/>
                </a:lnTo>
                <a:lnTo>
                  <a:pt x="1199692" y="912075"/>
                </a:lnTo>
                <a:lnTo>
                  <a:pt x="1200150" y="910958"/>
                </a:lnTo>
                <a:lnTo>
                  <a:pt x="1200150" y="908329"/>
                </a:lnTo>
                <a:close/>
              </a:path>
              <a:path w="4438650" h="1819275">
                <a:moveTo>
                  <a:pt x="1200150" y="3454"/>
                </a:moveTo>
                <a:lnTo>
                  <a:pt x="1199692" y="2336"/>
                </a:lnTo>
                <a:lnTo>
                  <a:pt x="1197825" y="469"/>
                </a:lnTo>
                <a:lnTo>
                  <a:pt x="1196708" y="0"/>
                </a:lnTo>
                <a:lnTo>
                  <a:pt x="1194079" y="0"/>
                </a:lnTo>
                <a:lnTo>
                  <a:pt x="1192961" y="469"/>
                </a:lnTo>
                <a:lnTo>
                  <a:pt x="1191094" y="2336"/>
                </a:lnTo>
                <a:lnTo>
                  <a:pt x="1190625" y="3454"/>
                </a:lnTo>
                <a:lnTo>
                  <a:pt x="1190625" y="6083"/>
                </a:lnTo>
                <a:lnTo>
                  <a:pt x="1191094" y="7200"/>
                </a:lnTo>
                <a:lnTo>
                  <a:pt x="1192961" y="9067"/>
                </a:lnTo>
                <a:lnTo>
                  <a:pt x="1194079" y="9525"/>
                </a:lnTo>
                <a:lnTo>
                  <a:pt x="1196708" y="9525"/>
                </a:lnTo>
                <a:lnTo>
                  <a:pt x="1197825" y="9067"/>
                </a:lnTo>
                <a:lnTo>
                  <a:pt x="1199692" y="7200"/>
                </a:lnTo>
                <a:lnTo>
                  <a:pt x="1200150" y="6083"/>
                </a:lnTo>
                <a:lnTo>
                  <a:pt x="1200150" y="3454"/>
                </a:lnTo>
                <a:close/>
              </a:path>
              <a:path w="4438650" h="1819275">
                <a:moveTo>
                  <a:pt x="1247775" y="1813204"/>
                </a:moveTo>
                <a:lnTo>
                  <a:pt x="1247317" y="1812086"/>
                </a:lnTo>
                <a:lnTo>
                  <a:pt x="1245450" y="1810219"/>
                </a:lnTo>
                <a:lnTo>
                  <a:pt x="1244333" y="1809750"/>
                </a:lnTo>
                <a:lnTo>
                  <a:pt x="1241704" y="1809750"/>
                </a:lnTo>
                <a:lnTo>
                  <a:pt x="1240586" y="1810219"/>
                </a:lnTo>
                <a:lnTo>
                  <a:pt x="1238719" y="1812086"/>
                </a:lnTo>
                <a:lnTo>
                  <a:pt x="1238250" y="1813204"/>
                </a:lnTo>
                <a:lnTo>
                  <a:pt x="1238250" y="1815833"/>
                </a:lnTo>
                <a:lnTo>
                  <a:pt x="1238719" y="1816950"/>
                </a:lnTo>
                <a:lnTo>
                  <a:pt x="1240586" y="1818817"/>
                </a:lnTo>
                <a:lnTo>
                  <a:pt x="1241704" y="1819275"/>
                </a:lnTo>
                <a:lnTo>
                  <a:pt x="1244333" y="1819275"/>
                </a:lnTo>
                <a:lnTo>
                  <a:pt x="1245450" y="1818817"/>
                </a:lnTo>
                <a:lnTo>
                  <a:pt x="1247317" y="1816950"/>
                </a:lnTo>
                <a:lnTo>
                  <a:pt x="1247775" y="1815833"/>
                </a:lnTo>
                <a:lnTo>
                  <a:pt x="1247775" y="1813204"/>
                </a:lnTo>
                <a:close/>
              </a:path>
              <a:path w="4438650" h="1819275">
                <a:moveTo>
                  <a:pt x="1247775" y="908329"/>
                </a:moveTo>
                <a:lnTo>
                  <a:pt x="1247317" y="907211"/>
                </a:lnTo>
                <a:lnTo>
                  <a:pt x="1245450" y="905344"/>
                </a:lnTo>
                <a:lnTo>
                  <a:pt x="1244333" y="904875"/>
                </a:lnTo>
                <a:lnTo>
                  <a:pt x="1241704" y="904875"/>
                </a:lnTo>
                <a:lnTo>
                  <a:pt x="1240586" y="905344"/>
                </a:lnTo>
                <a:lnTo>
                  <a:pt x="1238719" y="907211"/>
                </a:lnTo>
                <a:lnTo>
                  <a:pt x="1238250" y="908329"/>
                </a:lnTo>
                <a:lnTo>
                  <a:pt x="1238250" y="910958"/>
                </a:lnTo>
                <a:lnTo>
                  <a:pt x="1238719" y="912075"/>
                </a:lnTo>
                <a:lnTo>
                  <a:pt x="1240586" y="913942"/>
                </a:lnTo>
                <a:lnTo>
                  <a:pt x="1241704" y="914400"/>
                </a:lnTo>
                <a:lnTo>
                  <a:pt x="1244333" y="914400"/>
                </a:lnTo>
                <a:lnTo>
                  <a:pt x="1245450" y="913942"/>
                </a:lnTo>
                <a:lnTo>
                  <a:pt x="1247317" y="912075"/>
                </a:lnTo>
                <a:lnTo>
                  <a:pt x="1247775" y="910958"/>
                </a:lnTo>
                <a:lnTo>
                  <a:pt x="1247775" y="908329"/>
                </a:lnTo>
                <a:close/>
              </a:path>
              <a:path w="4438650" h="1819275">
                <a:moveTo>
                  <a:pt x="1247775" y="3454"/>
                </a:moveTo>
                <a:lnTo>
                  <a:pt x="1247317" y="2336"/>
                </a:lnTo>
                <a:lnTo>
                  <a:pt x="1245450" y="469"/>
                </a:lnTo>
                <a:lnTo>
                  <a:pt x="1244333" y="0"/>
                </a:lnTo>
                <a:lnTo>
                  <a:pt x="1241704" y="0"/>
                </a:lnTo>
                <a:lnTo>
                  <a:pt x="1240586" y="469"/>
                </a:lnTo>
                <a:lnTo>
                  <a:pt x="1238719" y="2336"/>
                </a:lnTo>
                <a:lnTo>
                  <a:pt x="1238250" y="3454"/>
                </a:lnTo>
                <a:lnTo>
                  <a:pt x="1238250" y="6083"/>
                </a:lnTo>
                <a:lnTo>
                  <a:pt x="1238719" y="7200"/>
                </a:lnTo>
                <a:lnTo>
                  <a:pt x="1240586" y="9067"/>
                </a:lnTo>
                <a:lnTo>
                  <a:pt x="1241704" y="9525"/>
                </a:lnTo>
                <a:lnTo>
                  <a:pt x="1244333" y="9525"/>
                </a:lnTo>
                <a:lnTo>
                  <a:pt x="1245450" y="9067"/>
                </a:lnTo>
                <a:lnTo>
                  <a:pt x="1247317" y="7200"/>
                </a:lnTo>
                <a:lnTo>
                  <a:pt x="1247775" y="6083"/>
                </a:lnTo>
                <a:lnTo>
                  <a:pt x="1247775" y="3454"/>
                </a:lnTo>
                <a:close/>
              </a:path>
              <a:path w="4438650" h="1819275">
                <a:moveTo>
                  <a:pt x="1295400" y="1813204"/>
                </a:moveTo>
                <a:lnTo>
                  <a:pt x="1294942" y="1812086"/>
                </a:lnTo>
                <a:lnTo>
                  <a:pt x="1293075" y="1810219"/>
                </a:lnTo>
                <a:lnTo>
                  <a:pt x="1291958" y="1809750"/>
                </a:lnTo>
                <a:lnTo>
                  <a:pt x="1289329" y="1809750"/>
                </a:lnTo>
                <a:lnTo>
                  <a:pt x="1288211" y="1810219"/>
                </a:lnTo>
                <a:lnTo>
                  <a:pt x="1286344" y="1812086"/>
                </a:lnTo>
                <a:lnTo>
                  <a:pt x="1285875" y="1813204"/>
                </a:lnTo>
                <a:lnTo>
                  <a:pt x="1285875" y="1815833"/>
                </a:lnTo>
                <a:lnTo>
                  <a:pt x="1286344" y="1816950"/>
                </a:lnTo>
                <a:lnTo>
                  <a:pt x="1288211" y="1818817"/>
                </a:lnTo>
                <a:lnTo>
                  <a:pt x="1289329" y="1819275"/>
                </a:lnTo>
                <a:lnTo>
                  <a:pt x="1291958" y="1819275"/>
                </a:lnTo>
                <a:lnTo>
                  <a:pt x="1293075" y="1818817"/>
                </a:lnTo>
                <a:lnTo>
                  <a:pt x="1294942" y="1816950"/>
                </a:lnTo>
                <a:lnTo>
                  <a:pt x="1295400" y="1815833"/>
                </a:lnTo>
                <a:lnTo>
                  <a:pt x="1295400" y="1813204"/>
                </a:lnTo>
                <a:close/>
              </a:path>
              <a:path w="4438650" h="1819275">
                <a:moveTo>
                  <a:pt x="1295400" y="908329"/>
                </a:moveTo>
                <a:lnTo>
                  <a:pt x="1294942" y="907211"/>
                </a:lnTo>
                <a:lnTo>
                  <a:pt x="1293075" y="905344"/>
                </a:lnTo>
                <a:lnTo>
                  <a:pt x="1291958" y="904875"/>
                </a:lnTo>
                <a:lnTo>
                  <a:pt x="1289329" y="904875"/>
                </a:lnTo>
                <a:lnTo>
                  <a:pt x="1288211" y="905344"/>
                </a:lnTo>
                <a:lnTo>
                  <a:pt x="1286344" y="907211"/>
                </a:lnTo>
                <a:lnTo>
                  <a:pt x="1285875" y="908329"/>
                </a:lnTo>
                <a:lnTo>
                  <a:pt x="1285875" y="910958"/>
                </a:lnTo>
                <a:lnTo>
                  <a:pt x="1286344" y="912075"/>
                </a:lnTo>
                <a:lnTo>
                  <a:pt x="1288211" y="913942"/>
                </a:lnTo>
                <a:lnTo>
                  <a:pt x="1289329" y="914400"/>
                </a:lnTo>
                <a:lnTo>
                  <a:pt x="1291958" y="914400"/>
                </a:lnTo>
                <a:lnTo>
                  <a:pt x="1293075" y="913942"/>
                </a:lnTo>
                <a:lnTo>
                  <a:pt x="1294942" y="912075"/>
                </a:lnTo>
                <a:lnTo>
                  <a:pt x="1295400" y="910958"/>
                </a:lnTo>
                <a:lnTo>
                  <a:pt x="1295400" y="908329"/>
                </a:lnTo>
                <a:close/>
              </a:path>
              <a:path w="4438650" h="1819275">
                <a:moveTo>
                  <a:pt x="1295400" y="3454"/>
                </a:moveTo>
                <a:lnTo>
                  <a:pt x="1294942" y="2336"/>
                </a:lnTo>
                <a:lnTo>
                  <a:pt x="1293075" y="469"/>
                </a:lnTo>
                <a:lnTo>
                  <a:pt x="1291958" y="0"/>
                </a:lnTo>
                <a:lnTo>
                  <a:pt x="1289329" y="0"/>
                </a:lnTo>
                <a:lnTo>
                  <a:pt x="1288211" y="469"/>
                </a:lnTo>
                <a:lnTo>
                  <a:pt x="1286344" y="2336"/>
                </a:lnTo>
                <a:lnTo>
                  <a:pt x="1285875" y="3454"/>
                </a:lnTo>
                <a:lnTo>
                  <a:pt x="1285875" y="6083"/>
                </a:lnTo>
                <a:lnTo>
                  <a:pt x="1286344" y="7200"/>
                </a:lnTo>
                <a:lnTo>
                  <a:pt x="1288211" y="9067"/>
                </a:lnTo>
                <a:lnTo>
                  <a:pt x="1289329" y="9525"/>
                </a:lnTo>
                <a:lnTo>
                  <a:pt x="1291958" y="9525"/>
                </a:lnTo>
                <a:lnTo>
                  <a:pt x="1293075" y="9067"/>
                </a:lnTo>
                <a:lnTo>
                  <a:pt x="1294942" y="7200"/>
                </a:lnTo>
                <a:lnTo>
                  <a:pt x="1295400" y="6083"/>
                </a:lnTo>
                <a:lnTo>
                  <a:pt x="1295400" y="3454"/>
                </a:lnTo>
                <a:close/>
              </a:path>
              <a:path w="4438650" h="1819275">
                <a:moveTo>
                  <a:pt x="1343025" y="1813204"/>
                </a:moveTo>
                <a:lnTo>
                  <a:pt x="1342567" y="1812086"/>
                </a:lnTo>
                <a:lnTo>
                  <a:pt x="1340700" y="1810219"/>
                </a:lnTo>
                <a:lnTo>
                  <a:pt x="1339583" y="1809750"/>
                </a:lnTo>
                <a:lnTo>
                  <a:pt x="1336954" y="1809750"/>
                </a:lnTo>
                <a:lnTo>
                  <a:pt x="1335836" y="1810219"/>
                </a:lnTo>
                <a:lnTo>
                  <a:pt x="1333969" y="1812086"/>
                </a:lnTo>
                <a:lnTo>
                  <a:pt x="1333500" y="1813204"/>
                </a:lnTo>
                <a:lnTo>
                  <a:pt x="1333500" y="1815833"/>
                </a:lnTo>
                <a:lnTo>
                  <a:pt x="1333969" y="1816950"/>
                </a:lnTo>
                <a:lnTo>
                  <a:pt x="1335836" y="1818817"/>
                </a:lnTo>
                <a:lnTo>
                  <a:pt x="1336954" y="1819275"/>
                </a:lnTo>
                <a:lnTo>
                  <a:pt x="1339583" y="1819275"/>
                </a:lnTo>
                <a:lnTo>
                  <a:pt x="1340700" y="1818817"/>
                </a:lnTo>
                <a:lnTo>
                  <a:pt x="1342567" y="1816950"/>
                </a:lnTo>
                <a:lnTo>
                  <a:pt x="1343025" y="1815833"/>
                </a:lnTo>
                <a:lnTo>
                  <a:pt x="1343025" y="1813204"/>
                </a:lnTo>
                <a:close/>
              </a:path>
              <a:path w="4438650" h="1819275">
                <a:moveTo>
                  <a:pt x="1343025" y="908329"/>
                </a:moveTo>
                <a:lnTo>
                  <a:pt x="1342567" y="907211"/>
                </a:lnTo>
                <a:lnTo>
                  <a:pt x="1340700" y="905344"/>
                </a:lnTo>
                <a:lnTo>
                  <a:pt x="1339583" y="904875"/>
                </a:lnTo>
                <a:lnTo>
                  <a:pt x="1336954" y="904875"/>
                </a:lnTo>
                <a:lnTo>
                  <a:pt x="1335836" y="905344"/>
                </a:lnTo>
                <a:lnTo>
                  <a:pt x="1333969" y="907211"/>
                </a:lnTo>
                <a:lnTo>
                  <a:pt x="1333500" y="908329"/>
                </a:lnTo>
                <a:lnTo>
                  <a:pt x="1333500" y="910958"/>
                </a:lnTo>
                <a:lnTo>
                  <a:pt x="1333969" y="912075"/>
                </a:lnTo>
                <a:lnTo>
                  <a:pt x="1335836" y="913942"/>
                </a:lnTo>
                <a:lnTo>
                  <a:pt x="1336954" y="914400"/>
                </a:lnTo>
                <a:lnTo>
                  <a:pt x="1339583" y="914400"/>
                </a:lnTo>
                <a:lnTo>
                  <a:pt x="1340700" y="913942"/>
                </a:lnTo>
                <a:lnTo>
                  <a:pt x="1342567" y="912075"/>
                </a:lnTo>
                <a:lnTo>
                  <a:pt x="1343025" y="910958"/>
                </a:lnTo>
                <a:lnTo>
                  <a:pt x="1343025" y="908329"/>
                </a:lnTo>
                <a:close/>
              </a:path>
              <a:path w="4438650" h="1819275">
                <a:moveTo>
                  <a:pt x="1343025" y="3454"/>
                </a:moveTo>
                <a:lnTo>
                  <a:pt x="1342567" y="2336"/>
                </a:lnTo>
                <a:lnTo>
                  <a:pt x="1340700" y="469"/>
                </a:lnTo>
                <a:lnTo>
                  <a:pt x="1339583" y="0"/>
                </a:lnTo>
                <a:lnTo>
                  <a:pt x="1336954" y="0"/>
                </a:lnTo>
                <a:lnTo>
                  <a:pt x="1335836" y="469"/>
                </a:lnTo>
                <a:lnTo>
                  <a:pt x="1333969" y="2336"/>
                </a:lnTo>
                <a:lnTo>
                  <a:pt x="1333500" y="3454"/>
                </a:lnTo>
                <a:lnTo>
                  <a:pt x="1333500" y="6083"/>
                </a:lnTo>
                <a:lnTo>
                  <a:pt x="1333969" y="7200"/>
                </a:lnTo>
                <a:lnTo>
                  <a:pt x="1335836" y="9067"/>
                </a:lnTo>
                <a:lnTo>
                  <a:pt x="1336954" y="9525"/>
                </a:lnTo>
                <a:lnTo>
                  <a:pt x="1339583" y="9525"/>
                </a:lnTo>
                <a:lnTo>
                  <a:pt x="1340700" y="9067"/>
                </a:lnTo>
                <a:lnTo>
                  <a:pt x="1342567" y="7200"/>
                </a:lnTo>
                <a:lnTo>
                  <a:pt x="1343025" y="6083"/>
                </a:lnTo>
                <a:lnTo>
                  <a:pt x="1343025" y="3454"/>
                </a:lnTo>
                <a:close/>
              </a:path>
              <a:path w="4438650" h="1819275">
                <a:moveTo>
                  <a:pt x="1390650" y="1813204"/>
                </a:moveTo>
                <a:lnTo>
                  <a:pt x="1390192" y="1812086"/>
                </a:lnTo>
                <a:lnTo>
                  <a:pt x="1388325" y="1810219"/>
                </a:lnTo>
                <a:lnTo>
                  <a:pt x="1387208" y="1809750"/>
                </a:lnTo>
                <a:lnTo>
                  <a:pt x="1384579" y="1809750"/>
                </a:lnTo>
                <a:lnTo>
                  <a:pt x="1383461" y="1810219"/>
                </a:lnTo>
                <a:lnTo>
                  <a:pt x="1381594" y="1812086"/>
                </a:lnTo>
                <a:lnTo>
                  <a:pt x="1381125" y="1813204"/>
                </a:lnTo>
                <a:lnTo>
                  <a:pt x="1381125" y="1815833"/>
                </a:lnTo>
                <a:lnTo>
                  <a:pt x="1381594" y="1816950"/>
                </a:lnTo>
                <a:lnTo>
                  <a:pt x="1383461" y="1818817"/>
                </a:lnTo>
                <a:lnTo>
                  <a:pt x="1384579" y="1819275"/>
                </a:lnTo>
                <a:lnTo>
                  <a:pt x="1387208" y="1819275"/>
                </a:lnTo>
                <a:lnTo>
                  <a:pt x="1388325" y="1818817"/>
                </a:lnTo>
                <a:lnTo>
                  <a:pt x="1390192" y="1816950"/>
                </a:lnTo>
                <a:lnTo>
                  <a:pt x="1390650" y="1815833"/>
                </a:lnTo>
                <a:lnTo>
                  <a:pt x="1390650" y="1813204"/>
                </a:lnTo>
                <a:close/>
              </a:path>
              <a:path w="4438650" h="1819275">
                <a:moveTo>
                  <a:pt x="1390650" y="908329"/>
                </a:moveTo>
                <a:lnTo>
                  <a:pt x="1390192" y="907211"/>
                </a:lnTo>
                <a:lnTo>
                  <a:pt x="1388325" y="905344"/>
                </a:lnTo>
                <a:lnTo>
                  <a:pt x="1387208" y="904875"/>
                </a:lnTo>
                <a:lnTo>
                  <a:pt x="1384579" y="904875"/>
                </a:lnTo>
                <a:lnTo>
                  <a:pt x="1383461" y="905344"/>
                </a:lnTo>
                <a:lnTo>
                  <a:pt x="1381594" y="907211"/>
                </a:lnTo>
                <a:lnTo>
                  <a:pt x="1381125" y="908329"/>
                </a:lnTo>
                <a:lnTo>
                  <a:pt x="1381125" y="910958"/>
                </a:lnTo>
                <a:lnTo>
                  <a:pt x="1381594" y="912075"/>
                </a:lnTo>
                <a:lnTo>
                  <a:pt x="1383461" y="913942"/>
                </a:lnTo>
                <a:lnTo>
                  <a:pt x="1384579" y="914400"/>
                </a:lnTo>
                <a:lnTo>
                  <a:pt x="1387208" y="914400"/>
                </a:lnTo>
                <a:lnTo>
                  <a:pt x="1388325" y="913942"/>
                </a:lnTo>
                <a:lnTo>
                  <a:pt x="1390192" y="912075"/>
                </a:lnTo>
                <a:lnTo>
                  <a:pt x="1390650" y="910958"/>
                </a:lnTo>
                <a:lnTo>
                  <a:pt x="1390650" y="908329"/>
                </a:lnTo>
                <a:close/>
              </a:path>
              <a:path w="4438650" h="1819275">
                <a:moveTo>
                  <a:pt x="1390650" y="3454"/>
                </a:moveTo>
                <a:lnTo>
                  <a:pt x="1390192" y="2336"/>
                </a:lnTo>
                <a:lnTo>
                  <a:pt x="1388325" y="469"/>
                </a:lnTo>
                <a:lnTo>
                  <a:pt x="1387208" y="0"/>
                </a:lnTo>
                <a:lnTo>
                  <a:pt x="1384579" y="0"/>
                </a:lnTo>
                <a:lnTo>
                  <a:pt x="1383461" y="469"/>
                </a:lnTo>
                <a:lnTo>
                  <a:pt x="1381594" y="2336"/>
                </a:lnTo>
                <a:lnTo>
                  <a:pt x="1381125" y="3454"/>
                </a:lnTo>
                <a:lnTo>
                  <a:pt x="1381125" y="6083"/>
                </a:lnTo>
                <a:lnTo>
                  <a:pt x="1381594" y="7200"/>
                </a:lnTo>
                <a:lnTo>
                  <a:pt x="1383461" y="9067"/>
                </a:lnTo>
                <a:lnTo>
                  <a:pt x="1384579" y="9525"/>
                </a:lnTo>
                <a:lnTo>
                  <a:pt x="1387208" y="9525"/>
                </a:lnTo>
                <a:lnTo>
                  <a:pt x="1388325" y="9067"/>
                </a:lnTo>
                <a:lnTo>
                  <a:pt x="1390192" y="7200"/>
                </a:lnTo>
                <a:lnTo>
                  <a:pt x="1390650" y="6083"/>
                </a:lnTo>
                <a:lnTo>
                  <a:pt x="1390650" y="3454"/>
                </a:lnTo>
                <a:close/>
              </a:path>
              <a:path w="4438650" h="1819275">
                <a:moveTo>
                  <a:pt x="1438275" y="1813204"/>
                </a:moveTo>
                <a:lnTo>
                  <a:pt x="1437817" y="1812086"/>
                </a:lnTo>
                <a:lnTo>
                  <a:pt x="1435950" y="1810219"/>
                </a:lnTo>
                <a:lnTo>
                  <a:pt x="1434833" y="1809750"/>
                </a:lnTo>
                <a:lnTo>
                  <a:pt x="1432204" y="1809750"/>
                </a:lnTo>
                <a:lnTo>
                  <a:pt x="1431086" y="1810219"/>
                </a:lnTo>
                <a:lnTo>
                  <a:pt x="1429219" y="1812086"/>
                </a:lnTo>
                <a:lnTo>
                  <a:pt x="1428750" y="1813204"/>
                </a:lnTo>
                <a:lnTo>
                  <a:pt x="1428750" y="1815833"/>
                </a:lnTo>
                <a:lnTo>
                  <a:pt x="1429219" y="1816950"/>
                </a:lnTo>
                <a:lnTo>
                  <a:pt x="1431086" y="1818817"/>
                </a:lnTo>
                <a:lnTo>
                  <a:pt x="1432204" y="1819275"/>
                </a:lnTo>
                <a:lnTo>
                  <a:pt x="1434833" y="1819275"/>
                </a:lnTo>
                <a:lnTo>
                  <a:pt x="1435950" y="1818817"/>
                </a:lnTo>
                <a:lnTo>
                  <a:pt x="1437817" y="1816950"/>
                </a:lnTo>
                <a:lnTo>
                  <a:pt x="1438275" y="1815833"/>
                </a:lnTo>
                <a:lnTo>
                  <a:pt x="1438275" y="1813204"/>
                </a:lnTo>
                <a:close/>
              </a:path>
              <a:path w="4438650" h="1819275">
                <a:moveTo>
                  <a:pt x="1438275" y="908329"/>
                </a:moveTo>
                <a:lnTo>
                  <a:pt x="1437817" y="907211"/>
                </a:lnTo>
                <a:lnTo>
                  <a:pt x="1435950" y="905344"/>
                </a:lnTo>
                <a:lnTo>
                  <a:pt x="1434833" y="904875"/>
                </a:lnTo>
                <a:lnTo>
                  <a:pt x="1432204" y="904875"/>
                </a:lnTo>
                <a:lnTo>
                  <a:pt x="1431086" y="905344"/>
                </a:lnTo>
                <a:lnTo>
                  <a:pt x="1429219" y="907211"/>
                </a:lnTo>
                <a:lnTo>
                  <a:pt x="1428750" y="908329"/>
                </a:lnTo>
                <a:lnTo>
                  <a:pt x="1428750" y="910958"/>
                </a:lnTo>
                <a:lnTo>
                  <a:pt x="1429219" y="912075"/>
                </a:lnTo>
                <a:lnTo>
                  <a:pt x="1431086" y="913942"/>
                </a:lnTo>
                <a:lnTo>
                  <a:pt x="1432204" y="914400"/>
                </a:lnTo>
                <a:lnTo>
                  <a:pt x="1434833" y="914400"/>
                </a:lnTo>
                <a:lnTo>
                  <a:pt x="1435950" y="913942"/>
                </a:lnTo>
                <a:lnTo>
                  <a:pt x="1437817" y="912075"/>
                </a:lnTo>
                <a:lnTo>
                  <a:pt x="1438275" y="910958"/>
                </a:lnTo>
                <a:lnTo>
                  <a:pt x="1438275" y="908329"/>
                </a:lnTo>
                <a:close/>
              </a:path>
              <a:path w="4438650" h="1819275">
                <a:moveTo>
                  <a:pt x="1438275" y="3454"/>
                </a:moveTo>
                <a:lnTo>
                  <a:pt x="1437817" y="2336"/>
                </a:lnTo>
                <a:lnTo>
                  <a:pt x="1435950" y="469"/>
                </a:lnTo>
                <a:lnTo>
                  <a:pt x="1434833" y="0"/>
                </a:lnTo>
                <a:lnTo>
                  <a:pt x="1432204" y="0"/>
                </a:lnTo>
                <a:lnTo>
                  <a:pt x="1431086" y="469"/>
                </a:lnTo>
                <a:lnTo>
                  <a:pt x="1429219" y="2336"/>
                </a:lnTo>
                <a:lnTo>
                  <a:pt x="1428750" y="3454"/>
                </a:lnTo>
                <a:lnTo>
                  <a:pt x="1428750" y="6083"/>
                </a:lnTo>
                <a:lnTo>
                  <a:pt x="1429219" y="7200"/>
                </a:lnTo>
                <a:lnTo>
                  <a:pt x="1431086" y="9067"/>
                </a:lnTo>
                <a:lnTo>
                  <a:pt x="1432204" y="9525"/>
                </a:lnTo>
                <a:lnTo>
                  <a:pt x="1434833" y="9525"/>
                </a:lnTo>
                <a:lnTo>
                  <a:pt x="1435950" y="9067"/>
                </a:lnTo>
                <a:lnTo>
                  <a:pt x="1437817" y="7200"/>
                </a:lnTo>
                <a:lnTo>
                  <a:pt x="1438275" y="6083"/>
                </a:lnTo>
                <a:lnTo>
                  <a:pt x="1438275" y="3454"/>
                </a:lnTo>
                <a:close/>
              </a:path>
              <a:path w="4438650" h="1819275">
                <a:moveTo>
                  <a:pt x="1485900" y="1813204"/>
                </a:moveTo>
                <a:lnTo>
                  <a:pt x="1485442" y="1812086"/>
                </a:lnTo>
                <a:lnTo>
                  <a:pt x="1483575" y="1810219"/>
                </a:lnTo>
                <a:lnTo>
                  <a:pt x="1482458" y="1809750"/>
                </a:lnTo>
                <a:lnTo>
                  <a:pt x="1479829" y="1809750"/>
                </a:lnTo>
                <a:lnTo>
                  <a:pt x="1478711" y="1810219"/>
                </a:lnTo>
                <a:lnTo>
                  <a:pt x="1476844" y="1812086"/>
                </a:lnTo>
                <a:lnTo>
                  <a:pt x="1476375" y="1813204"/>
                </a:lnTo>
                <a:lnTo>
                  <a:pt x="1476375" y="1815833"/>
                </a:lnTo>
                <a:lnTo>
                  <a:pt x="1476844" y="1816950"/>
                </a:lnTo>
                <a:lnTo>
                  <a:pt x="1478711" y="1818817"/>
                </a:lnTo>
                <a:lnTo>
                  <a:pt x="1479829" y="1819275"/>
                </a:lnTo>
                <a:lnTo>
                  <a:pt x="1482458" y="1819275"/>
                </a:lnTo>
                <a:lnTo>
                  <a:pt x="1483575" y="1818817"/>
                </a:lnTo>
                <a:lnTo>
                  <a:pt x="1485442" y="1816950"/>
                </a:lnTo>
                <a:lnTo>
                  <a:pt x="1485900" y="1815833"/>
                </a:lnTo>
                <a:lnTo>
                  <a:pt x="1485900" y="1813204"/>
                </a:lnTo>
                <a:close/>
              </a:path>
              <a:path w="4438650" h="1819275">
                <a:moveTo>
                  <a:pt x="1485900" y="908329"/>
                </a:moveTo>
                <a:lnTo>
                  <a:pt x="1485442" y="907211"/>
                </a:lnTo>
                <a:lnTo>
                  <a:pt x="1483575" y="905344"/>
                </a:lnTo>
                <a:lnTo>
                  <a:pt x="1482458" y="904875"/>
                </a:lnTo>
                <a:lnTo>
                  <a:pt x="1479829" y="904875"/>
                </a:lnTo>
                <a:lnTo>
                  <a:pt x="1478711" y="905344"/>
                </a:lnTo>
                <a:lnTo>
                  <a:pt x="1476844" y="907211"/>
                </a:lnTo>
                <a:lnTo>
                  <a:pt x="1476375" y="908329"/>
                </a:lnTo>
                <a:lnTo>
                  <a:pt x="1476375" y="910958"/>
                </a:lnTo>
                <a:lnTo>
                  <a:pt x="1476844" y="912075"/>
                </a:lnTo>
                <a:lnTo>
                  <a:pt x="1478711" y="913942"/>
                </a:lnTo>
                <a:lnTo>
                  <a:pt x="1479829" y="914400"/>
                </a:lnTo>
                <a:lnTo>
                  <a:pt x="1482458" y="914400"/>
                </a:lnTo>
                <a:lnTo>
                  <a:pt x="1483575" y="913942"/>
                </a:lnTo>
                <a:lnTo>
                  <a:pt x="1485442" y="912075"/>
                </a:lnTo>
                <a:lnTo>
                  <a:pt x="1485900" y="910958"/>
                </a:lnTo>
                <a:lnTo>
                  <a:pt x="1485900" y="908329"/>
                </a:lnTo>
                <a:close/>
              </a:path>
              <a:path w="4438650" h="1819275">
                <a:moveTo>
                  <a:pt x="1485900" y="3454"/>
                </a:moveTo>
                <a:lnTo>
                  <a:pt x="1485442" y="2336"/>
                </a:lnTo>
                <a:lnTo>
                  <a:pt x="1483575" y="469"/>
                </a:lnTo>
                <a:lnTo>
                  <a:pt x="1482458" y="0"/>
                </a:lnTo>
                <a:lnTo>
                  <a:pt x="1479829" y="0"/>
                </a:lnTo>
                <a:lnTo>
                  <a:pt x="1478711" y="469"/>
                </a:lnTo>
                <a:lnTo>
                  <a:pt x="1476844" y="2336"/>
                </a:lnTo>
                <a:lnTo>
                  <a:pt x="1476375" y="3454"/>
                </a:lnTo>
                <a:lnTo>
                  <a:pt x="1476375" y="6083"/>
                </a:lnTo>
                <a:lnTo>
                  <a:pt x="1476844" y="7200"/>
                </a:lnTo>
                <a:lnTo>
                  <a:pt x="1478711" y="9067"/>
                </a:lnTo>
                <a:lnTo>
                  <a:pt x="1479829" y="9525"/>
                </a:lnTo>
                <a:lnTo>
                  <a:pt x="1482458" y="9525"/>
                </a:lnTo>
                <a:lnTo>
                  <a:pt x="1483575" y="9067"/>
                </a:lnTo>
                <a:lnTo>
                  <a:pt x="1485442" y="7200"/>
                </a:lnTo>
                <a:lnTo>
                  <a:pt x="1485900" y="6083"/>
                </a:lnTo>
                <a:lnTo>
                  <a:pt x="1485900" y="3454"/>
                </a:lnTo>
                <a:close/>
              </a:path>
              <a:path w="4438650" h="1819275">
                <a:moveTo>
                  <a:pt x="1533525" y="1813204"/>
                </a:moveTo>
                <a:lnTo>
                  <a:pt x="1533067" y="1812086"/>
                </a:lnTo>
                <a:lnTo>
                  <a:pt x="1531200" y="1810219"/>
                </a:lnTo>
                <a:lnTo>
                  <a:pt x="1530083" y="1809750"/>
                </a:lnTo>
                <a:lnTo>
                  <a:pt x="1527454" y="1809750"/>
                </a:lnTo>
                <a:lnTo>
                  <a:pt x="1526336" y="1810219"/>
                </a:lnTo>
                <a:lnTo>
                  <a:pt x="1524469" y="1812086"/>
                </a:lnTo>
                <a:lnTo>
                  <a:pt x="1524000" y="1813204"/>
                </a:lnTo>
                <a:lnTo>
                  <a:pt x="1524000" y="1815833"/>
                </a:lnTo>
                <a:lnTo>
                  <a:pt x="1524469" y="1816950"/>
                </a:lnTo>
                <a:lnTo>
                  <a:pt x="1526336" y="1818817"/>
                </a:lnTo>
                <a:lnTo>
                  <a:pt x="1527454" y="1819275"/>
                </a:lnTo>
                <a:lnTo>
                  <a:pt x="1530083" y="1819275"/>
                </a:lnTo>
                <a:lnTo>
                  <a:pt x="1531200" y="1818817"/>
                </a:lnTo>
                <a:lnTo>
                  <a:pt x="1533067" y="1816950"/>
                </a:lnTo>
                <a:lnTo>
                  <a:pt x="1533525" y="1815833"/>
                </a:lnTo>
                <a:lnTo>
                  <a:pt x="1533525" y="1813204"/>
                </a:lnTo>
                <a:close/>
              </a:path>
              <a:path w="4438650" h="1819275">
                <a:moveTo>
                  <a:pt x="1533525" y="908329"/>
                </a:moveTo>
                <a:lnTo>
                  <a:pt x="1533067" y="907211"/>
                </a:lnTo>
                <a:lnTo>
                  <a:pt x="1531200" y="905344"/>
                </a:lnTo>
                <a:lnTo>
                  <a:pt x="1530083" y="904875"/>
                </a:lnTo>
                <a:lnTo>
                  <a:pt x="1527454" y="904875"/>
                </a:lnTo>
                <a:lnTo>
                  <a:pt x="1526336" y="905344"/>
                </a:lnTo>
                <a:lnTo>
                  <a:pt x="1524469" y="907211"/>
                </a:lnTo>
                <a:lnTo>
                  <a:pt x="1524000" y="908329"/>
                </a:lnTo>
                <a:lnTo>
                  <a:pt x="1524000" y="910958"/>
                </a:lnTo>
                <a:lnTo>
                  <a:pt x="1524469" y="912075"/>
                </a:lnTo>
                <a:lnTo>
                  <a:pt x="1526336" y="913942"/>
                </a:lnTo>
                <a:lnTo>
                  <a:pt x="1527454" y="914400"/>
                </a:lnTo>
                <a:lnTo>
                  <a:pt x="1530083" y="914400"/>
                </a:lnTo>
                <a:lnTo>
                  <a:pt x="1531200" y="913942"/>
                </a:lnTo>
                <a:lnTo>
                  <a:pt x="1533067" y="912075"/>
                </a:lnTo>
                <a:lnTo>
                  <a:pt x="1533525" y="910958"/>
                </a:lnTo>
                <a:lnTo>
                  <a:pt x="1533525" y="908329"/>
                </a:lnTo>
                <a:close/>
              </a:path>
              <a:path w="4438650" h="1819275">
                <a:moveTo>
                  <a:pt x="1533525" y="3454"/>
                </a:moveTo>
                <a:lnTo>
                  <a:pt x="1533067" y="2336"/>
                </a:lnTo>
                <a:lnTo>
                  <a:pt x="1531200" y="469"/>
                </a:lnTo>
                <a:lnTo>
                  <a:pt x="1530083" y="0"/>
                </a:lnTo>
                <a:lnTo>
                  <a:pt x="1527454" y="0"/>
                </a:lnTo>
                <a:lnTo>
                  <a:pt x="1526336" y="469"/>
                </a:lnTo>
                <a:lnTo>
                  <a:pt x="1524469" y="2336"/>
                </a:lnTo>
                <a:lnTo>
                  <a:pt x="1524000" y="3454"/>
                </a:lnTo>
                <a:lnTo>
                  <a:pt x="1524000" y="6083"/>
                </a:lnTo>
                <a:lnTo>
                  <a:pt x="1524469" y="7200"/>
                </a:lnTo>
                <a:lnTo>
                  <a:pt x="1526336" y="9067"/>
                </a:lnTo>
                <a:lnTo>
                  <a:pt x="1527454" y="9525"/>
                </a:lnTo>
                <a:lnTo>
                  <a:pt x="1530083" y="9525"/>
                </a:lnTo>
                <a:lnTo>
                  <a:pt x="1531200" y="9067"/>
                </a:lnTo>
                <a:lnTo>
                  <a:pt x="1533067" y="7200"/>
                </a:lnTo>
                <a:lnTo>
                  <a:pt x="1533525" y="6083"/>
                </a:lnTo>
                <a:lnTo>
                  <a:pt x="1533525" y="3454"/>
                </a:lnTo>
                <a:close/>
              </a:path>
              <a:path w="4438650" h="1819275">
                <a:moveTo>
                  <a:pt x="1581150" y="1813204"/>
                </a:moveTo>
                <a:lnTo>
                  <a:pt x="1580692" y="1812086"/>
                </a:lnTo>
                <a:lnTo>
                  <a:pt x="1578825" y="1810219"/>
                </a:lnTo>
                <a:lnTo>
                  <a:pt x="1577708" y="1809750"/>
                </a:lnTo>
                <a:lnTo>
                  <a:pt x="1575079" y="1809750"/>
                </a:lnTo>
                <a:lnTo>
                  <a:pt x="1573961" y="1810219"/>
                </a:lnTo>
                <a:lnTo>
                  <a:pt x="1572094" y="1812086"/>
                </a:lnTo>
                <a:lnTo>
                  <a:pt x="1571625" y="1813204"/>
                </a:lnTo>
                <a:lnTo>
                  <a:pt x="1571625" y="1815833"/>
                </a:lnTo>
                <a:lnTo>
                  <a:pt x="1572094" y="1816950"/>
                </a:lnTo>
                <a:lnTo>
                  <a:pt x="1573961" y="1818817"/>
                </a:lnTo>
                <a:lnTo>
                  <a:pt x="1575079" y="1819275"/>
                </a:lnTo>
                <a:lnTo>
                  <a:pt x="1577708" y="1819275"/>
                </a:lnTo>
                <a:lnTo>
                  <a:pt x="1578825" y="1818817"/>
                </a:lnTo>
                <a:lnTo>
                  <a:pt x="1580692" y="1816950"/>
                </a:lnTo>
                <a:lnTo>
                  <a:pt x="1581150" y="1815833"/>
                </a:lnTo>
                <a:lnTo>
                  <a:pt x="1581150" y="1813204"/>
                </a:lnTo>
                <a:close/>
              </a:path>
              <a:path w="4438650" h="1819275">
                <a:moveTo>
                  <a:pt x="1581150" y="908329"/>
                </a:moveTo>
                <a:lnTo>
                  <a:pt x="1580692" y="907211"/>
                </a:lnTo>
                <a:lnTo>
                  <a:pt x="1578825" y="905344"/>
                </a:lnTo>
                <a:lnTo>
                  <a:pt x="1577708" y="904875"/>
                </a:lnTo>
                <a:lnTo>
                  <a:pt x="1575079" y="904875"/>
                </a:lnTo>
                <a:lnTo>
                  <a:pt x="1573961" y="905344"/>
                </a:lnTo>
                <a:lnTo>
                  <a:pt x="1572094" y="907211"/>
                </a:lnTo>
                <a:lnTo>
                  <a:pt x="1571625" y="908329"/>
                </a:lnTo>
                <a:lnTo>
                  <a:pt x="1571625" y="910958"/>
                </a:lnTo>
                <a:lnTo>
                  <a:pt x="1572094" y="912075"/>
                </a:lnTo>
                <a:lnTo>
                  <a:pt x="1573961" y="913942"/>
                </a:lnTo>
                <a:lnTo>
                  <a:pt x="1575079" y="914400"/>
                </a:lnTo>
                <a:lnTo>
                  <a:pt x="1577708" y="914400"/>
                </a:lnTo>
                <a:lnTo>
                  <a:pt x="1578825" y="913942"/>
                </a:lnTo>
                <a:lnTo>
                  <a:pt x="1580692" y="912075"/>
                </a:lnTo>
                <a:lnTo>
                  <a:pt x="1581150" y="910958"/>
                </a:lnTo>
                <a:lnTo>
                  <a:pt x="1581150" y="908329"/>
                </a:lnTo>
                <a:close/>
              </a:path>
              <a:path w="4438650" h="1819275">
                <a:moveTo>
                  <a:pt x="1581150" y="3454"/>
                </a:moveTo>
                <a:lnTo>
                  <a:pt x="1580692" y="2336"/>
                </a:lnTo>
                <a:lnTo>
                  <a:pt x="1578825" y="469"/>
                </a:lnTo>
                <a:lnTo>
                  <a:pt x="1577708" y="0"/>
                </a:lnTo>
                <a:lnTo>
                  <a:pt x="1575079" y="0"/>
                </a:lnTo>
                <a:lnTo>
                  <a:pt x="1573961" y="469"/>
                </a:lnTo>
                <a:lnTo>
                  <a:pt x="1572094" y="2336"/>
                </a:lnTo>
                <a:lnTo>
                  <a:pt x="1571625" y="3454"/>
                </a:lnTo>
                <a:lnTo>
                  <a:pt x="1571625" y="6083"/>
                </a:lnTo>
                <a:lnTo>
                  <a:pt x="1572094" y="7200"/>
                </a:lnTo>
                <a:lnTo>
                  <a:pt x="1573961" y="9067"/>
                </a:lnTo>
                <a:lnTo>
                  <a:pt x="1575079" y="9525"/>
                </a:lnTo>
                <a:lnTo>
                  <a:pt x="1577708" y="9525"/>
                </a:lnTo>
                <a:lnTo>
                  <a:pt x="1578825" y="9067"/>
                </a:lnTo>
                <a:lnTo>
                  <a:pt x="1580692" y="7200"/>
                </a:lnTo>
                <a:lnTo>
                  <a:pt x="1581150" y="6083"/>
                </a:lnTo>
                <a:lnTo>
                  <a:pt x="1581150" y="3454"/>
                </a:lnTo>
                <a:close/>
              </a:path>
              <a:path w="4438650" h="1819275">
                <a:moveTo>
                  <a:pt x="1628775" y="1813204"/>
                </a:moveTo>
                <a:lnTo>
                  <a:pt x="1628317" y="1812086"/>
                </a:lnTo>
                <a:lnTo>
                  <a:pt x="1626450" y="1810219"/>
                </a:lnTo>
                <a:lnTo>
                  <a:pt x="1625333" y="1809750"/>
                </a:lnTo>
                <a:lnTo>
                  <a:pt x="1622704" y="1809750"/>
                </a:lnTo>
                <a:lnTo>
                  <a:pt x="1621586" y="1810219"/>
                </a:lnTo>
                <a:lnTo>
                  <a:pt x="1619719" y="1812086"/>
                </a:lnTo>
                <a:lnTo>
                  <a:pt x="1619250" y="1813204"/>
                </a:lnTo>
                <a:lnTo>
                  <a:pt x="1619250" y="1815833"/>
                </a:lnTo>
                <a:lnTo>
                  <a:pt x="1619719" y="1816950"/>
                </a:lnTo>
                <a:lnTo>
                  <a:pt x="1621586" y="1818817"/>
                </a:lnTo>
                <a:lnTo>
                  <a:pt x="1622704" y="1819275"/>
                </a:lnTo>
                <a:lnTo>
                  <a:pt x="1625333" y="1819275"/>
                </a:lnTo>
                <a:lnTo>
                  <a:pt x="1626450" y="1818817"/>
                </a:lnTo>
                <a:lnTo>
                  <a:pt x="1628317" y="1816950"/>
                </a:lnTo>
                <a:lnTo>
                  <a:pt x="1628775" y="1815833"/>
                </a:lnTo>
                <a:lnTo>
                  <a:pt x="1628775" y="1813204"/>
                </a:lnTo>
                <a:close/>
              </a:path>
              <a:path w="4438650" h="1819275">
                <a:moveTo>
                  <a:pt x="1628775" y="908329"/>
                </a:moveTo>
                <a:lnTo>
                  <a:pt x="1628317" y="907211"/>
                </a:lnTo>
                <a:lnTo>
                  <a:pt x="1626450" y="905344"/>
                </a:lnTo>
                <a:lnTo>
                  <a:pt x="1625333" y="904875"/>
                </a:lnTo>
                <a:lnTo>
                  <a:pt x="1622704" y="904875"/>
                </a:lnTo>
                <a:lnTo>
                  <a:pt x="1621586" y="905344"/>
                </a:lnTo>
                <a:lnTo>
                  <a:pt x="1619719" y="907211"/>
                </a:lnTo>
                <a:lnTo>
                  <a:pt x="1619250" y="908329"/>
                </a:lnTo>
                <a:lnTo>
                  <a:pt x="1619250" y="910958"/>
                </a:lnTo>
                <a:lnTo>
                  <a:pt x="1619719" y="912075"/>
                </a:lnTo>
                <a:lnTo>
                  <a:pt x="1621586" y="913942"/>
                </a:lnTo>
                <a:lnTo>
                  <a:pt x="1622704" y="914400"/>
                </a:lnTo>
                <a:lnTo>
                  <a:pt x="1625333" y="914400"/>
                </a:lnTo>
                <a:lnTo>
                  <a:pt x="1626450" y="913942"/>
                </a:lnTo>
                <a:lnTo>
                  <a:pt x="1628317" y="912075"/>
                </a:lnTo>
                <a:lnTo>
                  <a:pt x="1628775" y="910958"/>
                </a:lnTo>
                <a:lnTo>
                  <a:pt x="1628775" y="908329"/>
                </a:lnTo>
                <a:close/>
              </a:path>
              <a:path w="4438650" h="1819275">
                <a:moveTo>
                  <a:pt x="1628775" y="3454"/>
                </a:moveTo>
                <a:lnTo>
                  <a:pt x="1628317" y="2336"/>
                </a:lnTo>
                <a:lnTo>
                  <a:pt x="1626450" y="469"/>
                </a:lnTo>
                <a:lnTo>
                  <a:pt x="1625333" y="0"/>
                </a:lnTo>
                <a:lnTo>
                  <a:pt x="1622704" y="0"/>
                </a:lnTo>
                <a:lnTo>
                  <a:pt x="1621586" y="469"/>
                </a:lnTo>
                <a:lnTo>
                  <a:pt x="1619719" y="2336"/>
                </a:lnTo>
                <a:lnTo>
                  <a:pt x="1619250" y="3454"/>
                </a:lnTo>
                <a:lnTo>
                  <a:pt x="1619250" y="6083"/>
                </a:lnTo>
                <a:lnTo>
                  <a:pt x="1619719" y="7200"/>
                </a:lnTo>
                <a:lnTo>
                  <a:pt x="1621586" y="9067"/>
                </a:lnTo>
                <a:lnTo>
                  <a:pt x="1622704" y="9525"/>
                </a:lnTo>
                <a:lnTo>
                  <a:pt x="1625333" y="9525"/>
                </a:lnTo>
                <a:lnTo>
                  <a:pt x="1626450" y="9067"/>
                </a:lnTo>
                <a:lnTo>
                  <a:pt x="1628317" y="7200"/>
                </a:lnTo>
                <a:lnTo>
                  <a:pt x="1628775" y="6083"/>
                </a:lnTo>
                <a:lnTo>
                  <a:pt x="1628775" y="3454"/>
                </a:lnTo>
                <a:close/>
              </a:path>
              <a:path w="4438650" h="1819275">
                <a:moveTo>
                  <a:pt x="1676400" y="1813204"/>
                </a:moveTo>
                <a:lnTo>
                  <a:pt x="1675942" y="1812086"/>
                </a:lnTo>
                <a:lnTo>
                  <a:pt x="1674075" y="1810219"/>
                </a:lnTo>
                <a:lnTo>
                  <a:pt x="1672958" y="1809750"/>
                </a:lnTo>
                <a:lnTo>
                  <a:pt x="1670329" y="1809750"/>
                </a:lnTo>
                <a:lnTo>
                  <a:pt x="1669211" y="1810219"/>
                </a:lnTo>
                <a:lnTo>
                  <a:pt x="1667344" y="1812086"/>
                </a:lnTo>
                <a:lnTo>
                  <a:pt x="1666875" y="1813204"/>
                </a:lnTo>
                <a:lnTo>
                  <a:pt x="1666875" y="1815833"/>
                </a:lnTo>
                <a:lnTo>
                  <a:pt x="1667344" y="1816950"/>
                </a:lnTo>
                <a:lnTo>
                  <a:pt x="1669211" y="1818817"/>
                </a:lnTo>
                <a:lnTo>
                  <a:pt x="1670329" y="1819275"/>
                </a:lnTo>
                <a:lnTo>
                  <a:pt x="1672958" y="1819275"/>
                </a:lnTo>
                <a:lnTo>
                  <a:pt x="1674075" y="1818817"/>
                </a:lnTo>
                <a:lnTo>
                  <a:pt x="1675942" y="1816950"/>
                </a:lnTo>
                <a:lnTo>
                  <a:pt x="1676400" y="1815833"/>
                </a:lnTo>
                <a:lnTo>
                  <a:pt x="1676400" y="1813204"/>
                </a:lnTo>
                <a:close/>
              </a:path>
              <a:path w="4438650" h="1819275">
                <a:moveTo>
                  <a:pt x="1676400" y="908329"/>
                </a:moveTo>
                <a:lnTo>
                  <a:pt x="1675942" y="907211"/>
                </a:lnTo>
                <a:lnTo>
                  <a:pt x="1674075" y="905344"/>
                </a:lnTo>
                <a:lnTo>
                  <a:pt x="1672958" y="904875"/>
                </a:lnTo>
                <a:lnTo>
                  <a:pt x="1670329" y="904875"/>
                </a:lnTo>
                <a:lnTo>
                  <a:pt x="1669211" y="905344"/>
                </a:lnTo>
                <a:lnTo>
                  <a:pt x="1667344" y="907211"/>
                </a:lnTo>
                <a:lnTo>
                  <a:pt x="1666875" y="908329"/>
                </a:lnTo>
                <a:lnTo>
                  <a:pt x="1666875" y="910958"/>
                </a:lnTo>
                <a:lnTo>
                  <a:pt x="1667344" y="912075"/>
                </a:lnTo>
                <a:lnTo>
                  <a:pt x="1669211" y="913942"/>
                </a:lnTo>
                <a:lnTo>
                  <a:pt x="1670329" y="914400"/>
                </a:lnTo>
                <a:lnTo>
                  <a:pt x="1672958" y="914400"/>
                </a:lnTo>
                <a:lnTo>
                  <a:pt x="1674075" y="913942"/>
                </a:lnTo>
                <a:lnTo>
                  <a:pt x="1675942" y="912075"/>
                </a:lnTo>
                <a:lnTo>
                  <a:pt x="1676400" y="910958"/>
                </a:lnTo>
                <a:lnTo>
                  <a:pt x="1676400" y="908329"/>
                </a:lnTo>
                <a:close/>
              </a:path>
              <a:path w="4438650" h="1819275">
                <a:moveTo>
                  <a:pt x="1676400" y="3454"/>
                </a:moveTo>
                <a:lnTo>
                  <a:pt x="1675942" y="2336"/>
                </a:lnTo>
                <a:lnTo>
                  <a:pt x="1674075" y="469"/>
                </a:lnTo>
                <a:lnTo>
                  <a:pt x="1672958" y="0"/>
                </a:lnTo>
                <a:lnTo>
                  <a:pt x="1670329" y="0"/>
                </a:lnTo>
                <a:lnTo>
                  <a:pt x="1669211" y="469"/>
                </a:lnTo>
                <a:lnTo>
                  <a:pt x="1667344" y="2336"/>
                </a:lnTo>
                <a:lnTo>
                  <a:pt x="1666875" y="3454"/>
                </a:lnTo>
                <a:lnTo>
                  <a:pt x="1666875" y="6083"/>
                </a:lnTo>
                <a:lnTo>
                  <a:pt x="1667344" y="7200"/>
                </a:lnTo>
                <a:lnTo>
                  <a:pt x="1669211" y="9067"/>
                </a:lnTo>
                <a:lnTo>
                  <a:pt x="1670329" y="9525"/>
                </a:lnTo>
                <a:lnTo>
                  <a:pt x="1672958" y="9525"/>
                </a:lnTo>
                <a:lnTo>
                  <a:pt x="1674075" y="9067"/>
                </a:lnTo>
                <a:lnTo>
                  <a:pt x="1675942" y="7200"/>
                </a:lnTo>
                <a:lnTo>
                  <a:pt x="1676400" y="6083"/>
                </a:lnTo>
                <a:lnTo>
                  <a:pt x="1676400" y="3454"/>
                </a:lnTo>
                <a:close/>
              </a:path>
              <a:path w="4438650" h="1819275">
                <a:moveTo>
                  <a:pt x="1724025" y="1813204"/>
                </a:moveTo>
                <a:lnTo>
                  <a:pt x="1723567" y="1812086"/>
                </a:lnTo>
                <a:lnTo>
                  <a:pt x="1721700" y="1810219"/>
                </a:lnTo>
                <a:lnTo>
                  <a:pt x="1720583" y="1809750"/>
                </a:lnTo>
                <a:lnTo>
                  <a:pt x="1717954" y="1809750"/>
                </a:lnTo>
                <a:lnTo>
                  <a:pt x="1716836" y="1810219"/>
                </a:lnTo>
                <a:lnTo>
                  <a:pt x="1714969" y="1812086"/>
                </a:lnTo>
                <a:lnTo>
                  <a:pt x="1714500" y="1813204"/>
                </a:lnTo>
                <a:lnTo>
                  <a:pt x="1714500" y="1815833"/>
                </a:lnTo>
                <a:lnTo>
                  <a:pt x="1714969" y="1816950"/>
                </a:lnTo>
                <a:lnTo>
                  <a:pt x="1716836" y="1818817"/>
                </a:lnTo>
                <a:lnTo>
                  <a:pt x="1717954" y="1819275"/>
                </a:lnTo>
                <a:lnTo>
                  <a:pt x="1720583" y="1819275"/>
                </a:lnTo>
                <a:lnTo>
                  <a:pt x="1721700" y="1818817"/>
                </a:lnTo>
                <a:lnTo>
                  <a:pt x="1723567" y="1816950"/>
                </a:lnTo>
                <a:lnTo>
                  <a:pt x="1724025" y="1815833"/>
                </a:lnTo>
                <a:lnTo>
                  <a:pt x="1724025" y="1813204"/>
                </a:lnTo>
                <a:close/>
              </a:path>
              <a:path w="4438650" h="1819275">
                <a:moveTo>
                  <a:pt x="1724025" y="908329"/>
                </a:moveTo>
                <a:lnTo>
                  <a:pt x="1723567" y="907211"/>
                </a:lnTo>
                <a:lnTo>
                  <a:pt x="1721700" y="905344"/>
                </a:lnTo>
                <a:lnTo>
                  <a:pt x="1720583" y="904875"/>
                </a:lnTo>
                <a:lnTo>
                  <a:pt x="1717954" y="904875"/>
                </a:lnTo>
                <a:lnTo>
                  <a:pt x="1716836" y="905344"/>
                </a:lnTo>
                <a:lnTo>
                  <a:pt x="1714969" y="907211"/>
                </a:lnTo>
                <a:lnTo>
                  <a:pt x="1714500" y="908329"/>
                </a:lnTo>
                <a:lnTo>
                  <a:pt x="1714500" y="910958"/>
                </a:lnTo>
                <a:lnTo>
                  <a:pt x="1714969" y="912075"/>
                </a:lnTo>
                <a:lnTo>
                  <a:pt x="1716836" y="913942"/>
                </a:lnTo>
                <a:lnTo>
                  <a:pt x="1717954" y="914400"/>
                </a:lnTo>
                <a:lnTo>
                  <a:pt x="1720583" y="914400"/>
                </a:lnTo>
                <a:lnTo>
                  <a:pt x="1721700" y="913942"/>
                </a:lnTo>
                <a:lnTo>
                  <a:pt x="1723567" y="912075"/>
                </a:lnTo>
                <a:lnTo>
                  <a:pt x="1724025" y="910958"/>
                </a:lnTo>
                <a:lnTo>
                  <a:pt x="1724025" y="908329"/>
                </a:lnTo>
                <a:close/>
              </a:path>
              <a:path w="4438650" h="1819275">
                <a:moveTo>
                  <a:pt x="1724025" y="3454"/>
                </a:moveTo>
                <a:lnTo>
                  <a:pt x="1723567" y="2336"/>
                </a:lnTo>
                <a:lnTo>
                  <a:pt x="1721700" y="469"/>
                </a:lnTo>
                <a:lnTo>
                  <a:pt x="1720583" y="0"/>
                </a:lnTo>
                <a:lnTo>
                  <a:pt x="1717954" y="0"/>
                </a:lnTo>
                <a:lnTo>
                  <a:pt x="1716836" y="469"/>
                </a:lnTo>
                <a:lnTo>
                  <a:pt x="1714969" y="2336"/>
                </a:lnTo>
                <a:lnTo>
                  <a:pt x="1714500" y="3454"/>
                </a:lnTo>
                <a:lnTo>
                  <a:pt x="1714500" y="6083"/>
                </a:lnTo>
                <a:lnTo>
                  <a:pt x="1714969" y="7200"/>
                </a:lnTo>
                <a:lnTo>
                  <a:pt x="1716836" y="9067"/>
                </a:lnTo>
                <a:lnTo>
                  <a:pt x="1717954" y="9525"/>
                </a:lnTo>
                <a:lnTo>
                  <a:pt x="1720583" y="9525"/>
                </a:lnTo>
                <a:lnTo>
                  <a:pt x="1721700" y="9067"/>
                </a:lnTo>
                <a:lnTo>
                  <a:pt x="1723567" y="7200"/>
                </a:lnTo>
                <a:lnTo>
                  <a:pt x="1724025" y="6083"/>
                </a:lnTo>
                <a:lnTo>
                  <a:pt x="1724025" y="3454"/>
                </a:lnTo>
                <a:close/>
              </a:path>
              <a:path w="4438650" h="1819275">
                <a:moveTo>
                  <a:pt x="1771650" y="1813204"/>
                </a:moveTo>
                <a:lnTo>
                  <a:pt x="1771192" y="1812086"/>
                </a:lnTo>
                <a:lnTo>
                  <a:pt x="1769325" y="1810219"/>
                </a:lnTo>
                <a:lnTo>
                  <a:pt x="1768208" y="1809750"/>
                </a:lnTo>
                <a:lnTo>
                  <a:pt x="1765579" y="1809750"/>
                </a:lnTo>
                <a:lnTo>
                  <a:pt x="1764461" y="1810219"/>
                </a:lnTo>
                <a:lnTo>
                  <a:pt x="1762594" y="1812086"/>
                </a:lnTo>
                <a:lnTo>
                  <a:pt x="1762125" y="1813204"/>
                </a:lnTo>
                <a:lnTo>
                  <a:pt x="1762125" y="1815833"/>
                </a:lnTo>
                <a:lnTo>
                  <a:pt x="1762594" y="1816950"/>
                </a:lnTo>
                <a:lnTo>
                  <a:pt x="1764461" y="1818817"/>
                </a:lnTo>
                <a:lnTo>
                  <a:pt x="1765579" y="1819275"/>
                </a:lnTo>
                <a:lnTo>
                  <a:pt x="1768208" y="1819275"/>
                </a:lnTo>
                <a:lnTo>
                  <a:pt x="1769325" y="1818817"/>
                </a:lnTo>
                <a:lnTo>
                  <a:pt x="1771192" y="1816950"/>
                </a:lnTo>
                <a:lnTo>
                  <a:pt x="1771650" y="1815833"/>
                </a:lnTo>
                <a:lnTo>
                  <a:pt x="1771650" y="1813204"/>
                </a:lnTo>
                <a:close/>
              </a:path>
              <a:path w="4438650" h="1819275">
                <a:moveTo>
                  <a:pt x="1771650" y="908329"/>
                </a:moveTo>
                <a:lnTo>
                  <a:pt x="1771192" y="907211"/>
                </a:lnTo>
                <a:lnTo>
                  <a:pt x="1769325" y="905344"/>
                </a:lnTo>
                <a:lnTo>
                  <a:pt x="1768208" y="904875"/>
                </a:lnTo>
                <a:lnTo>
                  <a:pt x="1765579" y="904875"/>
                </a:lnTo>
                <a:lnTo>
                  <a:pt x="1764461" y="905344"/>
                </a:lnTo>
                <a:lnTo>
                  <a:pt x="1762594" y="907211"/>
                </a:lnTo>
                <a:lnTo>
                  <a:pt x="1762125" y="908329"/>
                </a:lnTo>
                <a:lnTo>
                  <a:pt x="1762125" y="910958"/>
                </a:lnTo>
                <a:lnTo>
                  <a:pt x="1762594" y="912075"/>
                </a:lnTo>
                <a:lnTo>
                  <a:pt x="1764461" y="913942"/>
                </a:lnTo>
                <a:lnTo>
                  <a:pt x="1765579" y="914400"/>
                </a:lnTo>
                <a:lnTo>
                  <a:pt x="1768208" y="914400"/>
                </a:lnTo>
                <a:lnTo>
                  <a:pt x="1769325" y="913942"/>
                </a:lnTo>
                <a:lnTo>
                  <a:pt x="1771192" y="912075"/>
                </a:lnTo>
                <a:lnTo>
                  <a:pt x="1771650" y="910958"/>
                </a:lnTo>
                <a:lnTo>
                  <a:pt x="1771650" y="908329"/>
                </a:lnTo>
                <a:close/>
              </a:path>
              <a:path w="4438650" h="1819275">
                <a:moveTo>
                  <a:pt x="1771650" y="3454"/>
                </a:moveTo>
                <a:lnTo>
                  <a:pt x="1771192" y="2336"/>
                </a:lnTo>
                <a:lnTo>
                  <a:pt x="1769325" y="469"/>
                </a:lnTo>
                <a:lnTo>
                  <a:pt x="1768208" y="0"/>
                </a:lnTo>
                <a:lnTo>
                  <a:pt x="1765579" y="0"/>
                </a:lnTo>
                <a:lnTo>
                  <a:pt x="1764461" y="469"/>
                </a:lnTo>
                <a:lnTo>
                  <a:pt x="1762594" y="2336"/>
                </a:lnTo>
                <a:lnTo>
                  <a:pt x="1762125" y="3454"/>
                </a:lnTo>
                <a:lnTo>
                  <a:pt x="1762125" y="6083"/>
                </a:lnTo>
                <a:lnTo>
                  <a:pt x="1762594" y="7200"/>
                </a:lnTo>
                <a:lnTo>
                  <a:pt x="1764461" y="9067"/>
                </a:lnTo>
                <a:lnTo>
                  <a:pt x="1765579" y="9525"/>
                </a:lnTo>
                <a:lnTo>
                  <a:pt x="1768208" y="9525"/>
                </a:lnTo>
                <a:lnTo>
                  <a:pt x="1769325" y="9067"/>
                </a:lnTo>
                <a:lnTo>
                  <a:pt x="1771192" y="7200"/>
                </a:lnTo>
                <a:lnTo>
                  <a:pt x="1771650" y="6083"/>
                </a:lnTo>
                <a:lnTo>
                  <a:pt x="1771650" y="3454"/>
                </a:lnTo>
                <a:close/>
              </a:path>
              <a:path w="4438650" h="1819275">
                <a:moveTo>
                  <a:pt x="1819275" y="1813204"/>
                </a:moveTo>
                <a:lnTo>
                  <a:pt x="1818817" y="1812086"/>
                </a:lnTo>
                <a:lnTo>
                  <a:pt x="1816950" y="1810219"/>
                </a:lnTo>
                <a:lnTo>
                  <a:pt x="1815833" y="1809750"/>
                </a:lnTo>
                <a:lnTo>
                  <a:pt x="1813204" y="1809750"/>
                </a:lnTo>
                <a:lnTo>
                  <a:pt x="1812086" y="1810219"/>
                </a:lnTo>
                <a:lnTo>
                  <a:pt x="1810219" y="1812086"/>
                </a:lnTo>
                <a:lnTo>
                  <a:pt x="1809750" y="1813204"/>
                </a:lnTo>
                <a:lnTo>
                  <a:pt x="1809750" y="1815833"/>
                </a:lnTo>
                <a:lnTo>
                  <a:pt x="1810219" y="1816950"/>
                </a:lnTo>
                <a:lnTo>
                  <a:pt x="1812086" y="1818817"/>
                </a:lnTo>
                <a:lnTo>
                  <a:pt x="1813204" y="1819275"/>
                </a:lnTo>
                <a:lnTo>
                  <a:pt x="1815833" y="1819275"/>
                </a:lnTo>
                <a:lnTo>
                  <a:pt x="1816950" y="1818817"/>
                </a:lnTo>
                <a:lnTo>
                  <a:pt x="1818817" y="1816950"/>
                </a:lnTo>
                <a:lnTo>
                  <a:pt x="1819275" y="1815833"/>
                </a:lnTo>
                <a:lnTo>
                  <a:pt x="1819275" y="1813204"/>
                </a:lnTo>
                <a:close/>
              </a:path>
              <a:path w="4438650" h="1819275">
                <a:moveTo>
                  <a:pt x="1819275" y="908329"/>
                </a:moveTo>
                <a:lnTo>
                  <a:pt x="1818817" y="907211"/>
                </a:lnTo>
                <a:lnTo>
                  <a:pt x="1816950" y="905344"/>
                </a:lnTo>
                <a:lnTo>
                  <a:pt x="1815833" y="904875"/>
                </a:lnTo>
                <a:lnTo>
                  <a:pt x="1813204" y="904875"/>
                </a:lnTo>
                <a:lnTo>
                  <a:pt x="1812086" y="905344"/>
                </a:lnTo>
                <a:lnTo>
                  <a:pt x="1810219" y="907211"/>
                </a:lnTo>
                <a:lnTo>
                  <a:pt x="1809750" y="908329"/>
                </a:lnTo>
                <a:lnTo>
                  <a:pt x="1809750" y="910958"/>
                </a:lnTo>
                <a:lnTo>
                  <a:pt x="1810219" y="912075"/>
                </a:lnTo>
                <a:lnTo>
                  <a:pt x="1812086" y="913942"/>
                </a:lnTo>
                <a:lnTo>
                  <a:pt x="1813204" y="914400"/>
                </a:lnTo>
                <a:lnTo>
                  <a:pt x="1815833" y="914400"/>
                </a:lnTo>
                <a:lnTo>
                  <a:pt x="1816950" y="913942"/>
                </a:lnTo>
                <a:lnTo>
                  <a:pt x="1818817" y="912075"/>
                </a:lnTo>
                <a:lnTo>
                  <a:pt x="1819275" y="910958"/>
                </a:lnTo>
                <a:lnTo>
                  <a:pt x="1819275" y="908329"/>
                </a:lnTo>
                <a:close/>
              </a:path>
              <a:path w="4438650" h="1819275">
                <a:moveTo>
                  <a:pt x="1819275" y="3454"/>
                </a:moveTo>
                <a:lnTo>
                  <a:pt x="1818817" y="2336"/>
                </a:lnTo>
                <a:lnTo>
                  <a:pt x="1816950" y="469"/>
                </a:lnTo>
                <a:lnTo>
                  <a:pt x="1815833" y="0"/>
                </a:lnTo>
                <a:lnTo>
                  <a:pt x="1813204" y="0"/>
                </a:lnTo>
                <a:lnTo>
                  <a:pt x="1812086" y="469"/>
                </a:lnTo>
                <a:lnTo>
                  <a:pt x="1810219" y="2336"/>
                </a:lnTo>
                <a:lnTo>
                  <a:pt x="1809750" y="3454"/>
                </a:lnTo>
                <a:lnTo>
                  <a:pt x="1809750" y="6083"/>
                </a:lnTo>
                <a:lnTo>
                  <a:pt x="1810219" y="7200"/>
                </a:lnTo>
                <a:lnTo>
                  <a:pt x="1812086" y="9067"/>
                </a:lnTo>
                <a:lnTo>
                  <a:pt x="1813204" y="9525"/>
                </a:lnTo>
                <a:lnTo>
                  <a:pt x="1815833" y="9525"/>
                </a:lnTo>
                <a:lnTo>
                  <a:pt x="1816950" y="9067"/>
                </a:lnTo>
                <a:lnTo>
                  <a:pt x="1818817" y="7200"/>
                </a:lnTo>
                <a:lnTo>
                  <a:pt x="1819275" y="6083"/>
                </a:lnTo>
                <a:lnTo>
                  <a:pt x="1819275" y="3454"/>
                </a:lnTo>
                <a:close/>
              </a:path>
              <a:path w="4438650" h="1819275">
                <a:moveTo>
                  <a:pt x="1866900" y="1813204"/>
                </a:moveTo>
                <a:lnTo>
                  <a:pt x="1866442" y="1812086"/>
                </a:lnTo>
                <a:lnTo>
                  <a:pt x="1864575" y="1810219"/>
                </a:lnTo>
                <a:lnTo>
                  <a:pt x="1863458" y="1809750"/>
                </a:lnTo>
                <a:lnTo>
                  <a:pt x="1860829" y="1809750"/>
                </a:lnTo>
                <a:lnTo>
                  <a:pt x="1859711" y="1810219"/>
                </a:lnTo>
                <a:lnTo>
                  <a:pt x="1857844" y="1812086"/>
                </a:lnTo>
                <a:lnTo>
                  <a:pt x="1857375" y="1813204"/>
                </a:lnTo>
                <a:lnTo>
                  <a:pt x="1857375" y="1815833"/>
                </a:lnTo>
                <a:lnTo>
                  <a:pt x="1857844" y="1816950"/>
                </a:lnTo>
                <a:lnTo>
                  <a:pt x="1859711" y="1818817"/>
                </a:lnTo>
                <a:lnTo>
                  <a:pt x="1860829" y="1819275"/>
                </a:lnTo>
                <a:lnTo>
                  <a:pt x="1863458" y="1819275"/>
                </a:lnTo>
                <a:lnTo>
                  <a:pt x="1864575" y="1818817"/>
                </a:lnTo>
                <a:lnTo>
                  <a:pt x="1866442" y="1816950"/>
                </a:lnTo>
                <a:lnTo>
                  <a:pt x="1866900" y="1815833"/>
                </a:lnTo>
                <a:lnTo>
                  <a:pt x="1866900" y="1813204"/>
                </a:lnTo>
                <a:close/>
              </a:path>
              <a:path w="4438650" h="1819275">
                <a:moveTo>
                  <a:pt x="1866900" y="908329"/>
                </a:moveTo>
                <a:lnTo>
                  <a:pt x="1866442" y="907211"/>
                </a:lnTo>
                <a:lnTo>
                  <a:pt x="1864575" y="905344"/>
                </a:lnTo>
                <a:lnTo>
                  <a:pt x="1863458" y="904875"/>
                </a:lnTo>
                <a:lnTo>
                  <a:pt x="1860829" y="904875"/>
                </a:lnTo>
                <a:lnTo>
                  <a:pt x="1859711" y="905344"/>
                </a:lnTo>
                <a:lnTo>
                  <a:pt x="1857844" y="907211"/>
                </a:lnTo>
                <a:lnTo>
                  <a:pt x="1857375" y="908329"/>
                </a:lnTo>
                <a:lnTo>
                  <a:pt x="1857375" y="910958"/>
                </a:lnTo>
                <a:lnTo>
                  <a:pt x="1857844" y="912075"/>
                </a:lnTo>
                <a:lnTo>
                  <a:pt x="1859711" y="913942"/>
                </a:lnTo>
                <a:lnTo>
                  <a:pt x="1860829" y="914400"/>
                </a:lnTo>
                <a:lnTo>
                  <a:pt x="1863458" y="914400"/>
                </a:lnTo>
                <a:lnTo>
                  <a:pt x="1864575" y="913942"/>
                </a:lnTo>
                <a:lnTo>
                  <a:pt x="1866442" y="912075"/>
                </a:lnTo>
                <a:lnTo>
                  <a:pt x="1866900" y="910958"/>
                </a:lnTo>
                <a:lnTo>
                  <a:pt x="1866900" y="908329"/>
                </a:lnTo>
                <a:close/>
              </a:path>
              <a:path w="4438650" h="1819275">
                <a:moveTo>
                  <a:pt x="1866900" y="3454"/>
                </a:moveTo>
                <a:lnTo>
                  <a:pt x="1866442" y="2336"/>
                </a:lnTo>
                <a:lnTo>
                  <a:pt x="1864575" y="469"/>
                </a:lnTo>
                <a:lnTo>
                  <a:pt x="1863458" y="0"/>
                </a:lnTo>
                <a:lnTo>
                  <a:pt x="1860829" y="0"/>
                </a:lnTo>
                <a:lnTo>
                  <a:pt x="1859711" y="469"/>
                </a:lnTo>
                <a:lnTo>
                  <a:pt x="1857844" y="2336"/>
                </a:lnTo>
                <a:lnTo>
                  <a:pt x="1857375" y="3454"/>
                </a:lnTo>
                <a:lnTo>
                  <a:pt x="1857375" y="6083"/>
                </a:lnTo>
                <a:lnTo>
                  <a:pt x="1857844" y="7200"/>
                </a:lnTo>
                <a:lnTo>
                  <a:pt x="1859711" y="9067"/>
                </a:lnTo>
                <a:lnTo>
                  <a:pt x="1860829" y="9525"/>
                </a:lnTo>
                <a:lnTo>
                  <a:pt x="1863458" y="9525"/>
                </a:lnTo>
                <a:lnTo>
                  <a:pt x="1864575" y="9067"/>
                </a:lnTo>
                <a:lnTo>
                  <a:pt x="1866442" y="7200"/>
                </a:lnTo>
                <a:lnTo>
                  <a:pt x="1866900" y="6083"/>
                </a:lnTo>
                <a:lnTo>
                  <a:pt x="1866900" y="3454"/>
                </a:lnTo>
                <a:close/>
              </a:path>
              <a:path w="4438650" h="1819275">
                <a:moveTo>
                  <a:pt x="1914525" y="1813204"/>
                </a:moveTo>
                <a:lnTo>
                  <a:pt x="1914067" y="1812086"/>
                </a:lnTo>
                <a:lnTo>
                  <a:pt x="1912200" y="1810219"/>
                </a:lnTo>
                <a:lnTo>
                  <a:pt x="1911083" y="1809750"/>
                </a:lnTo>
                <a:lnTo>
                  <a:pt x="1908454" y="1809750"/>
                </a:lnTo>
                <a:lnTo>
                  <a:pt x="1907336" y="1810219"/>
                </a:lnTo>
                <a:lnTo>
                  <a:pt x="1905469" y="1812086"/>
                </a:lnTo>
                <a:lnTo>
                  <a:pt x="1905000" y="1813204"/>
                </a:lnTo>
                <a:lnTo>
                  <a:pt x="1905000" y="1815833"/>
                </a:lnTo>
                <a:lnTo>
                  <a:pt x="1905469" y="1816950"/>
                </a:lnTo>
                <a:lnTo>
                  <a:pt x="1907336" y="1818817"/>
                </a:lnTo>
                <a:lnTo>
                  <a:pt x="1908454" y="1819275"/>
                </a:lnTo>
                <a:lnTo>
                  <a:pt x="1911083" y="1819275"/>
                </a:lnTo>
                <a:lnTo>
                  <a:pt x="1912200" y="1818817"/>
                </a:lnTo>
                <a:lnTo>
                  <a:pt x="1914067" y="1816950"/>
                </a:lnTo>
                <a:lnTo>
                  <a:pt x="1914525" y="1815833"/>
                </a:lnTo>
                <a:lnTo>
                  <a:pt x="1914525" y="1813204"/>
                </a:lnTo>
                <a:close/>
              </a:path>
              <a:path w="4438650" h="1819275">
                <a:moveTo>
                  <a:pt x="1914525" y="908329"/>
                </a:moveTo>
                <a:lnTo>
                  <a:pt x="1914067" y="907211"/>
                </a:lnTo>
                <a:lnTo>
                  <a:pt x="1912200" y="905344"/>
                </a:lnTo>
                <a:lnTo>
                  <a:pt x="1911083" y="904875"/>
                </a:lnTo>
                <a:lnTo>
                  <a:pt x="1908454" y="904875"/>
                </a:lnTo>
                <a:lnTo>
                  <a:pt x="1907336" y="905344"/>
                </a:lnTo>
                <a:lnTo>
                  <a:pt x="1905469" y="907211"/>
                </a:lnTo>
                <a:lnTo>
                  <a:pt x="1905000" y="908329"/>
                </a:lnTo>
                <a:lnTo>
                  <a:pt x="1905000" y="910958"/>
                </a:lnTo>
                <a:lnTo>
                  <a:pt x="1905469" y="912075"/>
                </a:lnTo>
                <a:lnTo>
                  <a:pt x="1907336" y="913942"/>
                </a:lnTo>
                <a:lnTo>
                  <a:pt x="1908454" y="914400"/>
                </a:lnTo>
                <a:lnTo>
                  <a:pt x="1911083" y="914400"/>
                </a:lnTo>
                <a:lnTo>
                  <a:pt x="1912200" y="913942"/>
                </a:lnTo>
                <a:lnTo>
                  <a:pt x="1914067" y="912075"/>
                </a:lnTo>
                <a:lnTo>
                  <a:pt x="1914525" y="910958"/>
                </a:lnTo>
                <a:lnTo>
                  <a:pt x="1914525" y="908329"/>
                </a:lnTo>
                <a:close/>
              </a:path>
              <a:path w="4438650" h="1819275">
                <a:moveTo>
                  <a:pt x="1914525" y="3454"/>
                </a:moveTo>
                <a:lnTo>
                  <a:pt x="1914067" y="2336"/>
                </a:lnTo>
                <a:lnTo>
                  <a:pt x="1912200" y="469"/>
                </a:lnTo>
                <a:lnTo>
                  <a:pt x="1911083" y="0"/>
                </a:lnTo>
                <a:lnTo>
                  <a:pt x="1908454" y="0"/>
                </a:lnTo>
                <a:lnTo>
                  <a:pt x="1907336" y="469"/>
                </a:lnTo>
                <a:lnTo>
                  <a:pt x="1905469" y="2336"/>
                </a:lnTo>
                <a:lnTo>
                  <a:pt x="1905000" y="3454"/>
                </a:lnTo>
                <a:lnTo>
                  <a:pt x="1905000" y="6083"/>
                </a:lnTo>
                <a:lnTo>
                  <a:pt x="1905469" y="7200"/>
                </a:lnTo>
                <a:lnTo>
                  <a:pt x="1907336" y="9067"/>
                </a:lnTo>
                <a:lnTo>
                  <a:pt x="1908454" y="9525"/>
                </a:lnTo>
                <a:lnTo>
                  <a:pt x="1911083" y="9525"/>
                </a:lnTo>
                <a:lnTo>
                  <a:pt x="1912200" y="9067"/>
                </a:lnTo>
                <a:lnTo>
                  <a:pt x="1914067" y="7200"/>
                </a:lnTo>
                <a:lnTo>
                  <a:pt x="1914525" y="6083"/>
                </a:lnTo>
                <a:lnTo>
                  <a:pt x="1914525" y="3454"/>
                </a:lnTo>
                <a:close/>
              </a:path>
              <a:path w="4438650" h="1819275">
                <a:moveTo>
                  <a:pt x="1962150" y="1813204"/>
                </a:moveTo>
                <a:lnTo>
                  <a:pt x="1961692" y="1812086"/>
                </a:lnTo>
                <a:lnTo>
                  <a:pt x="1959825" y="1810219"/>
                </a:lnTo>
                <a:lnTo>
                  <a:pt x="1958708" y="1809750"/>
                </a:lnTo>
                <a:lnTo>
                  <a:pt x="1956079" y="1809750"/>
                </a:lnTo>
                <a:lnTo>
                  <a:pt x="1954961" y="1810219"/>
                </a:lnTo>
                <a:lnTo>
                  <a:pt x="1953094" y="1812086"/>
                </a:lnTo>
                <a:lnTo>
                  <a:pt x="1952625" y="1813204"/>
                </a:lnTo>
                <a:lnTo>
                  <a:pt x="1952625" y="1815833"/>
                </a:lnTo>
                <a:lnTo>
                  <a:pt x="1953094" y="1816950"/>
                </a:lnTo>
                <a:lnTo>
                  <a:pt x="1954961" y="1818817"/>
                </a:lnTo>
                <a:lnTo>
                  <a:pt x="1956079" y="1819275"/>
                </a:lnTo>
                <a:lnTo>
                  <a:pt x="1958708" y="1819275"/>
                </a:lnTo>
                <a:lnTo>
                  <a:pt x="1959825" y="1818817"/>
                </a:lnTo>
                <a:lnTo>
                  <a:pt x="1961692" y="1816950"/>
                </a:lnTo>
                <a:lnTo>
                  <a:pt x="1962150" y="1815833"/>
                </a:lnTo>
                <a:lnTo>
                  <a:pt x="1962150" y="1813204"/>
                </a:lnTo>
                <a:close/>
              </a:path>
              <a:path w="4438650" h="1819275">
                <a:moveTo>
                  <a:pt x="1962150" y="908329"/>
                </a:moveTo>
                <a:lnTo>
                  <a:pt x="1961692" y="907211"/>
                </a:lnTo>
                <a:lnTo>
                  <a:pt x="1959825" y="905344"/>
                </a:lnTo>
                <a:lnTo>
                  <a:pt x="1958708" y="904875"/>
                </a:lnTo>
                <a:lnTo>
                  <a:pt x="1956079" y="904875"/>
                </a:lnTo>
                <a:lnTo>
                  <a:pt x="1954961" y="905344"/>
                </a:lnTo>
                <a:lnTo>
                  <a:pt x="1953094" y="907211"/>
                </a:lnTo>
                <a:lnTo>
                  <a:pt x="1952625" y="908329"/>
                </a:lnTo>
                <a:lnTo>
                  <a:pt x="1952625" y="910958"/>
                </a:lnTo>
                <a:lnTo>
                  <a:pt x="1953094" y="912075"/>
                </a:lnTo>
                <a:lnTo>
                  <a:pt x="1954961" y="913942"/>
                </a:lnTo>
                <a:lnTo>
                  <a:pt x="1956079" y="914400"/>
                </a:lnTo>
                <a:lnTo>
                  <a:pt x="1958708" y="914400"/>
                </a:lnTo>
                <a:lnTo>
                  <a:pt x="1959825" y="913942"/>
                </a:lnTo>
                <a:lnTo>
                  <a:pt x="1961692" y="912075"/>
                </a:lnTo>
                <a:lnTo>
                  <a:pt x="1962150" y="910958"/>
                </a:lnTo>
                <a:lnTo>
                  <a:pt x="1962150" y="908329"/>
                </a:lnTo>
                <a:close/>
              </a:path>
              <a:path w="4438650" h="1819275">
                <a:moveTo>
                  <a:pt x="1962150" y="3454"/>
                </a:moveTo>
                <a:lnTo>
                  <a:pt x="1961692" y="2336"/>
                </a:lnTo>
                <a:lnTo>
                  <a:pt x="1959825" y="469"/>
                </a:lnTo>
                <a:lnTo>
                  <a:pt x="1958708" y="0"/>
                </a:lnTo>
                <a:lnTo>
                  <a:pt x="1956079" y="0"/>
                </a:lnTo>
                <a:lnTo>
                  <a:pt x="1954961" y="469"/>
                </a:lnTo>
                <a:lnTo>
                  <a:pt x="1953094" y="2336"/>
                </a:lnTo>
                <a:lnTo>
                  <a:pt x="1952625" y="3454"/>
                </a:lnTo>
                <a:lnTo>
                  <a:pt x="1952625" y="6083"/>
                </a:lnTo>
                <a:lnTo>
                  <a:pt x="1953094" y="7200"/>
                </a:lnTo>
                <a:lnTo>
                  <a:pt x="1954961" y="9067"/>
                </a:lnTo>
                <a:lnTo>
                  <a:pt x="1956079" y="9525"/>
                </a:lnTo>
                <a:lnTo>
                  <a:pt x="1958708" y="9525"/>
                </a:lnTo>
                <a:lnTo>
                  <a:pt x="1959825" y="9067"/>
                </a:lnTo>
                <a:lnTo>
                  <a:pt x="1961692" y="7200"/>
                </a:lnTo>
                <a:lnTo>
                  <a:pt x="1962150" y="6083"/>
                </a:lnTo>
                <a:lnTo>
                  <a:pt x="1962150" y="3454"/>
                </a:lnTo>
                <a:close/>
              </a:path>
              <a:path w="4438650" h="1819275">
                <a:moveTo>
                  <a:pt x="2009775" y="1813204"/>
                </a:moveTo>
                <a:lnTo>
                  <a:pt x="2009317" y="1812086"/>
                </a:lnTo>
                <a:lnTo>
                  <a:pt x="2007450" y="1810219"/>
                </a:lnTo>
                <a:lnTo>
                  <a:pt x="2006333" y="1809750"/>
                </a:lnTo>
                <a:lnTo>
                  <a:pt x="2003704" y="1809750"/>
                </a:lnTo>
                <a:lnTo>
                  <a:pt x="2002586" y="1810219"/>
                </a:lnTo>
                <a:lnTo>
                  <a:pt x="2000719" y="1812086"/>
                </a:lnTo>
                <a:lnTo>
                  <a:pt x="2000250" y="1813204"/>
                </a:lnTo>
                <a:lnTo>
                  <a:pt x="2000250" y="1815833"/>
                </a:lnTo>
                <a:lnTo>
                  <a:pt x="2000719" y="1816950"/>
                </a:lnTo>
                <a:lnTo>
                  <a:pt x="2002586" y="1818817"/>
                </a:lnTo>
                <a:lnTo>
                  <a:pt x="2003704" y="1819275"/>
                </a:lnTo>
                <a:lnTo>
                  <a:pt x="2006333" y="1819275"/>
                </a:lnTo>
                <a:lnTo>
                  <a:pt x="2007450" y="1818817"/>
                </a:lnTo>
                <a:lnTo>
                  <a:pt x="2009317" y="1816950"/>
                </a:lnTo>
                <a:lnTo>
                  <a:pt x="2009775" y="1815833"/>
                </a:lnTo>
                <a:lnTo>
                  <a:pt x="2009775" y="1813204"/>
                </a:lnTo>
                <a:close/>
              </a:path>
              <a:path w="4438650" h="1819275">
                <a:moveTo>
                  <a:pt x="2009775" y="908329"/>
                </a:moveTo>
                <a:lnTo>
                  <a:pt x="2009317" y="907211"/>
                </a:lnTo>
                <a:lnTo>
                  <a:pt x="2007450" y="905344"/>
                </a:lnTo>
                <a:lnTo>
                  <a:pt x="2006333" y="904875"/>
                </a:lnTo>
                <a:lnTo>
                  <a:pt x="2003704" y="904875"/>
                </a:lnTo>
                <a:lnTo>
                  <a:pt x="2002586" y="905344"/>
                </a:lnTo>
                <a:lnTo>
                  <a:pt x="2000719" y="907211"/>
                </a:lnTo>
                <a:lnTo>
                  <a:pt x="2000250" y="908329"/>
                </a:lnTo>
                <a:lnTo>
                  <a:pt x="2000250" y="910958"/>
                </a:lnTo>
                <a:lnTo>
                  <a:pt x="2000719" y="912075"/>
                </a:lnTo>
                <a:lnTo>
                  <a:pt x="2002586" y="913942"/>
                </a:lnTo>
                <a:lnTo>
                  <a:pt x="2003704" y="914400"/>
                </a:lnTo>
                <a:lnTo>
                  <a:pt x="2006333" y="914400"/>
                </a:lnTo>
                <a:lnTo>
                  <a:pt x="2007450" y="913942"/>
                </a:lnTo>
                <a:lnTo>
                  <a:pt x="2009317" y="912075"/>
                </a:lnTo>
                <a:lnTo>
                  <a:pt x="2009775" y="910958"/>
                </a:lnTo>
                <a:lnTo>
                  <a:pt x="2009775" y="908329"/>
                </a:lnTo>
                <a:close/>
              </a:path>
              <a:path w="4438650" h="1819275">
                <a:moveTo>
                  <a:pt x="2009775" y="3454"/>
                </a:moveTo>
                <a:lnTo>
                  <a:pt x="2009317" y="2336"/>
                </a:lnTo>
                <a:lnTo>
                  <a:pt x="2007450" y="469"/>
                </a:lnTo>
                <a:lnTo>
                  <a:pt x="2006333" y="0"/>
                </a:lnTo>
                <a:lnTo>
                  <a:pt x="2003704" y="0"/>
                </a:lnTo>
                <a:lnTo>
                  <a:pt x="2002586" y="469"/>
                </a:lnTo>
                <a:lnTo>
                  <a:pt x="2000719" y="2336"/>
                </a:lnTo>
                <a:lnTo>
                  <a:pt x="2000250" y="3454"/>
                </a:lnTo>
                <a:lnTo>
                  <a:pt x="2000250" y="6083"/>
                </a:lnTo>
                <a:lnTo>
                  <a:pt x="2000719" y="7200"/>
                </a:lnTo>
                <a:lnTo>
                  <a:pt x="2002586" y="9067"/>
                </a:lnTo>
                <a:lnTo>
                  <a:pt x="2003704" y="9525"/>
                </a:lnTo>
                <a:lnTo>
                  <a:pt x="2006333" y="9525"/>
                </a:lnTo>
                <a:lnTo>
                  <a:pt x="2007450" y="9067"/>
                </a:lnTo>
                <a:lnTo>
                  <a:pt x="2009317" y="7200"/>
                </a:lnTo>
                <a:lnTo>
                  <a:pt x="2009775" y="6083"/>
                </a:lnTo>
                <a:lnTo>
                  <a:pt x="2009775" y="3454"/>
                </a:lnTo>
                <a:close/>
              </a:path>
              <a:path w="4438650" h="1819275">
                <a:moveTo>
                  <a:pt x="2057400" y="1813204"/>
                </a:moveTo>
                <a:lnTo>
                  <a:pt x="2056942" y="1812086"/>
                </a:lnTo>
                <a:lnTo>
                  <a:pt x="2055075" y="1810219"/>
                </a:lnTo>
                <a:lnTo>
                  <a:pt x="2053958" y="1809750"/>
                </a:lnTo>
                <a:lnTo>
                  <a:pt x="2051329" y="1809750"/>
                </a:lnTo>
                <a:lnTo>
                  <a:pt x="2050211" y="1810219"/>
                </a:lnTo>
                <a:lnTo>
                  <a:pt x="2048344" y="1812086"/>
                </a:lnTo>
                <a:lnTo>
                  <a:pt x="2047875" y="1813204"/>
                </a:lnTo>
                <a:lnTo>
                  <a:pt x="2047875" y="1815833"/>
                </a:lnTo>
                <a:lnTo>
                  <a:pt x="2048344" y="1816950"/>
                </a:lnTo>
                <a:lnTo>
                  <a:pt x="2050211" y="1818817"/>
                </a:lnTo>
                <a:lnTo>
                  <a:pt x="2051329" y="1819275"/>
                </a:lnTo>
                <a:lnTo>
                  <a:pt x="2053958" y="1819275"/>
                </a:lnTo>
                <a:lnTo>
                  <a:pt x="2055075" y="1818817"/>
                </a:lnTo>
                <a:lnTo>
                  <a:pt x="2056942" y="1816950"/>
                </a:lnTo>
                <a:lnTo>
                  <a:pt x="2057400" y="1815833"/>
                </a:lnTo>
                <a:lnTo>
                  <a:pt x="2057400" y="1813204"/>
                </a:lnTo>
                <a:close/>
              </a:path>
              <a:path w="4438650" h="1819275">
                <a:moveTo>
                  <a:pt x="2057400" y="908329"/>
                </a:moveTo>
                <a:lnTo>
                  <a:pt x="2056942" y="907211"/>
                </a:lnTo>
                <a:lnTo>
                  <a:pt x="2055075" y="905344"/>
                </a:lnTo>
                <a:lnTo>
                  <a:pt x="2053958" y="904875"/>
                </a:lnTo>
                <a:lnTo>
                  <a:pt x="2051329" y="904875"/>
                </a:lnTo>
                <a:lnTo>
                  <a:pt x="2050211" y="905344"/>
                </a:lnTo>
                <a:lnTo>
                  <a:pt x="2048344" y="907211"/>
                </a:lnTo>
                <a:lnTo>
                  <a:pt x="2047875" y="908329"/>
                </a:lnTo>
                <a:lnTo>
                  <a:pt x="2047875" y="910958"/>
                </a:lnTo>
                <a:lnTo>
                  <a:pt x="2048344" y="912075"/>
                </a:lnTo>
                <a:lnTo>
                  <a:pt x="2050211" y="913942"/>
                </a:lnTo>
                <a:lnTo>
                  <a:pt x="2051329" y="914400"/>
                </a:lnTo>
                <a:lnTo>
                  <a:pt x="2053958" y="914400"/>
                </a:lnTo>
                <a:lnTo>
                  <a:pt x="2055075" y="913942"/>
                </a:lnTo>
                <a:lnTo>
                  <a:pt x="2056942" y="912075"/>
                </a:lnTo>
                <a:lnTo>
                  <a:pt x="2057400" y="910958"/>
                </a:lnTo>
                <a:lnTo>
                  <a:pt x="2057400" y="908329"/>
                </a:lnTo>
                <a:close/>
              </a:path>
              <a:path w="4438650" h="1819275">
                <a:moveTo>
                  <a:pt x="2057400" y="3454"/>
                </a:moveTo>
                <a:lnTo>
                  <a:pt x="2056942" y="2336"/>
                </a:lnTo>
                <a:lnTo>
                  <a:pt x="2055075" y="469"/>
                </a:lnTo>
                <a:lnTo>
                  <a:pt x="2053958" y="0"/>
                </a:lnTo>
                <a:lnTo>
                  <a:pt x="2051329" y="0"/>
                </a:lnTo>
                <a:lnTo>
                  <a:pt x="2050211" y="469"/>
                </a:lnTo>
                <a:lnTo>
                  <a:pt x="2048344" y="2336"/>
                </a:lnTo>
                <a:lnTo>
                  <a:pt x="2047875" y="3454"/>
                </a:lnTo>
                <a:lnTo>
                  <a:pt x="2047875" y="6083"/>
                </a:lnTo>
                <a:lnTo>
                  <a:pt x="2048344" y="7200"/>
                </a:lnTo>
                <a:lnTo>
                  <a:pt x="2050211" y="9067"/>
                </a:lnTo>
                <a:lnTo>
                  <a:pt x="2051329" y="9525"/>
                </a:lnTo>
                <a:lnTo>
                  <a:pt x="2053958" y="9525"/>
                </a:lnTo>
                <a:lnTo>
                  <a:pt x="2055075" y="9067"/>
                </a:lnTo>
                <a:lnTo>
                  <a:pt x="2056942" y="7200"/>
                </a:lnTo>
                <a:lnTo>
                  <a:pt x="2057400" y="6083"/>
                </a:lnTo>
                <a:lnTo>
                  <a:pt x="2057400" y="3454"/>
                </a:lnTo>
                <a:close/>
              </a:path>
              <a:path w="4438650" h="1819275">
                <a:moveTo>
                  <a:pt x="2105025" y="1813204"/>
                </a:moveTo>
                <a:lnTo>
                  <a:pt x="2104567" y="1812086"/>
                </a:lnTo>
                <a:lnTo>
                  <a:pt x="2102700" y="1810219"/>
                </a:lnTo>
                <a:lnTo>
                  <a:pt x="2101583" y="1809750"/>
                </a:lnTo>
                <a:lnTo>
                  <a:pt x="2098954" y="1809750"/>
                </a:lnTo>
                <a:lnTo>
                  <a:pt x="2097836" y="1810219"/>
                </a:lnTo>
                <a:lnTo>
                  <a:pt x="2095969" y="1812086"/>
                </a:lnTo>
                <a:lnTo>
                  <a:pt x="2095500" y="1813204"/>
                </a:lnTo>
                <a:lnTo>
                  <a:pt x="2095500" y="1815833"/>
                </a:lnTo>
                <a:lnTo>
                  <a:pt x="2095969" y="1816950"/>
                </a:lnTo>
                <a:lnTo>
                  <a:pt x="2097836" y="1818817"/>
                </a:lnTo>
                <a:lnTo>
                  <a:pt x="2098954" y="1819275"/>
                </a:lnTo>
                <a:lnTo>
                  <a:pt x="2101583" y="1819275"/>
                </a:lnTo>
                <a:lnTo>
                  <a:pt x="2102700" y="1818817"/>
                </a:lnTo>
                <a:lnTo>
                  <a:pt x="2104567" y="1816950"/>
                </a:lnTo>
                <a:lnTo>
                  <a:pt x="2105025" y="1815833"/>
                </a:lnTo>
                <a:lnTo>
                  <a:pt x="2105025" y="1813204"/>
                </a:lnTo>
                <a:close/>
              </a:path>
              <a:path w="4438650" h="1819275">
                <a:moveTo>
                  <a:pt x="2105025" y="908329"/>
                </a:moveTo>
                <a:lnTo>
                  <a:pt x="2104567" y="907211"/>
                </a:lnTo>
                <a:lnTo>
                  <a:pt x="2102700" y="905344"/>
                </a:lnTo>
                <a:lnTo>
                  <a:pt x="2101583" y="904875"/>
                </a:lnTo>
                <a:lnTo>
                  <a:pt x="2098954" y="904875"/>
                </a:lnTo>
                <a:lnTo>
                  <a:pt x="2097836" y="905344"/>
                </a:lnTo>
                <a:lnTo>
                  <a:pt x="2095969" y="907211"/>
                </a:lnTo>
                <a:lnTo>
                  <a:pt x="2095500" y="908329"/>
                </a:lnTo>
                <a:lnTo>
                  <a:pt x="2095500" y="910958"/>
                </a:lnTo>
                <a:lnTo>
                  <a:pt x="2095969" y="912075"/>
                </a:lnTo>
                <a:lnTo>
                  <a:pt x="2097836" y="913942"/>
                </a:lnTo>
                <a:lnTo>
                  <a:pt x="2098954" y="914400"/>
                </a:lnTo>
                <a:lnTo>
                  <a:pt x="2101583" y="914400"/>
                </a:lnTo>
                <a:lnTo>
                  <a:pt x="2102700" y="913942"/>
                </a:lnTo>
                <a:lnTo>
                  <a:pt x="2104567" y="912075"/>
                </a:lnTo>
                <a:lnTo>
                  <a:pt x="2105025" y="910958"/>
                </a:lnTo>
                <a:lnTo>
                  <a:pt x="2105025" y="908329"/>
                </a:lnTo>
                <a:close/>
              </a:path>
              <a:path w="4438650" h="1819275">
                <a:moveTo>
                  <a:pt x="2105025" y="3454"/>
                </a:moveTo>
                <a:lnTo>
                  <a:pt x="2104567" y="2336"/>
                </a:lnTo>
                <a:lnTo>
                  <a:pt x="2102700" y="469"/>
                </a:lnTo>
                <a:lnTo>
                  <a:pt x="2101583" y="0"/>
                </a:lnTo>
                <a:lnTo>
                  <a:pt x="2098954" y="0"/>
                </a:lnTo>
                <a:lnTo>
                  <a:pt x="2097836" y="469"/>
                </a:lnTo>
                <a:lnTo>
                  <a:pt x="2095969" y="2336"/>
                </a:lnTo>
                <a:lnTo>
                  <a:pt x="2095500" y="3454"/>
                </a:lnTo>
                <a:lnTo>
                  <a:pt x="2095500" y="6083"/>
                </a:lnTo>
                <a:lnTo>
                  <a:pt x="2095969" y="7200"/>
                </a:lnTo>
                <a:lnTo>
                  <a:pt x="2097836" y="9067"/>
                </a:lnTo>
                <a:lnTo>
                  <a:pt x="2098954" y="9525"/>
                </a:lnTo>
                <a:lnTo>
                  <a:pt x="2101583" y="9525"/>
                </a:lnTo>
                <a:lnTo>
                  <a:pt x="2102700" y="9067"/>
                </a:lnTo>
                <a:lnTo>
                  <a:pt x="2104567" y="7200"/>
                </a:lnTo>
                <a:lnTo>
                  <a:pt x="2105025" y="6083"/>
                </a:lnTo>
                <a:lnTo>
                  <a:pt x="2105025" y="3454"/>
                </a:lnTo>
                <a:close/>
              </a:path>
              <a:path w="4438650" h="1819275">
                <a:moveTo>
                  <a:pt x="2152650" y="1813204"/>
                </a:moveTo>
                <a:lnTo>
                  <a:pt x="2152192" y="1812086"/>
                </a:lnTo>
                <a:lnTo>
                  <a:pt x="2150326" y="1810219"/>
                </a:lnTo>
                <a:lnTo>
                  <a:pt x="2149208" y="1809750"/>
                </a:lnTo>
                <a:lnTo>
                  <a:pt x="2146579" y="1809750"/>
                </a:lnTo>
                <a:lnTo>
                  <a:pt x="2145461" y="1810219"/>
                </a:lnTo>
                <a:lnTo>
                  <a:pt x="2143595" y="1812086"/>
                </a:lnTo>
                <a:lnTo>
                  <a:pt x="2143125" y="1813204"/>
                </a:lnTo>
                <a:lnTo>
                  <a:pt x="2143125" y="1815833"/>
                </a:lnTo>
                <a:lnTo>
                  <a:pt x="2143595" y="1816950"/>
                </a:lnTo>
                <a:lnTo>
                  <a:pt x="2145461" y="1818817"/>
                </a:lnTo>
                <a:lnTo>
                  <a:pt x="2146579" y="1819275"/>
                </a:lnTo>
                <a:lnTo>
                  <a:pt x="2149208" y="1819275"/>
                </a:lnTo>
                <a:lnTo>
                  <a:pt x="2150326" y="1818817"/>
                </a:lnTo>
                <a:lnTo>
                  <a:pt x="2152192" y="1816950"/>
                </a:lnTo>
                <a:lnTo>
                  <a:pt x="2152650" y="1815833"/>
                </a:lnTo>
                <a:lnTo>
                  <a:pt x="2152650" y="1813204"/>
                </a:lnTo>
                <a:close/>
              </a:path>
              <a:path w="4438650" h="1819275">
                <a:moveTo>
                  <a:pt x="2152650" y="908329"/>
                </a:moveTo>
                <a:lnTo>
                  <a:pt x="2152192" y="907211"/>
                </a:lnTo>
                <a:lnTo>
                  <a:pt x="2150326" y="905344"/>
                </a:lnTo>
                <a:lnTo>
                  <a:pt x="2149208" y="904875"/>
                </a:lnTo>
                <a:lnTo>
                  <a:pt x="2146579" y="904875"/>
                </a:lnTo>
                <a:lnTo>
                  <a:pt x="2145461" y="905344"/>
                </a:lnTo>
                <a:lnTo>
                  <a:pt x="2143595" y="907211"/>
                </a:lnTo>
                <a:lnTo>
                  <a:pt x="2143125" y="908329"/>
                </a:lnTo>
                <a:lnTo>
                  <a:pt x="2143125" y="910958"/>
                </a:lnTo>
                <a:lnTo>
                  <a:pt x="2143595" y="912075"/>
                </a:lnTo>
                <a:lnTo>
                  <a:pt x="2145461" y="913942"/>
                </a:lnTo>
                <a:lnTo>
                  <a:pt x="2146579" y="914400"/>
                </a:lnTo>
                <a:lnTo>
                  <a:pt x="2149208" y="914400"/>
                </a:lnTo>
                <a:lnTo>
                  <a:pt x="2150326" y="913942"/>
                </a:lnTo>
                <a:lnTo>
                  <a:pt x="2152192" y="912075"/>
                </a:lnTo>
                <a:lnTo>
                  <a:pt x="2152650" y="910958"/>
                </a:lnTo>
                <a:lnTo>
                  <a:pt x="2152650" y="908329"/>
                </a:lnTo>
                <a:close/>
              </a:path>
              <a:path w="4438650" h="1819275">
                <a:moveTo>
                  <a:pt x="2152650" y="3454"/>
                </a:moveTo>
                <a:lnTo>
                  <a:pt x="2152192" y="2336"/>
                </a:lnTo>
                <a:lnTo>
                  <a:pt x="2150326" y="469"/>
                </a:lnTo>
                <a:lnTo>
                  <a:pt x="2149208" y="0"/>
                </a:lnTo>
                <a:lnTo>
                  <a:pt x="2146579" y="0"/>
                </a:lnTo>
                <a:lnTo>
                  <a:pt x="2145461" y="469"/>
                </a:lnTo>
                <a:lnTo>
                  <a:pt x="2143595" y="2336"/>
                </a:lnTo>
                <a:lnTo>
                  <a:pt x="2143125" y="3454"/>
                </a:lnTo>
                <a:lnTo>
                  <a:pt x="2143125" y="6083"/>
                </a:lnTo>
                <a:lnTo>
                  <a:pt x="2143595" y="7200"/>
                </a:lnTo>
                <a:lnTo>
                  <a:pt x="2145461" y="9067"/>
                </a:lnTo>
                <a:lnTo>
                  <a:pt x="2146579" y="9525"/>
                </a:lnTo>
                <a:lnTo>
                  <a:pt x="2149208" y="9525"/>
                </a:lnTo>
                <a:lnTo>
                  <a:pt x="2150326" y="9067"/>
                </a:lnTo>
                <a:lnTo>
                  <a:pt x="2152192" y="7200"/>
                </a:lnTo>
                <a:lnTo>
                  <a:pt x="2152650" y="6083"/>
                </a:lnTo>
                <a:lnTo>
                  <a:pt x="2152650" y="3454"/>
                </a:lnTo>
                <a:close/>
              </a:path>
              <a:path w="4438650" h="1819275">
                <a:moveTo>
                  <a:pt x="2200275" y="1813204"/>
                </a:moveTo>
                <a:lnTo>
                  <a:pt x="2199817" y="1812086"/>
                </a:lnTo>
                <a:lnTo>
                  <a:pt x="2197951" y="1810219"/>
                </a:lnTo>
                <a:lnTo>
                  <a:pt x="2196833" y="1809750"/>
                </a:lnTo>
                <a:lnTo>
                  <a:pt x="2194204" y="1809750"/>
                </a:lnTo>
                <a:lnTo>
                  <a:pt x="2193086" y="1810219"/>
                </a:lnTo>
                <a:lnTo>
                  <a:pt x="2191220" y="1812086"/>
                </a:lnTo>
                <a:lnTo>
                  <a:pt x="2190750" y="1813204"/>
                </a:lnTo>
                <a:lnTo>
                  <a:pt x="2190750" y="1815833"/>
                </a:lnTo>
                <a:lnTo>
                  <a:pt x="2191220" y="1816950"/>
                </a:lnTo>
                <a:lnTo>
                  <a:pt x="2193086" y="1818817"/>
                </a:lnTo>
                <a:lnTo>
                  <a:pt x="2194204" y="1819275"/>
                </a:lnTo>
                <a:lnTo>
                  <a:pt x="2196833" y="1819275"/>
                </a:lnTo>
                <a:lnTo>
                  <a:pt x="2197951" y="1818817"/>
                </a:lnTo>
                <a:lnTo>
                  <a:pt x="2199817" y="1816950"/>
                </a:lnTo>
                <a:lnTo>
                  <a:pt x="2200275" y="1815833"/>
                </a:lnTo>
                <a:lnTo>
                  <a:pt x="2200275" y="1813204"/>
                </a:lnTo>
                <a:close/>
              </a:path>
              <a:path w="4438650" h="1819275">
                <a:moveTo>
                  <a:pt x="2200275" y="908329"/>
                </a:moveTo>
                <a:lnTo>
                  <a:pt x="2199817" y="907211"/>
                </a:lnTo>
                <a:lnTo>
                  <a:pt x="2197951" y="905344"/>
                </a:lnTo>
                <a:lnTo>
                  <a:pt x="2196833" y="904875"/>
                </a:lnTo>
                <a:lnTo>
                  <a:pt x="2194204" y="904875"/>
                </a:lnTo>
                <a:lnTo>
                  <a:pt x="2193086" y="905344"/>
                </a:lnTo>
                <a:lnTo>
                  <a:pt x="2191220" y="907211"/>
                </a:lnTo>
                <a:lnTo>
                  <a:pt x="2190750" y="908329"/>
                </a:lnTo>
                <a:lnTo>
                  <a:pt x="2190750" y="910958"/>
                </a:lnTo>
                <a:lnTo>
                  <a:pt x="2191220" y="912075"/>
                </a:lnTo>
                <a:lnTo>
                  <a:pt x="2193086" y="913942"/>
                </a:lnTo>
                <a:lnTo>
                  <a:pt x="2194204" y="914400"/>
                </a:lnTo>
                <a:lnTo>
                  <a:pt x="2196833" y="914400"/>
                </a:lnTo>
                <a:lnTo>
                  <a:pt x="2197951" y="913942"/>
                </a:lnTo>
                <a:lnTo>
                  <a:pt x="2199817" y="912075"/>
                </a:lnTo>
                <a:lnTo>
                  <a:pt x="2200275" y="910958"/>
                </a:lnTo>
                <a:lnTo>
                  <a:pt x="2200275" y="908329"/>
                </a:lnTo>
                <a:close/>
              </a:path>
              <a:path w="4438650" h="1819275">
                <a:moveTo>
                  <a:pt x="2200275" y="3454"/>
                </a:moveTo>
                <a:lnTo>
                  <a:pt x="2199817" y="2336"/>
                </a:lnTo>
                <a:lnTo>
                  <a:pt x="2197951" y="469"/>
                </a:lnTo>
                <a:lnTo>
                  <a:pt x="2196833" y="0"/>
                </a:lnTo>
                <a:lnTo>
                  <a:pt x="2194204" y="0"/>
                </a:lnTo>
                <a:lnTo>
                  <a:pt x="2193086" y="469"/>
                </a:lnTo>
                <a:lnTo>
                  <a:pt x="2191220" y="2336"/>
                </a:lnTo>
                <a:lnTo>
                  <a:pt x="2190750" y="3454"/>
                </a:lnTo>
                <a:lnTo>
                  <a:pt x="2190750" y="6083"/>
                </a:lnTo>
                <a:lnTo>
                  <a:pt x="2191220" y="7200"/>
                </a:lnTo>
                <a:lnTo>
                  <a:pt x="2193086" y="9067"/>
                </a:lnTo>
                <a:lnTo>
                  <a:pt x="2194204" y="9525"/>
                </a:lnTo>
                <a:lnTo>
                  <a:pt x="2196833" y="9525"/>
                </a:lnTo>
                <a:lnTo>
                  <a:pt x="2197951" y="9067"/>
                </a:lnTo>
                <a:lnTo>
                  <a:pt x="2199817" y="7200"/>
                </a:lnTo>
                <a:lnTo>
                  <a:pt x="2200275" y="6083"/>
                </a:lnTo>
                <a:lnTo>
                  <a:pt x="2200275" y="3454"/>
                </a:lnTo>
                <a:close/>
              </a:path>
              <a:path w="4438650" h="1819275">
                <a:moveTo>
                  <a:pt x="2247900" y="1813204"/>
                </a:moveTo>
                <a:lnTo>
                  <a:pt x="2247442" y="1812086"/>
                </a:lnTo>
                <a:lnTo>
                  <a:pt x="2245576" y="1810219"/>
                </a:lnTo>
                <a:lnTo>
                  <a:pt x="2244458" y="1809750"/>
                </a:lnTo>
                <a:lnTo>
                  <a:pt x="2241829" y="1809750"/>
                </a:lnTo>
                <a:lnTo>
                  <a:pt x="2240711" y="1810219"/>
                </a:lnTo>
                <a:lnTo>
                  <a:pt x="2238845" y="1812086"/>
                </a:lnTo>
                <a:lnTo>
                  <a:pt x="2238375" y="1813204"/>
                </a:lnTo>
                <a:lnTo>
                  <a:pt x="2238375" y="1815833"/>
                </a:lnTo>
                <a:lnTo>
                  <a:pt x="2238845" y="1816950"/>
                </a:lnTo>
                <a:lnTo>
                  <a:pt x="2240711" y="1818817"/>
                </a:lnTo>
                <a:lnTo>
                  <a:pt x="2241829" y="1819275"/>
                </a:lnTo>
                <a:lnTo>
                  <a:pt x="2244458" y="1819275"/>
                </a:lnTo>
                <a:lnTo>
                  <a:pt x="2245576" y="1818817"/>
                </a:lnTo>
                <a:lnTo>
                  <a:pt x="2247442" y="1816950"/>
                </a:lnTo>
                <a:lnTo>
                  <a:pt x="2247900" y="1815833"/>
                </a:lnTo>
                <a:lnTo>
                  <a:pt x="2247900" y="1813204"/>
                </a:lnTo>
                <a:close/>
              </a:path>
              <a:path w="4438650" h="1819275">
                <a:moveTo>
                  <a:pt x="2247900" y="908329"/>
                </a:moveTo>
                <a:lnTo>
                  <a:pt x="2247442" y="907211"/>
                </a:lnTo>
                <a:lnTo>
                  <a:pt x="2245576" y="905344"/>
                </a:lnTo>
                <a:lnTo>
                  <a:pt x="2244458" y="904875"/>
                </a:lnTo>
                <a:lnTo>
                  <a:pt x="2241829" y="904875"/>
                </a:lnTo>
                <a:lnTo>
                  <a:pt x="2240711" y="905344"/>
                </a:lnTo>
                <a:lnTo>
                  <a:pt x="2238845" y="907211"/>
                </a:lnTo>
                <a:lnTo>
                  <a:pt x="2238375" y="908329"/>
                </a:lnTo>
                <a:lnTo>
                  <a:pt x="2238375" y="910958"/>
                </a:lnTo>
                <a:lnTo>
                  <a:pt x="2238845" y="912075"/>
                </a:lnTo>
                <a:lnTo>
                  <a:pt x="2240711" y="913942"/>
                </a:lnTo>
                <a:lnTo>
                  <a:pt x="2241829" y="914400"/>
                </a:lnTo>
                <a:lnTo>
                  <a:pt x="2244458" y="914400"/>
                </a:lnTo>
                <a:lnTo>
                  <a:pt x="2245576" y="913942"/>
                </a:lnTo>
                <a:lnTo>
                  <a:pt x="2247442" y="912075"/>
                </a:lnTo>
                <a:lnTo>
                  <a:pt x="2247900" y="910958"/>
                </a:lnTo>
                <a:lnTo>
                  <a:pt x="2247900" y="908329"/>
                </a:lnTo>
                <a:close/>
              </a:path>
              <a:path w="4438650" h="1819275">
                <a:moveTo>
                  <a:pt x="2247900" y="3454"/>
                </a:moveTo>
                <a:lnTo>
                  <a:pt x="2247442" y="2336"/>
                </a:lnTo>
                <a:lnTo>
                  <a:pt x="2245576" y="469"/>
                </a:lnTo>
                <a:lnTo>
                  <a:pt x="2244458" y="0"/>
                </a:lnTo>
                <a:lnTo>
                  <a:pt x="2241829" y="0"/>
                </a:lnTo>
                <a:lnTo>
                  <a:pt x="2240711" y="469"/>
                </a:lnTo>
                <a:lnTo>
                  <a:pt x="2238845" y="2336"/>
                </a:lnTo>
                <a:lnTo>
                  <a:pt x="2238375" y="3454"/>
                </a:lnTo>
                <a:lnTo>
                  <a:pt x="2238375" y="6083"/>
                </a:lnTo>
                <a:lnTo>
                  <a:pt x="2238845" y="7200"/>
                </a:lnTo>
                <a:lnTo>
                  <a:pt x="2240711" y="9067"/>
                </a:lnTo>
                <a:lnTo>
                  <a:pt x="2241829" y="9525"/>
                </a:lnTo>
                <a:lnTo>
                  <a:pt x="2244458" y="9525"/>
                </a:lnTo>
                <a:lnTo>
                  <a:pt x="2245576" y="9067"/>
                </a:lnTo>
                <a:lnTo>
                  <a:pt x="2247442" y="7200"/>
                </a:lnTo>
                <a:lnTo>
                  <a:pt x="2247900" y="6083"/>
                </a:lnTo>
                <a:lnTo>
                  <a:pt x="2247900" y="3454"/>
                </a:lnTo>
                <a:close/>
              </a:path>
              <a:path w="4438650" h="1819275">
                <a:moveTo>
                  <a:pt x="2295525" y="1813204"/>
                </a:moveTo>
                <a:lnTo>
                  <a:pt x="2295067" y="1812086"/>
                </a:lnTo>
                <a:lnTo>
                  <a:pt x="2293201" y="1810219"/>
                </a:lnTo>
                <a:lnTo>
                  <a:pt x="2292083" y="1809750"/>
                </a:lnTo>
                <a:lnTo>
                  <a:pt x="2289454" y="1809750"/>
                </a:lnTo>
                <a:lnTo>
                  <a:pt x="2288336" y="1810219"/>
                </a:lnTo>
                <a:lnTo>
                  <a:pt x="2286470" y="1812086"/>
                </a:lnTo>
                <a:lnTo>
                  <a:pt x="2286000" y="1813204"/>
                </a:lnTo>
                <a:lnTo>
                  <a:pt x="2286000" y="1815833"/>
                </a:lnTo>
                <a:lnTo>
                  <a:pt x="2286470" y="1816950"/>
                </a:lnTo>
                <a:lnTo>
                  <a:pt x="2288336" y="1818817"/>
                </a:lnTo>
                <a:lnTo>
                  <a:pt x="2289454" y="1819275"/>
                </a:lnTo>
                <a:lnTo>
                  <a:pt x="2292083" y="1819275"/>
                </a:lnTo>
                <a:lnTo>
                  <a:pt x="2293201" y="1818817"/>
                </a:lnTo>
                <a:lnTo>
                  <a:pt x="2295067" y="1816950"/>
                </a:lnTo>
                <a:lnTo>
                  <a:pt x="2295525" y="1815833"/>
                </a:lnTo>
                <a:lnTo>
                  <a:pt x="2295525" y="1813204"/>
                </a:lnTo>
                <a:close/>
              </a:path>
              <a:path w="4438650" h="1819275">
                <a:moveTo>
                  <a:pt x="2295525" y="908329"/>
                </a:moveTo>
                <a:lnTo>
                  <a:pt x="2295067" y="907211"/>
                </a:lnTo>
                <a:lnTo>
                  <a:pt x="2293201" y="905344"/>
                </a:lnTo>
                <a:lnTo>
                  <a:pt x="2292083" y="904875"/>
                </a:lnTo>
                <a:lnTo>
                  <a:pt x="2289454" y="904875"/>
                </a:lnTo>
                <a:lnTo>
                  <a:pt x="2288336" y="905344"/>
                </a:lnTo>
                <a:lnTo>
                  <a:pt x="2286470" y="907211"/>
                </a:lnTo>
                <a:lnTo>
                  <a:pt x="2286000" y="908329"/>
                </a:lnTo>
                <a:lnTo>
                  <a:pt x="2286000" y="910958"/>
                </a:lnTo>
                <a:lnTo>
                  <a:pt x="2286470" y="912075"/>
                </a:lnTo>
                <a:lnTo>
                  <a:pt x="2288336" y="913942"/>
                </a:lnTo>
                <a:lnTo>
                  <a:pt x="2289454" y="914400"/>
                </a:lnTo>
                <a:lnTo>
                  <a:pt x="2292083" y="914400"/>
                </a:lnTo>
                <a:lnTo>
                  <a:pt x="2293201" y="913942"/>
                </a:lnTo>
                <a:lnTo>
                  <a:pt x="2295067" y="912075"/>
                </a:lnTo>
                <a:lnTo>
                  <a:pt x="2295525" y="910958"/>
                </a:lnTo>
                <a:lnTo>
                  <a:pt x="2295525" y="908329"/>
                </a:lnTo>
                <a:close/>
              </a:path>
              <a:path w="4438650" h="1819275">
                <a:moveTo>
                  <a:pt x="2295525" y="3454"/>
                </a:moveTo>
                <a:lnTo>
                  <a:pt x="2295067" y="2336"/>
                </a:lnTo>
                <a:lnTo>
                  <a:pt x="2293201" y="469"/>
                </a:lnTo>
                <a:lnTo>
                  <a:pt x="2292083" y="0"/>
                </a:lnTo>
                <a:lnTo>
                  <a:pt x="2289454" y="0"/>
                </a:lnTo>
                <a:lnTo>
                  <a:pt x="2288336" y="469"/>
                </a:lnTo>
                <a:lnTo>
                  <a:pt x="2286470" y="2336"/>
                </a:lnTo>
                <a:lnTo>
                  <a:pt x="2286000" y="3454"/>
                </a:lnTo>
                <a:lnTo>
                  <a:pt x="2286000" y="6083"/>
                </a:lnTo>
                <a:lnTo>
                  <a:pt x="2286470" y="7200"/>
                </a:lnTo>
                <a:lnTo>
                  <a:pt x="2288336" y="9067"/>
                </a:lnTo>
                <a:lnTo>
                  <a:pt x="2289454" y="9525"/>
                </a:lnTo>
                <a:lnTo>
                  <a:pt x="2292083" y="9525"/>
                </a:lnTo>
                <a:lnTo>
                  <a:pt x="2293201" y="9067"/>
                </a:lnTo>
                <a:lnTo>
                  <a:pt x="2295067" y="7200"/>
                </a:lnTo>
                <a:lnTo>
                  <a:pt x="2295525" y="6083"/>
                </a:lnTo>
                <a:lnTo>
                  <a:pt x="2295525" y="3454"/>
                </a:lnTo>
                <a:close/>
              </a:path>
              <a:path w="4438650" h="1819275">
                <a:moveTo>
                  <a:pt x="2343150" y="1813204"/>
                </a:moveTo>
                <a:lnTo>
                  <a:pt x="2342692" y="1812086"/>
                </a:lnTo>
                <a:lnTo>
                  <a:pt x="2340826" y="1810219"/>
                </a:lnTo>
                <a:lnTo>
                  <a:pt x="2339708" y="1809750"/>
                </a:lnTo>
                <a:lnTo>
                  <a:pt x="2337079" y="1809750"/>
                </a:lnTo>
                <a:lnTo>
                  <a:pt x="2335961" y="1810219"/>
                </a:lnTo>
                <a:lnTo>
                  <a:pt x="2334095" y="1812086"/>
                </a:lnTo>
                <a:lnTo>
                  <a:pt x="2333625" y="1813204"/>
                </a:lnTo>
                <a:lnTo>
                  <a:pt x="2333625" y="1815833"/>
                </a:lnTo>
                <a:lnTo>
                  <a:pt x="2334095" y="1816950"/>
                </a:lnTo>
                <a:lnTo>
                  <a:pt x="2335961" y="1818817"/>
                </a:lnTo>
                <a:lnTo>
                  <a:pt x="2337079" y="1819275"/>
                </a:lnTo>
                <a:lnTo>
                  <a:pt x="2339708" y="1819275"/>
                </a:lnTo>
                <a:lnTo>
                  <a:pt x="2340826" y="1818817"/>
                </a:lnTo>
                <a:lnTo>
                  <a:pt x="2342692" y="1816950"/>
                </a:lnTo>
                <a:lnTo>
                  <a:pt x="2343150" y="1815833"/>
                </a:lnTo>
                <a:lnTo>
                  <a:pt x="2343150" y="1813204"/>
                </a:lnTo>
                <a:close/>
              </a:path>
              <a:path w="4438650" h="1819275">
                <a:moveTo>
                  <a:pt x="2343150" y="908329"/>
                </a:moveTo>
                <a:lnTo>
                  <a:pt x="2342692" y="907211"/>
                </a:lnTo>
                <a:lnTo>
                  <a:pt x="2340826" y="905344"/>
                </a:lnTo>
                <a:lnTo>
                  <a:pt x="2339708" y="904875"/>
                </a:lnTo>
                <a:lnTo>
                  <a:pt x="2337079" y="904875"/>
                </a:lnTo>
                <a:lnTo>
                  <a:pt x="2335961" y="905344"/>
                </a:lnTo>
                <a:lnTo>
                  <a:pt x="2334095" y="907211"/>
                </a:lnTo>
                <a:lnTo>
                  <a:pt x="2333625" y="908329"/>
                </a:lnTo>
                <a:lnTo>
                  <a:pt x="2333625" y="910958"/>
                </a:lnTo>
                <a:lnTo>
                  <a:pt x="2334095" y="912075"/>
                </a:lnTo>
                <a:lnTo>
                  <a:pt x="2335961" y="913942"/>
                </a:lnTo>
                <a:lnTo>
                  <a:pt x="2337079" y="914400"/>
                </a:lnTo>
                <a:lnTo>
                  <a:pt x="2339708" y="914400"/>
                </a:lnTo>
                <a:lnTo>
                  <a:pt x="2340826" y="913942"/>
                </a:lnTo>
                <a:lnTo>
                  <a:pt x="2342692" y="912075"/>
                </a:lnTo>
                <a:lnTo>
                  <a:pt x="2343150" y="910958"/>
                </a:lnTo>
                <a:lnTo>
                  <a:pt x="2343150" y="908329"/>
                </a:lnTo>
                <a:close/>
              </a:path>
              <a:path w="4438650" h="1819275">
                <a:moveTo>
                  <a:pt x="2343150" y="3454"/>
                </a:moveTo>
                <a:lnTo>
                  <a:pt x="2342692" y="2336"/>
                </a:lnTo>
                <a:lnTo>
                  <a:pt x="2340826" y="469"/>
                </a:lnTo>
                <a:lnTo>
                  <a:pt x="2339708" y="0"/>
                </a:lnTo>
                <a:lnTo>
                  <a:pt x="2337079" y="0"/>
                </a:lnTo>
                <a:lnTo>
                  <a:pt x="2335961" y="469"/>
                </a:lnTo>
                <a:lnTo>
                  <a:pt x="2334095" y="2336"/>
                </a:lnTo>
                <a:lnTo>
                  <a:pt x="2333625" y="3454"/>
                </a:lnTo>
                <a:lnTo>
                  <a:pt x="2333625" y="6083"/>
                </a:lnTo>
                <a:lnTo>
                  <a:pt x="2334095" y="7200"/>
                </a:lnTo>
                <a:lnTo>
                  <a:pt x="2335961" y="9067"/>
                </a:lnTo>
                <a:lnTo>
                  <a:pt x="2337079" y="9525"/>
                </a:lnTo>
                <a:lnTo>
                  <a:pt x="2339708" y="9525"/>
                </a:lnTo>
                <a:lnTo>
                  <a:pt x="2340826" y="9067"/>
                </a:lnTo>
                <a:lnTo>
                  <a:pt x="2342692" y="7200"/>
                </a:lnTo>
                <a:lnTo>
                  <a:pt x="2343150" y="6083"/>
                </a:lnTo>
                <a:lnTo>
                  <a:pt x="2343150" y="3454"/>
                </a:lnTo>
                <a:close/>
              </a:path>
              <a:path w="4438650" h="1819275">
                <a:moveTo>
                  <a:pt x="2390775" y="1813204"/>
                </a:moveTo>
                <a:lnTo>
                  <a:pt x="2390317" y="1812086"/>
                </a:lnTo>
                <a:lnTo>
                  <a:pt x="2388451" y="1810219"/>
                </a:lnTo>
                <a:lnTo>
                  <a:pt x="2387333" y="1809750"/>
                </a:lnTo>
                <a:lnTo>
                  <a:pt x="2384704" y="1809750"/>
                </a:lnTo>
                <a:lnTo>
                  <a:pt x="2383586" y="1810219"/>
                </a:lnTo>
                <a:lnTo>
                  <a:pt x="2381720" y="1812086"/>
                </a:lnTo>
                <a:lnTo>
                  <a:pt x="2381250" y="1813204"/>
                </a:lnTo>
                <a:lnTo>
                  <a:pt x="2381250" y="1815833"/>
                </a:lnTo>
                <a:lnTo>
                  <a:pt x="2381720" y="1816950"/>
                </a:lnTo>
                <a:lnTo>
                  <a:pt x="2383586" y="1818817"/>
                </a:lnTo>
                <a:lnTo>
                  <a:pt x="2384704" y="1819275"/>
                </a:lnTo>
                <a:lnTo>
                  <a:pt x="2387333" y="1819275"/>
                </a:lnTo>
                <a:lnTo>
                  <a:pt x="2388451" y="1818817"/>
                </a:lnTo>
                <a:lnTo>
                  <a:pt x="2390317" y="1816950"/>
                </a:lnTo>
                <a:lnTo>
                  <a:pt x="2390775" y="1815833"/>
                </a:lnTo>
                <a:lnTo>
                  <a:pt x="2390775" y="1813204"/>
                </a:lnTo>
                <a:close/>
              </a:path>
              <a:path w="4438650" h="1819275">
                <a:moveTo>
                  <a:pt x="2390775" y="908329"/>
                </a:moveTo>
                <a:lnTo>
                  <a:pt x="2390317" y="907211"/>
                </a:lnTo>
                <a:lnTo>
                  <a:pt x="2388451" y="905344"/>
                </a:lnTo>
                <a:lnTo>
                  <a:pt x="2387333" y="904875"/>
                </a:lnTo>
                <a:lnTo>
                  <a:pt x="2384704" y="904875"/>
                </a:lnTo>
                <a:lnTo>
                  <a:pt x="2383586" y="905344"/>
                </a:lnTo>
                <a:lnTo>
                  <a:pt x="2381720" y="907211"/>
                </a:lnTo>
                <a:lnTo>
                  <a:pt x="2381250" y="908329"/>
                </a:lnTo>
                <a:lnTo>
                  <a:pt x="2381250" y="910958"/>
                </a:lnTo>
                <a:lnTo>
                  <a:pt x="2381720" y="912075"/>
                </a:lnTo>
                <a:lnTo>
                  <a:pt x="2383586" y="913942"/>
                </a:lnTo>
                <a:lnTo>
                  <a:pt x="2384704" y="914400"/>
                </a:lnTo>
                <a:lnTo>
                  <a:pt x="2387333" y="914400"/>
                </a:lnTo>
                <a:lnTo>
                  <a:pt x="2388451" y="913942"/>
                </a:lnTo>
                <a:lnTo>
                  <a:pt x="2390317" y="912075"/>
                </a:lnTo>
                <a:lnTo>
                  <a:pt x="2390775" y="910958"/>
                </a:lnTo>
                <a:lnTo>
                  <a:pt x="2390775" y="908329"/>
                </a:lnTo>
                <a:close/>
              </a:path>
              <a:path w="4438650" h="1819275">
                <a:moveTo>
                  <a:pt x="2390775" y="3454"/>
                </a:moveTo>
                <a:lnTo>
                  <a:pt x="2390317" y="2336"/>
                </a:lnTo>
                <a:lnTo>
                  <a:pt x="2388451" y="469"/>
                </a:lnTo>
                <a:lnTo>
                  <a:pt x="2387333" y="0"/>
                </a:lnTo>
                <a:lnTo>
                  <a:pt x="2384704" y="0"/>
                </a:lnTo>
                <a:lnTo>
                  <a:pt x="2383586" y="469"/>
                </a:lnTo>
                <a:lnTo>
                  <a:pt x="2381720" y="2336"/>
                </a:lnTo>
                <a:lnTo>
                  <a:pt x="2381250" y="3454"/>
                </a:lnTo>
                <a:lnTo>
                  <a:pt x="2381250" y="6083"/>
                </a:lnTo>
                <a:lnTo>
                  <a:pt x="2381720" y="7200"/>
                </a:lnTo>
                <a:lnTo>
                  <a:pt x="2383586" y="9067"/>
                </a:lnTo>
                <a:lnTo>
                  <a:pt x="2384704" y="9525"/>
                </a:lnTo>
                <a:lnTo>
                  <a:pt x="2387333" y="9525"/>
                </a:lnTo>
                <a:lnTo>
                  <a:pt x="2388451" y="9067"/>
                </a:lnTo>
                <a:lnTo>
                  <a:pt x="2390317" y="7200"/>
                </a:lnTo>
                <a:lnTo>
                  <a:pt x="2390775" y="6083"/>
                </a:lnTo>
                <a:lnTo>
                  <a:pt x="2390775" y="3454"/>
                </a:lnTo>
                <a:close/>
              </a:path>
              <a:path w="4438650" h="1819275">
                <a:moveTo>
                  <a:pt x="2438400" y="1813204"/>
                </a:moveTo>
                <a:lnTo>
                  <a:pt x="2437942" y="1812086"/>
                </a:lnTo>
                <a:lnTo>
                  <a:pt x="2436076" y="1810219"/>
                </a:lnTo>
                <a:lnTo>
                  <a:pt x="2434958" y="1809750"/>
                </a:lnTo>
                <a:lnTo>
                  <a:pt x="2432329" y="1809750"/>
                </a:lnTo>
                <a:lnTo>
                  <a:pt x="2431211" y="1810219"/>
                </a:lnTo>
                <a:lnTo>
                  <a:pt x="2429345" y="1812086"/>
                </a:lnTo>
                <a:lnTo>
                  <a:pt x="2428875" y="1813204"/>
                </a:lnTo>
                <a:lnTo>
                  <a:pt x="2428875" y="1815833"/>
                </a:lnTo>
                <a:lnTo>
                  <a:pt x="2429345" y="1816950"/>
                </a:lnTo>
                <a:lnTo>
                  <a:pt x="2431211" y="1818817"/>
                </a:lnTo>
                <a:lnTo>
                  <a:pt x="2432329" y="1819275"/>
                </a:lnTo>
                <a:lnTo>
                  <a:pt x="2434958" y="1819275"/>
                </a:lnTo>
                <a:lnTo>
                  <a:pt x="2436076" y="1818817"/>
                </a:lnTo>
                <a:lnTo>
                  <a:pt x="2437942" y="1816950"/>
                </a:lnTo>
                <a:lnTo>
                  <a:pt x="2438400" y="1815833"/>
                </a:lnTo>
                <a:lnTo>
                  <a:pt x="2438400" y="1813204"/>
                </a:lnTo>
                <a:close/>
              </a:path>
              <a:path w="4438650" h="1819275">
                <a:moveTo>
                  <a:pt x="2438400" y="908329"/>
                </a:moveTo>
                <a:lnTo>
                  <a:pt x="2437942" y="907211"/>
                </a:lnTo>
                <a:lnTo>
                  <a:pt x="2436076" y="905344"/>
                </a:lnTo>
                <a:lnTo>
                  <a:pt x="2434958" y="904875"/>
                </a:lnTo>
                <a:lnTo>
                  <a:pt x="2432329" y="904875"/>
                </a:lnTo>
                <a:lnTo>
                  <a:pt x="2431211" y="905344"/>
                </a:lnTo>
                <a:lnTo>
                  <a:pt x="2429345" y="907211"/>
                </a:lnTo>
                <a:lnTo>
                  <a:pt x="2428875" y="908329"/>
                </a:lnTo>
                <a:lnTo>
                  <a:pt x="2428875" y="910958"/>
                </a:lnTo>
                <a:lnTo>
                  <a:pt x="2429345" y="912075"/>
                </a:lnTo>
                <a:lnTo>
                  <a:pt x="2431211" y="913942"/>
                </a:lnTo>
                <a:lnTo>
                  <a:pt x="2432329" y="914400"/>
                </a:lnTo>
                <a:lnTo>
                  <a:pt x="2434958" y="914400"/>
                </a:lnTo>
                <a:lnTo>
                  <a:pt x="2436076" y="913942"/>
                </a:lnTo>
                <a:lnTo>
                  <a:pt x="2437942" y="912075"/>
                </a:lnTo>
                <a:lnTo>
                  <a:pt x="2438400" y="910958"/>
                </a:lnTo>
                <a:lnTo>
                  <a:pt x="2438400" y="908329"/>
                </a:lnTo>
                <a:close/>
              </a:path>
              <a:path w="4438650" h="1819275">
                <a:moveTo>
                  <a:pt x="2438400" y="3454"/>
                </a:moveTo>
                <a:lnTo>
                  <a:pt x="2437942" y="2336"/>
                </a:lnTo>
                <a:lnTo>
                  <a:pt x="2436076" y="469"/>
                </a:lnTo>
                <a:lnTo>
                  <a:pt x="2434958" y="0"/>
                </a:lnTo>
                <a:lnTo>
                  <a:pt x="2432329" y="0"/>
                </a:lnTo>
                <a:lnTo>
                  <a:pt x="2431211" y="469"/>
                </a:lnTo>
                <a:lnTo>
                  <a:pt x="2429345" y="2336"/>
                </a:lnTo>
                <a:lnTo>
                  <a:pt x="2428875" y="3454"/>
                </a:lnTo>
                <a:lnTo>
                  <a:pt x="2428875" y="6083"/>
                </a:lnTo>
                <a:lnTo>
                  <a:pt x="2429345" y="7200"/>
                </a:lnTo>
                <a:lnTo>
                  <a:pt x="2431211" y="9067"/>
                </a:lnTo>
                <a:lnTo>
                  <a:pt x="2432329" y="9525"/>
                </a:lnTo>
                <a:lnTo>
                  <a:pt x="2434958" y="9525"/>
                </a:lnTo>
                <a:lnTo>
                  <a:pt x="2436076" y="9067"/>
                </a:lnTo>
                <a:lnTo>
                  <a:pt x="2437942" y="7200"/>
                </a:lnTo>
                <a:lnTo>
                  <a:pt x="2438400" y="6083"/>
                </a:lnTo>
                <a:lnTo>
                  <a:pt x="2438400" y="3454"/>
                </a:lnTo>
                <a:close/>
              </a:path>
              <a:path w="4438650" h="1819275">
                <a:moveTo>
                  <a:pt x="2486025" y="1813204"/>
                </a:moveTo>
                <a:lnTo>
                  <a:pt x="2485567" y="1812086"/>
                </a:lnTo>
                <a:lnTo>
                  <a:pt x="2483701" y="1810219"/>
                </a:lnTo>
                <a:lnTo>
                  <a:pt x="2482583" y="1809750"/>
                </a:lnTo>
                <a:lnTo>
                  <a:pt x="2479954" y="1809750"/>
                </a:lnTo>
                <a:lnTo>
                  <a:pt x="2478836" y="1810219"/>
                </a:lnTo>
                <a:lnTo>
                  <a:pt x="2476970" y="1812086"/>
                </a:lnTo>
                <a:lnTo>
                  <a:pt x="2476500" y="1813204"/>
                </a:lnTo>
                <a:lnTo>
                  <a:pt x="2476500" y="1815833"/>
                </a:lnTo>
                <a:lnTo>
                  <a:pt x="2476970" y="1816950"/>
                </a:lnTo>
                <a:lnTo>
                  <a:pt x="2478836" y="1818817"/>
                </a:lnTo>
                <a:lnTo>
                  <a:pt x="2479954" y="1819275"/>
                </a:lnTo>
                <a:lnTo>
                  <a:pt x="2482583" y="1819275"/>
                </a:lnTo>
                <a:lnTo>
                  <a:pt x="2483701" y="1818817"/>
                </a:lnTo>
                <a:lnTo>
                  <a:pt x="2485567" y="1816950"/>
                </a:lnTo>
                <a:lnTo>
                  <a:pt x="2486025" y="1815833"/>
                </a:lnTo>
                <a:lnTo>
                  <a:pt x="2486025" y="1813204"/>
                </a:lnTo>
                <a:close/>
              </a:path>
              <a:path w="4438650" h="1819275">
                <a:moveTo>
                  <a:pt x="2486025" y="908329"/>
                </a:moveTo>
                <a:lnTo>
                  <a:pt x="2485567" y="907211"/>
                </a:lnTo>
                <a:lnTo>
                  <a:pt x="2483701" y="905344"/>
                </a:lnTo>
                <a:lnTo>
                  <a:pt x="2482583" y="904875"/>
                </a:lnTo>
                <a:lnTo>
                  <a:pt x="2479954" y="904875"/>
                </a:lnTo>
                <a:lnTo>
                  <a:pt x="2478836" y="905344"/>
                </a:lnTo>
                <a:lnTo>
                  <a:pt x="2476970" y="907211"/>
                </a:lnTo>
                <a:lnTo>
                  <a:pt x="2476500" y="908329"/>
                </a:lnTo>
                <a:lnTo>
                  <a:pt x="2476500" y="910958"/>
                </a:lnTo>
                <a:lnTo>
                  <a:pt x="2476970" y="912075"/>
                </a:lnTo>
                <a:lnTo>
                  <a:pt x="2478836" y="913942"/>
                </a:lnTo>
                <a:lnTo>
                  <a:pt x="2479954" y="914400"/>
                </a:lnTo>
                <a:lnTo>
                  <a:pt x="2482583" y="914400"/>
                </a:lnTo>
                <a:lnTo>
                  <a:pt x="2483701" y="913942"/>
                </a:lnTo>
                <a:lnTo>
                  <a:pt x="2485567" y="912075"/>
                </a:lnTo>
                <a:lnTo>
                  <a:pt x="2486025" y="910958"/>
                </a:lnTo>
                <a:lnTo>
                  <a:pt x="2486025" y="908329"/>
                </a:lnTo>
                <a:close/>
              </a:path>
              <a:path w="4438650" h="1819275">
                <a:moveTo>
                  <a:pt x="2486025" y="3454"/>
                </a:moveTo>
                <a:lnTo>
                  <a:pt x="2485567" y="2336"/>
                </a:lnTo>
                <a:lnTo>
                  <a:pt x="2483701" y="469"/>
                </a:lnTo>
                <a:lnTo>
                  <a:pt x="2482583" y="0"/>
                </a:lnTo>
                <a:lnTo>
                  <a:pt x="2479954" y="0"/>
                </a:lnTo>
                <a:lnTo>
                  <a:pt x="2478836" y="469"/>
                </a:lnTo>
                <a:lnTo>
                  <a:pt x="2476970" y="2336"/>
                </a:lnTo>
                <a:lnTo>
                  <a:pt x="2476500" y="3454"/>
                </a:lnTo>
                <a:lnTo>
                  <a:pt x="2476500" y="6083"/>
                </a:lnTo>
                <a:lnTo>
                  <a:pt x="2476970" y="7200"/>
                </a:lnTo>
                <a:lnTo>
                  <a:pt x="2478836" y="9067"/>
                </a:lnTo>
                <a:lnTo>
                  <a:pt x="2479954" y="9525"/>
                </a:lnTo>
                <a:lnTo>
                  <a:pt x="2482583" y="9525"/>
                </a:lnTo>
                <a:lnTo>
                  <a:pt x="2483701" y="9067"/>
                </a:lnTo>
                <a:lnTo>
                  <a:pt x="2485567" y="7200"/>
                </a:lnTo>
                <a:lnTo>
                  <a:pt x="2486025" y="6083"/>
                </a:lnTo>
                <a:lnTo>
                  <a:pt x="2486025" y="3454"/>
                </a:lnTo>
                <a:close/>
              </a:path>
              <a:path w="4438650" h="1819275">
                <a:moveTo>
                  <a:pt x="2533650" y="1813204"/>
                </a:moveTo>
                <a:lnTo>
                  <a:pt x="2533192" y="1812086"/>
                </a:lnTo>
                <a:lnTo>
                  <a:pt x="2531326" y="1810219"/>
                </a:lnTo>
                <a:lnTo>
                  <a:pt x="2530208" y="1809750"/>
                </a:lnTo>
                <a:lnTo>
                  <a:pt x="2527579" y="1809750"/>
                </a:lnTo>
                <a:lnTo>
                  <a:pt x="2526461" y="1810219"/>
                </a:lnTo>
                <a:lnTo>
                  <a:pt x="2524595" y="1812086"/>
                </a:lnTo>
                <a:lnTo>
                  <a:pt x="2524125" y="1813204"/>
                </a:lnTo>
                <a:lnTo>
                  <a:pt x="2524125" y="1815833"/>
                </a:lnTo>
                <a:lnTo>
                  <a:pt x="2524595" y="1816950"/>
                </a:lnTo>
                <a:lnTo>
                  <a:pt x="2526461" y="1818817"/>
                </a:lnTo>
                <a:lnTo>
                  <a:pt x="2527579" y="1819275"/>
                </a:lnTo>
                <a:lnTo>
                  <a:pt x="2530208" y="1819275"/>
                </a:lnTo>
                <a:lnTo>
                  <a:pt x="2531326" y="1818817"/>
                </a:lnTo>
                <a:lnTo>
                  <a:pt x="2533192" y="1816950"/>
                </a:lnTo>
                <a:lnTo>
                  <a:pt x="2533650" y="1815833"/>
                </a:lnTo>
                <a:lnTo>
                  <a:pt x="2533650" y="1813204"/>
                </a:lnTo>
                <a:close/>
              </a:path>
              <a:path w="4438650" h="1819275">
                <a:moveTo>
                  <a:pt x="2533650" y="908329"/>
                </a:moveTo>
                <a:lnTo>
                  <a:pt x="2533192" y="907211"/>
                </a:lnTo>
                <a:lnTo>
                  <a:pt x="2531326" y="905344"/>
                </a:lnTo>
                <a:lnTo>
                  <a:pt x="2530208" y="904875"/>
                </a:lnTo>
                <a:lnTo>
                  <a:pt x="2527579" y="904875"/>
                </a:lnTo>
                <a:lnTo>
                  <a:pt x="2526461" y="905344"/>
                </a:lnTo>
                <a:lnTo>
                  <a:pt x="2524595" y="907211"/>
                </a:lnTo>
                <a:lnTo>
                  <a:pt x="2524125" y="908329"/>
                </a:lnTo>
                <a:lnTo>
                  <a:pt x="2524125" y="910958"/>
                </a:lnTo>
                <a:lnTo>
                  <a:pt x="2524595" y="912075"/>
                </a:lnTo>
                <a:lnTo>
                  <a:pt x="2526461" y="913942"/>
                </a:lnTo>
                <a:lnTo>
                  <a:pt x="2527579" y="914400"/>
                </a:lnTo>
                <a:lnTo>
                  <a:pt x="2530208" y="914400"/>
                </a:lnTo>
                <a:lnTo>
                  <a:pt x="2531326" y="913942"/>
                </a:lnTo>
                <a:lnTo>
                  <a:pt x="2533192" y="912075"/>
                </a:lnTo>
                <a:lnTo>
                  <a:pt x="2533650" y="910958"/>
                </a:lnTo>
                <a:lnTo>
                  <a:pt x="2533650" y="908329"/>
                </a:lnTo>
                <a:close/>
              </a:path>
              <a:path w="4438650" h="1819275">
                <a:moveTo>
                  <a:pt x="2533650" y="3454"/>
                </a:moveTo>
                <a:lnTo>
                  <a:pt x="2533192" y="2336"/>
                </a:lnTo>
                <a:lnTo>
                  <a:pt x="2531326" y="469"/>
                </a:lnTo>
                <a:lnTo>
                  <a:pt x="2530208" y="0"/>
                </a:lnTo>
                <a:lnTo>
                  <a:pt x="2527579" y="0"/>
                </a:lnTo>
                <a:lnTo>
                  <a:pt x="2526461" y="469"/>
                </a:lnTo>
                <a:lnTo>
                  <a:pt x="2524595" y="2336"/>
                </a:lnTo>
                <a:lnTo>
                  <a:pt x="2524125" y="3454"/>
                </a:lnTo>
                <a:lnTo>
                  <a:pt x="2524125" y="6083"/>
                </a:lnTo>
                <a:lnTo>
                  <a:pt x="2524595" y="7200"/>
                </a:lnTo>
                <a:lnTo>
                  <a:pt x="2526461" y="9067"/>
                </a:lnTo>
                <a:lnTo>
                  <a:pt x="2527579" y="9525"/>
                </a:lnTo>
                <a:lnTo>
                  <a:pt x="2530208" y="9525"/>
                </a:lnTo>
                <a:lnTo>
                  <a:pt x="2531326" y="9067"/>
                </a:lnTo>
                <a:lnTo>
                  <a:pt x="2533192" y="7200"/>
                </a:lnTo>
                <a:lnTo>
                  <a:pt x="2533650" y="6083"/>
                </a:lnTo>
                <a:lnTo>
                  <a:pt x="2533650" y="3454"/>
                </a:lnTo>
                <a:close/>
              </a:path>
              <a:path w="4438650" h="1819275">
                <a:moveTo>
                  <a:pt x="2581275" y="1813204"/>
                </a:moveTo>
                <a:lnTo>
                  <a:pt x="2580817" y="1812086"/>
                </a:lnTo>
                <a:lnTo>
                  <a:pt x="2578951" y="1810219"/>
                </a:lnTo>
                <a:lnTo>
                  <a:pt x="2577833" y="1809750"/>
                </a:lnTo>
                <a:lnTo>
                  <a:pt x="2575204" y="1809750"/>
                </a:lnTo>
                <a:lnTo>
                  <a:pt x="2574086" y="1810219"/>
                </a:lnTo>
                <a:lnTo>
                  <a:pt x="2572220" y="1812086"/>
                </a:lnTo>
                <a:lnTo>
                  <a:pt x="2571750" y="1813204"/>
                </a:lnTo>
                <a:lnTo>
                  <a:pt x="2571750" y="1815833"/>
                </a:lnTo>
                <a:lnTo>
                  <a:pt x="2572220" y="1816950"/>
                </a:lnTo>
                <a:lnTo>
                  <a:pt x="2574086" y="1818817"/>
                </a:lnTo>
                <a:lnTo>
                  <a:pt x="2575204" y="1819275"/>
                </a:lnTo>
                <a:lnTo>
                  <a:pt x="2577833" y="1819275"/>
                </a:lnTo>
                <a:lnTo>
                  <a:pt x="2578951" y="1818817"/>
                </a:lnTo>
                <a:lnTo>
                  <a:pt x="2580817" y="1816950"/>
                </a:lnTo>
                <a:lnTo>
                  <a:pt x="2581275" y="1815833"/>
                </a:lnTo>
                <a:lnTo>
                  <a:pt x="2581275" y="1813204"/>
                </a:lnTo>
                <a:close/>
              </a:path>
              <a:path w="4438650" h="1819275">
                <a:moveTo>
                  <a:pt x="2581275" y="908329"/>
                </a:moveTo>
                <a:lnTo>
                  <a:pt x="2580817" y="907211"/>
                </a:lnTo>
                <a:lnTo>
                  <a:pt x="2578951" y="905344"/>
                </a:lnTo>
                <a:lnTo>
                  <a:pt x="2577833" y="904875"/>
                </a:lnTo>
                <a:lnTo>
                  <a:pt x="2575204" y="904875"/>
                </a:lnTo>
                <a:lnTo>
                  <a:pt x="2574086" y="905344"/>
                </a:lnTo>
                <a:lnTo>
                  <a:pt x="2572220" y="907211"/>
                </a:lnTo>
                <a:lnTo>
                  <a:pt x="2571750" y="908329"/>
                </a:lnTo>
                <a:lnTo>
                  <a:pt x="2571750" y="910958"/>
                </a:lnTo>
                <a:lnTo>
                  <a:pt x="2572220" y="912075"/>
                </a:lnTo>
                <a:lnTo>
                  <a:pt x="2574086" y="913942"/>
                </a:lnTo>
                <a:lnTo>
                  <a:pt x="2575204" y="914400"/>
                </a:lnTo>
                <a:lnTo>
                  <a:pt x="2577833" y="914400"/>
                </a:lnTo>
                <a:lnTo>
                  <a:pt x="2578951" y="913942"/>
                </a:lnTo>
                <a:lnTo>
                  <a:pt x="2580817" y="912075"/>
                </a:lnTo>
                <a:lnTo>
                  <a:pt x="2581275" y="910958"/>
                </a:lnTo>
                <a:lnTo>
                  <a:pt x="2581275" y="908329"/>
                </a:lnTo>
                <a:close/>
              </a:path>
              <a:path w="4438650" h="1819275">
                <a:moveTo>
                  <a:pt x="2581275" y="3454"/>
                </a:moveTo>
                <a:lnTo>
                  <a:pt x="2580817" y="2336"/>
                </a:lnTo>
                <a:lnTo>
                  <a:pt x="2578951" y="469"/>
                </a:lnTo>
                <a:lnTo>
                  <a:pt x="2577833" y="0"/>
                </a:lnTo>
                <a:lnTo>
                  <a:pt x="2575204" y="0"/>
                </a:lnTo>
                <a:lnTo>
                  <a:pt x="2574086" y="469"/>
                </a:lnTo>
                <a:lnTo>
                  <a:pt x="2572220" y="2336"/>
                </a:lnTo>
                <a:lnTo>
                  <a:pt x="2571750" y="3454"/>
                </a:lnTo>
                <a:lnTo>
                  <a:pt x="2571750" y="6083"/>
                </a:lnTo>
                <a:lnTo>
                  <a:pt x="2572220" y="7200"/>
                </a:lnTo>
                <a:lnTo>
                  <a:pt x="2574086" y="9067"/>
                </a:lnTo>
                <a:lnTo>
                  <a:pt x="2575204" y="9525"/>
                </a:lnTo>
                <a:lnTo>
                  <a:pt x="2577833" y="9525"/>
                </a:lnTo>
                <a:lnTo>
                  <a:pt x="2578951" y="9067"/>
                </a:lnTo>
                <a:lnTo>
                  <a:pt x="2580817" y="7200"/>
                </a:lnTo>
                <a:lnTo>
                  <a:pt x="2581275" y="6083"/>
                </a:lnTo>
                <a:lnTo>
                  <a:pt x="2581275" y="3454"/>
                </a:lnTo>
                <a:close/>
              </a:path>
              <a:path w="4438650" h="1819275">
                <a:moveTo>
                  <a:pt x="2628900" y="1813204"/>
                </a:moveTo>
                <a:lnTo>
                  <a:pt x="2628442" y="1812086"/>
                </a:lnTo>
                <a:lnTo>
                  <a:pt x="2626576" y="1810219"/>
                </a:lnTo>
                <a:lnTo>
                  <a:pt x="2625458" y="1809750"/>
                </a:lnTo>
                <a:lnTo>
                  <a:pt x="2622829" y="1809750"/>
                </a:lnTo>
                <a:lnTo>
                  <a:pt x="2621711" y="1810219"/>
                </a:lnTo>
                <a:lnTo>
                  <a:pt x="2619845" y="1812086"/>
                </a:lnTo>
                <a:lnTo>
                  <a:pt x="2619375" y="1813204"/>
                </a:lnTo>
                <a:lnTo>
                  <a:pt x="2619375" y="1815833"/>
                </a:lnTo>
                <a:lnTo>
                  <a:pt x="2619845" y="1816950"/>
                </a:lnTo>
                <a:lnTo>
                  <a:pt x="2621711" y="1818817"/>
                </a:lnTo>
                <a:lnTo>
                  <a:pt x="2622829" y="1819275"/>
                </a:lnTo>
                <a:lnTo>
                  <a:pt x="2625458" y="1819275"/>
                </a:lnTo>
                <a:lnTo>
                  <a:pt x="2626576" y="1818817"/>
                </a:lnTo>
                <a:lnTo>
                  <a:pt x="2628442" y="1816950"/>
                </a:lnTo>
                <a:lnTo>
                  <a:pt x="2628900" y="1815833"/>
                </a:lnTo>
                <a:lnTo>
                  <a:pt x="2628900" y="1813204"/>
                </a:lnTo>
                <a:close/>
              </a:path>
              <a:path w="4438650" h="1819275">
                <a:moveTo>
                  <a:pt x="2628900" y="908329"/>
                </a:moveTo>
                <a:lnTo>
                  <a:pt x="2628442" y="907211"/>
                </a:lnTo>
                <a:lnTo>
                  <a:pt x="2626576" y="905344"/>
                </a:lnTo>
                <a:lnTo>
                  <a:pt x="2625458" y="904875"/>
                </a:lnTo>
                <a:lnTo>
                  <a:pt x="2622829" y="904875"/>
                </a:lnTo>
                <a:lnTo>
                  <a:pt x="2621711" y="905344"/>
                </a:lnTo>
                <a:lnTo>
                  <a:pt x="2619845" y="907211"/>
                </a:lnTo>
                <a:lnTo>
                  <a:pt x="2619375" y="908329"/>
                </a:lnTo>
                <a:lnTo>
                  <a:pt x="2619375" y="910958"/>
                </a:lnTo>
                <a:lnTo>
                  <a:pt x="2619845" y="912075"/>
                </a:lnTo>
                <a:lnTo>
                  <a:pt x="2621711" y="913942"/>
                </a:lnTo>
                <a:lnTo>
                  <a:pt x="2622829" y="914400"/>
                </a:lnTo>
                <a:lnTo>
                  <a:pt x="2625458" y="914400"/>
                </a:lnTo>
                <a:lnTo>
                  <a:pt x="2626576" y="913942"/>
                </a:lnTo>
                <a:lnTo>
                  <a:pt x="2628442" y="912075"/>
                </a:lnTo>
                <a:lnTo>
                  <a:pt x="2628900" y="910958"/>
                </a:lnTo>
                <a:lnTo>
                  <a:pt x="2628900" y="908329"/>
                </a:lnTo>
                <a:close/>
              </a:path>
              <a:path w="4438650" h="1819275">
                <a:moveTo>
                  <a:pt x="2628900" y="3454"/>
                </a:moveTo>
                <a:lnTo>
                  <a:pt x="2628442" y="2336"/>
                </a:lnTo>
                <a:lnTo>
                  <a:pt x="2626576" y="469"/>
                </a:lnTo>
                <a:lnTo>
                  <a:pt x="2625458" y="0"/>
                </a:lnTo>
                <a:lnTo>
                  <a:pt x="2622829" y="0"/>
                </a:lnTo>
                <a:lnTo>
                  <a:pt x="2621711" y="469"/>
                </a:lnTo>
                <a:lnTo>
                  <a:pt x="2619845" y="2336"/>
                </a:lnTo>
                <a:lnTo>
                  <a:pt x="2619375" y="3454"/>
                </a:lnTo>
                <a:lnTo>
                  <a:pt x="2619375" y="6083"/>
                </a:lnTo>
                <a:lnTo>
                  <a:pt x="2619845" y="7200"/>
                </a:lnTo>
                <a:lnTo>
                  <a:pt x="2621711" y="9067"/>
                </a:lnTo>
                <a:lnTo>
                  <a:pt x="2622829" y="9525"/>
                </a:lnTo>
                <a:lnTo>
                  <a:pt x="2625458" y="9525"/>
                </a:lnTo>
                <a:lnTo>
                  <a:pt x="2626576" y="9067"/>
                </a:lnTo>
                <a:lnTo>
                  <a:pt x="2628442" y="7200"/>
                </a:lnTo>
                <a:lnTo>
                  <a:pt x="2628900" y="6083"/>
                </a:lnTo>
                <a:lnTo>
                  <a:pt x="2628900" y="3454"/>
                </a:lnTo>
                <a:close/>
              </a:path>
              <a:path w="4438650" h="1819275">
                <a:moveTo>
                  <a:pt x="2676525" y="1813204"/>
                </a:moveTo>
                <a:lnTo>
                  <a:pt x="2676067" y="1812086"/>
                </a:lnTo>
                <a:lnTo>
                  <a:pt x="2674201" y="1810219"/>
                </a:lnTo>
                <a:lnTo>
                  <a:pt x="2673083" y="1809750"/>
                </a:lnTo>
                <a:lnTo>
                  <a:pt x="2670454" y="1809750"/>
                </a:lnTo>
                <a:lnTo>
                  <a:pt x="2669336" y="1810219"/>
                </a:lnTo>
                <a:lnTo>
                  <a:pt x="2667470" y="1812086"/>
                </a:lnTo>
                <a:lnTo>
                  <a:pt x="2667000" y="1813204"/>
                </a:lnTo>
                <a:lnTo>
                  <a:pt x="2667000" y="1815833"/>
                </a:lnTo>
                <a:lnTo>
                  <a:pt x="2667470" y="1816950"/>
                </a:lnTo>
                <a:lnTo>
                  <a:pt x="2669336" y="1818817"/>
                </a:lnTo>
                <a:lnTo>
                  <a:pt x="2670454" y="1819275"/>
                </a:lnTo>
                <a:lnTo>
                  <a:pt x="2673083" y="1819275"/>
                </a:lnTo>
                <a:lnTo>
                  <a:pt x="2674201" y="1818817"/>
                </a:lnTo>
                <a:lnTo>
                  <a:pt x="2676067" y="1816950"/>
                </a:lnTo>
                <a:lnTo>
                  <a:pt x="2676525" y="1815833"/>
                </a:lnTo>
                <a:lnTo>
                  <a:pt x="2676525" y="1813204"/>
                </a:lnTo>
                <a:close/>
              </a:path>
              <a:path w="4438650" h="1819275">
                <a:moveTo>
                  <a:pt x="2676525" y="908329"/>
                </a:moveTo>
                <a:lnTo>
                  <a:pt x="2676067" y="907211"/>
                </a:lnTo>
                <a:lnTo>
                  <a:pt x="2674201" y="905344"/>
                </a:lnTo>
                <a:lnTo>
                  <a:pt x="2673083" y="904875"/>
                </a:lnTo>
                <a:lnTo>
                  <a:pt x="2670454" y="904875"/>
                </a:lnTo>
                <a:lnTo>
                  <a:pt x="2669336" y="905344"/>
                </a:lnTo>
                <a:lnTo>
                  <a:pt x="2667470" y="907211"/>
                </a:lnTo>
                <a:lnTo>
                  <a:pt x="2667000" y="908329"/>
                </a:lnTo>
                <a:lnTo>
                  <a:pt x="2667000" y="910958"/>
                </a:lnTo>
                <a:lnTo>
                  <a:pt x="2667470" y="912075"/>
                </a:lnTo>
                <a:lnTo>
                  <a:pt x="2669336" y="913942"/>
                </a:lnTo>
                <a:lnTo>
                  <a:pt x="2670454" y="914400"/>
                </a:lnTo>
                <a:lnTo>
                  <a:pt x="2673083" y="914400"/>
                </a:lnTo>
                <a:lnTo>
                  <a:pt x="2674201" y="913942"/>
                </a:lnTo>
                <a:lnTo>
                  <a:pt x="2676067" y="912075"/>
                </a:lnTo>
                <a:lnTo>
                  <a:pt x="2676525" y="910958"/>
                </a:lnTo>
                <a:lnTo>
                  <a:pt x="2676525" y="908329"/>
                </a:lnTo>
                <a:close/>
              </a:path>
              <a:path w="4438650" h="1819275">
                <a:moveTo>
                  <a:pt x="2676525" y="3454"/>
                </a:moveTo>
                <a:lnTo>
                  <a:pt x="2676067" y="2336"/>
                </a:lnTo>
                <a:lnTo>
                  <a:pt x="2674201" y="469"/>
                </a:lnTo>
                <a:lnTo>
                  <a:pt x="2673083" y="0"/>
                </a:lnTo>
                <a:lnTo>
                  <a:pt x="2670454" y="0"/>
                </a:lnTo>
                <a:lnTo>
                  <a:pt x="2669336" y="469"/>
                </a:lnTo>
                <a:lnTo>
                  <a:pt x="2667470" y="2336"/>
                </a:lnTo>
                <a:lnTo>
                  <a:pt x="2667000" y="3454"/>
                </a:lnTo>
                <a:lnTo>
                  <a:pt x="2667000" y="6083"/>
                </a:lnTo>
                <a:lnTo>
                  <a:pt x="2667470" y="7200"/>
                </a:lnTo>
                <a:lnTo>
                  <a:pt x="2669336" y="9067"/>
                </a:lnTo>
                <a:lnTo>
                  <a:pt x="2670454" y="9525"/>
                </a:lnTo>
                <a:lnTo>
                  <a:pt x="2673083" y="9525"/>
                </a:lnTo>
                <a:lnTo>
                  <a:pt x="2674201" y="9067"/>
                </a:lnTo>
                <a:lnTo>
                  <a:pt x="2676067" y="7200"/>
                </a:lnTo>
                <a:lnTo>
                  <a:pt x="2676525" y="6083"/>
                </a:lnTo>
                <a:lnTo>
                  <a:pt x="2676525" y="3454"/>
                </a:lnTo>
                <a:close/>
              </a:path>
              <a:path w="4438650" h="1819275">
                <a:moveTo>
                  <a:pt x="2724150" y="1813204"/>
                </a:moveTo>
                <a:lnTo>
                  <a:pt x="2723692" y="1812086"/>
                </a:lnTo>
                <a:lnTo>
                  <a:pt x="2721826" y="1810219"/>
                </a:lnTo>
                <a:lnTo>
                  <a:pt x="2720708" y="1809750"/>
                </a:lnTo>
                <a:lnTo>
                  <a:pt x="2718079" y="1809750"/>
                </a:lnTo>
                <a:lnTo>
                  <a:pt x="2716961" y="1810219"/>
                </a:lnTo>
                <a:lnTo>
                  <a:pt x="2715095" y="1812086"/>
                </a:lnTo>
                <a:lnTo>
                  <a:pt x="2714625" y="1813204"/>
                </a:lnTo>
                <a:lnTo>
                  <a:pt x="2714625" y="1815833"/>
                </a:lnTo>
                <a:lnTo>
                  <a:pt x="2715095" y="1816950"/>
                </a:lnTo>
                <a:lnTo>
                  <a:pt x="2716961" y="1818817"/>
                </a:lnTo>
                <a:lnTo>
                  <a:pt x="2718079" y="1819275"/>
                </a:lnTo>
                <a:lnTo>
                  <a:pt x="2720708" y="1819275"/>
                </a:lnTo>
                <a:lnTo>
                  <a:pt x="2721826" y="1818817"/>
                </a:lnTo>
                <a:lnTo>
                  <a:pt x="2723692" y="1816950"/>
                </a:lnTo>
                <a:lnTo>
                  <a:pt x="2724150" y="1815833"/>
                </a:lnTo>
                <a:lnTo>
                  <a:pt x="2724150" y="1813204"/>
                </a:lnTo>
                <a:close/>
              </a:path>
              <a:path w="4438650" h="1819275">
                <a:moveTo>
                  <a:pt x="2724150" y="908329"/>
                </a:moveTo>
                <a:lnTo>
                  <a:pt x="2723692" y="907211"/>
                </a:lnTo>
                <a:lnTo>
                  <a:pt x="2721826" y="905344"/>
                </a:lnTo>
                <a:lnTo>
                  <a:pt x="2720708" y="904875"/>
                </a:lnTo>
                <a:lnTo>
                  <a:pt x="2718079" y="904875"/>
                </a:lnTo>
                <a:lnTo>
                  <a:pt x="2716961" y="905344"/>
                </a:lnTo>
                <a:lnTo>
                  <a:pt x="2715095" y="907211"/>
                </a:lnTo>
                <a:lnTo>
                  <a:pt x="2714625" y="908329"/>
                </a:lnTo>
                <a:lnTo>
                  <a:pt x="2714625" y="910958"/>
                </a:lnTo>
                <a:lnTo>
                  <a:pt x="2715095" y="912075"/>
                </a:lnTo>
                <a:lnTo>
                  <a:pt x="2716961" y="913942"/>
                </a:lnTo>
                <a:lnTo>
                  <a:pt x="2718079" y="914400"/>
                </a:lnTo>
                <a:lnTo>
                  <a:pt x="2720708" y="914400"/>
                </a:lnTo>
                <a:lnTo>
                  <a:pt x="2721826" y="913942"/>
                </a:lnTo>
                <a:lnTo>
                  <a:pt x="2723692" y="912075"/>
                </a:lnTo>
                <a:lnTo>
                  <a:pt x="2724150" y="910958"/>
                </a:lnTo>
                <a:lnTo>
                  <a:pt x="2724150" y="908329"/>
                </a:lnTo>
                <a:close/>
              </a:path>
              <a:path w="4438650" h="1819275">
                <a:moveTo>
                  <a:pt x="2724150" y="3454"/>
                </a:moveTo>
                <a:lnTo>
                  <a:pt x="2723692" y="2336"/>
                </a:lnTo>
                <a:lnTo>
                  <a:pt x="2721826" y="469"/>
                </a:lnTo>
                <a:lnTo>
                  <a:pt x="2720708" y="0"/>
                </a:lnTo>
                <a:lnTo>
                  <a:pt x="2718079" y="0"/>
                </a:lnTo>
                <a:lnTo>
                  <a:pt x="2716961" y="469"/>
                </a:lnTo>
                <a:lnTo>
                  <a:pt x="2715095" y="2336"/>
                </a:lnTo>
                <a:lnTo>
                  <a:pt x="2714625" y="3454"/>
                </a:lnTo>
                <a:lnTo>
                  <a:pt x="2714625" y="6083"/>
                </a:lnTo>
                <a:lnTo>
                  <a:pt x="2715095" y="7200"/>
                </a:lnTo>
                <a:lnTo>
                  <a:pt x="2716961" y="9067"/>
                </a:lnTo>
                <a:lnTo>
                  <a:pt x="2718079" y="9525"/>
                </a:lnTo>
                <a:lnTo>
                  <a:pt x="2720708" y="9525"/>
                </a:lnTo>
                <a:lnTo>
                  <a:pt x="2721826" y="9067"/>
                </a:lnTo>
                <a:lnTo>
                  <a:pt x="2723692" y="7200"/>
                </a:lnTo>
                <a:lnTo>
                  <a:pt x="2724150" y="6083"/>
                </a:lnTo>
                <a:lnTo>
                  <a:pt x="2724150" y="3454"/>
                </a:lnTo>
                <a:close/>
              </a:path>
              <a:path w="4438650" h="1819275">
                <a:moveTo>
                  <a:pt x="2771775" y="1813204"/>
                </a:moveTo>
                <a:lnTo>
                  <a:pt x="2771317" y="1812086"/>
                </a:lnTo>
                <a:lnTo>
                  <a:pt x="2769451" y="1810219"/>
                </a:lnTo>
                <a:lnTo>
                  <a:pt x="2768333" y="1809750"/>
                </a:lnTo>
                <a:lnTo>
                  <a:pt x="2765704" y="1809750"/>
                </a:lnTo>
                <a:lnTo>
                  <a:pt x="2764586" y="1810219"/>
                </a:lnTo>
                <a:lnTo>
                  <a:pt x="2762720" y="1812086"/>
                </a:lnTo>
                <a:lnTo>
                  <a:pt x="2762250" y="1813204"/>
                </a:lnTo>
                <a:lnTo>
                  <a:pt x="2762250" y="1815833"/>
                </a:lnTo>
                <a:lnTo>
                  <a:pt x="2762720" y="1816950"/>
                </a:lnTo>
                <a:lnTo>
                  <a:pt x="2764586" y="1818817"/>
                </a:lnTo>
                <a:lnTo>
                  <a:pt x="2765704" y="1819275"/>
                </a:lnTo>
                <a:lnTo>
                  <a:pt x="2768333" y="1819275"/>
                </a:lnTo>
                <a:lnTo>
                  <a:pt x="2769451" y="1818817"/>
                </a:lnTo>
                <a:lnTo>
                  <a:pt x="2771317" y="1816950"/>
                </a:lnTo>
                <a:lnTo>
                  <a:pt x="2771775" y="1815833"/>
                </a:lnTo>
                <a:lnTo>
                  <a:pt x="2771775" y="1813204"/>
                </a:lnTo>
                <a:close/>
              </a:path>
              <a:path w="4438650" h="1819275">
                <a:moveTo>
                  <a:pt x="2771775" y="908329"/>
                </a:moveTo>
                <a:lnTo>
                  <a:pt x="2771317" y="907211"/>
                </a:lnTo>
                <a:lnTo>
                  <a:pt x="2769451" y="905344"/>
                </a:lnTo>
                <a:lnTo>
                  <a:pt x="2768333" y="904875"/>
                </a:lnTo>
                <a:lnTo>
                  <a:pt x="2765704" y="904875"/>
                </a:lnTo>
                <a:lnTo>
                  <a:pt x="2764586" y="905344"/>
                </a:lnTo>
                <a:lnTo>
                  <a:pt x="2762720" y="907211"/>
                </a:lnTo>
                <a:lnTo>
                  <a:pt x="2762250" y="908329"/>
                </a:lnTo>
                <a:lnTo>
                  <a:pt x="2762250" y="910958"/>
                </a:lnTo>
                <a:lnTo>
                  <a:pt x="2762720" y="912075"/>
                </a:lnTo>
                <a:lnTo>
                  <a:pt x="2764586" y="913942"/>
                </a:lnTo>
                <a:lnTo>
                  <a:pt x="2765704" y="914400"/>
                </a:lnTo>
                <a:lnTo>
                  <a:pt x="2768333" y="914400"/>
                </a:lnTo>
                <a:lnTo>
                  <a:pt x="2769451" y="913942"/>
                </a:lnTo>
                <a:lnTo>
                  <a:pt x="2771317" y="912075"/>
                </a:lnTo>
                <a:lnTo>
                  <a:pt x="2771775" y="910958"/>
                </a:lnTo>
                <a:lnTo>
                  <a:pt x="2771775" y="908329"/>
                </a:lnTo>
                <a:close/>
              </a:path>
              <a:path w="4438650" h="1819275">
                <a:moveTo>
                  <a:pt x="2771775" y="3454"/>
                </a:moveTo>
                <a:lnTo>
                  <a:pt x="2771317" y="2336"/>
                </a:lnTo>
                <a:lnTo>
                  <a:pt x="2769451" y="469"/>
                </a:lnTo>
                <a:lnTo>
                  <a:pt x="2768333" y="0"/>
                </a:lnTo>
                <a:lnTo>
                  <a:pt x="2765704" y="0"/>
                </a:lnTo>
                <a:lnTo>
                  <a:pt x="2764586" y="469"/>
                </a:lnTo>
                <a:lnTo>
                  <a:pt x="2762720" y="2336"/>
                </a:lnTo>
                <a:lnTo>
                  <a:pt x="2762250" y="3454"/>
                </a:lnTo>
                <a:lnTo>
                  <a:pt x="2762250" y="6083"/>
                </a:lnTo>
                <a:lnTo>
                  <a:pt x="2762720" y="7200"/>
                </a:lnTo>
                <a:lnTo>
                  <a:pt x="2764586" y="9067"/>
                </a:lnTo>
                <a:lnTo>
                  <a:pt x="2765704" y="9525"/>
                </a:lnTo>
                <a:lnTo>
                  <a:pt x="2768333" y="9525"/>
                </a:lnTo>
                <a:lnTo>
                  <a:pt x="2769451" y="9067"/>
                </a:lnTo>
                <a:lnTo>
                  <a:pt x="2771317" y="7200"/>
                </a:lnTo>
                <a:lnTo>
                  <a:pt x="2771775" y="6083"/>
                </a:lnTo>
                <a:lnTo>
                  <a:pt x="2771775" y="3454"/>
                </a:lnTo>
                <a:close/>
              </a:path>
              <a:path w="4438650" h="1819275">
                <a:moveTo>
                  <a:pt x="2819400" y="1813204"/>
                </a:moveTo>
                <a:lnTo>
                  <a:pt x="2818942" y="1812086"/>
                </a:lnTo>
                <a:lnTo>
                  <a:pt x="2817076" y="1810219"/>
                </a:lnTo>
                <a:lnTo>
                  <a:pt x="2815958" y="1809750"/>
                </a:lnTo>
                <a:lnTo>
                  <a:pt x="2813329" y="1809750"/>
                </a:lnTo>
                <a:lnTo>
                  <a:pt x="2812211" y="1810219"/>
                </a:lnTo>
                <a:lnTo>
                  <a:pt x="2810345" y="1812086"/>
                </a:lnTo>
                <a:lnTo>
                  <a:pt x="2809875" y="1813204"/>
                </a:lnTo>
                <a:lnTo>
                  <a:pt x="2809875" y="1815833"/>
                </a:lnTo>
                <a:lnTo>
                  <a:pt x="2810345" y="1816950"/>
                </a:lnTo>
                <a:lnTo>
                  <a:pt x="2812211" y="1818817"/>
                </a:lnTo>
                <a:lnTo>
                  <a:pt x="2813329" y="1819275"/>
                </a:lnTo>
                <a:lnTo>
                  <a:pt x="2815958" y="1819275"/>
                </a:lnTo>
                <a:lnTo>
                  <a:pt x="2817076" y="1818817"/>
                </a:lnTo>
                <a:lnTo>
                  <a:pt x="2818942" y="1816950"/>
                </a:lnTo>
                <a:lnTo>
                  <a:pt x="2819400" y="1815833"/>
                </a:lnTo>
                <a:lnTo>
                  <a:pt x="2819400" y="1813204"/>
                </a:lnTo>
                <a:close/>
              </a:path>
              <a:path w="4438650" h="1819275">
                <a:moveTo>
                  <a:pt x="2819400" y="908329"/>
                </a:moveTo>
                <a:lnTo>
                  <a:pt x="2818942" y="907211"/>
                </a:lnTo>
                <a:lnTo>
                  <a:pt x="2817076" y="905344"/>
                </a:lnTo>
                <a:lnTo>
                  <a:pt x="2815958" y="904875"/>
                </a:lnTo>
                <a:lnTo>
                  <a:pt x="2813329" y="904875"/>
                </a:lnTo>
                <a:lnTo>
                  <a:pt x="2812211" y="905344"/>
                </a:lnTo>
                <a:lnTo>
                  <a:pt x="2810345" y="907211"/>
                </a:lnTo>
                <a:lnTo>
                  <a:pt x="2809875" y="908329"/>
                </a:lnTo>
                <a:lnTo>
                  <a:pt x="2809875" y="910958"/>
                </a:lnTo>
                <a:lnTo>
                  <a:pt x="2810345" y="912075"/>
                </a:lnTo>
                <a:lnTo>
                  <a:pt x="2812211" y="913942"/>
                </a:lnTo>
                <a:lnTo>
                  <a:pt x="2813329" y="914400"/>
                </a:lnTo>
                <a:lnTo>
                  <a:pt x="2815958" y="914400"/>
                </a:lnTo>
                <a:lnTo>
                  <a:pt x="2817076" y="913942"/>
                </a:lnTo>
                <a:lnTo>
                  <a:pt x="2818942" y="912075"/>
                </a:lnTo>
                <a:lnTo>
                  <a:pt x="2819400" y="910958"/>
                </a:lnTo>
                <a:lnTo>
                  <a:pt x="2819400" y="908329"/>
                </a:lnTo>
                <a:close/>
              </a:path>
              <a:path w="4438650" h="1819275">
                <a:moveTo>
                  <a:pt x="2819400" y="3454"/>
                </a:moveTo>
                <a:lnTo>
                  <a:pt x="2818942" y="2336"/>
                </a:lnTo>
                <a:lnTo>
                  <a:pt x="2817076" y="469"/>
                </a:lnTo>
                <a:lnTo>
                  <a:pt x="2815958" y="0"/>
                </a:lnTo>
                <a:lnTo>
                  <a:pt x="2813329" y="0"/>
                </a:lnTo>
                <a:lnTo>
                  <a:pt x="2812211" y="469"/>
                </a:lnTo>
                <a:lnTo>
                  <a:pt x="2810345" y="2336"/>
                </a:lnTo>
                <a:lnTo>
                  <a:pt x="2809875" y="3454"/>
                </a:lnTo>
                <a:lnTo>
                  <a:pt x="2809875" y="6083"/>
                </a:lnTo>
                <a:lnTo>
                  <a:pt x="2810345" y="7200"/>
                </a:lnTo>
                <a:lnTo>
                  <a:pt x="2812211" y="9067"/>
                </a:lnTo>
                <a:lnTo>
                  <a:pt x="2813329" y="9525"/>
                </a:lnTo>
                <a:lnTo>
                  <a:pt x="2815958" y="9525"/>
                </a:lnTo>
                <a:lnTo>
                  <a:pt x="2817076" y="9067"/>
                </a:lnTo>
                <a:lnTo>
                  <a:pt x="2818942" y="7200"/>
                </a:lnTo>
                <a:lnTo>
                  <a:pt x="2819400" y="6083"/>
                </a:lnTo>
                <a:lnTo>
                  <a:pt x="2819400" y="3454"/>
                </a:lnTo>
                <a:close/>
              </a:path>
              <a:path w="4438650" h="1819275">
                <a:moveTo>
                  <a:pt x="2867025" y="1813204"/>
                </a:moveTo>
                <a:lnTo>
                  <a:pt x="2866567" y="1812086"/>
                </a:lnTo>
                <a:lnTo>
                  <a:pt x="2864701" y="1810219"/>
                </a:lnTo>
                <a:lnTo>
                  <a:pt x="2863583" y="1809750"/>
                </a:lnTo>
                <a:lnTo>
                  <a:pt x="2860954" y="1809750"/>
                </a:lnTo>
                <a:lnTo>
                  <a:pt x="2859836" y="1810219"/>
                </a:lnTo>
                <a:lnTo>
                  <a:pt x="2857970" y="1812086"/>
                </a:lnTo>
                <a:lnTo>
                  <a:pt x="2857500" y="1813204"/>
                </a:lnTo>
                <a:lnTo>
                  <a:pt x="2857500" y="1815833"/>
                </a:lnTo>
                <a:lnTo>
                  <a:pt x="2857970" y="1816950"/>
                </a:lnTo>
                <a:lnTo>
                  <a:pt x="2859836" y="1818817"/>
                </a:lnTo>
                <a:lnTo>
                  <a:pt x="2860954" y="1819275"/>
                </a:lnTo>
                <a:lnTo>
                  <a:pt x="2863583" y="1819275"/>
                </a:lnTo>
                <a:lnTo>
                  <a:pt x="2864701" y="1818817"/>
                </a:lnTo>
                <a:lnTo>
                  <a:pt x="2866567" y="1816950"/>
                </a:lnTo>
                <a:lnTo>
                  <a:pt x="2867025" y="1815833"/>
                </a:lnTo>
                <a:lnTo>
                  <a:pt x="2867025" y="1813204"/>
                </a:lnTo>
                <a:close/>
              </a:path>
              <a:path w="4438650" h="1819275">
                <a:moveTo>
                  <a:pt x="2867025" y="908329"/>
                </a:moveTo>
                <a:lnTo>
                  <a:pt x="2866567" y="907211"/>
                </a:lnTo>
                <a:lnTo>
                  <a:pt x="2864701" y="905344"/>
                </a:lnTo>
                <a:lnTo>
                  <a:pt x="2863583" y="904875"/>
                </a:lnTo>
                <a:lnTo>
                  <a:pt x="2860954" y="904875"/>
                </a:lnTo>
                <a:lnTo>
                  <a:pt x="2859836" y="905344"/>
                </a:lnTo>
                <a:lnTo>
                  <a:pt x="2857970" y="907211"/>
                </a:lnTo>
                <a:lnTo>
                  <a:pt x="2857500" y="908329"/>
                </a:lnTo>
                <a:lnTo>
                  <a:pt x="2857500" y="910958"/>
                </a:lnTo>
                <a:lnTo>
                  <a:pt x="2857970" y="912075"/>
                </a:lnTo>
                <a:lnTo>
                  <a:pt x="2859836" y="913942"/>
                </a:lnTo>
                <a:lnTo>
                  <a:pt x="2860954" y="914400"/>
                </a:lnTo>
                <a:lnTo>
                  <a:pt x="2863583" y="914400"/>
                </a:lnTo>
                <a:lnTo>
                  <a:pt x="2864701" y="913942"/>
                </a:lnTo>
                <a:lnTo>
                  <a:pt x="2866567" y="912075"/>
                </a:lnTo>
                <a:lnTo>
                  <a:pt x="2867025" y="910958"/>
                </a:lnTo>
                <a:lnTo>
                  <a:pt x="2867025" y="908329"/>
                </a:lnTo>
                <a:close/>
              </a:path>
              <a:path w="4438650" h="1819275">
                <a:moveTo>
                  <a:pt x="2867025" y="3454"/>
                </a:moveTo>
                <a:lnTo>
                  <a:pt x="2866567" y="2336"/>
                </a:lnTo>
                <a:lnTo>
                  <a:pt x="2864701" y="469"/>
                </a:lnTo>
                <a:lnTo>
                  <a:pt x="2863583" y="0"/>
                </a:lnTo>
                <a:lnTo>
                  <a:pt x="2860954" y="0"/>
                </a:lnTo>
                <a:lnTo>
                  <a:pt x="2859836" y="469"/>
                </a:lnTo>
                <a:lnTo>
                  <a:pt x="2857970" y="2336"/>
                </a:lnTo>
                <a:lnTo>
                  <a:pt x="2857500" y="3454"/>
                </a:lnTo>
                <a:lnTo>
                  <a:pt x="2857500" y="6083"/>
                </a:lnTo>
                <a:lnTo>
                  <a:pt x="2857970" y="7200"/>
                </a:lnTo>
                <a:lnTo>
                  <a:pt x="2859836" y="9067"/>
                </a:lnTo>
                <a:lnTo>
                  <a:pt x="2860954" y="9525"/>
                </a:lnTo>
                <a:lnTo>
                  <a:pt x="2863583" y="9525"/>
                </a:lnTo>
                <a:lnTo>
                  <a:pt x="2864701" y="9067"/>
                </a:lnTo>
                <a:lnTo>
                  <a:pt x="2866567" y="7200"/>
                </a:lnTo>
                <a:lnTo>
                  <a:pt x="2867025" y="6083"/>
                </a:lnTo>
                <a:lnTo>
                  <a:pt x="2867025" y="3454"/>
                </a:lnTo>
                <a:close/>
              </a:path>
              <a:path w="4438650" h="1819275">
                <a:moveTo>
                  <a:pt x="2914650" y="1813204"/>
                </a:moveTo>
                <a:lnTo>
                  <a:pt x="2914192" y="1812086"/>
                </a:lnTo>
                <a:lnTo>
                  <a:pt x="2912326" y="1810219"/>
                </a:lnTo>
                <a:lnTo>
                  <a:pt x="2911208" y="1809750"/>
                </a:lnTo>
                <a:lnTo>
                  <a:pt x="2908579" y="1809750"/>
                </a:lnTo>
                <a:lnTo>
                  <a:pt x="2907461" y="1810219"/>
                </a:lnTo>
                <a:lnTo>
                  <a:pt x="2905595" y="1812086"/>
                </a:lnTo>
                <a:lnTo>
                  <a:pt x="2905125" y="1813204"/>
                </a:lnTo>
                <a:lnTo>
                  <a:pt x="2905125" y="1815833"/>
                </a:lnTo>
                <a:lnTo>
                  <a:pt x="2905595" y="1816950"/>
                </a:lnTo>
                <a:lnTo>
                  <a:pt x="2907461" y="1818817"/>
                </a:lnTo>
                <a:lnTo>
                  <a:pt x="2908579" y="1819275"/>
                </a:lnTo>
                <a:lnTo>
                  <a:pt x="2911208" y="1819275"/>
                </a:lnTo>
                <a:lnTo>
                  <a:pt x="2912326" y="1818817"/>
                </a:lnTo>
                <a:lnTo>
                  <a:pt x="2914192" y="1816950"/>
                </a:lnTo>
                <a:lnTo>
                  <a:pt x="2914650" y="1815833"/>
                </a:lnTo>
                <a:lnTo>
                  <a:pt x="2914650" y="1813204"/>
                </a:lnTo>
                <a:close/>
              </a:path>
              <a:path w="4438650" h="1819275">
                <a:moveTo>
                  <a:pt x="2914650" y="908329"/>
                </a:moveTo>
                <a:lnTo>
                  <a:pt x="2914192" y="907211"/>
                </a:lnTo>
                <a:lnTo>
                  <a:pt x="2912326" y="905344"/>
                </a:lnTo>
                <a:lnTo>
                  <a:pt x="2911208" y="904875"/>
                </a:lnTo>
                <a:lnTo>
                  <a:pt x="2908579" y="904875"/>
                </a:lnTo>
                <a:lnTo>
                  <a:pt x="2907461" y="905344"/>
                </a:lnTo>
                <a:lnTo>
                  <a:pt x="2905595" y="907211"/>
                </a:lnTo>
                <a:lnTo>
                  <a:pt x="2905125" y="908329"/>
                </a:lnTo>
                <a:lnTo>
                  <a:pt x="2905125" y="910958"/>
                </a:lnTo>
                <a:lnTo>
                  <a:pt x="2905595" y="912075"/>
                </a:lnTo>
                <a:lnTo>
                  <a:pt x="2907461" y="913942"/>
                </a:lnTo>
                <a:lnTo>
                  <a:pt x="2908579" y="914400"/>
                </a:lnTo>
                <a:lnTo>
                  <a:pt x="2911208" y="914400"/>
                </a:lnTo>
                <a:lnTo>
                  <a:pt x="2912326" y="913942"/>
                </a:lnTo>
                <a:lnTo>
                  <a:pt x="2914192" y="912075"/>
                </a:lnTo>
                <a:lnTo>
                  <a:pt x="2914650" y="910958"/>
                </a:lnTo>
                <a:lnTo>
                  <a:pt x="2914650" y="908329"/>
                </a:lnTo>
                <a:close/>
              </a:path>
              <a:path w="4438650" h="1819275">
                <a:moveTo>
                  <a:pt x="2914650" y="3454"/>
                </a:moveTo>
                <a:lnTo>
                  <a:pt x="2914192" y="2336"/>
                </a:lnTo>
                <a:lnTo>
                  <a:pt x="2912326" y="469"/>
                </a:lnTo>
                <a:lnTo>
                  <a:pt x="2911208" y="0"/>
                </a:lnTo>
                <a:lnTo>
                  <a:pt x="2908579" y="0"/>
                </a:lnTo>
                <a:lnTo>
                  <a:pt x="2907461" y="469"/>
                </a:lnTo>
                <a:lnTo>
                  <a:pt x="2905595" y="2336"/>
                </a:lnTo>
                <a:lnTo>
                  <a:pt x="2905125" y="3454"/>
                </a:lnTo>
                <a:lnTo>
                  <a:pt x="2905125" y="6083"/>
                </a:lnTo>
                <a:lnTo>
                  <a:pt x="2905595" y="7200"/>
                </a:lnTo>
                <a:lnTo>
                  <a:pt x="2907461" y="9067"/>
                </a:lnTo>
                <a:lnTo>
                  <a:pt x="2908579" y="9525"/>
                </a:lnTo>
                <a:lnTo>
                  <a:pt x="2911208" y="9525"/>
                </a:lnTo>
                <a:lnTo>
                  <a:pt x="2912326" y="9067"/>
                </a:lnTo>
                <a:lnTo>
                  <a:pt x="2914192" y="7200"/>
                </a:lnTo>
                <a:lnTo>
                  <a:pt x="2914650" y="6083"/>
                </a:lnTo>
                <a:lnTo>
                  <a:pt x="2914650" y="3454"/>
                </a:lnTo>
                <a:close/>
              </a:path>
              <a:path w="4438650" h="1819275">
                <a:moveTo>
                  <a:pt x="2962275" y="1813204"/>
                </a:moveTo>
                <a:lnTo>
                  <a:pt x="2961817" y="1812086"/>
                </a:lnTo>
                <a:lnTo>
                  <a:pt x="2959951" y="1810219"/>
                </a:lnTo>
                <a:lnTo>
                  <a:pt x="2958833" y="1809750"/>
                </a:lnTo>
                <a:lnTo>
                  <a:pt x="2956204" y="1809750"/>
                </a:lnTo>
                <a:lnTo>
                  <a:pt x="2955086" y="1810219"/>
                </a:lnTo>
                <a:lnTo>
                  <a:pt x="2953220" y="1812086"/>
                </a:lnTo>
                <a:lnTo>
                  <a:pt x="2952750" y="1813204"/>
                </a:lnTo>
                <a:lnTo>
                  <a:pt x="2952750" y="1815833"/>
                </a:lnTo>
                <a:lnTo>
                  <a:pt x="2953220" y="1816950"/>
                </a:lnTo>
                <a:lnTo>
                  <a:pt x="2955086" y="1818817"/>
                </a:lnTo>
                <a:lnTo>
                  <a:pt x="2956204" y="1819275"/>
                </a:lnTo>
                <a:lnTo>
                  <a:pt x="2958833" y="1819275"/>
                </a:lnTo>
                <a:lnTo>
                  <a:pt x="2959951" y="1818817"/>
                </a:lnTo>
                <a:lnTo>
                  <a:pt x="2961817" y="1816950"/>
                </a:lnTo>
                <a:lnTo>
                  <a:pt x="2962275" y="1815833"/>
                </a:lnTo>
                <a:lnTo>
                  <a:pt x="2962275" y="1813204"/>
                </a:lnTo>
                <a:close/>
              </a:path>
              <a:path w="4438650" h="1819275">
                <a:moveTo>
                  <a:pt x="2962275" y="908329"/>
                </a:moveTo>
                <a:lnTo>
                  <a:pt x="2961817" y="907211"/>
                </a:lnTo>
                <a:lnTo>
                  <a:pt x="2959951" y="905344"/>
                </a:lnTo>
                <a:lnTo>
                  <a:pt x="2958833" y="904875"/>
                </a:lnTo>
                <a:lnTo>
                  <a:pt x="2956204" y="904875"/>
                </a:lnTo>
                <a:lnTo>
                  <a:pt x="2955086" y="905344"/>
                </a:lnTo>
                <a:lnTo>
                  <a:pt x="2953220" y="907211"/>
                </a:lnTo>
                <a:lnTo>
                  <a:pt x="2952750" y="908329"/>
                </a:lnTo>
                <a:lnTo>
                  <a:pt x="2952750" y="910958"/>
                </a:lnTo>
                <a:lnTo>
                  <a:pt x="2953220" y="912075"/>
                </a:lnTo>
                <a:lnTo>
                  <a:pt x="2955086" y="913942"/>
                </a:lnTo>
                <a:lnTo>
                  <a:pt x="2956204" y="914400"/>
                </a:lnTo>
                <a:lnTo>
                  <a:pt x="2958833" y="914400"/>
                </a:lnTo>
                <a:lnTo>
                  <a:pt x="2959951" y="913942"/>
                </a:lnTo>
                <a:lnTo>
                  <a:pt x="2961817" y="912075"/>
                </a:lnTo>
                <a:lnTo>
                  <a:pt x="2962275" y="910958"/>
                </a:lnTo>
                <a:lnTo>
                  <a:pt x="2962275" y="908329"/>
                </a:lnTo>
                <a:close/>
              </a:path>
              <a:path w="4438650" h="1819275">
                <a:moveTo>
                  <a:pt x="2962275" y="3454"/>
                </a:moveTo>
                <a:lnTo>
                  <a:pt x="2961817" y="2336"/>
                </a:lnTo>
                <a:lnTo>
                  <a:pt x="2959951" y="469"/>
                </a:lnTo>
                <a:lnTo>
                  <a:pt x="2958833" y="0"/>
                </a:lnTo>
                <a:lnTo>
                  <a:pt x="2956204" y="0"/>
                </a:lnTo>
                <a:lnTo>
                  <a:pt x="2955086" y="469"/>
                </a:lnTo>
                <a:lnTo>
                  <a:pt x="2953220" y="2336"/>
                </a:lnTo>
                <a:lnTo>
                  <a:pt x="2952750" y="3454"/>
                </a:lnTo>
                <a:lnTo>
                  <a:pt x="2952750" y="6083"/>
                </a:lnTo>
                <a:lnTo>
                  <a:pt x="2953220" y="7200"/>
                </a:lnTo>
                <a:lnTo>
                  <a:pt x="2955086" y="9067"/>
                </a:lnTo>
                <a:lnTo>
                  <a:pt x="2956204" y="9525"/>
                </a:lnTo>
                <a:lnTo>
                  <a:pt x="2958833" y="9525"/>
                </a:lnTo>
                <a:lnTo>
                  <a:pt x="2959951" y="9067"/>
                </a:lnTo>
                <a:lnTo>
                  <a:pt x="2961817" y="7200"/>
                </a:lnTo>
                <a:lnTo>
                  <a:pt x="2962275" y="6083"/>
                </a:lnTo>
                <a:lnTo>
                  <a:pt x="2962275" y="3454"/>
                </a:lnTo>
                <a:close/>
              </a:path>
              <a:path w="4438650" h="1819275">
                <a:moveTo>
                  <a:pt x="3009900" y="1813204"/>
                </a:moveTo>
                <a:lnTo>
                  <a:pt x="3009442" y="1812086"/>
                </a:lnTo>
                <a:lnTo>
                  <a:pt x="3007576" y="1810219"/>
                </a:lnTo>
                <a:lnTo>
                  <a:pt x="3006458" y="1809750"/>
                </a:lnTo>
                <a:lnTo>
                  <a:pt x="3003829" y="1809750"/>
                </a:lnTo>
                <a:lnTo>
                  <a:pt x="3002711" y="1810219"/>
                </a:lnTo>
                <a:lnTo>
                  <a:pt x="3000845" y="1812086"/>
                </a:lnTo>
                <a:lnTo>
                  <a:pt x="3000375" y="1813204"/>
                </a:lnTo>
                <a:lnTo>
                  <a:pt x="3000375" y="1815833"/>
                </a:lnTo>
                <a:lnTo>
                  <a:pt x="3000845" y="1816950"/>
                </a:lnTo>
                <a:lnTo>
                  <a:pt x="3002711" y="1818817"/>
                </a:lnTo>
                <a:lnTo>
                  <a:pt x="3003829" y="1819275"/>
                </a:lnTo>
                <a:lnTo>
                  <a:pt x="3006458" y="1819275"/>
                </a:lnTo>
                <a:lnTo>
                  <a:pt x="3007576" y="1818817"/>
                </a:lnTo>
                <a:lnTo>
                  <a:pt x="3009442" y="1816950"/>
                </a:lnTo>
                <a:lnTo>
                  <a:pt x="3009900" y="1815833"/>
                </a:lnTo>
                <a:lnTo>
                  <a:pt x="3009900" y="1813204"/>
                </a:lnTo>
                <a:close/>
              </a:path>
              <a:path w="4438650" h="1819275">
                <a:moveTo>
                  <a:pt x="3009900" y="908329"/>
                </a:moveTo>
                <a:lnTo>
                  <a:pt x="3009442" y="907211"/>
                </a:lnTo>
                <a:lnTo>
                  <a:pt x="3007576" y="905344"/>
                </a:lnTo>
                <a:lnTo>
                  <a:pt x="3006458" y="904875"/>
                </a:lnTo>
                <a:lnTo>
                  <a:pt x="3003829" y="904875"/>
                </a:lnTo>
                <a:lnTo>
                  <a:pt x="3002711" y="905344"/>
                </a:lnTo>
                <a:lnTo>
                  <a:pt x="3000845" y="907211"/>
                </a:lnTo>
                <a:lnTo>
                  <a:pt x="3000375" y="908329"/>
                </a:lnTo>
                <a:lnTo>
                  <a:pt x="3000375" y="910958"/>
                </a:lnTo>
                <a:lnTo>
                  <a:pt x="3000845" y="912075"/>
                </a:lnTo>
                <a:lnTo>
                  <a:pt x="3002711" y="913942"/>
                </a:lnTo>
                <a:lnTo>
                  <a:pt x="3003829" y="914400"/>
                </a:lnTo>
                <a:lnTo>
                  <a:pt x="3006458" y="914400"/>
                </a:lnTo>
                <a:lnTo>
                  <a:pt x="3007576" y="913942"/>
                </a:lnTo>
                <a:lnTo>
                  <a:pt x="3009442" y="912075"/>
                </a:lnTo>
                <a:lnTo>
                  <a:pt x="3009900" y="910958"/>
                </a:lnTo>
                <a:lnTo>
                  <a:pt x="3009900" y="908329"/>
                </a:lnTo>
                <a:close/>
              </a:path>
              <a:path w="4438650" h="1819275">
                <a:moveTo>
                  <a:pt x="3009900" y="3454"/>
                </a:moveTo>
                <a:lnTo>
                  <a:pt x="3009442" y="2336"/>
                </a:lnTo>
                <a:lnTo>
                  <a:pt x="3007576" y="469"/>
                </a:lnTo>
                <a:lnTo>
                  <a:pt x="3006458" y="0"/>
                </a:lnTo>
                <a:lnTo>
                  <a:pt x="3003829" y="0"/>
                </a:lnTo>
                <a:lnTo>
                  <a:pt x="3002711" y="469"/>
                </a:lnTo>
                <a:lnTo>
                  <a:pt x="3000845" y="2336"/>
                </a:lnTo>
                <a:lnTo>
                  <a:pt x="3000375" y="3454"/>
                </a:lnTo>
                <a:lnTo>
                  <a:pt x="3000375" y="6083"/>
                </a:lnTo>
                <a:lnTo>
                  <a:pt x="3000845" y="7200"/>
                </a:lnTo>
                <a:lnTo>
                  <a:pt x="3002711" y="9067"/>
                </a:lnTo>
                <a:lnTo>
                  <a:pt x="3003829" y="9525"/>
                </a:lnTo>
                <a:lnTo>
                  <a:pt x="3006458" y="9525"/>
                </a:lnTo>
                <a:lnTo>
                  <a:pt x="3007576" y="9067"/>
                </a:lnTo>
                <a:lnTo>
                  <a:pt x="3009442" y="7200"/>
                </a:lnTo>
                <a:lnTo>
                  <a:pt x="3009900" y="6083"/>
                </a:lnTo>
                <a:lnTo>
                  <a:pt x="3009900" y="3454"/>
                </a:lnTo>
                <a:close/>
              </a:path>
              <a:path w="4438650" h="1819275">
                <a:moveTo>
                  <a:pt x="3057525" y="1813204"/>
                </a:moveTo>
                <a:lnTo>
                  <a:pt x="3057067" y="1812086"/>
                </a:lnTo>
                <a:lnTo>
                  <a:pt x="3055201" y="1810219"/>
                </a:lnTo>
                <a:lnTo>
                  <a:pt x="3054083" y="1809750"/>
                </a:lnTo>
                <a:lnTo>
                  <a:pt x="3051454" y="1809750"/>
                </a:lnTo>
                <a:lnTo>
                  <a:pt x="3050336" y="1810219"/>
                </a:lnTo>
                <a:lnTo>
                  <a:pt x="3048470" y="1812086"/>
                </a:lnTo>
                <a:lnTo>
                  <a:pt x="3048000" y="1813204"/>
                </a:lnTo>
                <a:lnTo>
                  <a:pt x="3048000" y="1815833"/>
                </a:lnTo>
                <a:lnTo>
                  <a:pt x="3048470" y="1816950"/>
                </a:lnTo>
                <a:lnTo>
                  <a:pt x="3050336" y="1818817"/>
                </a:lnTo>
                <a:lnTo>
                  <a:pt x="3051454" y="1819275"/>
                </a:lnTo>
                <a:lnTo>
                  <a:pt x="3054083" y="1819275"/>
                </a:lnTo>
                <a:lnTo>
                  <a:pt x="3055201" y="1818817"/>
                </a:lnTo>
                <a:lnTo>
                  <a:pt x="3057067" y="1816950"/>
                </a:lnTo>
                <a:lnTo>
                  <a:pt x="3057525" y="1815833"/>
                </a:lnTo>
                <a:lnTo>
                  <a:pt x="3057525" y="1813204"/>
                </a:lnTo>
                <a:close/>
              </a:path>
              <a:path w="4438650" h="1819275">
                <a:moveTo>
                  <a:pt x="3057525" y="908329"/>
                </a:moveTo>
                <a:lnTo>
                  <a:pt x="3057067" y="907211"/>
                </a:lnTo>
                <a:lnTo>
                  <a:pt x="3055201" y="905344"/>
                </a:lnTo>
                <a:lnTo>
                  <a:pt x="3054083" y="904875"/>
                </a:lnTo>
                <a:lnTo>
                  <a:pt x="3051454" y="904875"/>
                </a:lnTo>
                <a:lnTo>
                  <a:pt x="3050336" y="905344"/>
                </a:lnTo>
                <a:lnTo>
                  <a:pt x="3048470" y="907211"/>
                </a:lnTo>
                <a:lnTo>
                  <a:pt x="3048000" y="908329"/>
                </a:lnTo>
                <a:lnTo>
                  <a:pt x="3048000" y="910958"/>
                </a:lnTo>
                <a:lnTo>
                  <a:pt x="3048470" y="912075"/>
                </a:lnTo>
                <a:lnTo>
                  <a:pt x="3050336" y="913942"/>
                </a:lnTo>
                <a:lnTo>
                  <a:pt x="3051454" y="914400"/>
                </a:lnTo>
                <a:lnTo>
                  <a:pt x="3054083" y="914400"/>
                </a:lnTo>
                <a:lnTo>
                  <a:pt x="3055201" y="913942"/>
                </a:lnTo>
                <a:lnTo>
                  <a:pt x="3057067" y="912075"/>
                </a:lnTo>
                <a:lnTo>
                  <a:pt x="3057525" y="910958"/>
                </a:lnTo>
                <a:lnTo>
                  <a:pt x="3057525" y="908329"/>
                </a:lnTo>
                <a:close/>
              </a:path>
              <a:path w="4438650" h="1819275">
                <a:moveTo>
                  <a:pt x="3057525" y="3454"/>
                </a:moveTo>
                <a:lnTo>
                  <a:pt x="3057067" y="2336"/>
                </a:lnTo>
                <a:lnTo>
                  <a:pt x="3055201" y="469"/>
                </a:lnTo>
                <a:lnTo>
                  <a:pt x="3054083" y="0"/>
                </a:lnTo>
                <a:lnTo>
                  <a:pt x="3051454" y="0"/>
                </a:lnTo>
                <a:lnTo>
                  <a:pt x="3050336" y="469"/>
                </a:lnTo>
                <a:lnTo>
                  <a:pt x="3048470" y="2336"/>
                </a:lnTo>
                <a:lnTo>
                  <a:pt x="3048000" y="3454"/>
                </a:lnTo>
                <a:lnTo>
                  <a:pt x="3048000" y="6083"/>
                </a:lnTo>
                <a:lnTo>
                  <a:pt x="3048470" y="7200"/>
                </a:lnTo>
                <a:lnTo>
                  <a:pt x="3050336" y="9067"/>
                </a:lnTo>
                <a:lnTo>
                  <a:pt x="3051454" y="9525"/>
                </a:lnTo>
                <a:lnTo>
                  <a:pt x="3054083" y="9525"/>
                </a:lnTo>
                <a:lnTo>
                  <a:pt x="3055201" y="9067"/>
                </a:lnTo>
                <a:lnTo>
                  <a:pt x="3057067" y="7200"/>
                </a:lnTo>
                <a:lnTo>
                  <a:pt x="3057525" y="6083"/>
                </a:lnTo>
                <a:lnTo>
                  <a:pt x="3057525" y="3454"/>
                </a:lnTo>
                <a:close/>
              </a:path>
              <a:path w="4438650" h="1819275">
                <a:moveTo>
                  <a:pt x="3105150" y="1813204"/>
                </a:moveTo>
                <a:lnTo>
                  <a:pt x="3104692" y="1812086"/>
                </a:lnTo>
                <a:lnTo>
                  <a:pt x="3102826" y="1810219"/>
                </a:lnTo>
                <a:lnTo>
                  <a:pt x="3101708" y="1809750"/>
                </a:lnTo>
                <a:lnTo>
                  <a:pt x="3099079" y="1809750"/>
                </a:lnTo>
                <a:lnTo>
                  <a:pt x="3097961" y="1810219"/>
                </a:lnTo>
                <a:lnTo>
                  <a:pt x="3096095" y="1812086"/>
                </a:lnTo>
                <a:lnTo>
                  <a:pt x="3095625" y="1813204"/>
                </a:lnTo>
                <a:lnTo>
                  <a:pt x="3095625" y="1815833"/>
                </a:lnTo>
                <a:lnTo>
                  <a:pt x="3096095" y="1816950"/>
                </a:lnTo>
                <a:lnTo>
                  <a:pt x="3097961" y="1818817"/>
                </a:lnTo>
                <a:lnTo>
                  <a:pt x="3099079" y="1819275"/>
                </a:lnTo>
                <a:lnTo>
                  <a:pt x="3101708" y="1819275"/>
                </a:lnTo>
                <a:lnTo>
                  <a:pt x="3102826" y="1818817"/>
                </a:lnTo>
                <a:lnTo>
                  <a:pt x="3104692" y="1816950"/>
                </a:lnTo>
                <a:lnTo>
                  <a:pt x="3105150" y="1815833"/>
                </a:lnTo>
                <a:lnTo>
                  <a:pt x="3105150" y="1813204"/>
                </a:lnTo>
                <a:close/>
              </a:path>
              <a:path w="4438650" h="1819275">
                <a:moveTo>
                  <a:pt x="3105150" y="908329"/>
                </a:moveTo>
                <a:lnTo>
                  <a:pt x="3104692" y="907211"/>
                </a:lnTo>
                <a:lnTo>
                  <a:pt x="3102826" y="905344"/>
                </a:lnTo>
                <a:lnTo>
                  <a:pt x="3101708" y="904875"/>
                </a:lnTo>
                <a:lnTo>
                  <a:pt x="3099079" y="904875"/>
                </a:lnTo>
                <a:lnTo>
                  <a:pt x="3097961" y="905344"/>
                </a:lnTo>
                <a:lnTo>
                  <a:pt x="3096095" y="907211"/>
                </a:lnTo>
                <a:lnTo>
                  <a:pt x="3095625" y="908329"/>
                </a:lnTo>
                <a:lnTo>
                  <a:pt x="3095625" y="910958"/>
                </a:lnTo>
                <a:lnTo>
                  <a:pt x="3096095" y="912075"/>
                </a:lnTo>
                <a:lnTo>
                  <a:pt x="3097961" y="913942"/>
                </a:lnTo>
                <a:lnTo>
                  <a:pt x="3099079" y="914400"/>
                </a:lnTo>
                <a:lnTo>
                  <a:pt x="3101708" y="914400"/>
                </a:lnTo>
                <a:lnTo>
                  <a:pt x="3102826" y="913942"/>
                </a:lnTo>
                <a:lnTo>
                  <a:pt x="3104692" y="912075"/>
                </a:lnTo>
                <a:lnTo>
                  <a:pt x="3105150" y="910958"/>
                </a:lnTo>
                <a:lnTo>
                  <a:pt x="3105150" y="908329"/>
                </a:lnTo>
                <a:close/>
              </a:path>
              <a:path w="4438650" h="1819275">
                <a:moveTo>
                  <a:pt x="3105150" y="3454"/>
                </a:moveTo>
                <a:lnTo>
                  <a:pt x="3104692" y="2336"/>
                </a:lnTo>
                <a:lnTo>
                  <a:pt x="3102826" y="469"/>
                </a:lnTo>
                <a:lnTo>
                  <a:pt x="3101708" y="0"/>
                </a:lnTo>
                <a:lnTo>
                  <a:pt x="3099079" y="0"/>
                </a:lnTo>
                <a:lnTo>
                  <a:pt x="3097961" y="469"/>
                </a:lnTo>
                <a:lnTo>
                  <a:pt x="3096095" y="2336"/>
                </a:lnTo>
                <a:lnTo>
                  <a:pt x="3095625" y="3454"/>
                </a:lnTo>
                <a:lnTo>
                  <a:pt x="3095625" y="6083"/>
                </a:lnTo>
                <a:lnTo>
                  <a:pt x="3096095" y="7200"/>
                </a:lnTo>
                <a:lnTo>
                  <a:pt x="3097961" y="9067"/>
                </a:lnTo>
                <a:lnTo>
                  <a:pt x="3099079" y="9525"/>
                </a:lnTo>
                <a:lnTo>
                  <a:pt x="3101708" y="9525"/>
                </a:lnTo>
                <a:lnTo>
                  <a:pt x="3102826" y="9067"/>
                </a:lnTo>
                <a:lnTo>
                  <a:pt x="3104692" y="7200"/>
                </a:lnTo>
                <a:lnTo>
                  <a:pt x="3105150" y="6083"/>
                </a:lnTo>
                <a:lnTo>
                  <a:pt x="3105150" y="3454"/>
                </a:lnTo>
                <a:close/>
              </a:path>
              <a:path w="4438650" h="1819275">
                <a:moveTo>
                  <a:pt x="3152775" y="1813204"/>
                </a:moveTo>
                <a:lnTo>
                  <a:pt x="3152317" y="1812086"/>
                </a:lnTo>
                <a:lnTo>
                  <a:pt x="3150451" y="1810219"/>
                </a:lnTo>
                <a:lnTo>
                  <a:pt x="3149333" y="1809750"/>
                </a:lnTo>
                <a:lnTo>
                  <a:pt x="3146704" y="1809750"/>
                </a:lnTo>
                <a:lnTo>
                  <a:pt x="3145586" y="1810219"/>
                </a:lnTo>
                <a:lnTo>
                  <a:pt x="3143720" y="1812086"/>
                </a:lnTo>
                <a:lnTo>
                  <a:pt x="3143250" y="1813204"/>
                </a:lnTo>
                <a:lnTo>
                  <a:pt x="3143250" y="1815833"/>
                </a:lnTo>
                <a:lnTo>
                  <a:pt x="3143720" y="1816950"/>
                </a:lnTo>
                <a:lnTo>
                  <a:pt x="3145586" y="1818817"/>
                </a:lnTo>
                <a:lnTo>
                  <a:pt x="3146704" y="1819275"/>
                </a:lnTo>
                <a:lnTo>
                  <a:pt x="3149333" y="1819275"/>
                </a:lnTo>
                <a:lnTo>
                  <a:pt x="3150451" y="1818817"/>
                </a:lnTo>
                <a:lnTo>
                  <a:pt x="3152317" y="1816950"/>
                </a:lnTo>
                <a:lnTo>
                  <a:pt x="3152775" y="1815833"/>
                </a:lnTo>
                <a:lnTo>
                  <a:pt x="3152775" y="1813204"/>
                </a:lnTo>
                <a:close/>
              </a:path>
              <a:path w="4438650" h="1819275">
                <a:moveTo>
                  <a:pt x="3152775" y="908329"/>
                </a:moveTo>
                <a:lnTo>
                  <a:pt x="3152317" y="907211"/>
                </a:lnTo>
                <a:lnTo>
                  <a:pt x="3150451" y="905344"/>
                </a:lnTo>
                <a:lnTo>
                  <a:pt x="3149333" y="904875"/>
                </a:lnTo>
                <a:lnTo>
                  <a:pt x="3146704" y="904875"/>
                </a:lnTo>
                <a:lnTo>
                  <a:pt x="3145586" y="905344"/>
                </a:lnTo>
                <a:lnTo>
                  <a:pt x="3143720" y="907211"/>
                </a:lnTo>
                <a:lnTo>
                  <a:pt x="3143250" y="908329"/>
                </a:lnTo>
                <a:lnTo>
                  <a:pt x="3143250" y="910958"/>
                </a:lnTo>
                <a:lnTo>
                  <a:pt x="3143720" y="912075"/>
                </a:lnTo>
                <a:lnTo>
                  <a:pt x="3145586" y="913942"/>
                </a:lnTo>
                <a:lnTo>
                  <a:pt x="3146704" y="914400"/>
                </a:lnTo>
                <a:lnTo>
                  <a:pt x="3149333" y="914400"/>
                </a:lnTo>
                <a:lnTo>
                  <a:pt x="3150451" y="913942"/>
                </a:lnTo>
                <a:lnTo>
                  <a:pt x="3152317" y="912075"/>
                </a:lnTo>
                <a:lnTo>
                  <a:pt x="3152775" y="910958"/>
                </a:lnTo>
                <a:lnTo>
                  <a:pt x="3152775" y="908329"/>
                </a:lnTo>
                <a:close/>
              </a:path>
              <a:path w="4438650" h="1819275">
                <a:moveTo>
                  <a:pt x="3152775" y="3454"/>
                </a:moveTo>
                <a:lnTo>
                  <a:pt x="3152317" y="2336"/>
                </a:lnTo>
                <a:lnTo>
                  <a:pt x="3150451" y="469"/>
                </a:lnTo>
                <a:lnTo>
                  <a:pt x="3149333" y="0"/>
                </a:lnTo>
                <a:lnTo>
                  <a:pt x="3146704" y="0"/>
                </a:lnTo>
                <a:lnTo>
                  <a:pt x="3145586" y="469"/>
                </a:lnTo>
                <a:lnTo>
                  <a:pt x="3143720" y="2336"/>
                </a:lnTo>
                <a:lnTo>
                  <a:pt x="3143250" y="3454"/>
                </a:lnTo>
                <a:lnTo>
                  <a:pt x="3143250" y="6083"/>
                </a:lnTo>
                <a:lnTo>
                  <a:pt x="3143720" y="7200"/>
                </a:lnTo>
                <a:lnTo>
                  <a:pt x="3145586" y="9067"/>
                </a:lnTo>
                <a:lnTo>
                  <a:pt x="3146704" y="9525"/>
                </a:lnTo>
                <a:lnTo>
                  <a:pt x="3149333" y="9525"/>
                </a:lnTo>
                <a:lnTo>
                  <a:pt x="3150451" y="9067"/>
                </a:lnTo>
                <a:lnTo>
                  <a:pt x="3152317" y="7200"/>
                </a:lnTo>
                <a:lnTo>
                  <a:pt x="3152775" y="6083"/>
                </a:lnTo>
                <a:lnTo>
                  <a:pt x="3152775" y="3454"/>
                </a:lnTo>
                <a:close/>
              </a:path>
              <a:path w="4438650" h="1819275">
                <a:moveTo>
                  <a:pt x="3200400" y="1813204"/>
                </a:moveTo>
                <a:lnTo>
                  <a:pt x="3199942" y="1812086"/>
                </a:lnTo>
                <a:lnTo>
                  <a:pt x="3198076" y="1810219"/>
                </a:lnTo>
                <a:lnTo>
                  <a:pt x="3196958" y="1809750"/>
                </a:lnTo>
                <a:lnTo>
                  <a:pt x="3194329" y="1809750"/>
                </a:lnTo>
                <a:lnTo>
                  <a:pt x="3193211" y="1810219"/>
                </a:lnTo>
                <a:lnTo>
                  <a:pt x="3191345" y="1812086"/>
                </a:lnTo>
                <a:lnTo>
                  <a:pt x="3190875" y="1813204"/>
                </a:lnTo>
                <a:lnTo>
                  <a:pt x="3190875" y="1815833"/>
                </a:lnTo>
                <a:lnTo>
                  <a:pt x="3191345" y="1816950"/>
                </a:lnTo>
                <a:lnTo>
                  <a:pt x="3193211" y="1818817"/>
                </a:lnTo>
                <a:lnTo>
                  <a:pt x="3194329" y="1819275"/>
                </a:lnTo>
                <a:lnTo>
                  <a:pt x="3196958" y="1819275"/>
                </a:lnTo>
                <a:lnTo>
                  <a:pt x="3198076" y="1818817"/>
                </a:lnTo>
                <a:lnTo>
                  <a:pt x="3199942" y="1816950"/>
                </a:lnTo>
                <a:lnTo>
                  <a:pt x="3200400" y="1815833"/>
                </a:lnTo>
                <a:lnTo>
                  <a:pt x="3200400" y="1813204"/>
                </a:lnTo>
                <a:close/>
              </a:path>
              <a:path w="4438650" h="1819275">
                <a:moveTo>
                  <a:pt x="3200400" y="908329"/>
                </a:moveTo>
                <a:lnTo>
                  <a:pt x="3199942" y="907211"/>
                </a:lnTo>
                <a:lnTo>
                  <a:pt x="3198076" y="905344"/>
                </a:lnTo>
                <a:lnTo>
                  <a:pt x="3196958" y="904875"/>
                </a:lnTo>
                <a:lnTo>
                  <a:pt x="3194329" y="904875"/>
                </a:lnTo>
                <a:lnTo>
                  <a:pt x="3193211" y="905344"/>
                </a:lnTo>
                <a:lnTo>
                  <a:pt x="3191345" y="907211"/>
                </a:lnTo>
                <a:lnTo>
                  <a:pt x="3190875" y="908329"/>
                </a:lnTo>
                <a:lnTo>
                  <a:pt x="3190875" y="910958"/>
                </a:lnTo>
                <a:lnTo>
                  <a:pt x="3191345" y="912075"/>
                </a:lnTo>
                <a:lnTo>
                  <a:pt x="3193211" y="913942"/>
                </a:lnTo>
                <a:lnTo>
                  <a:pt x="3194329" y="914400"/>
                </a:lnTo>
                <a:lnTo>
                  <a:pt x="3196958" y="914400"/>
                </a:lnTo>
                <a:lnTo>
                  <a:pt x="3198076" y="913942"/>
                </a:lnTo>
                <a:lnTo>
                  <a:pt x="3199942" y="912075"/>
                </a:lnTo>
                <a:lnTo>
                  <a:pt x="3200400" y="910958"/>
                </a:lnTo>
                <a:lnTo>
                  <a:pt x="3200400" y="908329"/>
                </a:lnTo>
                <a:close/>
              </a:path>
              <a:path w="4438650" h="1819275">
                <a:moveTo>
                  <a:pt x="3200400" y="3454"/>
                </a:moveTo>
                <a:lnTo>
                  <a:pt x="3199942" y="2336"/>
                </a:lnTo>
                <a:lnTo>
                  <a:pt x="3198076" y="469"/>
                </a:lnTo>
                <a:lnTo>
                  <a:pt x="3196958" y="0"/>
                </a:lnTo>
                <a:lnTo>
                  <a:pt x="3194329" y="0"/>
                </a:lnTo>
                <a:lnTo>
                  <a:pt x="3193211" y="469"/>
                </a:lnTo>
                <a:lnTo>
                  <a:pt x="3191345" y="2336"/>
                </a:lnTo>
                <a:lnTo>
                  <a:pt x="3190875" y="3454"/>
                </a:lnTo>
                <a:lnTo>
                  <a:pt x="3190875" y="6083"/>
                </a:lnTo>
                <a:lnTo>
                  <a:pt x="3191345" y="7200"/>
                </a:lnTo>
                <a:lnTo>
                  <a:pt x="3193211" y="9067"/>
                </a:lnTo>
                <a:lnTo>
                  <a:pt x="3194329" y="9525"/>
                </a:lnTo>
                <a:lnTo>
                  <a:pt x="3196958" y="9525"/>
                </a:lnTo>
                <a:lnTo>
                  <a:pt x="3198076" y="9067"/>
                </a:lnTo>
                <a:lnTo>
                  <a:pt x="3199942" y="7200"/>
                </a:lnTo>
                <a:lnTo>
                  <a:pt x="3200400" y="6083"/>
                </a:lnTo>
                <a:lnTo>
                  <a:pt x="3200400" y="3454"/>
                </a:lnTo>
                <a:close/>
              </a:path>
              <a:path w="4438650" h="1819275">
                <a:moveTo>
                  <a:pt x="3248025" y="1813204"/>
                </a:moveTo>
                <a:lnTo>
                  <a:pt x="3247567" y="1812086"/>
                </a:lnTo>
                <a:lnTo>
                  <a:pt x="3245701" y="1810219"/>
                </a:lnTo>
                <a:lnTo>
                  <a:pt x="3244583" y="1809750"/>
                </a:lnTo>
                <a:lnTo>
                  <a:pt x="3241954" y="1809750"/>
                </a:lnTo>
                <a:lnTo>
                  <a:pt x="3240836" y="1810219"/>
                </a:lnTo>
                <a:lnTo>
                  <a:pt x="3238970" y="1812086"/>
                </a:lnTo>
                <a:lnTo>
                  <a:pt x="3238500" y="1813204"/>
                </a:lnTo>
                <a:lnTo>
                  <a:pt x="3238500" y="1815833"/>
                </a:lnTo>
                <a:lnTo>
                  <a:pt x="3238970" y="1816950"/>
                </a:lnTo>
                <a:lnTo>
                  <a:pt x="3240836" y="1818817"/>
                </a:lnTo>
                <a:lnTo>
                  <a:pt x="3241954" y="1819275"/>
                </a:lnTo>
                <a:lnTo>
                  <a:pt x="3244583" y="1819275"/>
                </a:lnTo>
                <a:lnTo>
                  <a:pt x="3245701" y="1818817"/>
                </a:lnTo>
                <a:lnTo>
                  <a:pt x="3247567" y="1816950"/>
                </a:lnTo>
                <a:lnTo>
                  <a:pt x="3248025" y="1815833"/>
                </a:lnTo>
                <a:lnTo>
                  <a:pt x="3248025" y="1813204"/>
                </a:lnTo>
                <a:close/>
              </a:path>
              <a:path w="4438650" h="1819275">
                <a:moveTo>
                  <a:pt x="3248025" y="908329"/>
                </a:moveTo>
                <a:lnTo>
                  <a:pt x="3247567" y="907211"/>
                </a:lnTo>
                <a:lnTo>
                  <a:pt x="3245701" y="905344"/>
                </a:lnTo>
                <a:lnTo>
                  <a:pt x="3244583" y="904875"/>
                </a:lnTo>
                <a:lnTo>
                  <a:pt x="3241954" y="904875"/>
                </a:lnTo>
                <a:lnTo>
                  <a:pt x="3240836" y="905344"/>
                </a:lnTo>
                <a:lnTo>
                  <a:pt x="3238970" y="907211"/>
                </a:lnTo>
                <a:lnTo>
                  <a:pt x="3238500" y="908329"/>
                </a:lnTo>
                <a:lnTo>
                  <a:pt x="3238500" y="910958"/>
                </a:lnTo>
                <a:lnTo>
                  <a:pt x="3238970" y="912075"/>
                </a:lnTo>
                <a:lnTo>
                  <a:pt x="3240836" y="913942"/>
                </a:lnTo>
                <a:lnTo>
                  <a:pt x="3241954" y="914400"/>
                </a:lnTo>
                <a:lnTo>
                  <a:pt x="3244583" y="914400"/>
                </a:lnTo>
                <a:lnTo>
                  <a:pt x="3245701" y="913942"/>
                </a:lnTo>
                <a:lnTo>
                  <a:pt x="3247567" y="912075"/>
                </a:lnTo>
                <a:lnTo>
                  <a:pt x="3248025" y="910958"/>
                </a:lnTo>
                <a:lnTo>
                  <a:pt x="3248025" y="908329"/>
                </a:lnTo>
                <a:close/>
              </a:path>
              <a:path w="4438650" h="1819275">
                <a:moveTo>
                  <a:pt x="3248025" y="3454"/>
                </a:moveTo>
                <a:lnTo>
                  <a:pt x="3247567" y="2336"/>
                </a:lnTo>
                <a:lnTo>
                  <a:pt x="3245701" y="469"/>
                </a:lnTo>
                <a:lnTo>
                  <a:pt x="3244583" y="0"/>
                </a:lnTo>
                <a:lnTo>
                  <a:pt x="3241954" y="0"/>
                </a:lnTo>
                <a:lnTo>
                  <a:pt x="3240836" y="469"/>
                </a:lnTo>
                <a:lnTo>
                  <a:pt x="3238970" y="2336"/>
                </a:lnTo>
                <a:lnTo>
                  <a:pt x="3238500" y="3454"/>
                </a:lnTo>
                <a:lnTo>
                  <a:pt x="3238500" y="6083"/>
                </a:lnTo>
                <a:lnTo>
                  <a:pt x="3238970" y="7200"/>
                </a:lnTo>
                <a:lnTo>
                  <a:pt x="3240836" y="9067"/>
                </a:lnTo>
                <a:lnTo>
                  <a:pt x="3241954" y="9525"/>
                </a:lnTo>
                <a:lnTo>
                  <a:pt x="3244583" y="9525"/>
                </a:lnTo>
                <a:lnTo>
                  <a:pt x="3245701" y="9067"/>
                </a:lnTo>
                <a:lnTo>
                  <a:pt x="3247567" y="7200"/>
                </a:lnTo>
                <a:lnTo>
                  <a:pt x="3248025" y="6083"/>
                </a:lnTo>
                <a:lnTo>
                  <a:pt x="3248025" y="3454"/>
                </a:lnTo>
                <a:close/>
              </a:path>
              <a:path w="4438650" h="1819275">
                <a:moveTo>
                  <a:pt x="3295650" y="1813204"/>
                </a:moveTo>
                <a:lnTo>
                  <a:pt x="3295192" y="1812086"/>
                </a:lnTo>
                <a:lnTo>
                  <a:pt x="3293326" y="1810219"/>
                </a:lnTo>
                <a:lnTo>
                  <a:pt x="3292208" y="1809750"/>
                </a:lnTo>
                <a:lnTo>
                  <a:pt x="3289579" y="1809750"/>
                </a:lnTo>
                <a:lnTo>
                  <a:pt x="3288461" y="1810219"/>
                </a:lnTo>
                <a:lnTo>
                  <a:pt x="3286595" y="1812086"/>
                </a:lnTo>
                <a:lnTo>
                  <a:pt x="3286125" y="1813204"/>
                </a:lnTo>
                <a:lnTo>
                  <a:pt x="3286125" y="1815833"/>
                </a:lnTo>
                <a:lnTo>
                  <a:pt x="3286595" y="1816950"/>
                </a:lnTo>
                <a:lnTo>
                  <a:pt x="3288461" y="1818817"/>
                </a:lnTo>
                <a:lnTo>
                  <a:pt x="3289579" y="1819275"/>
                </a:lnTo>
                <a:lnTo>
                  <a:pt x="3292208" y="1819275"/>
                </a:lnTo>
                <a:lnTo>
                  <a:pt x="3293326" y="1818817"/>
                </a:lnTo>
                <a:lnTo>
                  <a:pt x="3295192" y="1816950"/>
                </a:lnTo>
                <a:lnTo>
                  <a:pt x="3295650" y="1815833"/>
                </a:lnTo>
                <a:lnTo>
                  <a:pt x="3295650" y="1813204"/>
                </a:lnTo>
                <a:close/>
              </a:path>
              <a:path w="4438650" h="1819275">
                <a:moveTo>
                  <a:pt x="3295650" y="908329"/>
                </a:moveTo>
                <a:lnTo>
                  <a:pt x="3295192" y="907211"/>
                </a:lnTo>
                <a:lnTo>
                  <a:pt x="3293326" y="905344"/>
                </a:lnTo>
                <a:lnTo>
                  <a:pt x="3292208" y="904875"/>
                </a:lnTo>
                <a:lnTo>
                  <a:pt x="3289579" y="904875"/>
                </a:lnTo>
                <a:lnTo>
                  <a:pt x="3288461" y="905344"/>
                </a:lnTo>
                <a:lnTo>
                  <a:pt x="3286595" y="907211"/>
                </a:lnTo>
                <a:lnTo>
                  <a:pt x="3286125" y="908329"/>
                </a:lnTo>
                <a:lnTo>
                  <a:pt x="3286125" y="910958"/>
                </a:lnTo>
                <a:lnTo>
                  <a:pt x="3286595" y="912075"/>
                </a:lnTo>
                <a:lnTo>
                  <a:pt x="3288461" y="913942"/>
                </a:lnTo>
                <a:lnTo>
                  <a:pt x="3289579" y="914400"/>
                </a:lnTo>
                <a:lnTo>
                  <a:pt x="3292208" y="914400"/>
                </a:lnTo>
                <a:lnTo>
                  <a:pt x="3293326" y="913942"/>
                </a:lnTo>
                <a:lnTo>
                  <a:pt x="3295192" y="912075"/>
                </a:lnTo>
                <a:lnTo>
                  <a:pt x="3295650" y="910958"/>
                </a:lnTo>
                <a:lnTo>
                  <a:pt x="3295650" y="908329"/>
                </a:lnTo>
                <a:close/>
              </a:path>
              <a:path w="4438650" h="1819275">
                <a:moveTo>
                  <a:pt x="3295650" y="3454"/>
                </a:moveTo>
                <a:lnTo>
                  <a:pt x="3295192" y="2336"/>
                </a:lnTo>
                <a:lnTo>
                  <a:pt x="3293326" y="469"/>
                </a:lnTo>
                <a:lnTo>
                  <a:pt x="3292208" y="0"/>
                </a:lnTo>
                <a:lnTo>
                  <a:pt x="3289579" y="0"/>
                </a:lnTo>
                <a:lnTo>
                  <a:pt x="3288461" y="469"/>
                </a:lnTo>
                <a:lnTo>
                  <a:pt x="3286595" y="2336"/>
                </a:lnTo>
                <a:lnTo>
                  <a:pt x="3286125" y="3454"/>
                </a:lnTo>
                <a:lnTo>
                  <a:pt x="3286125" y="6083"/>
                </a:lnTo>
                <a:lnTo>
                  <a:pt x="3286595" y="7200"/>
                </a:lnTo>
                <a:lnTo>
                  <a:pt x="3288461" y="9067"/>
                </a:lnTo>
                <a:lnTo>
                  <a:pt x="3289579" y="9525"/>
                </a:lnTo>
                <a:lnTo>
                  <a:pt x="3292208" y="9525"/>
                </a:lnTo>
                <a:lnTo>
                  <a:pt x="3293326" y="9067"/>
                </a:lnTo>
                <a:lnTo>
                  <a:pt x="3295192" y="7200"/>
                </a:lnTo>
                <a:lnTo>
                  <a:pt x="3295650" y="6083"/>
                </a:lnTo>
                <a:lnTo>
                  <a:pt x="3295650" y="3454"/>
                </a:lnTo>
                <a:close/>
              </a:path>
              <a:path w="4438650" h="1819275">
                <a:moveTo>
                  <a:pt x="3343275" y="1813204"/>
                </a:moveTo>
                <a:lnTo>
                  <a:pt x="3342817" y="1812086"/>
                </a:lnTo>
                <a:lnTo>
                  <a:pt x="3340951" y="1810219"/>
                </a:lnTo>
                <a:lnTo>
                  <a:pt x="3339833" y="1809750"/>
                </a:lnTo>
                <a:lnTo>
                  <a:pt x="3337204" y="1809750"/>
                </a:lnTo>
                <a:lnTo>
                  <a:pt x="3336086" y="1810219"/>
                </a:lnTo>
                <a:lnTo>
                  <a:pt x="3334220" y="1812086"/>
                </a:lnTo>
                <a:lnTo>
                  <a:pt x="3333750" y="1813204"/>
                </a:lnTo>
                <a:lnTo>
                  <a:pt x="3333750" y="1815833"/>
                </a:lnTo>
                <a:lnTo>
                  <a:pt x="3334220" y="1816950"/>
                </a:lnTo>
                <a:lnTo>
                  <a:pt x="3336086" y="1818817"/>
                </a:lnTo>
                <a:lnTo>
                  <a:pt x="3337204" y="1819275"/>
                </a:lnTo>
                <a:lnTo>
                  <a:pt x="3339833" y="1819275"/>
                </a:lnTo>
                <a:lnTo>
                  <a:pt x="3340951" y="1818817"/>
                </a:lnTo>
                <a:lnTo>
                  <a:pt x="3342817" y="1816950"/>
                </a:lnTo>
                <a:lnTo>
                  <a:pt x="3343275" y="1815833"/>
                </a:lnTo>
                <a:lnTo>
                  <a:pt x="3343275" y="1813204"/>
                </a:lnTo>
                <a:close/>
              </a:path>
              <a:path w="4438650" h="1819275">
                <a:moveTo>
                  <a:pt x="3343275" y="908329"/>
                </a:moveTo>
                <a:lnTo>
                  <a:pt x="3342817" y="907211"/>
                </a:lnTo>
                <a:lnTo>
                  <a:pt x="3340951" y="905344"/>
                </a:lnTo>
                <a:lnTo>
                  <a:pt x="3339833" y="904875"/>
                </a:lnTo>
                <a:lnTo>
                  <a:pt x="3337204" y="904875"/>
                </a:lnTo>
                <a:lnTo>
                  <a:pt x="3336086" y="905344"/>
                </a:lnTo>
                <a:lnTo>
                  <a:pt x="3334220" y="907211"/>
                </a:lnTo>
                <a:lnTo>
                  <a:pt x="3333750" y="908329"/>
                </a:lnTo>
                <a:lnTo>
                  <a:pt x="3333750" y="910958"/>
                </a:lnTo>
                <a:lnTo>
                  <a:pt x="3334220" y="912075"/>
                </a:lnTo>
                <a:lnTo>
                  <a:pt x="3336086" y="913942"/>
                </a:lnTo>
                <a:lnTo>
                  <a:pt x="3337204" y="914400"/>
                </a:lnTo>
                <a:lnTo>
                  <a:pt x="3339833" y="914400"/>
                </a:lnTo>
                <a:lnTo>
                  <a:pt x="3340951" y="913942"/>
                </a:lnTo>
                <a:lnTo>
                  <a:pt x="3342817" y="912075"/>
                </a:lnTo>
                <a:lnTo>
                  <a:pt x="3343275" y="910958"/>
                </a:lnTo>
                <a:lnTo>
                  <a:pt x="3343275" y="908329"/>
                </a:lnTo>
                <a:close/>
              </a:path>
              <a:path w="4438650" h="1819275">
                <a:moveTo>
                  <a:pt x="3343275" y="3454"/>
                </a:moveTo>
                <a:lnTo>
                  <a:pt x="3342817" y="2336"/>
                </a:lnTo>
                <a:lnTo>
                  <a:pt x="3340951" y="469"/>
                </a:lnTo>
                <a:lnTo>
                  <a:pt x="3339833" y="0"/>
                </a:lnTo>
                <a:lnTo>
                  <a:pt x="3337204" y="0"/>
                </a:lnTo>
                <a:lnTo>
                  <a:pt x="3336086" y="469"/>
                </a:lnTo>
                <a:lnTo>
                  <a:pt x="3334220" y="2336"/>
                </a:lnTo>
                <a:lnTo>
                  <a:pt x="3333750" y="3454"/>
                </a:lnTo>
                <a:lnTo>
                  <a:pt x="3333750" y="6083"/>
                </a:lnTo>
                <a:lnTo>
                  <a:pt x="3334220" y="7200"/>
                </a:lnTo>
                <a:lnTo>
                  <a:pt x="3336086" y="9067"/>
                </a:lnTo>
                <a:lnTo>
                  <a:pt x="3337204" y="9525"/>
                </a:lnTo>
                <a:lnTo>
                  <a:pt x="3339833" y="9525"/>
                </a:lnTo>
                <a:lnTo>
                  <a:pt x="3340951" y="9067"/>
                </a:lnTo>
                <a:lnTo>
                  <a:pt x="3342817" y="7200"/>
                </a:lnTo>
                <a:lnTo>
                  <a:pt x="3343275" y="6083"/>
                </a:lnTo>
                <a:lnTo>
                  <a:pt x="3343275" y="3454"/>
                </a:lnTo>
                <a:close/>
              </a:path>
              <a:path w="4438650" h="1819275">
                <a:moveTo>
                  <a:pt x="3390900" y="1813204"/>
                </a:moveTo>
                <a:lnTo>
                  <a:pt x="3390442" y="1812086"/>
                </a:lnTo>
                <a:lnTo>
                  <a:pt x="3388576" y="1810219"/>
                </a:lnTo>
                <a:lnTo>
                  <a:pt x="3387458" y="1809750"/>
                </a:lnTo>
                <a:lnTo>
                  <a:pt x="3384829" y="1809750"/>
                </a:lnTo>
                <a:lnTo>
                  <a:pt x="3383699" y="1810219"/>
                </a:lnTo>
                <a:lnTo>
                  <a:pt x="3381845" y="1812086"/>
                </a:lnTo>
                <a:lnTo>
                  <a:pt x="3381375" y="1813204"/>
                </a:lnTo>
                <a:lnTo>
                  <a:pt x="3381375" y="1815833"/>
                </a:lnTo>
                <a:lnTo>
                  <a:pt x="3381845" y="1816950"/>
                </a:lnTo>
                <a:lnTo>
                  <a:pt x="3383699" y="1818817"/>
                </a:lnTo>
                <a:lnTo>
                  <a:pt x="3384829" y="1819275"/>
                </a:lnTo>
                <a:lnTo>
                  <a:pt x="3387458" y="1819275"/>
                </a:lnTo>
                <a:lnTo>
                  <a:pt x="3388576" y="1818817"/>
                </a:lnTo>
                <a:lnTo>
                  <a:pt x="3390442" y="1816950"/>
                </a:lnTo>
                <a:lnTo>
                  <a:pt x="3390900" y="1815833"/>
                </a:lnTo>
                <a:lnTo>
                  <a:pt x="3390900" y="1813204"/>
                </a:lnTo>
                <a:close/>
              </a:path>
              <a:path w="4438650" h="1819275">
                <a:moveTo>
                  <a:pt x="3390900" y="908329"/>
                </a:moveTo>
                <a:lnTo>
                  <a:pt x="3390442" y="907211"/>
                </a:lnTo>
                <a:lnTo>
                  <a:pt x="3388576" y="905344"/>
                </a:lnTo>
                <a:lnTo>
                  <a:pt x="3387458" y="904875"/>
                </a:lnTo>
                <a:lnTo>
                  <a:pt x="3384829" y="904875"/>
                </a:lnTo>
                <a:lnTo>
                  <a:pt x="3383699" y="905344"/>
                </a:lnTo>
                <a:lnTo>
                  <a:pt x="3381845" y="907211"/>
                </a:lnTo>
                <a:lnTo>
                  <a:pt x="3381375" y="908329"/>
                </a:lnTo>
                <a:lnTo>
                  <a:pt x="3381375" y="910958"/>
                </a:lnTo>
                <a:lnTo>
                  <a:pt x="3381845" y="912075"/>
                </a:lnTo>
                <a:lnTo>
                  <a:pt x="3383699" y="913942"/>
                </a:lnTo>
                <a:lnTo>
                  <a:pt x="3384829" y="914400"/>
                </a:lnTo>
                <a:lnTo>
                  <a:pt x="3387458" y="914400"/>
                </a:lnTo>
                <a:lnTo>
                  <a:pt x="3388576" y="913942"/>
                </a:lnTo>
                <a:lnTo>
                  <a:pt x="3390442" y="912075"/>
                </a:lnTo>
                <a:lnTo>
                  <a:pt x="3390900" y="910958"/>
                </a:lnTo>
                <a:lnTo>
                  <a:pt x="3390900" y="908329"/>
                </a:lnTo>
                <a:close/>
              </a:path>
              <a:path w="4438650" h="1819275">
                <a:moveTo>
                  <a:pt x="3390900" y="3454"/>
                </a:moveTo>
                <a:lnTo>
                  <a:pt x="3390442" y="2336"/>
                </a:lnTo>
                <a:lnTo>
                  <a:pt x="3388576" y="469"/>
                </a:lnTo>
                <a:lnTo>
                  <a:pt x="3387458" y="0"/>
                </a:lnTo>
                <a:lnTo>
                  <a:pt x="3384829" y="0"/>
                </a:lnTo>
                <a:lnTo>
                  <a:pt x="3383699" y="469"/>
                </a:lnTo>
                <a:lnTo>
                  <a:pt x="3381845" y="2336"/>
                </a:lnTo>
                <a:lnTo>
                  <a:pt x="3381375" y="3454"/>
                </a:lnTo>
                <a:lnTo>
                  <a:pt x="3381375" y="6083"/>
                </a:lnTo>
                <a:lnTo>
                  <a:pt x="3381845" y="7200"/>
                </a:lnTo>
                <a:lnTo>
                  <a:pt x="3383699" y="9067"/>
                </a:lnTo>
                <a:lnTo>
                  <a:pt x="3384829" y="9525"/>
                </a:lnTo>
                <a:lnTo>
                  <a:pt x="3387458" y="9525"/>
                </a:lnTo>
                <a:lnTo>
                  <a:pt x="3388576" y="9067"/>
                </a:lnTo>
                <a:lnTo>
                  <a:pt x="3390442" y="7200"/>
                </a:lnTo>
                <a:lnTo>
                  <a:pt x="3390900" y="6083"/>
                </a:lnTo>
                <a:lnTo>
                  <a:pt x="3390900" y="3454"/>
                </a:lnTo>
                <a:close/>
              </a:path>
              <a:path w="4438650" h="1819275">
                <a:moveTo>
                  <a:pt x="3438525" y="1813204"/>
                </a:moveTo>
                <a:lnTo>
                  <a:pt x="3438067" y="1812086"/>
                </a:lnTo>
                <a:lnTo>
                  <a:pt x="3436201" y="1810219"/>
                </a:lnTo>
                <a:lnTo>
                  <a:pt x="3435083" y="1809750"/>
                </a:lnTo>
                <a:lnTo>
                  <a:pt x="3432454" y="1809750"/>
                </a:lnTo>
                <a:lnTo>
                  <a:pt x="3431336" y="1810219"/>
                </a:lnTo>
                <a:lnTo>
                  <a:pt x="3429470" y="1812086"/>
                </a:lnTo>
                <a:lnTo>
                  <a:pt x="3429000" y="1813204"/>
                </a:lnTo>
                <a:lnTo>
                  <a:pt x="3429000" y="1815833"/>
                </a:lnTo>
                <a:lnTo>
                  <a:pt x="3429470" y="1816950"/>
                </a:lnTo>
                <a:lnTo>
                  <a:pt x="3431336" y="1818817"/>
                </a:lnTo>
                <a:lnTo>
                  <a:pt x="3432454" y="1819275"/>
                </a:lnTo>
                <a:lnTo>
                  <a:pt x="3435083" y="1819275"/>
                </a:lnTo>
                <a:lnTo>
                  <a:pt x="3436201" y="1818817"/>
                </a:lnTo>
                <a:lnTo>
                  <a:pt x="3438067" y="1816950"/>
                </a:lnTo>
                <a:lnTo>
                  <a:pt x="3438525" y="1815833"/>
                </a:lnTo>
                <a:lnTo>
                  <a:pt x="3438525" y="1813204"/>
                </a:lnTo>
                <a:close/>
              </a:path>
              <a:path w="4438650" h="1819275">
                <a:moveTo>
                  <a:pt x="3438525" y="908329"/>
                </a:moveTo>
                <a:lnTo>
                  <a:pt x="3438067" y="907211"/>
                </a:lnTo>
                <a:lnTo>
                  <a:pt x="3436201" y="905344"/>
                </a:lnTo>
                <a:lnTo>
                  <a:pt x="3435083" y="904875"/>
                </a:lnTo>
                <a:lnTo>
                  <a:pt x="3432454" y="904875"/>
                </a:lnTo>
                <a:lnTo>
                  <a:pt x="3431336" y="905344"/>
                </a:lnTo>
                <a:lnTo>
                  <a:pt x="3429470" y="907211"/>
                </a:lnTo>
                <a:lnTo>
                  <a:pt x="3429000" y="908329"/>
                </a:lnTo>
                <a:lnTo>
                  <a:pt x="3429000" y="910958"/>
                </a:lnTo>
                <a:lnTo>
                  <a:pt x="3429470" y="912075"/>
                </a:lnTo>
                <a:lnTo>
                  <a:pt x="3431336" y="913942"/>
                </a:lnTo>
                <a:lnTo>
                  <a:pt x="3432454" y="914400"/>
                </a:lnTo>
                <a:lnTo>
                  <a:pt x="3435083" y="914400"/>
                </a:lnTo>
                <a:lnTo>
                  <a:pt x="3436201" y="913942"/>
                </a:lnTo>
                <a:lnTo>
                  <a:pt x="3438067" y="912075"/>
                </a:lnTo>
                <a:lnTo>
                  <a:pt x="3438525" y="910958"/>
                </a:lnTo>
                <a:lnTo>
                  <a:pt x="3438525" y="908329"/>
                </a:lnTo>
                <a:close/>
              </a:path>
              <a:path w="4438650" h="1819275">
                <a:moveTo>
                  <a:pt x="3438525" y="3454"/>
                </a:moveTo>
                <a:lnTo>
                  <a:pt x="3438067" y="2336"/>
                </a:lnTo>
                <a:lnTo>
                  <a:pt x="3436201" y="469"/>
                </a:lnTo>
                <a:lnTo>
                  <a:pt x="3435083" y="0"/>
                </a:lnTo>
                <a:lnTo>
                  <a:pt x="3432454" y="0"/>
                </a:lnTo>
                <a:lnTo>
                  <a:pt x="3431336" y="469"/>
                </a:lnTo>
                <a:lnTo>
                  <a:pt x="3429470" y="2336"/>
                </a:lnTo>
                <a:lnTo>
                  <a:pt x="3429000" y="3454"/>
                </a:lnTo>
                <a:lnTo>
                  <a:pt x="3429000" y="6083"/>
                </a:lnTo>
                <a:lnTo>
                  <a:pt x="3429470" y="7200"/>
                </a:lnTo>
                <a:lnTo>
                  <a:pt x="3431336" y="9067"/>
                </a:lnTo>
                <a:lnTo>
                  <a:pt x="3432454" y="9525"/>
                </a:lnTo>
                <a:lnTo>
                  <a:pt x="3435083" y="9525"/>
                </a:lnTo>
                <a:lnTo>
                  <a:pt x="3436201" y="9067"/>
                </a:lnTo>
                <a:lnTo>
                  <a:pt x="3438067" y="7200"/>
                </a:lnTo>
                <a:lnTo>
                  <a:pt x="3438525" y="6083"/>
                </a:lnTo>
                <a:lnTo>
                  <a:pt x="3438525" y="3454"/>
                </a:lnTo>
                <a:close/>
              </a:path>
              <a:path w="4438650" h="1819275">
                <a:moveTo>
                  <a:pt x="3486150" y="1813204"/>
                </a:moveTo>
                <a:lnTo>
                  <a:pt x="3485692" y="1812086"/>
                </a:lnTo>
                <a:lnTo>
                  <a:pt x="3483826" y="1810219"/>
                </a:lnTo>
                <a:lnTo>
                  <a:pt x="3482708" y="1809750"/>
                </a:lnTo>
                <a:lnTo>
                  <a:pt x="3480079" y="1809750"/>
                </a:lnTo>
                <a:lnTo>
                  <a:pt x="3478961" y="1810219"/>
                </a:lnTo>
                <a:lnTo>
                  <a:pt x="3477095" y="1812086"/>
                </a:lnTo>
                <a:lnTo>
                  <a:pt x="3476625" y="1813204"/>
                </a:lnTo>
                <a:lnTo>
                  <a:pt x="3476625" y="1815833"/>
                </a:lnTo>
                <a:lnTo>
                  <a:pt x="3477095" y="1816950"/>
                </a:lnTo>
                <a:lnTo>
                  <a:pt x="3478961" y="1818817"/>
                </a:lnTo>
                <a:lnTo>
                  <a:pt x="3480079" y="1819275"/>
                </a:lnTo>
                <a:lnTo>
                  <a:pt x="3482708" y="1819275"/>
                </a:lnTo>
                <a:lnTo>
                  <a:pt x="3483826" y="1818817"/>
                </a:lnTo>
                <a:lnTo>
                  <a:pt x="3485692" y="1816950"/>
                </a:lnTo>
                <a:lnTo>
                  <a:pt x="3486150" y="1815833"/>
                </a:lnTo>
                <a:lnTo>
                  <a:pt x="3486150" y="1813204"/>
                </a:lnTo>
                <a:close/>
              </a:path>
              <a:path w="4438650" h="1819275">
                <a:moveTo>
                  <a:pt x="3486150" y="908329"/>
                </a:moveTo>
                <a:lnTo>
                  <a:pt x="3485692" y="907211"/>
                </a:lnTo>
                <a:lnTo>
                  <a:pt x="3483826" y="905344"/>
                </a:lnTo>
                <a:lnTo>
                  <a:pt x="3482708" y="904875"/>
                </a:lnTo>
                <a:lnTo>
                  <a:pt x="3480079" y="904875"/>
                </a:lnTo>
                <a:lnTo>
                  <a:pt x="3478961" y="905344"/>
                </a:lnTo>
                <a:lnTo>
                  <a:pt x="3477095" y="907211"/>
                </a:lnTo>
                <a:lnTo>
                  <a:pt x="3476625" y="908329"/>
                </a:lnTo>
                <a:lnTo>
                  <a:pt x="3476625" y="910958"/>
                </a:lnTo>
                <a:lnTo>
                  <a:pt x="3477095" y="912075"/>
                </a:lnTo>
                <a:lnTo>
                  <a:pt x="3478961" y="913942"/>
                </a:lnTo>
                <a:lnTo>
                  <a:pt x="3480079" y="914400"/>
                </a:lnTo>
                <a:lnTo>
                  <a:pt x="3482708" y="914400"/>
                </a:lnTo>
                <a:lnTo>
                  <a:pt x="3483826" y="913942"/>
                </a:lnTo>
                <a:lnTo>
                  <a:pt x="3485692" y="912075"/>
                </a:lnTo>
                <a:lnTo>
                  <a:pt x="3486150" y="910958"/>
                </a:lnTo>
                <a:lnTo>
                  <a:pt x="3486150" y="908329"/>
                </a:lnTo>
                <a:close/>
              </a:path>
              <a:path w="4438650" h="1819275">
                <a:moveTo>
                  <a:pt x="3486150" y="3454"/>
                </a:moveTo>
                <a:lnTo>
                  <a:pt x="3485692" y="2336"/>
                </a:lnTo>
                <a:lnTo>
                  <a:pt x="3483826" y="469"/>
                </a:lnTo>
                <a:lnTo>
                  <a:pt x="3482708" y="0"/>
                </a:lnTo>
                <a:lnTo>
                  <a:pt x="3480079" y="0"/>
                </a:lnTo>
                <a:lnTo>
                  <a:pt x="3478961" y="469"/>
                </a:lnTo>
                <a:lnTo>
                  <a:pt x="3477095" y="2336"/>
                </a:lnTo>
                <a:lnTo>
                  <a:pt x="3476625" y="3454"/>
                </a:lnTo>
                <a:lnTo>
                  <a:pt x="3476625" y="6083"/>
                </a:lnTo>
                <a:lnTo>
                  <a:pt x="3477095" y="7200"/>
                </a:lnTo>
                <a:lnTo>
                  <a:pt x="3478961" y="9067"/>
                </a:lnTo>
                <a:lnTo>
                  <a:pt x="3480079" y="9525"/>
                </a:lnTo>
                <a:lnTo>
                  <a:pt x="3482708" y="9525"/>
                </a:lnTo>
                <a:lnTo>
                  <a:pt x="3483826" y="9067"/>
                </a:lnTo>
                <a:lnTo>
                  <a:pt x="3485692" y="7200"/>
                </a:lnTo>
                <a:lnTo>
                  <a:pt x="3486150" y="6083"/>
                </a:lnTo>
                <a:lnTo>
                  <a:pt x="3486150" y="3454"/>
                </a:lnTo>
                <a:close/>
              </a:path>
              <a:path w="4438650" h="1819275">
                <a:moveTo>
                  <a:pt x="3533775" y="1813204"/>
                </a:moveTo>
                <a:lnTo>
                  <a:pt x="3533317" y="1812086"/>
                </a:lnTo>
                <a:lnTo>
                  <a:pt x="3531451" y="1810219"/>
                </a:lnTo>
                <a:lnTo>
                  <a:pt x="3530333" y="1809750"/>
                </a:lnTo>
                <a:lnTo>
                  <a:pt x="3527704" y="1809750"/>
                </a:lnTo>
                <a:lnTo>
                  <a:pt x="3526586" y="1810219"/>
                </a:lnTo>
                <a:lnTo>
                  <a:pt x="3524720" y="1812086"/>
                </a:lnTo>
                <a:lnTo>
                  <a:pt x="3524250" y="1813204"/>
                </a:lnTo>
                <a:lnTo>
                  <a:pt x="3524250" y="1815833"/>
                </a:lnTo>
                <a:lnTo>
                  <a:pt x="3524720" y="1816950"/>
                </a:lnTo>
                <a:lnTo>
                  <a:pt x="3526586" y="1818817"/>
                </a:lnTo>
                <a:lnTo>
                  <a:pt x="3527704" y="1819275"/>
                </a:lnTo>
                <a:lnTo>
                  <a:pt x="3530333" y="1819275"/>
                </a:lnTo>
                <a:lnTo>
                  <a:pt x="3531451" y="1818817"/>
                </a:lnTo>
                <a:lnTo>
                  <a:pt x="3533317" y="1816950"/>
                </a:lnTo>
                <a:lnTo>
                  <a:pt x="3533775" y="1815833"/>
                </a:lnTo>
                <a:lnTo>
                  <a:pt x="3533775" y="1813204"/>
                </a:lnTo>
                <a:close/>
              </a:path>
              <a:path w="4438650" h="1819275">
                <a:moveTo>
                  <a:pt x="3533775" y="908329"/>
                </a:moveTo>
                <a:lnTo>
                  <a:pt x="3533317" y="907211"/>
                </a:lnTo>
                <a:lnTo>
                  <a:pt x="3531451" y="905344"/>
                </a:lnTo>
                <a:lnTo>
                  <a:pt x="3530333" y="904875"/>
                </a:lnTo>
                <a:lnTo>
                  <a:pt x="3527704" y="904875"/>
                </a:lnTo>
                <a:lnTo>
                  <a:pt x="3526586" y="905344"/>
                </a:lnTo>
                <a:lnTo>
                  <a:pt x="3524720" y="907211"/>
                </a:lnTo>
                <a:lnTo>
                  <a:pt x="3524250" y="908329"/>
                </a:lnTo>
                <a:lnTo>
                  <a:pt x="3524250" y="910958"/>
                </a:lnTo>
                <a:lnTo>
                  <a:pt x="3524720" y="912075"/>
                </a:lnTo>
                <a:lnTo>
                  <a:pt x="3526586" y="913942"/>
                </a:lnTo>
                <a:lnTo>
                  <a:pt x="3527704" y="914400"/>
                </a:lnTo>
                <a:lnTo>
                  <a:pt x="3530333" y="914400"/>
                </a:lnTo>
                <a:lnTo>
                  <a:pt x="3531451" y="913942"/>
                </a:lnTo>
                <a:lnTo>
                  <a:pt x="3533317" y="912075"/>
                </a:lnTo>
                <a:lnTo>
                  <a:pt x="3533775" y="910958"/>
                </a:lnTo>
                <a:lnTo>
                  <a:pt x="3533775" y="908329"/>
                </a:lnTo>
                <a:close/>
              </a:path>
              <a:path w="4438650" h="1819275">
                <a:moveTo>
                  <a:pt x="3533775" y="3454"/>
                </a:moveTo>
                <a:lnTo>
                  <a:pt x="3533317" y="2336"/>
                </a:lnTo>
                <a:lnTo>
                  <a:pt x="3531451" y="469"/>
                </a:lnTo>
                <a:lnTo>
                  <a:pt x="3530333" y="0"/>
                </a:lnTo>
                <a:lnTo>
                  <a:pt x="3527704" y="0"/>
                </a:lnTo>
                <a:lnTo>
                  <a:pt x="3526586" y="469"/>
                </a:lnTo>
                <a:lnTo>
                  <a:pt x="3524720" y="2336"/>
                </a:lnTo>
                <a:lnTo>
                  <a:pt x="3524250" y="3454"/>
                </a:lnTo>
                <a:lnTo>
                  <a:pt x="3524250" y="6083"/>
                </a:lnTo>
                <a:lnTo>
                  <a:pt x="3524720" y="7200"/>
                </a:lnTo>
                <a:lnTo>
                  <a:pt x="3526586" y="9067"/>
                </a:lnTo>
                <a:lnTo>
                  <a:pt x="3527704" y="9525"/>
                </a:lnTo>
                <a:lnTo>
                  <a:pt x="3530333" y="9525"/>
                </a:lnTo>
                <a:lnTo>
                  <a:pt x="3531451" y="9067"/>
                </a:lnTo>
                <a:lnTo>
                  <a:pt x="3533317" y="7200"/>
                </a:lnTo>
                <a:lnTo>
                  <a:pt x="3533775" y="6083"/>
                </a:lnTo>
                <a:lnTo>
                  <a:pt x="3533775" y="3454"/>
                </a:lnTo>
                <a:close/>
              </a:path>
              <a:path w="4438650" h="1819275">
                <a:moveTo>
                  <a:pt x="3581400" y="1813204"/>
                </a:moveTo>
                <a:lnTo>
                  <a:pt x="3580942" y="1812086"/>
                </a:lnTo>
                <a:lnTo>
                  <a:pt x="3579076" y="1810219"/>
                </a:lnTo>
                <a:lnTo>
                  <a:pt x="3577958" y="1809750"/>
                </a:lnTo>
                <a:lnTo>
                  <a:pt x="3575329" y="1809750"/>
                </a:lnTo>
                <a:lnTo>
                  <a:pt x="3574211" y="1810219"/>
                </a:lnTo>
                <a:lnTo>
                  <a:pt x="3572345" y="1812086"/>
                </a:lnTo>
                <a:lnTo>
                  <a:pt x="3571875" y="1813204"/>
                </a:lnTo>
                <a:lnTo>
                  <a:pt x="3571875" y="1815833"/>
                </a:lnTo>
                <a:lnTo>
                  <a:pt x="3572345" y="1816950"/>
                </a:lnTo>
                <a:lnTo>
                  <a:pt x="3574211" y="1818817"/>
                </a:lnTo>
                <a:lnTo>
                  <a:pt x="3575329" y="1819275"/>
                </a:lnTo>
                <a:lnTo>
                  <a:pt x="3577958" y="1819275"/>
                </a:lnTo>
                <a:lnTo>
                  <a:pt x="3579076" y="1818817"/>
                </a:lnTo>
                <a:lnTo>
                  <a:pt x="3580942" y="1816950"/>
                </a:lnTo>
                <a:lnTo>
                  <a:pt x="3581400" y="1815833"/>
                </a:lnTo>
                <a:lnTo>
                  <a:pt x="3581400" y="1813204"/>
                </a:lnTo>
                <a:close/>
              </a:path>
              <a:path w="4438650" h="1819275">
                <a:moveTo>
                  <a:pt x="3581400" y="908329"/>
                </a:moveTo>
                <a:lnTo>
                  <a:pt x="3580942" y="907211"/>
                </a:lnTo>
                <a:lnTo>
                  <a:pt x="3579076" y="905344"/>
                </a:lnTo>
                <a:lnTo>
                  <a:pt x="3577958" y="904875"/>
                </a:lnTo>
                <a:lnTo>
                  <a:pt x="3575329" y="904875"/>
                </a:lnTo>
                <a:lnTo>
                  <a:pt x="3574211" y="905344"/>
                </a:lnTo>
                <a:lnTo>
                  <a:pt x="3572345" y="907211"/>
                </a:lnTo>
                <a:lnTo>
                  <a:pt x="3571875" y="908329"/>
                </a:lnTo>
                <a:lnTo>
                  <a:pt x="3571875" y="910958"/>
                </a:lnTo>
                <a:lnTo>
                  <a:pt x="3572345" y="912075"/>
                </a:lnTo>
                <a:lnTo>
                  <a:pt x="3574211" y="913942"/>
                </a:lnTo>
                <a:lnTo>
                  <a:pt x="3575329" y="914400"/>
                </a:lnTo>
                <a:lnTo>
                  <a:pt x="3577958" y="914400"/>
                </a:lnTo>
                <a:lnTo>
                  <a:pt x="3579076" y="913942"/>
                </a:lnTo>
                <a:lnTo>
                  <a:pt x="3580942" y="912075"/>
                </a:lnTo>
                <a:lnTo>
                  <a:pt x="3581400" y="910958"/>
                </a:lnTo>
                <a:lnTo>
                  <a:pt x="3581400" y="908329"/>
                </a:lnTo>
                <a:close/>
              </a:path>
              <a:path w="4438650" h="1819275">
                <a:moveTo>
                  <a:pt x="3581400" y="3454"/>
                </a:moveTo>
                <a:lnTo>
                  <a:pt x="3580942" y="2336"/>
                </a:lnTo>
                <a:lnTo>
                  <a:pt x="3579076" y="469"/>
                </a:lnTo>
                <a:lnTo>
                  <a:pt x="3577958" y="0"/>
                </a:lnTo>
                <a:lnTo>
                  <a:pt x="3575329" y="0"/>
                </a:lnTo>
                <a:lnTo>
                  <a:pt x="3574211" y="469"/>
                </a:lnTo>
                <a:lnTo>
                  <a:pt x="3572345" y="2336"/>
                </a:lnTo>
                <a:lnTo>
                  <a:pt x="3571875" y="3454"/>
                </a:lnTo>
                <a:lnTo>
                  <a:pt x="3571875" y="6083"/>
                </a:lnTo>
                <a:lnTo>
                  <a:pt x="3572345" y="7200"/>
                </a:lnTo>
                <a:lnTo>
                  <a:pt x="3574211" y="9067"/>
                </a:lnTo>
                <a:lnTo>
                  <a:pt x="3575329" y="9525"/>
                </a:lnTo>
                <a:lnTo>
                  <a:pt x="3577958" y="9525"/>
                </a:lnTo>
                <a:lnTo>
                  <a:pt x="3579076" y="9067"/>
                </a:lnTo>
                <a:lnTo>
                  <a:pt x="3580942" y="7200"/>
                </a:lnTo>
                <a:lnTo>
                  <a:pt x="3581400" y="6083"/>
                </a:lnTo>
                <a:lnTo>
                  <a:pt x="3581400" y="3454"/>
                </a:lnTo>
                <a:close/>
              </a:path>
              <a:path w="4438650" h="1819275">
                <a:moveTo>
                  <a:pt x="3629025" y="1813204"/>
                </a:moveTo>
                <a:lnTo>
                  <a:pt x="3628567" y="1812086"/>
                </a:lnTo>
                <a:lnTo>
                  <a:pt x="3626701" y="1810219"/>
                </a:lnTo>
                <a:lnTo>
                  <a:pt x="3625583" y="1809750"/>
                </a:lnTo>
                <a:lnTo>
                  <a:pt x="3622954" y="1809750"/>
                </a:lnTo>
                <a:lnTo>
                  <a:pt x="3621836" y="1810219"/>
                </a:lnTo>
                <a:lnTo>
                  <a:pt x="3619970" y="1812086"/>
                </a:lnTo>
                <a:lnTo>
                  <a:pt x="3619500" y="1813204"/>
                </a:lnTo>
                <a:lnTo>
                  <a:pt x="3619500" y="1815833"/>
                </a:lnTo>
                <a:lnTo>
                  <a:pt x="3619970" y="1816950"/>
                </a:lnTo>
                <a:lnTo>
                  <a:pt x="3621836" y="1818817"/>
                </a:lnTo>
                <a:lnTo>
                  <a:pt x="3622954" y="1819275"/>
                </a:lnTo>
                <a:lnTo>
                  <a:pt x="3625583" y="1819275"/>
                </a:lnTo>
                <a:lnTo>
                  <a:pt x="3626701" y="1818817"/>
                </a:lnTo>
                <a:lnTo>
                  <a:pt x="3628567" y="1816950"/>
                </a:lnTo>
                <a:lnTo>
                  <a:pt x="3629025" y="1815833"/>
                </a:lnTo>
                <a:lnTo>
                  <a:pt x="3629025" y="1813204"/>
                </a:lnTo>
                <a:close/>
              </a:path>
              <a:path w="4438650" h="1819275">
                <a:moveTo>
                  <a:pt x="3629025" y="908329"/>
                </a:moveTo>
                <a:lnTo>
                  <a:pt x="3628567" y="907211"/>
                </a:lnTo>
                <a:lnTo>
                  <a:pt x="3626701" y="905344"/>
                </a:lnTo>
                <a:lnTo>
                  <a:pt x="3625583" y="904875"/>
                </a:lnTo>
                <a:lnTo>
                  <a:pt x="3622954" y="904875"/>
                </a:lnTo>
                <a:lnTo>
                  <a:pt x="3621836" y="905344"/>
                </a:lnTo>
                <a:lnTo>
                  <a:pt x="3619970" y="907211"/>
                </a:lnTo>
                <a:lnTo>
                  <a:pt x="3619500" y="908329"/>
                </a:lnTo>
                <a:lnTo>
                  <a:pt x="3619500" y="910958"/>
                </a:lnTo>
                <a:lnTo>
                  <a:pt x="3619970" y="912075"/>
                </a:lnTo>
                <a:lnTo>
                  <a:pt x="3621836" y="913942"/>
                </a:lnTo>
                <a:lnTo>
                  <a:pt x="3622954" y="914400"/>
                </a:lnTo>
                <a:lnTo>
                  <a:pt x="3625583" y="914400"/>
                </a:lnTo>
                <a:lnTo>
                  <a:pt x="3626701" y="913942"/>
                </a:lnTo>
                <a:lnTo>
                  <a:pt x="3628567" y="912075"/>
                </a:lnTo>
                <a:lnTo>
                  <a:pt x="3629025" y="910958"/>
                </a:lnTo>
                <a:lnTo>
                  <a:pt x="3629025" y="908329"/>
                </a:lnTo>
                <a:close/>
              </a:path>
              <a:path w="4438650" h="1819275">
                <a:moveTo>
                  <a:pt x="3629025" y="3454"/>
                </a:moveTo>
                <a:lnTo>
                  <a:pt x="3628567" y="2336"/>
                </a:lnTo>
                <a:lnTo>
                  <a:pt x="3626701" y="469"/>
                </a:lnTo>
                <a:lnTo>
                  <a:pt x="3625583" y="0"/>
                </a:lnTo>
                <a:lnTo>
                  <a:pt x="3622954" y="0"/>
                </a:lnTo>
                <a:lnTo>
                  <a:pt x="3621836" y="469"/>
                </a:lnTo>
                <a:lnTo>
                  <a:pt x="3619970" y="2336"/>
                </a:lnTo>
                <a:lnTo>
                  <a:pt x="3619500" y="3454"/>
                </a:lnTo>
                <a:lnTo>
                  <a:pt x="3619500" y="6083"/>
                </a:lnTo>
                <a:lnTo>
                  <a:pt x="3619970" y="7200"/>
                </a:lnTo>
                <a:lnTo>
                  <a:pt x="3621836" y="9067"/>
                </a:lnTo>
                <a:lnTo>
                  <a:pt x="3622954" y="9525"/>
                </a:lnTo>
                <a:lnTo>
                  <a:pt x="3625583" y="9525"/>
                </a:lnTo>
                <a:lnTo>
                  <a:pt x="3626701" y="9067"/>
                </a:lnTo>
                <a:lnTo>
                  <a:pt x="3628567" y="7200"/>
                </a:lnTo>
                <a:lnTo>
                  <a:pt x="3629025" y="6083"/>
                </a:lnTo>
                <a:lnTo>
                  <a:pt x="3629025" y="3454"/>
                </a:lnTo>
                <a:close/>
              </a:path>
              <a:path w="4438650" h="1819275">
                <a:moveTo>
                  <a:pt x="3676650" y="1813204"/>
                </a:moveTo>
                <a:lnTo>
                  <a:pt x="3676192" y="1812086"/>
                </a:lnTo>
                <a:lnTo>
                  <a:pt x="3674326" y="1810219"/>
                </a:lnTo>
                <a:lnTo>
                  <a:pt x="3673208" y="1809750"/>
                </a:lnTo>
                <a:lnTo>
                  <a:pt x="3670579" y="1809750"/>
                </a:lnTo>
                <a:lnTo>
                  <a:pt x="3669461" y="1810219"/>
                </a:lnTo>
                <a:lnTo>
                  <a:pt x="3667595" y="1812086"/>
                </a:lnTo>
                <a:lnTo>
                  <a:pt x="3667125" y="1813204"/>
                </a:lnTo>
                <a:lnTo>
                  <a:pt x="3667125" y="1815833"/>
                </a:lnTo>
                <a:lnTo>
                  <a:pt x="3667595" y="1816950"/>
                </a:lnTo>
                <a:lnTo>
                  <a:pt x="3669461" y="1818817"/>
                </a:lnTo>
                <a:lnTo>
                  <a:pt x="3670579" y="1819275"/>
                </a:lnTo>
                <a:lnTo>
                  <a:pt x="3673208" y="1819275"/>
                </a:lnTo>
                <a:lnTo>
                  <a:pt x="3674326" y="1818817"/>
                </a:lnTo>
                <a:lnTo>
                  <a:pt x="3676192" y="1816950"/>
                </a:lnTo>
                <a:lnTo>
                  <a:pt x="3676650" y="1815833"/>
                </a:lnTo>
                <a:lnTo>
                  <a:pt x="3676650" y="1813204"/>
                </a:lnTo>
                <a:close/>
              </a:path>
              <a:path w="4438650" h="1819275">
                <a:moveTo>
                  <a:pt x="3676650" y="908329"/>
                </a:moveTo>
                <a:lnTo>
                  <a:pt x="3676192" y="907211"/>
                </a:lnTo>
                <a:lnTo>
                  <a:pt x="3674326" y="905344"/>
                </a:lnTo>
                <a:lnTo>
                  <a:pt x="3673208" y="904875"/>
                </a:lnTo>
                <a:lnTo>
                  <a:pt x="3670579" y="904875"/>
                </a:lnTo>
                <a:lnTo>
                  <a:pt x="3669461" y="905344"/>
                </a:lnTo>
                <a:lnTo>
                  <a:pt x="3667595" y="907211"/>
                </a:lnTo>
                <a:lnTo>
                  <a:pt x="3667125" y="908329"/>
                </a:lnTo>
                <a:lnTo>
                  <a:pt x="3667125" y="910958"/>
                </a:lnTo>
                <a:lnTo>
                  <a:pt x="3667595" y="912075"/>
                </a:lnTo>
                <a:lnTo>
                  <a:pt x="3669461" y="913942"/>
                </a:lnTo>
                <a:lnTo>
                  <a:pt x="3670579" y="914400"/>
                </a:lnTo>
                <a:lnTo>
                  <a:pt x="3673208" y="914400"/>
                </a:lnTo>
                <a:lnTo>
                  <a:pt x="3674326" y="913942"/>
                </a:lnTo>
                <a:lnTo>
                  <a:pt x="3676192" y="912075"/>
                </a:lnTo>
                <a:lnTo>
                  <a:pt x="3676650" y="910958"/>
                </a:lnTo>
                <a:lnTo>
                  <a:pt x="3676650" y="908329"/>
                </a:lnTo>
                <a:close/>
              </a:path>
              <a:path w="4438650" h="1819275">
                <a:moveTo>
                  <a:pt x="3676650" y="3454"/>
                </a:moveTo>
                <a:lnTo>
                  <a:pt x="3676192" y="2336"/>
                </a:lnTo>
                <a:lnTo>
                  <a:pt x="3674326" y="469"/>
                </a:lnTo>
                <a:lnTo>
                  <a:pt x="3673208" y="0"/>
                </a:lnTo>
                <a:lnTo>
                  <a:pt x="3670579" y="0"/>
                </a:lnTo>
                <a:lnTo>
                  <a:pt x="3669461" y="469"/>
                </a:lnTo>
                <a:lnTo>
                  <a:pt x="3667595" y="2336"/>
                </a:lnTo>
                <a:lnTo>
                  <a:pt x="3667125" y="3454"/>
                </a:lnTo>
                <a:lnTo>
                  <a:pt x="3667125" y="6083"/>
                </a:lnTo>
                <a:lnTo>
                  <a:pt x="3667595" y="7200"/>
                </a:lnTo>
                <a:lnTo>
                  <a:pt x="3669461" y="9067"/>
                </a:lnTo>
                <a:lnTo>
                  <a:pt x="3670579" y="9525"/>
                </a:lnTo>
                <a:lnTo>
                  <a:pt x="3673208" y="9525"/>
                </a:lnTo>
                <a:lnTo>
                  <a:pt x="3674326" y="9067"/>
                </a:lnTo>
                <a:lnTo>
                  <a:pt x="3676192" y="7200"/>
                </a:lnTo>
                <a:lnTo>
                  <a:pt x="3676650" y="6083"/>
                </a:lnTo>
                <a:lnTo>
                  <a:pt x="3676650" y="3454"/>
                </a:lnTo>
                <a:close/>
              </a:path>
              <a:path w="4438650" h="1819275">
                <a:moveTo>
                  <a:pt x="3724275" y="1813204"/>
                </a:moveTo>
                <a:lnTo>
                  <a:pt x="3723817" y="1812086"/>
                </a:lnTo>
                <a:lnTo>
                  <a:pt x="3721951" y="1810219"/>
                </a:lnTo>
                <a:lnTo>
                  <a:pt x="3720833" y="1809750"/>
                </a:lnTo>
                <a:lnTo>
                  <a:pt x="3718204" y="1809750"/>
                </a:lnTo>
                <a:lnTo>
                  <a:pt x="3717086" y="1810219"/>
                </a:lnTo>
                <a:lnTo>
                  <a:pt x="3715220" y="1812086"/>
                </a:lnTo>
                <a:lnTo>
                  <a:pt x="3714750" y="1813204"/>
                </a:lnTo>
                <a:lnTo>
                  <a:pt x="3714750" y="1815833"/>
                </a:lnTo>
                <a:lnTo>
                  <a:pt x="3715220" y="1816950"/>
                </a:lnTo>
                <a:lnTo>
                  <a:pt x="3717086" y="1818817"/>
                </a:lnTo>
                <a:lnTo>
                  <a:pt x="3718204" y="1819275"/>
                </a:lnTo>
                <a:lnTo>
                  <a:pt x="3720833" y="1819275"/>
                </a:lnTo>
                <a:lnTo>
                  <a:pt x="3721951" y="1818817"/>
                </a:lnTo>
                <a:lnTo>
                  <a:pt x="3723817" y="1816950"/>
                </a:lnTo>
                <a:lnTo>
                  <a:pt x="3724275" y="1815833"/>
                </a:lnTo>
                <a:lnTo>
                  <a:pt x="3724275" y="1813204"/>
                </a:lnTo>
                <a:close/>
              </a:path>
              <a:path w="4438650" h="1819275">
                <a:moveTo>
                  <a:pt x="3724275" y="908329"/>
                </a:moveTo>
                <a:lnTo>
                  <a:pt x="3723817" y="907211"/>
                </a:lnTo>
                <a:lnTo>
                  <a:pt x="3721951" y="905344"/>
                </a:lnTo>
                <a:lnTo>
                  <a:pt x="3720833" y="904875"/>
                </a:lnTo>
                <a:lnTo>
                  <a:pt x="3718204" y="904875"/>
                </a:lnTo>
                <a:lnTo>
                  <a:pt x="3717086" y="905344"/>
                </a:lnTo>
                <a:lnTo>
                  <a:pt x="3715220" y="907211"/>
                </a:lnTo>
                <a:lnTo>
                  <a:pt x="3714750" y="908329"/>
                </a:lnTo>
                <a:lnTo>
                  <a:pt x="3714750" y="910958"/>
                </a:lnTo>
                <a:lnTo>
                  <a:pt x="3715220" y="912075"/>
                </a:lnTo>
                <a:lnTo>
                  <a:pt x="3717086" y="913942"/>
                </a:lnTo>
                <a:lnTo>
                  <a:pt x="3718204" y="914400"/>
                </a:lnTo>
                <a:lnTo>
                  <a:pt x="3720833" y="914400"/>
                </a:lnTo>
                <a:lnTo>
                  <a:pt x="3721951" y="913942"/>
                </a:lnTo>
                <a:lnTo>
                  <a:pt x="3723817" y="912075"/>
                </a:lnTo>
                <a:lnTo>
                  <a:pt x="3724275" y="910958"/>
                </a:lnTo>
                <a:lnTo>
                  <a:pt x="3724275" y="908329"/>
                </a:lnTo>
                <a:close/>
              </a:path>
              <a:path w="4438650" h="1819275">
                <a:moveTo>
                  <a:pt x="3724275" y="3454"/>
                </a:moveTo>
                <a:lnTo>
                  <a:pt x="3723817" y="2336"/>
                </a:lnTo>
                <a:lnTo>
                  <a:pt x="3721951" y="469"/>
                </a:lnTo>
                <a:lnTo>
                  <a:pt x="3720833" y="0"/>
                </a:lnTo>
                <a:lnTo>
                  <a:pt x="3718204" y="0"/>
                </a:lnTo>
                <a:lnTo>
                  <a:pt x="3717086" y="469"/>
                </a:lnTo>
                <a:lnTo>
                  <a:pt x="3715220" y="2336"/>
                </a:lnTo>
                <a:lnTo>
                  <a:pt x="3714750" y="3454"/>
                </a:lnTo>
                <a:lnTo>
                  <a:pt x="3714750" y="6083"/>
                </a:lnTo>
                <a:lnTo>
                  <a:pt x="3715220" y="7200"/>
                </a:lnTo>
                <a:lnTo>
                  <a:pt x="3717086" y="9067"/>
                </a:lnTo>
                <a:lnTo>
                  <a:pt x="3718204" y="9525"/>
                </a:lnTo>
                <a:lnTo>
                  <a:pt x="3720833" y="9525"/>
                </a:lnTo>
                <a:lnTo>
                  <a:pt x="3721951" y="9067"/>
                </a:lnTo>
                <a:lnTo>
                  <a:pt x="3723817" y="7200"/>
                </a:lnTo>
                <a:lnTo>
                  <a:pt x="3724275" y="6083"/>
                </a:lnTo>
                <a:lnTo>
                  <a:pt x="3724275" y="3454"/>
                </a:lnTo>
                <a:close/>
              </a:path>
              <a:path w="4438650" h="1819275">
                <a:moveTo>
                  <a:pt x="3771900" y="1813204"/>
                </a:moveTo>
                <a:lnTo>
                  <a:pt x="3771442" y="1812086"/>
                </a:lnTo>
                <a:lnTo>
                  <a:pt x="3769576" y="1810219"/>
                </a:lnTo>
                <a:lnTo>
                  <a:pt x="3768458" y="1809750"/>
                </a:lnTo>
                <a:lnTo>
                  <a:pt x="3765829" y="1809750"/>
                </a:lnTo>
                <a:lnTo>
                  <a:pt x="3764711" y="1810219"/>
                </a:lnTo>
                <a:lnTo>
                  <a:pt x="3762845" y="1812086"/>
                </a:lnTo>
                <a:lnTo>
                  <a:pt x="3762375" y="1813204"/>
                </a:lnTo>
                <a:lnTo>
                  <a:pt x="3762375" y="1815833"/>
                </a:lnTo>
                <a:lnTo>
                  <a:pt x="3762845" y="1816950"/>
                </a:lnTo>
                <a:lnTo>
                  <a:pt x="3764711" y="1818817"/>
                </a:lnTo>
                <a:lnTo>
                  <a:pt x="3765829" y="1819275"/>
                </a:lnTo>
                <a:lnTo>
                  <a:pt x="3768458" y="1819275"/>
                </a:lnTo>
                <a:lnTo>
                  <a:pt x="3769576" y="1818817"/>
                </a:lnTo>
                <a:lnTo>
                  <a:pt x="3771442" y="1816950"/>
                </a:lnTo>
                <a:lnTo>
                  <a:pt x="3771900" y="1815833"/>
                </a:lnTo>
                <a:lnTo>
                  <a:pt x="3771900" y="1813204"/>
                </a:lnTo>
                <a:close/>
              </a:path>
              <a:path w="4438650" h="1819275">
                <a:moveTo>
                  <a:pt x="3771900" y="908329"/>
                </a:moveTo>
                <a:lnTo>
                  <a:pt x="3771442" y="907211"/>
                </a:lnTo>
                <a:lnTo>
                  <a:pt x="3769576" y="905344"/>
                </a:lnTo>
                <a:lnTo>
                  <a:pt x="3768458" y="904875"/>
                </a:lnTo>
                <a:lnTo>
                  <a:pt x="3765829" y="904875"/>
                </a:lnTo>
                <a:lnTo>
                  <a:pt x="3764711" y="905344"/>
                </a:lnTo>
                <a:lnTo>
                  <a:pt x="3762845" y="907211"/>
                </a:lnTo>
                <a:lnTo>
                  <a:pt x="3762375" y="908329"/>
                </a:lnTo>
                <a:lnTo>
                  <a:pt x="3762375" y="910958"/>
                </a:lnTo>
                <a:lnTo>
                  <a:pt x="3762845" y="912075"/>
                </a:lnTo>
                <a:lnTo>
                  <a:pt x="3764711" y="913942"/>
                </a:lnTo>
                <a:lnTo>
                  <a:pt x="3765829" y="914400"/>
                </a:lnTo>
                <a:lnTo>
                  <a:pt x="3768458" y="914400"/>
                </a:lnTo>
                <a:lnTo>
                  <a:pt x="3769576" y="913942"/>
                </a:lnTo>
                <a:lnTo>
                  <a:pt x="3771442" y="912075"/>
                </a:lnTo>
                <a:lnTo>
                  <a:pt x="3771900" y="910958"/>
                </a:lnTo>
                <a:lnTo>
                  <a:pt x="3771900" y="908329"/>
                </a:lnTo>
                <a:close/>
              </a:path>
              <a:path w="4438650" h="1819275">
                <a:moveTo>
                  <a:pt x="3771900" y="3454"/>
                </a:moveTo>
                <a:lnTo>
                  <a:pt x="3771442" y="2336"/>
                </a:lnTo>
                <a:lnTo>
                  <a:pt x="3769576" y="469"/>
                </a:lnTo>
                <a:lnTo>
                  <a:pt x="3768458" y="0"/>
                </a:lnTo>
                <a:lnTo>
                  <a:pt x="3765829" y="0"/>
                </a:lnTo>
                <a:lnTo>
                  <a:pt x="3764711" y="469"/>
                </a:lnTo>
                <a:lnTo>
                  <a:pt x="3762845" y="2336"/>
                </a:lnTo>
                <a:lnTo>
                  <a:pt x="3762375" y="3454"/>
                </a:lnTo>
                <a:lnTo>
                  <a:pt x="3762375" y="6083"/>
                </a:lnTo>
                <a:lnTo>
                  <a:pt x="3762845" y="7200"/>
                </a:lnTo>
                <a:lnTo>
                  <a:pt x="3764711" y="9067"/>
                </a:lnTo>
                <a:lnTo>
                  <a:pt x="3765829" y="9525"/>
                </a:lnTo>
                <a:lnTo>
                  <a:pt x="3768458" y="9525"/>
                </a:lnTo>
                <a:lnTo>
                  <a:pt x="3769576" y="9067"/>
                </a:lnTo>
                <a:lnTo>
                  <a:pt x="3771442" y="7200"/>
                </a:lnTo>
                <a:lnTo>
                  <a:pt x="3771900" y="6083"/>
                </a:lnTo>
                <a:lnTo>
                  <a:pt x="3771900" y="3454"/>
                </a:lnTo>
                <a:close/>
              </a:path>
              <a:path w="4438650" h="1819275">
                <a:moveTo>
                  <a:pt x="3819525" y="1813204"/>
                </a:moveTo>
                <a:lnTo>
                  <a:pt x="3819067" y="1812086"/>
                </a:lnTo>
                <a:lnTo>
                  <a:pt x="3817201" y="1810219"/>
                </a:lnTo>
                <a:lnTo>
                  <a:pt x="3816083" y="1809750"/>
                </a:lnTo>
                <a:lnTo>
                  <a:pt x="3813454" y="1809750"/>
                </a:lnTo>
                <a:lnTo>
                  <a:pt x="3812336" y="1810219"/>
                </a:lnTo>
                <a:lnTo>
                  <a:pt x="3810470" y="1812086"/>
                </a:lnTo>
                <a:lnTo>
                  <a:pt x="3810000" y="1813204"/>
                </a:lnTo>
                <a:lnTo>
                  <a:pt x="3810000" y="1815833"/>
                </a:lnTo>
                <a:lnTo>
                  <a:pt x="3810470" y="1816950"/>
                </a:lnTo>
                <a:lnTo>
                  <a:pt x="3812336" y="1818817"/>
                </a:lnTo>
                <a:lnTo>
                  <a:pt x="3813454" y="1819275"/>
                </a:lnTo>
                <a:lnTo>
                  <a:pt x="3816083" y="1819275"/>
                </a:lnTo>
                <a:lnTo>
                  <a:pt x="3817201" y="1818817"/>
                </a:lnTo>
                <a:lnTo>
                  <a:pt x="3819067" y="1816950"/>
                </a:lnTo>
                <a:lnTo>
                  <a:pt x="3819525" y="1815833"/>
                </a:lnTo>
                <a:lnTo>
                  <a:pt x="3819525" y="1813204"/>
                </a:lnTo>
                <a:close/>
              </a:path>
              <a:path w="4438650" h="1819275">
                <a:moveTo>
                  <a:pt x="3819525" y="908329"/>
                </a:moveTo>
                <a:lnTo>
                  <a:pt x="3819067" y="907211"/>
                </a:lnTo>
                <a:lnTo>
                  <a:pt x="3817201" y="905344"/>
                </a:lnTo>
                <a:lnTo>
                  <a:pt x="3816083" y="904875"/>
                </a:lnTo>
                <a:lnTo>
                  <a:pt x="3813454" y="904875"/>
                </a:lnTo>
                <a:lnTo>
                  <a:pt x="3812336" y="905344"/>
                </a:lnTo>
                <a:lnTo>
                  <a:pt x="3810470" y="907211"/>
                </a:lnTo>
                <a:lnTo>
                  <a:pt x="3810000" y="908329"/>
                </a:lnTo>
                <a:lnTo>
                  <a:pt x="3810000" y="910958"/>
                </a:lnTo>
                <a:lnTo>
                  <a:pt x="3810470" y="912075"/>
                </a:lnTo>
                <a:lnTo>
                  <a:pt x="3812336" y="913942"/>
                </a:lnTo>
                <a:lnTo>
                  <a:pt x="3813454" y="914400"/>
                </a:lnTo>
                <a:lnTo>
                  <a:pt x="3816083" y="914400"/>
                </a:lnTo>
                <a:lnTo>
                  <a:pt x="3817201" y="913942"/>
                </a:lnTo>
                <a:lnTo>
                  <a:pt x="3819067" y="912075"/>
                </a:lnTo>
                <a:lnTo>
                  <a:pt x="3819525" y="910958"/>
                </a:lnTo>
                <a:lnTo>
                  <a:pt x="3819525" y="908329"/>
                </a:lnTo>
                <a:close/>
              </a:path>
              <a:path w="4438650" h="1819275">
                <a:moveTo>
                  <a:pt x="3819525" y="3454"/>
                </a:moveTo>
                <a:lnTo>
                  <a:pt x="3819067" y="2336"/>
                </a:lnTo>
                <a:lnTo>
                  <a:pt x="3817201" y="469"/>
                </a:lnTo>
                <a:lnTo>
                  <a:pt x="3816083" y="0"/>
                </a:lnTo>
                <a:lnTo>
                  <a:pt x="3813454" y="0"/>
                </a:lnTo>
                <a:lnTo>
                  <a:pt x="3812336" y="469"/>
                </a:lnTo>
                <a:lnTo>
                  <a:pt x="3810470" y="2336"/>
                </a:lnTo>
                <a:lnTo>
                  <a:pt x="3810000" y="3454"/>
                </a:lnTo>
                <a:lnTo>
                  <a:pt x="3810000" y="6083"/>
                </a:lnTo>
                <a:lnTo>
                  <a:pt x="3810470" y="7200"/>
                </a:lnTo>
                <a:lnTo>
                  <a:pt x="3812336" y="9067"/>
                </a:lnTo>
                <a:lnTo>
                  <a:pt x="3813454" y="9525"/>
                </a:lnTo>
                <a:lnTo>
                  <a:pt x="3816083" y="9525"/>
                </a:lnTo>
                <a:lnTo>
                  <a:pt x="3817201" y="9067"/>
                </a:lnTo>
                <a:lnTo>
                  <a:pt x="3819067" y="7200"/>
                </a:lnTo>
                <a:lnTo>
                  <a:pt x="3819525" y="6083"/>
                </a:lnTo>
                <a:lnTo>
                  <a:pt x="3819525" y="3454"/>
                </a:lnTo>
                <a:close/>
              </a:path>
              <a:path w="4438650" h="1819275">
                <a:moveTo>
                  <a:pt x="3867150" y="1813204"/>
                </a:moveTo>
                <a:lnTo>
                  <a:pt x="3866692" y="1812086"/>
                </a:lnTo>
                <a:lnTo>
                  <a:pt x="3864826" y="1810219"/>
                </a:lnTo>
                <a:lnTo>
                  <a:pt x="3863708" y="1809750"/>
                </a:lnTo>
                <a:lnTo>
                  <a:pt x="3861079" y="1809750"/>
                </a:lnTo>
                <a:lnTo>
                  <a:pt x="3859949" y="1810219"/>
                </a:lnTo>
                <a:lnTo>
                  <a:pt x="3858095" y="1812086"/>
                </a:lnTo>
                <a:lnTo>
                  <a:pt x="3857625" y="1813204"/>
                </a:lnTo>
                <a:lnTo>
                  <a:pt x="3857625" y="1815833"/>
                </a:lnTo>
                <a:lnTo>
                  <a:pt x="3858095" y="1816950"/>
                </a:lnTo>
                <a:lnTo>
                  <a:pt x="3859949" y="1818817"/>
                </a:lnTo>
                <a:lnTo>
                  <a:pt x="3861079" y="1819275"/>
                </a:lnTo>
                <a:lnTo>
                  <a:pt x="3863708" y="1819275"/>
                </a:lnTo>
                <a:lnTo>
                  <a:pt x="3864826" y="1818817"/>
                </a:lnTo>
                <a:lnTo>
                  <a:pt x="3866692" y="1816950"/>
                </a:lnTo>
                <a:lnTo>
                  <a:pt x="3867150" y="1815833"/>
                </a:lnTo>
                <a:lnTo>
                  <a:pt x="3867150" y="1813204"/>
                </a:lnTo>
                <a:close/>
              </a:path>
              <a:path w="4438650" h="1819275">
                <a:moveTo>
                  <a:pt x="3867150" y="908329"/>
                </a:moveTo>
                <a:lnTo>
                  <a:pt x="3866692" y="907211"/>
                </a:lnTo>
                <a:lnTo>
                  <a:pt x="3864826" y="905344"/>
                </a:lnTo>
                <a:lnTo>
                  <a:pt x="3863708" y="904875"/>
                </a:lnTo>
                <a:lnTo>
                  <a:pt x="3861079" y="904875"/>
                </a:lnTo>
                <a:lnTo>
                  <a:pt x="3859949" y="905344"/>
                </a:lnTo>
                <a:lnTo>
                  <a:pt x="3858095" y="907211"/>
                </a:lnTo>
                <a:lnTo>
                  <a:pt x="3857625" y="908329"/>
                </a:lnTo>
                <a:lnTo>
                  <a:pt x="3857625" y="910958"/>
                </a:lnTo>
                <a:lnTo>
                  <a:pt x="3858095" y="912075"/>
                </a:lnTo>
                <a:lnTo>
                  <a:pt x="3859949" y="913942"/>
                </a:lnTo>
                <a:lnTo>
                  <a:pt x="3861079" y="914400"/>
                </a:lnTo>
                <a:lnTo>
                  <a:pt x="3863708" y="914400"/>
                </a:lnTo>
                <a:lnTo>
                  <a:pt x="3864826" y="913942"/>
                </a:lnTo>
                <a:lnTo>
                  <a:pt x="3866692" y="912075"/>
                </a:lnTo>
                <a:lnTo>
                  <a:pt x="3867150" y="910958"/>
                </a:lnTo>
                <a:lnTo>
                  <a:pt x="3867150" y="908329"/>
                </a:lnTo>
                <a:close/>
              </a:path>
              <a:path w="4438650" h="1819275">
                <a:moveTo>
                  <a:pt x="3867150" y="3454"/>
                </a:moveTo>
                <a:lnTo>
                  <a:pt x="3866692" y="2336"/>
                </a:lnTo>
                <a:lnTo>
                  <a:pt x="3864826" y="469"/>
                </a:lnTo>
                <a:lnTo>
                  <a:pt x="3863708" y="0"/>
                </a:lnTo>
                <a:lnTo>
                  <a:pt x="3861079" y="0"/>
                </a:lnTo>
                <a:lnTo>
                  <a:pt x="3859949" y="469"/>
                </a:lnTo>
                <a:lnTo>
                  <a:pt x="3858095" y="2336"/>
                </a:lnTo>
                <a:lnTo>
                  <a:pt x="3857625" y="3454"/>
                </a:lnTo>
                <a:lnTo>
                  <a:pt x="3857625" y="6083"/>
                </a:lnTo>
                <a:lnTo>
                  <a:pt x="3858095" y="7200"/>
                </a:lnTo>
                <a:lnTo>
                  <a:pt x="3859949" y="9067"/>
                </a:lnTo>
                <a:lnTo>
                  <a:pt x="3861079" y="9525"/>
                </a:lnTo>
                <a:lnTo>
                  <a:pt x="3863708" y="9525"/>
                </a:lnTo>
                <a:lnTo>
                  <a:pt x="3864826" y="9067"/>
                </a:lnTo>
                <a:lnTo>
                  <a:pt x="3866692" y="7200"/>
                </a:lnTo>
                <a:lnTo>
                  <a:pt x="3867150" y="6083"/>
                </a:lnTo>
                <a:lnTo>
                  <a:pt x="3867150" y="3454"/>
                </a:lnTo>
                <a:close/>
              </a:path>
              <a:path w="4438650" h="1819275">
                <a:moveTo>
                  <a:pt x="3914775" y="1813204"/>
                </a:moveTo>
                <a:lnTo>
                  <a:pt x="3914317" y="1812086"/>
                </a:lnTo>
                <a:lnTo>
                  <a:pt x="3912451" y="1810219"/>
                </a:lnTo>
                <a:lnTo>
                  <a:pt x="3911333" y="1809750"/>
                </a:lnTo>
                <a:lnTo>
                  <a:pt x="3908704" y="1809750"/>
                </a:lnTo>
                <a:lnTo>
                  <a:pt x="3907574" y="1810219"/>
                </a:lnTo>
                <a:lnTo>
                  <a:pt x="3905720" y="1812086"/>
                </a:lnTo>
                <a:lnTo>
                  <a:pt x="3905250" y="1813204"/>
                </a:lnTo>
                <a:lnTo>
                  <a:pt x="3905250" y="1815833"/>
                </a:lnTo>
                <a:lnTo>
                  <a:pt x="3905720" y="1816950"/>
                </a:lnTo>
                <a:lnTo>
                  <a:pt x="3907574" y="1818817"/>
                </a:lnTo>
                <a:lnTo>
                  <a:pt x="3908704" y="1819275"/>
                </a:lnTo>
                <a:lnTo>
                  <a:pt x="3911333" y="1819275"/>
                </a:lnTo>
                <a:lnTo>
                  <a:pt x="3912451" y="1818817"/>
                </a:lnTo>
                <a:lnTo>
                  <a:pt x="3914317" y="1816950"/>
                </a:lnTo>
                <a:lnTo>
                  <a:pt x="3914775" y="1815833"/>
                </a:lnTo>
                <a:lnTo>
                  <a:pt x="3914775" y="1813204"/>
                </a:lnTo>
                <a:close/>
              </a:path>
              <a:path w="4438650" h="1819275">
                <a:moveTo>
                  <a:pt x="3914775" y="908329"/>
                </a:moveTo>
                <a:lnTo>
                  <a:pt x="3914317" y="907211"/>
                </a:lnTo>
                <a:lnTo>
                  <a:pt x="3912451" y="905344"/>
                </a:lnTo>
                <a:lnTo>
                  <a:pt x="3911333" y="904875"/>
                </a:lnTo>
                <a:lnTo>
                  <a:pt x="3908704" y="904875"/>
                </a:lnTo>
                <a:lnTo>
                  <a:pt x="3907574" y="905344"/>
                </a:lnTo>
                <a:lnTo>
                  <a:pt x="3905720" y="907211"/>
                </a:lnTo>
                <a:lnTo>
                  <a:pt x="3905250" y="908329"/>
                </a:lnTo>
                <a:lnTo>
                  <a:pt x="3905250" y="910958"/>
                </a:lnTo>
                <a:lnTo>
                  <a:pt x="3905720" y="912075"/>
                </a:lnTo>
                <a:lnTo>
                  <a:pt x="3907574" y="913942"/>
                </a:lnTo>
                <a:lnTo>
                  <a:pt x="3908704" y="914400"/>
                </a:lnTo>
                <a:lnTo>
                  <a:pt x="3911333" y="914400"/>
                </a:lnTo>
                <a:lnTo>
                  <a:pt x="3912451" y="913942"/>
                </a:lnTo>
                <a:lnTo>
                  <a:pt x="3914317" y="912075"/>
                </a:lnTo>
                <a:lnTo>
                  <a:pt x="3914775" y="910958"/>
                </a:lnTo>
                <a:lnTo>
                  <a:pt x="3914775" y="908329"/>
                </a:lnTo>
                <a:close/>
              </a:path>
              <a:path w="4438650" h="1819275">
                <a:moveTo>
                  <a:pt x="3914775" y="3454"/>
                </a:moveTo>
                <a:lnTo>
                  <a:pt x="3914317" y="2336"/>
                </a:lnTo>
                <a:lnTo>
                  <a:pt x="3912451" y="469"/>
                </a:lnTo>
                <a:lnTo>
                  <a:pt x="3911333" y="0"/>
                </a:lnTo>
                <a:lnTo>
                  <a:pt x="3908704" y="0"/>
                </a:lnTo>
                <a:lnTo>
                  <a:pt x="3907574" y="469"/>
                </a:lnTo>
                <a:lnTo>
                  <a:pt x="3905720" y="2336"/>
                </a:lnTo>
                <a:lnTo>
                  <a:pt x="3905250" y="3454"/>
                </a:lnTo>
                <a:lnTo>
                  <a:pt x="3905250" y="6083"/>
                </a:lnTo>
                <a:lnTo>
                  <a:pt x="3905720" y="7200"/>
                </a:lnTo>
                <a:lnTo>
                  <a:pt x="3907574" y="9067"/>
                </a:lnTo>
                <a:lnTo>
                  <a:pt x="3908704" y="9525"/>
                </a:lnTo>
                <a:lnTo>
                  <a:pt x="3911333" y="9525"/>
                </a:lnTo>
                <a:lnTo>
                  <a:pt x="3912451" y="9067"/>
                </a:lnTo>
                <a:lnTo>
                  <a:pt x="3914317" y="7200"/>
                </a:lnTo>
                <a:lnTo>
                  <a:pt x="3914775" y="6083"/>
                </a:lnTo>
                <a:lnTo>
                  <a:pt x="3914775" y="3454"/>
                </a:lnTo>
                <a:close/>
              </a:path>
              <a:path w="4438650" h="1819275">
                <a:moveTo>
                  <a:pt x="3962400" y="1813204"/>
                </a:moveTo>
                <a:lnTo>
                  <a:pt x="3961942" y="1812086"/>
                </a:lnTo>
                <a:lnTo>
                  <a:pt x="3960076" y="1810219"/>
                </a:lnTo>
                <a:lnTo>
                  <a:pt x="3958958" y="1809750"/>
                </a:lnTo>
                <a:lnTo>
                  <a:pt x="3956329" y="1809750"/>
                </a:lnTo>
                <a:lnTo>
                  <a:pt x="3955211" y="1810219"/>
                </a:lnTo>
                <a:lnTo>
                  <a:pt x="3953345" y="1812086"/>
                </a:lnTo>
                <a:lnTo>
                  <a:pt x="3952875" y="1813204"/>
                </a:lnTo>
                <a:lnTo>
                  <a:pt x="3952875" y="1815833"/>
                </a:lnTo>
                <a:lnTo>
                  <a:pt x="3953345" y="1816950"/>
                </a:lnTo>
                <a:lnTo>
                  <a:pt x="3955211" y="1818817"/>
                </a:lnTo>
                <a:lnTo>
                  <a:pt x="3956329" y="1819275"/>
                </a:lnTo>
                <a:lnTo>
                  <a:pt x="3958958" y="1819275"/>
                </a:lnTo>
                <a:lnTo>
                  <a:pt x="3960076" y="1818817"/>
                </a:lnTo>
                <a:lnTo>
                  <a:pt x="3961942" y="1816950"/>
                </a:lnTo>
                <a:lnTo>
                  <a:pt x="3962400" y="1815833"/>
                </a:lnTo>
                <a:lnTo>
                  <a:pt x="3962400" y="1813204"/>
                </a:lnTo>
                <a:close/>
              </a:path>
              <a:path w="4438650" h="1819275">
                <a:moveTo>
                  <a:pt x="3962400" y="908329"/>
                </a:moveTo>
                <a:lnTo>
                  <a:pt x="3961942" y="907211"/>
                </a:lnTo>
                <a:lnTo>
                  <a:pt x="3960076" y="905344"/>
                </a:lnTo>
                <a:lnTo>
                  <a:pt x="3958958" y="904875"/>
                </a:lnTo>
                <a:lnTo>
                  <a:pt x="3956329" y="904875"/>
                </a:lnTo>
                <a:lnTo>
                  <a:pt x="3955211" y="905344"/>
                </a:lnTo>
                <a:lnTo>
                  <a:pt x="3953345" y="907211"/>
                </a:lnTo>
                <a:lnTo>
                  <a:pt x="3952875" y="908329"/>
                </a:lnTo>
                <a:lnTo>
                  <a:pt x="3952875" y="910958"/>
                </a:lnTo>
                <a:lnTo>
                  <a:pt x="3953345" y="912075"/>
                </a:lnTo>
                <a:lnTo>
                  <a:pt x="3955211" y="913942"/>
                </a:lnTo>
                <a:lnTo>
                  <a:pt x="3956329" y="914400"/>
                </a:lnTo>
                <a:lnTo>
                  <a:pt x="3958958" y="914400"/>
                </a:lnTo>
                <a:lnTo>
                  <a:pt x="3960076" y="913942"/>
                </a:lnTo>
                <a:lnTo>
                  <a:pt x="3961942" y="912075"/>
                </a:lnTo>
                <a:lnTo>
                  <a:pt x="3962400" y="910958"/>
                </a:lnTo>
                <a:lnTo>
                  <a:pt x="3962400" y="908329"/>
                </a:lnTo>
                <a:close/>
              </a:path>
              <a:path w="4438650" h="1819275">
                <a:moveTo>
                  <a:pt x="3962400" y="3454"/>
                </a:moveTo>
                <a:lnTo>
                  <a:pt x="3961942" y="2336"/>
                </a:lnTo>
                <a:lnTo>
                  <a:pt x="3960076" y="469"/>
                </a:lnTo>
                <a:lnTo>
                  <a:pt x="3958958" y="0"/>
                </a:lnTo>
                <a:lnTo>
                  <a:pt x="3956329" y="0"/>
                </a:lnTo>
                <a:lnTo>
                  <a:pt x="3955211" y="469"/>
                </a:lnTo>
                <a:lnTo>
                  <a:pt x="3953345" y="2336"/>
                </a:lnTo>
                <a:lnTo>
                  <a:pt x="3952875" y="3454"/>
                </a:lnTo>
                <a:lnTo>
                  <a:pt x="3952875" y="6083"/>
                </a:lnTo>
                <a:lnTo>
                  <a:pt x="3953345" y="7200"/>
                </a:lnTo>
                <a:lnTo>
                  <a:pt x="3955211" y="9067"/>
                </a:lnTo>
                <a:lnTo>
                  <a:pt x="3956329" y="9525"/>
                </a:lnTo>
                <a:lnTo>
                  <a:pt x="3958958" y="9525"/>
                </a:lnTo>
                <a:lnTo>
                  <a:pt x="3960076" y="9067"/>
                </a:lnTo>
                <a:lnTo>
                  <a:pt x="3961942" y="7200"/>
                </a:lnTo>
                <a:lnTo>
                  <a:pt x="3962400" y="6083"/>
                </a:lnTo>
                <a:lnTo>
                  <a:pt x="3962400" y="3454"/>
                </a:lnTo>
                <a:close/>
              </a:path>
              <a:path w="4438650" h="1819275">
                <a:moveTo>
                  <a:pt x="4010025" y="1813204"/>
                </a:moveTo>
                <a:lnTo>
                  <a:pt x="4009567" y="1812086"/>
                </a:lnTo>
                <a:lnTo>
                  <a:pt x="4007701" y="1810219"/>
                </a:lnTo>
                <a:lnTo>
                  <a:pt x="4006583" y="1809750"/>
                </a:lnTo>
                <a:lnTo>
                  <a:pt x="4003954" y="1809750"/>
                </a:lnTo>
                <a:lnTo>
                  <a:pt x="4002836" y="1810219"/>
                </a:lnTo>
                <a:lnTo>
                  <a:pt x="4000970" y="1812086"/>
                </a:lnTo>
                <a:lnTo>
                  <a:pt x="4000500" y="1813204"/>
                </a:lnTo>
                <a:lnTo>
                  <a:pt x="4000500" y="1815833"/>
                </a:lnTo>
                <a:lnTo>
                  <a:pt x="4000970" y="1816950"/>
                </a:lnTo>
                <a:lnTo>
                  <a:pt x="4002836" y="1818817"/>
                </a:lnTo>
                <a:lnTo>
                  <a:pt x="4003954" y="1819275"/>
                </a:lnTo>
                <a:lnTo>
                  <a:pt x="4006583" y="1819275"/>
                </a:lnTo>
                <a:lnTo>
                  <a:pt x="4007701" y="1818817"/>
                </a:lnTo>
                <a:lnTo>
                  <a:pt x="4009567" y="1816950"/>
                </a:lnTo>
                <a:lnTo>
                  <a:pt x="4010025" y="1815833"/>
                </a:lnTo>
                <a:lnTo>
                  <a:pt x="4010025" y="1813204"/>
                </a:lnTo>
                <a:close/>
              </a:path>
              <a:path w="4438650" h="1819275">
                <a:moveTo>
                  <a:pt x="4010025" y="908329"/>
                </a:moveTo>
                <a:lnTo>
                  <a:pt x="4009567" y="907211"/>
                </a:lnTo>
                <a:lnTo>
                  <a:pt x="4007701" y="905344"/>
                </a:lnTo>
                <a:lnTo>
                  <a:pt x="4006583" y="904875"/>
                </a:lnTo>
                <a:lnTo>
                  <a:pt x="4003954" y="904875"/>
                </a:lnTo>
                <a:lnTo>
                  <a:pt x="4002836" y="905344"/>
                </a:lnTo>
                <a:lnTo>
                  <a:pt x="4000970" y="907211"/>
                </a:lnTo>
                <a:lnTo>
                  <a:pt x="4000500" y="908329"/>
                </a:lnTo>
                <a:lnTo>
                  <a:pt x="4000500" y="910958"/>
                </a:lnTo>
                <a:lnTo>
                  <a:pt x="4000970" y="912075"/>
                </a:lnTo>
                <a:lnTo>
                  <a:pt x="4002836" y="913942"/>
                </a:lnTo>
                <a:lnTo>
                  <a:pt x="4003954" y="914400"/>
                </a:lnTo>
                <a:lnTo>
                  <a:pt x="4006583" y="914400"/>
                </a:lnTo>
                <a:lnTo>
                  <a:pt x="4007701" y="913942"/>
                </a:lnTo>
                <a:lnTo>
                  <a:pt x="4009567" y="912075"/>
                </a:lnTo>
                <a:lnTo>
                  <a:pt x="4010025" y="910958"/>
                </a:lnTo>
                <a:lnTo>
                  <a:pt x="4010025" y="908329"/>
                </a:lnTo>
                <a:close/>
              </a:path>
              <a:path w="4438650" h="1819275">
                <a:moveTo>
                  <a:pt x="4010025" y="3454"/>
                </a:moveTo>
                <a:lnTo>
                  <a:pt x="4009567" y="2336"/>
                </a:lnTo>
                <a:lnTo>
                  <a:pt x="4007701" y="469"/>
                </a:lnTo>
                <a:lnTo>
                  <a:pt x="4006583" y="0"/>
                </a:lnTo>
                <a:lnTo>
                  <a:pt x="4003954" y="0"/>
                </a:lnTo>
                <a:lnTo>
                  <a:pt x="4002836" y="469"/>
                </a:lnTo>
                <a:lnTo>
                  <a:pt x="4000970" y="2336"/>
                </a:lnTo>
                <a:lnTo>
                  <a:pt x="4000500" y="3454"/>
                </a:lnTo>
                <a:lnTo>
                  <a:pt x="4000500" y="6083"/>
                </a:lnTo>
                <a:lnTo>
                  <a:pt x="4000970" y="7200"/>
                </a:lnTo>
                <a:lnTo>
                  <a:pt x="4002836" y="9067"/>
                </a:lnTo>
                <a:lnTo>
                  <a:pt x="4003954" y="9525"/>
                </a:lnTo>
                <a:lnTo>
                  <a:pt x="4006583" y="9525"/>
                </a:lnTo>
                <a:lnTo>
                  <a:pt x="4007701" y="9067"/>
                </a:lnTo>
                <a:lnTo>
                  <a:pt x="4009567" y="7200"/>
                </a:lnTo>
                <a:lnTo>
                  <a:pt x="4010025" y="6083"/>
                </a:lnTo>
                <a:lnTo>
                  <a:pt x="4010025" y="3454"/>
                </a:lnTo>
                <a:close/>
              </a:path>
              <a:path w="4438650" h="1819275">
                <a:moveTo>
                  <a:pt x="4057650" y="1813204"/>
                </a:moveTo>
                <a:lnTo>
                  <a:pt x="4057192" y="1812086"/>
                </a:lnTo>
                <a:lnTo>
                  <a:pt x="4055326" y="1810219"/>
                </a:lnTo>
                <a:lnTo>
                  <a:pt x="4054208" y="1809750"/>
                </a:lnTo>
                <a:lnTo>
                  <a:pt x="4051579" y="1809750"/>
                </a:lnTo>
                <a:lnTo>
                  <a:pt x="4050461" y="1810219"/>
                </a:lnTo>
                <a:lnTo>
                  <a:pt x="4048595" y="1812086"/>
                </a:lnTo>
                <a:lnTo>
                  <a:pt x="4048125" y="1813204"/>
                </a:lnTo>
                <a:lnTo>
                  <a:pt x="4048125" y="1815833"/>
                </a:lnTo>
                <a:lnTo>
                  <a:pt x="4048595" y="1816950"/>
                </a:lnTo>
                <a:lnTo>
                  <a:pt x="4050461" y="1818817"/>
                </a:lnTo>
                <a:lnTo>
                  <a:pt x="4051579" y="1819275"/>
                </a:lnTo>
                <a:lnTo>
                  <a:pt x="4054208" y="1819275"/>
                </a:lnTo>
                <a:lnTo>
                  <a:pt x="4055326" y="1818817"/>
                </a:lnTo>
                <a:lnTo>
                  <a:pt x="4057192" y="1816950"/>
                </a:lnTo>
                <a:lnTo>
                  <a:pt x="4057650" y="1815833"/>
                </a:lnTo>
                <a:lnTo>
                  <a:pt x="4057650" y="1813204"/>
                </a:lnTo>
                <a:close/>
              </a:path>
              <a:path w="4438650" h="1819275">
                <a:moveTo>
                  <a:pt x="4057650" y="908329"/>
                </a:moveTo>
                <a:lnTo>
                  <a:pt x="4057192" y="907211"/>
                </a:lnTo>
                <a:lnTo>
                  <a:pt x="4055326" y="905344"/>
                </a:lnTo>
                <a:lnTo>
                  <a:pt x="4054208" y="904875"/>
                </a:lnTo>
                <a:lnTo>
                  <a:pt x="4051579" y="904875"/>
                </a:lnTo>
                <a:lnTo>
                  <a:pt x="4050461" y="905344"/>
                </a:lnTo>
                <a:lnTo>
                  <a:pt x="4048595" y="907211"/>
                </a:lnTo>
                <a:lnTo>
                  <a:pt x="4048125" y="908329"/>
                </a:lnTo>
                <a:lnTo>
                  <a:pt x="4048125" y="910958"/>
                </a:lnTo>
                <a:lnTo>
                  <a:pt x="4048595" y="912075"/>
                </a:lnTo>
                <a:lnTo>
                  <a:pt x="4050461" y="913942"/>
                </a:lnTo>
                <a:lnTo>
                  <a:pt x="4051579" y="914400"/>
                </a:lnTo>
                <a:lnTo>
                  <a:pt x="4054208" y="914400"/>
                </a:lnTo>
                <a:lnTo>
                  <a:pt x="4055326" y="913942"/>
                </a:lnTo>
                <a:lnTo>
                  <a:pt x="4057192" y="912075"/>
                </a:lnTo>
                <a:lnTo>
                  <a:pt x="4057650" y="910958"/>
                </a:lnTo>
                <a:lnTo>
                  <a:pt x="4057650" y="908329"/>
                </a:lnTo>
                <a:close/>
              </a:path>
              <a:path w="4438650" h="1819275">
                <a:moveTo>
                  <a:pt x="4057650" y="3454"/>
                </a:moveTo>
                <a:lnTo>
                  <a:pt x="4057192" y="2336"/>
                </a:lnTo>
                <a:lnTo>
                  <a:pt x="4055326" y="469"/>
                </a:lnTo>
                <a:lnTo>
                  <a:pt x="4054208" y="0"/>
                </a:lnTo>
                <a:lnTo>
                  <a:pt x="4051579" y="0"/>
                </a:lnTo>
                <a:lnTo>
                  <a:pt x="4050461" y="469"/>
                </a:lnTo>
                <a:lnTo>
                  <a:pt x="4048595" y="2336"/>
                </a:lnTo>
                <a:lnTo>
                  <a:pt x="4048125" y="3454"/>
                </a:lnTo>
                <a:lnTo>
                  <a:pt x="4048125" y="6083"/>
                </a:lnTo>
                <a:lnTo>
                  <a:pt x="4048595" y="7200"/>
                </a:lnTo>
                <a:lnTo>
                  <a:pt x="4050461" y="9067"/>
                </a:lnTo>
                <a:lnTo>
                  <a:pt x="4051579" y="9525"/>
                </a:lnTo>
                <a:lnTo>
                  <a:pt x="4054208" y="9525"/>
                </a:lnTo>
                <a:lnTo>
                  <a:pt x="4055326" y="9067"/>
                </a:lnTo>
                <a:lnTo>
                  <a:pt x="4057192" y="7200"/>
                </a:lnTo>
                <a:lnTo>
                  <a:pt x="4057650" y="6083"/>
                </a:lnTo>
                <a:lnTo>
                  <a:pt x="4057650" y="3454"/>
                </a:lnTo>
                <a:close/>
              </a:path>
              <a:path w="4438650" h="1819275">
                <a:moveTo>
                  <a:pt x="4105275" y="1813204"/>
                </a:moveTo>
                <a:lnTo>
                  <a:pt x="4104817" y="1812086"/>
                </a:lnTo>
                <a:lnTo>
                  <a:pt x="4102951" y="1810219"/>
                </a:lnTo>
                <a:lnTo>
                  <a:pt x="4101833" y="1809750"/>
                </a:lnTo>
                <a:lnTo>
                  <a:pt x="4099204" y="1809750"/>
                </a:lnTo>
                <a:lnTo>
                  <a:pt x="4098086" y="1810219"/>
                </a:lnTo>
                <a:lnTo>
                  <a:pt x="4096220" y="1812086"/>
                </a:lnTo>
                <a:lnTo>
                  <a:pt x="4095750" y="1813204"/>
                </a:lnTo>
                <a:lnTo>
                  <a:pt x="4095750" y="1815833"/>
                </a:lnTo>
                <a:lnTo>
                  <a:pt x="4096220" y="1816950"/>
                </a:lnTo>
                <a:lnTo>
                  <a:pt x="4098086" y="1818817"/>
                </a:lnTo>
                <a:lnTo>
                  <a:pt x="4099204" y="1819275"/>
                </a:lnTo>
                <a:lnTo>
                  <a:pt x="4101833" y="1819275"/>
                </a:lnTo>
                <a:lnTo>
                  <a:pt x="4102951" y="1818817"/>
                </a:lnTo>
                <a:lnTo>
                  <a:pt x="4104817" y="1816950"/>
                </a:lnTo>
                <a:lnTo>
                  <a:pt x="4105275" y="1815833"/>
                </a:lnTo>
                <a:lnTo>
                  <a:pt x="4105275" y="1813204"/>
                </a:lnTo>
                <a:close/>
              </a:path>
              <a:path w="4438650" h="1819275">
                <a:moveTo>
                  <a:pt x="4105275" y="908329"/>
                </a:moveTo>
                <a:lnTo>
                  <a:pt x="4104817" y="907211"/>
                </a:lnTo>
                <a:lnTo>
                  <a:pt x="4102951" y="905344"/>
                </a:lnTo>
                <a:lnTo>
                  <a:pt x="4101833" y="904875"/>
                </a:lnTo>
                <a:lnTo>
                  <a:pt x="4099204" y="904875"/>
                </a:lnTo>
                <a:lnTo>
                  <a:pt x="4098086" y="905344"/>
                </a:lnTo>
                <a:lnTo>
                  <a:pt x="4096220" y="907211"/>
                </a:lnTo>
                <a:lnTo>
                  <a:pt x="4095750" y="908329"/>
                </a:lnTo>
                <a:lnTo>
                  <a:pt x="4095750" y="910958"/>
                </a:lnTo>
                <a:lnTo>
                  <a:pt x="4096220" y="912075"/>
                </a:lnTo>
                <a:lnTo>
                  <a:pt x="4098086" y="913942"/>
                </a:lnTo>
                <a:lnTo>
                  <a:pt x="4099204" y="914400"/>
                </a:lnTo>
                <a:lnTo>
                  <a:pt x="4101833" y="914400"/>
                </a:lnTo>
                <a:lnTo>
                  <a:pt x="4102951" y="913942"/>
                </a:lnTo>
                <a:lnTo>
                  <a:pt x="4104817" y="912075"/>
                </a:lnTo>
                <a:lnTo>
                  <a:pt x="4105275" y="910958"/>
                </a:lnTo>
                <a:lnTo>
                  <a:pt x="4105275" y="908329"/>
                </a:lnTo>
                <a:close/>
              </a:path>
              <a:path w="4438650" h="1819275">
                <a:moveTo>
                  <a:pt x="4105275" y="3454"/>
                </a:moveTo>
                <a:lnTo>
                  <a:pt x="4104817" y="2336"/>
                </a:lnTo>
                <a:lnTo>
                  <a:pt x="4102951" y="469"/>
                </a:lnTo>
                <a:lnTo>
                  <a:pt x="4101833" y="0"/>
                </a:lnTo>
                <a:lnTo>
                  <a:pt x="4099204" y="0"/>
                </a:lnTo>
                <a:lnTo>
                  <a:pt x="4098086" y="469"/>
                </a:lnTo>
                <a:lnTo>
                  <a:pt x="4096220" y="2336"/>
                </a:lnTo>
                <a:lnTo>
                  <a:pt x="4095750" y="3454"/>
                </a:lnTo>
                <a:lnTo>
                  <a:pt x="4095750" y="6083"/>
                </a:lnTo>
                <a:lnTo>
                  <a:pt x="4096220" y="7200"/>
                </a:lnTo>
                <a:lnTo>
                  <a:pt x="4098086" y="9067"/>
                </a:lnTo>
                <a:lnTo>
                  <a:pt x="4099204" y="9525"/>
                </a:lnTo>
                <a:lnTo>
                  <a:pt x="4101833" y="9525"/>
                </a:lnTo>
                <a:lnTo>
                  <a:pt x="4102951" y="9067"/>
                </a:lnTo>
                <a:lnTo>
                  <a:pt x="4104817" y="7200"/>
                </a:lnTo>
                <a:lnTo>
                  <a:pt x="4105275" y="6083"/>
                </a:lnTo>
                <a:lnTo>
                  <a:pt x="4105275" y="3454"/>
                </a:lnTo>
                <a:close/>
              </a:path>
              <a:path w="4438650" h="1819275">
                <a:moveTo>
                  <a:pt x="4152900" y="1813204"/>
                </a:moveTo>
                <a:lnTo>
                  <a:pt x="4152442" y="1812086"/>
                </a:lnTo>
                <a:lnTo>
                  <a:pt x="4150576" y="1810219"/>
                </a:lnTo>
                <a:lnTo>
                  <a:pt x="4149458" y="1809750"/>
                </a:lnTo>
                <a:lnTo>
                  <a:pt x="4146829" y="1809750"/>
                </a:lnTo>
                <a:lnTo>
                  <a:pt x="4145711" y="1810219"/>
                </a:lnTo>
                <a:lnTo>
                  <a:pt x="4143845" y="1812086"/>
                </a:lnTo>
                <a:lnTo>
                  <a:pt x="4143375" y="1813204"/>
                </a:lnTo>
                <a:lnTo>
                  <a:pt x="4143375" y="1815833"/>
                </a:lnTo>
                <a:lnTo>
                  <a:pt x="4143845" y="1816950"/>
                </a:lnTo>
                <a:lnTo>
                  <a:pt x="4145711" y="1818817"/>
                </a:lnTo>
                <a:lnTo>
                  <a:pt x="4146829" y="1819275"/>
                </a:lnTo>
                <a:lnTo>
                  <a:pt x="4149458" y="1819275"/>
                </a:lnTo>
                <a:lnTo>
                  <a:pt x="4150576" y="1818817"/>
                </a:lnTo>
                <a:lnTo>
                  <a:pt x="4152442" y="1816950"/>
                </a:lnTo>
                <a:lnTo>
                  <a:pt x="4152900" y="1815833"/>
                </a:lnTo>
                <a:lnTo>
                  <a:pt x="4152900" y="1813204"/>
                </a:lnTo>
                <a:close/>
              </a:path>
              <a:path w="4438650" h="1819275">
                <a:moveTo>
                  <a:pt x="4152900" y="908329"/>
                </a:moveTo>
                <a:lnTo>
                  <a:pt x="4152442" y="907211"/>
                </a:lnTo>
                <a:lnTo>
                  <a:pt x="4150576" y="905344"/>
                </a:lnTo>
                <a:lnTo>
                  <a:pt x="4149458" y="904875"/>
                </a:lnTo>
                <a:lnTo>
                  <a:pt x="4146829" y="904875"/>
                </a:lnTo>
                <a:lnTo>
                  <a:pt x="4145711" y="905344"/>
                </a:lnTo>
                <a:lnTo>
                  <a:pt x="4143845" y="907211"/>
                </a:lnTo>
                <a:lnTo>
                  <a:pt x="4143375" y="908329"/>
                </a:lnTo>
                <a:lnTo>
                  <a:pt x="4143375" y="910958"/>
                </a:lnTo>
                <a:lnTo>
                  <a:pt x="4143845" y="912075"/>
                </a:lnTo>
                <a:lnTo>
                  <a:pt x="4145711" y="913942"/>
                </a:lnTo>
                <a:lnTo>
                  <a:pt x="4146829" y="914400"/>
                </a:lnTo>
                <a:lnTo>
                  <a:pt x="4149458" y="914400"/>
                </a:lnTo>
                <a:lnTo>
                  <a:pt x="4150576" y="913942"/>
                </a:lnTo>
                <a:lnTo>
                  <a:pt x="4152442" y="912075"/>
                </a:lnTo>
                <a:lnTo>
                  <a:pt x="4152900" y="910958"/>
                </a:lnTo>
                <a:lnTo>
                  <a:pt x="4152900" y="908329"/>
                </a:lnTo>
                <a:close/>
              </a:path>
              <a:path w="4438650" h="1819275">
                <a:moveTo>
                  <a:pt x="4152900" y="3454"/>
                </a:moveTo>
                <a:lnTo>
                  <a:pt x="4152442" y="2336"/>
                </a:lnTo>
                <a:lnTo>
                  <a:pt x="4150576" y="469"/>
                </a:lnTo>
                <a:lnTo>
                  <a:pt x="4149458" y="0"/>
                </a:lnTo>
                <a:lnTo>
                  <a:pt x="4146829" y="0"/>
                </a:lnTo>
                <a:lnTo>
                  <a:pt x="4145711" y="469"/>
                </a:lnTo>
                <a:lnTo>
                  <a:pt x="4143845" y="2336"/>
                </a:lnTo>
                <a:lnTo>
                  <a:pt x="4143375" y="3454"/>
                </a:lnTo>
                <a:lnTo>
                  <a:pt x="4143375" y="6083"/>
                </a:lnTo>
                <a:lnTo>
                  <a:pt x="4143845" y="7200"/>
                </a:lnTo>
                <a:lnTo>
                  <a:pt x="4145711" y="9067"/>
                </a:lnTo>
                <a:lnTo>
                  <a:pt x="4146829" y="9525"/>
                </a:lnTo>
                <a:lnTo>
                  <a:pt x="4149458" y="9525"/>
                </a:lnTo>
                <a:lnTo>
                  <a:pt x="4150576" y="9067"/>
                </a:lnTo>
                <a:lnTo>
                  <a:pt x="4152442" y="7200"/>
                </a:lnTo>
                <a:lnTo>
                  <a:pt x="4152900" y="6083"/>
                </a:lnTo>
                <a:lnTo>
                  <a:pt x="4152900" y="3454"/>
                </a:lnTo>
                <a:close/>
              </a:path>
              <a:path w="4438650" h="1819275">
                <a:moveTo>
                  <a:pt x="4200525" y="1813204"/>
                </a:moveTo>
                <a:lnTo>
                  <a:pt x="4200067" y="1812086"/>
                </a:lnTo>
                <a:lnTo>
                  <a:pt x="4198201" y="1810219"/>
                </a:lnTo>
                <a:lnTo>
                  <a:pt x="4197083" y="1809750"/>
                </a:lnTo>
                <a:lnTo>
                  <a:pt x="4194454" y="1809750"/>
                </a:lnTo>
                <a:lnTo>
                  <a:pt x="4193336" y="1810219"/>
                </a:lnTo>
                <a:lnTo>
                  <a:pt x="4191470" y="1812086"/>
                </a:lnTo>
                <a:lnTo>
                  <a:pt x="4191000" y="1813204"/>
                </a:lnTo>
                <a:lnTo>
                  <a:pt x="4191000" y="1815833"/>
                </a:lnTo>
                <a:lnTo>
                  <a:pt x="4191470" y="1816950"/>
                </a:lnTo>
                <a:lnTo>
                  <a:pt x="4193336" y="1818817"/>
                </a:lnTo>
                <a:lnTo>
                  <a:pt x="4194454" y="1819275"/>
                </a:lnTo>
                <a:lnTo>
                  <a:pt x="4197083" y="1819275"/>
                </a:lnTo>
                <a:lnTo>
                  <a:pt x="4198201" y="1818817"/>
                </a:lnTo>
                <a:lnTo>
                  <a:pt x="4200067" y="1816950"/>
                </a:lnTo>
                <a:lnTo>
                  <a:pt x="4200525" y="1815833"/>
                </a:lnTo>
                <a:lnTo>
                  <a:pt x="4200525" y="1813204"/>
                </a:lnTo>
                <a:close/>
              </a:path>
              <a:path w="4438650" h="1819275">
                <a:moveTo>
                  <a:pt x="4200525" y="908329"/>
                </a:moveTo>
                <a:lnTo>
                  <a:pt x="4200067" y="907211"/>
                </a:lnTo>
                <a:lnTo>
                  <a:pt x="4198201" y="905344"/>
                </a:lnTo>
                <a:lnTo>
                  <a:pt x="4197083" y="904875"/>
                </a:lnTo>
                <a:lnTo>
                  <a:pt x="4194454" y="904875"/>
                </a:lnTo>
                <a:lnTo>
                  <a:pt x="4193336" y="905344"/>
                </a:lnTo>
                <a:lnTo>
                  <a:pt x="4191470" y="907211"/>
                </a:lnTo>
                <a:lnTo>
                  <a:pt x="4191000" y="908329"/>
                </a:lnTo>
                <a:lnTo>
                  <a:pt x="4191000" y="910958"/>
                </a:lnTo>
                <a:lnTo>
                  <a:pt x="4191470" y="912075"/>
                </a:lnTo>
                <a:lnTo>
                  <a:pt x="4193336" y="913942"/>
                </a:lnTo>
                <a:lnTo>
                  <a:pt x="4194454" y="914400"/>
                </a:lnTo>
                <a:lnTo>
                  <a:pt x="4197083" y="914400"/>
                </a:lnTo>
                <a:lnTo>
                  <a:pt x="4198201" y="913942"/>
                </a:lnTo>
                <a:lnTo>
                  <a:pt x="4200067" y="912075"/>
                </a:lnTo>
                <a:lnTo>
                  <a:pt x="4200525" y="910958"/>
                </a:lnTo>
                <a:lnTo>
                  <a:pt x="4200525" y="908329"/>
                </a:lnTo>
                <a:close/>
              </a:path>
              <a:path w="4438650" h="1819275">
                <a:moveTo>
                  <a:pt x="4200525" y="3454"/>
                </a:moveTo>
                <a:lnTo>
                  <a:pt x="4200067" y="2336"/>
                </a:lnTo>
                <a:lnTo>
                  <a:pt x="4198201" y="469"/>
                </a:lnTo>
                <a:lnTo>
                  <a:pt x="4197083" y="0"/>
                </a:lnTo>
                <a:lnTo>
                  <a:pt x="4194454" y="0"/>
                </a:lnTo>
                <a:lnTo>
                  <a:pt x="4193336" y="469"/>
                </a:lnTo>
                <a:lnTo>
                  <a:pt x="4191470" y="2336"/>
                </a:lnTo>
                <a:lnTo>
                  <a:pt x="4191000" y="3454"/>
                </a:lnTo>
                <a:lnTo>
                  <a:pt x="4191000" y="6083"/>
                </a:lnTo>
                <a:lnTo>
                  <a:pt x="4191470" y="7200"/>
                </a:lnTo>
                <a:lnTo>
                  <a:pt x="4193336" y="9067"/>
                </a:lnTo>
                <a:lnTo>
                  <a:pt x="4194454" y="9525"/>
                </a:lnTo>
                <a:lnTo>
                  <a:pt x="4197083" y="9525"/>
                </a:lnTo>
                <a:lnTo>
                  <a:pt x="4198201" y="9067"/>
                </a:lnTo>
                <a:lnTo>
                  <a:pt x="4200067" y="7200"/>
                </a:lnTo>
                <a:lnTo>
                  <a:pt x="4200525" y="6083"/>
                </a:lnTo>
                <a:lnTo>
                  <a:pt x="4200525" y="3454"/>
                </a:lnTo>
                <a:close/>
              </a:path>
              <a:path w="4438650" h="1819275">
                <a:moveTo>
                  <a:pt x="4248150" y="1813204"/>
                </a:moveTo>
                <a:lnTo>
                  <a:pt x="4247693" y="1812086"/>
                </a:lnTo>
                <a:lnTo>
                  <a:pt x="4245826" y="1810219"/>
                </a:lnTo>
                <a:lnTo>
                  <a:pt x="4244708" y="1809750"/>
                </a:lnTo>
                <a:lnTo>
                  <a:pt x="4242079" y="1809750"/>
                </a:lnTo>
                <a:lnTo>
                  <a:pt x="4240962" y="1810219"/>
                </a:lnTo>
                <a:lnTo>
                  <a:pt x="4239095" y="1812086"/>
                </a:lnTo>
                <a:lnTo>
                  <a:pt x="4238625" y="1813204"/>
                </a:lnTo>
                <a:lnTo>
                  <a:pt x="4238625" y="1815833"/>
                </a:lnTo>
                <a:lnTo>
                  <a:pt x="4239095" y="1816950"/>
                </a:lnTo>
                <a:lnTo>
                  <a:pt x="4240962" y="1818817"/>
                </a:lnTo>
                <a:lnTo>
                  <a:pt x="4242079" y="1819275"/>
                </a:lnTo>
                <a:lnTo>
                  <a:pt x="4244708" y="1819275"/>
                </a:lnTo>
                <a:lnTo>
                  <a:pt x="4245826" y="1818817"/>
                </a:lnTo>
                <a:lnTo>
                  <a:pt x="4247693" y="1816950"/>
                </a:lnTo>
                <a:lnTo>
                  <a:pt x="4248150" y="1815833"/>
                </a:lnTo>
                <a:lnTo>
                  <a:pt x="4248150" y="1813204"/>
                </a:lnTo>
                <a:close/>
              </a:path>
              <a:path w="4438650" h="1819275">
                <a:moveTo>
                  <a:pt x="4248150" y="908329"/>
                </a:moveTo>
                <a:lnTo>
                  <a:pt x="4247693" y="907211"/>
                </a:lnTo>
                <a:lnTo>
                  <a:pt x="4245826" y="905344"/>
                </a:lnTo>
                <a:lnTo>
                  <a:pt x="4244708" y="904875"/>
                </a:lnTo>
                <a:lnTo>
                  <a:pt x="4242079" y="904875"/>
                </a:lnTo>
                <a:lnTo>
                  <a:pt x="4240962" y="905344"/>
                </a:lnTo>
                <a:lnTo>
                  <a:pt x="4239095" y="907211"/>
                </a:lnTo>
                <a:lnTo>
                  <a:pt x="4238625" y="908329"/>
                </a:lnTo>
                <a:lnTo>
                  <a:pt x="4238625" y="910958"/>
                </a:lnTo>
                <a:lnTo>
                  <a:pt x="4239095" y="912075"/>
                </a:lnTo>
                <a:lnTo>
                  <a:pt x="4240962" y="913942"/>
                </a:lnTo>
                <a:lnTo>
                  <a:pt x="4242079" y="914400"/>
                </a:lnTo>
                <a:lnTo>
                  <a:pt x="4244708" y="914400"/>
                </a:lnTo>
                <a:lnTo>
                  <a:pt x="4245826" y="913942"/>
                </a:lnTo>
                <a:lnTo>
                  <a:pt x="4247693" y="912075"/>
                </a:lnTo>
                <a:lnTo>
                  <a:pt x="4248150" y="910958"/>
                </a:lnTo>
                <a:lnTo>
                  <a:pt x="4248150" y="908329"/>
                </a:lnTo>
                <a:close/>
              </a:path>
              <a:path w="4438650" h="1819275">
                <a:moveTo>
                  <a:pt x="4248150" y="3454"/>
                </a:moveTo>
                <a:lnTo>
                  <a:pt x="4247693" y="2336"/>
                </a:lnTo>
                <a:lnTo>
                  <a:pt x="4245826" y="469"/>
                </a:lnTo>
                <a:lnTo>
                  <a:pt x="4244708" y="0"/>
                </a:lnTo>
                <a:lnTo>
                  <a:pt x="4242079" y="0"/>
                </a:lnTo>
                <a:lnTo>
                  <a:pt x="4240962" y="469"/>
                </a:lnTo>
                <a:lnTo>
                  <a:pt x="4239095" y="2336"/>
                </a:lnTo>
                <a:lnTo>
                  <a:pt x="4238625" y="3454"/>
                </a:lnTo>
                <a:lnTo>
                  <a:pt x="4238625" y="6083"/>
                </a:lnTo>
                <a:lnTo>
                  <a:pt x="4239095" y="7200"/>
                </a:lnTo>
                <a:lnTo>
                  <a:pt x="4240962" y="9067"/>
                </a:lnTo>
                <a:lnTo>
                  <a:pt x="4242079" y="9525"/>
                </a:lnTo>
                <a:lnTo>
                  <a:pt x="4244708" y="9525"/>
                </a:lnTo>
                <a:lnTo>
                  <a:pt x="4245826" y="9067"/>
                </a:lnTo>
                <a:lnTo>
                  <a:pt x="4247693" y="7200"/>
                </a:lnTo>
                <a:lnTo>
                  <a:pt x="4248150" y="6083"/>
                </a:lnTo>
                <a:lnTo>
                  <a:pt x="4248150" y="3454"/>
                </a:lnTo>
                <a:close/>
              </a:path>
              <a:path w="4438650" h="1819275">
                <a:moveTo>
                  <a:pt x="4295775" y="1813204"/>
                </a:moveTo>
                <a:lnTo>
                  <a:pt x="4295318" y="1812086"/>
                </a:lnTo>
                <a:lnTo>
                  <a:pt x="4293451" y="1810219"/>
                </a:lnTo>
                <a:lnTo>
                  <a:pt x="4292333" y="1809750"/>
                </a:lnTo>
                <a:lnTo>
                  <a:pt x="4289704" y="1809750"/>
                </a:lnTo>
                <a:lnTo>
                  <a:pt x="4288587" y="1810219"/>
                </a:lnTo>
                <a:lnTo>
                  <a:pt x="4286720" y="1812086"/>
                </a:lnTo>
                <a:lnTo>
                  <a:pt x="4286250" y="1813204"/>
                </a:lnTo>
                <a:lnTo>
                  <a:pt x="4286250" y="1815833"/>
                </a:lnTo>
                <a:lnTo>
                  <a:pt x="4286720" y="1816950"/>
                </a:lnTo>
                <a:lnTo>
                  <a:pt x="4288587" y="1818817"/>
                </a:lnTo>
                <a:lnTo>
                  <a:pt x="4289704" y="1819275"/>
                </a:lnTo>
                <a:lnTo>
                  <a:pt x="4292333" y="1819275"/>
                </a:lnTo>
                <a:lnTo>
                  <a:pt x="4293451" y="1818817"/>
                </a:lnTo>
                <a:lnTo>
                  <a:pt x="4295318" y="1816950"/>
                </a:lnTo>
                <a:lnTo>
                  <a:pt x="4295775" y="1815833"/>
                </a:lnTo>
                <a:lnTo>
                  <a:pt x="4295775" y="1813204"/>
                </a:lnTo>
                <a:close/>
              </a:path>
              <a:path w="4438650" h="1819275">
                <a:moveTo>
                  <a:pt x="4295775" y="908329"/>
                </a:moveTo>
                <a:lnTo>
                  <a:pt x="4295318" y="907211"/>
                </a:lnTo>
                <a:lnTo>
                  <a:pt x="4293451" y="905344"/>
                </a:lnTo>
                <a:lnTo>
                  <a:pt x="4292333" y="904875"/>
                </a:lnTo>
                <a:lnTo>
                  <a:pt x="4289704" y="904875"/>
                </a:lnTo>
                <a:lnTo>
                  <a:pt x="4288587" y="905344"/>
                </a:lnTo>
                <a:lnTo>
                  <a:pt x="4286720" y="907211"/>
                </a:lnTo>
                <a:lnTo>
                  <a:pt x="4286250" y="908329"/>
                </a:lnTo>
                <a:lnTo>
                  <a:pt x="4286250" y="910958"/>
                </a:lnTo>
                <a:lnTo>
                  <a:pt x="4286720" y="912075"/>
                </a:lnTo>
                <a:lnTo>
                  <a:pt x="4288587" y="913942"/>
                </a:lnTo>
                <a:lnTo>
                  <a:pt x="4289704" y="914400"/>
                </a:lnTo>
                <a:lnTo>
                  <a:pt x="4292333" y="914400"/>
                </a:lnTo>
                <a:lnTo>
                  <a:pt x="4293451" y="913942"/>
                </a:lnTo>
                <a:lnTo>
                  <a:pt x="4295318" y="912075"/>
                </a:lnTo>
                <a:lnTo>
                  <a:pt x="4295775" y="910958"/>
                </a:lnTo>
                <a:lnTo>
                  <a:pt x="4295775" y="908329"/>
                </a:lnTo>
                <a:close/>
              </a:path>
              <a:path w="4438650" h="1819275">
                <a:moveTo>
                  <a:pt x="4295775" y="3454"/>
                </a:moveTo>
                <a:lnTo>
                  <a:pt x="4295318" y="2336"/>
                </a:lnTo>
                <a:lnTo>
                  <a:pt x="4293451" y="469"/>
                </a:lnTo>
                <a:lnTo>
                  <a:pt x="4292333" y="0"/>
                </a:lnTo>
                <a:lnTo>
                  <a:pt x="4289704" y="0"/>
                </a:lnTo>
                <a:lnTo>
                  <a:pt x="4288587" y="469"/>
                </a:lnTo>
                <a:lnTo>
                  <a:pt x="4286720" y="2336"/>
                </a:lnTo>
                <a:lnTo>
                  <a:pt x="4286250" y="3454"/>
                </a:lnTo>
                <a:lnTo>
                  <a:pt x="4286250" y="6083"/>
                </a:lnTo>
                <a:lnTo>
                  <a:pt x="4286720" y="7200"/>
                </a:lnTo>
                <a:lnTo>
                  <a:pt x="4288587" y="9067"/>
                </a:lnTo>
                <a:lnTo>
                  <a:pt x="4289704" y="9525"/>
                </a:lnTo>
                <a:lnTo>
                  <a:pt x="4292333" y="9525"/>
                </a:lnTo>
                <a:lnTo>
                  <a:pt x="4293451" y="9067"/>
                </a:lnTo>
                <a:lnTo>
                  <a:pt x="4295318" y="7200"/>
                </a:lnTo>
                <a:lnTo>
                  <a:pt x="4295775" y="6083"/>
                </a:lnTo>
                <a:lnTo>
                  <a:pt x="4295775" y="3454"/>
                </a:lnTo>
                <a:close/>
              </a:path>
              <a:path w="4438650" h="1819275">
                <a:moveTo>
                  <a:pt x="4343400" y="1813204"/>
                </a:moveTo>
                <a:lnTo>
                  <a:pt x="4342943" y="1812086"/>
                </a:lnTo>
                <a:lnTo>
                  <a:pt x="4341076" y="1810219"/>
                </a:lnTo>
                <a:lnTo>
                  <a:pt x="4339958" y="1809750"/>
                </a:lnTo>
                <a:lnTo>
                  <a:pt x="4337329" y="1809750"/>
                </a:lnTo>
                <a:lnTo>
                  <a:pt x="4336199" y="1810219"/>
                </a:lnTo>
                <a:lnTo>
                  <a:pt x="4334345" y="1812086"/>
                </a:lnTo>
                <a:lnTo>
                  <a:pt x="4333875" y="1813204"/>
                </a:lnTo>
                <a:lnTo>
                  <a:pt x="4333875" y="1815833"/>
                </a:lnTo>
                <a:lnTo>
                  <a:pt x="4334345" y="1816950"/>
                </a:lnTo>
                <a:lnTo>
                  <a:pt x="4336199" y="1818817"/>
                </a:lnTo>
                <a:lnTo>
                  <a:pt x="4337329" y="1819275"/>
                </a:lnTo>
                <a:lnTo>
                  <a:pt x="4339958" y="1819275"/>
                </a:lnTo>
                <a:lnTo>
                  <a:pt x="4341076" y="1818817"/>
                </a:lnTo>
                <a:lnTo>
                  <a:pt x="4342943" y="1816950"/>
                </a:lnTo>
                <a:lnTo>
                  <a:pt x="4343400" y="1815833"/>
                </a:lnTo>
                <a:lnTo>
                  <a:pt x="4343400" y="1813204"/>
                </a:lnTo>
                <a:close/>
              </a:path>
              <a:path w="4438650" h="1819275">
                <a:moveTo>
                  <a:pt x="4343400" y="908329"/>
                </a:moveTo>
                <a:lnTo>
                  <a:pt x="4342943" y="907211"/>
                </a:lnTo>
                <a:lnTo>
                  <a:pt x="4341076" y="905344"/>
                </a:lnTo>
                <a:lnTo>
                  <a:pt x="4339958" y="904875"/>
                </a:lnTo>
                <a:lnTo>
                  <a:pt x="4337329" y="904875"/>
                </a:lnTo>
                <a:lnTo>
                  <a:pt x="4336199" y="905344"/>
                </a:lnTo>
                <a:lnTo>
                  <a:pt x="4334345" y="907211"/>
                </a:lnTo>
                <a:lnTo>
                  <a:pt x="4333875" y="908329"/>
                </a:lnTo>
                <a:lnTo>
                  <a:pt x="4333875" y="910958"/>
                </a:lnTo>
                <a:lnTo>
                  <a:pt x="4334345" y="912075"/>
                </a:lnTo>
                <a:lnTo>
                  <a:pt x="4336199" y="913942"/>
                </a:lnTo>
                <a:lnTo>
                  <a:pt x="4337329" y="914400"/>
                </a:lnTo>
                <a:lnTo>
                  <a:pt x="4339958" y="914400"/>
                </a:lnTo>
                <a:lnTo>
                  <a:pt x="4341076" y="913942"/>
                </a:lnTo>
                <a:lnTo>
                  <a:pt x="4342943" y="912075"/>
                </a:lnTo>
                <a:lnTo>
                  <a:pt x="4343400" y="910958"/>
                </a:lnTo>
                <a:lnTo>
                  <a:pt x="4343400" y="908329"/>
                </a:lnTo>
                <a:close/>
              </a:path>
              <a:path w="4438650" h="1819275">
                <a:moveTo>
                  <a:pt x="4343400" y="3454"/>
                </a:moveTo>
                <a:lnTo>
                  <a:pt x="4342943" y="2336"/>
                </a:lnTo>
                <a:lnTo>
                  <a:pt x="4341076" y="469"/>
                </a:lnTo>
                <a:lnTo>
                  <a:pt x="4339958" y="0"/>
                </a:lnTo>
                <a:lnTo>
                  <a:pt x="4337329" y="0"/>
                </a:lnTo>
                <a:lnTo>
                  <a:pt x="4336199" y="469"/>
                </a:lnTo>
                <a:lnTo>
                  <a:pt x="4334345" y="2336"/>
                </a:lnTo>
                <a:lnTo>
                  <a:pt x="4333875" y="3454"/>
                </a:lnTo>
                <a:lnTo>
                  <a:pt x="4333875" y="6083"/>
                </a:lnTo>
                <a:lnTo>
                  <a:pt x="4334345" y="7200"/>
                </a:lnTo>
                <a:lnTo>
                  <a:pt x="4336199" y="9067"/>
                </a:lnTo>
                <a:lnTo>
                  <a:pt x="4337329" y="9525"/>
                </a:lnTo>
                <a:lnTo>
                  <a:pt x="4339958" y="9525"/>
                </a:lnTo>
                <a:lnTo>
                  <a:pt x="4341076" y="9067"/>
                </a:lnTo>
                <a:lnTo>
                  <a:pt x="4342943" y="7200"/>
                </a:lnTo>
                <a:lnTo>
                  <a:pt x="4343400" y="6083"/>
                </a:lnTo>
                <a:lnTo>
                  <a:pt x="4343400" y="3454"/>
                </a:lnTo>
                <a:close/>
              </a:path>
              <a:path w="4438650" h="1819275">
                <a:moveTo>
                  <a:pt x="4391025" y="1813204"/>
                </a:moveTo>
                <a:lnTo>
                  <a:pt x="4390568" y="1812086"/>
                </a:lnTo>
                <a:lnTo>
                  <a:pt x="4388701" y="1810219"/>
                </a:lnTo>
                <a:lnTo>
                  <a:pt x="4387583" y="1809750"/>
                </a:lnTo>
                <a:lnTo>
                  <a:pt x="4384954" y="1809750"/>
                </a:lnTo>
                <a:lnTo>
                  <a:pt x="4383824" y="1810219"/>
                </a:lnTo>
                <a:lnTo>
                  <a:pt x="4381970" y="1812086"/>
                </a:lnTo>
                <a:lnTo>
                  <a:pt x="4381500" y="1813204"/>
                </a:lnTo>
                <a:lnTo>
                  <a:pt x="4381500" y="1815833"/>
                </a:lnTo>
                <a:lnTo>
                  <a:pt x="4381970" y="1816950"/>
                </a:lnTo>
                <a:lnTo>
                  <a:pt x="4383824" y="1818817"/>
                </a:lnTo>
                <a:lnTo>
                  <a:pt x="4384954" y="1819275"/>
                </a:lnTo>
                <a:lnTo>
                  <a:pt x="4387583" y="1819275"/>
                </a:lnTo>
                <a:lnTo>
                  <a:pt x="4388701" y="1818817"/>
                </a:lnTo>
                <a:lnTo>
                  <a:pt x="4390568" y="1816950"/>
                </a:lnTo>
                <a:lnTo>
                  <a:pt x="4391025" y="1815833"/>
                </a:lnTo>
                <a:lnTo>
                  <a:pt x="4391025" y="1813204"/>
                </a:lnTo>
                <a:close/>
              </a:path>
              <a:path w="4438650" h="1819275">
                <a:moveTo>
                  <a:pt x="4391025" y="908329"/>
                </a:moveTo>
                <a:lnTo>
                  <a:pt x="4390568" y="907211"/>
                </a:lnTo>
                <a:lnTo>
                  <a:pt x="4388701" y="905344"/>
                </a:lnTo>
                <a:lnTo>
                  <a:pt x="4387583" y="904875"/>
                </a:lnTo>
                <a:lnTo>
                  <a:pt x="4384954" y="904875"/>
                </a:lnTo>
                <a:lnTo>
                  <a:pt x="4383824" y="905344"/>
                </a:lnTo>
                <a:lnTo>
                  <a:pt x="4381970" y="907211"/>
                </a:lnTo>
                <a:lnTo>
                  <a:pt x="4381500" y="908329"/>
                </a:lnTo>
                <a:lnTo>
                  <a:pt x="4381500" y="910958"/>
                </a:lnTo>
                <a:lnTo>
                  <a:pt x="4381970" y="912075"/>
                </a:lnTo>
                <a:lnTo>
                  <a:pt x="4383824" y="913942"/>
                </a:lnTo>
                <a:lnTo>
                  <a:pt x="4384954" y="914400"/>
                </a:lnTo>
                <a:lnTo>
                  <a:pt x="4387583" y="914400"/>
                </a:lnTo>
                <a:lnTo>
                  <a:pt x="4388701" y="913942"/>
                </a:lnTo>
                <a:lnTo>
                  <a:pt x="4390568" y="912075"/>
                </a:lnTo>
                <a:lnTo>
                  <a:pt x="4391025" y="910958"/>
                </a:lnTo>
                <a:lnTo>
                  <a:pt x="4391025" y="908329"/>
                </a:lnTo>
                <a:close/>
              </a:path>
              <a:path w="4438650" h="1819275">
                <a:moveTo>
                  <a:pt x="4391025" y="3454"/>
                </a:moveTo>
                <a:lnTo>
                  <a:pt x="4390568" y="2336"/>
                </a:lnTo>
                <a:lnTo>
                  <a:pt x="4388701" y="469"/>
                </a:lnTo>
                <a:lnTo>
                  <a:pt x="4387583" y="0"/>
                </a:lnTo>
                <a:lnTo>
                  <a:pt x="4384954" y="0"/>
                </a:lnTo>
                <a:lnTo>
                  <a:pt x="4383824" y="469"/>
                </a:lnTo>
                <a:lnTo>
                  <a:pt x="4381970" y="2336"/>
                </a:lnTo>
                <a:lnTo>
                  <a:pt x="4381500" y="3454"/>
                </a:lnTo>
                <a:lnTo>
                  <a:pt x="4381500" y="6083"/>
                </a:lnTo>
                <a:lnTo>
                  <a:pt x="4381970" y="7200"/>
                </a:lnTo>
                <a:lnTo>
                  <a:pt x="4383824" y="9067"/>
                </a:lnTo>
                <a:lnTo>
                  <a:pt x="4384954" y="9525"/>
                </a:lnTo>
                <a:lnTo>
                  <a:pt x="4387583" y="9525"/>
                </a:lnTo>
                <a:lnTo>
                  <a:pt x="4388701" y="9067"/>
                </a:lnTo>
                <a:lnTo>
                  <a:pt x="4390568" y="7200"/>
                </a:lnTo>
                <a:lnTo>
                  <a:pt x="4391025" y="6083"/>
                </a:lnTo>
                <a:lnTo>
                  <a:pt x="4391025" y="3454"/>
                </a:lnTo>
                <a:close/>
              </a:path>
              <a:path w="4438650" h="1819275">
                <a:moveTo>
                  <a:pt x="4438650" y="1813204"/>
                </a:moveTo>
                <a:lnTo>
                  <a:pt x="4438193" y="1812086"/>
                </a:lnTo>
                <a:lnTo>
                  <a:pt x="4436326" y="1810219"/>
                </a:lnTo>
                <a:lnTo>
                  <a:pt x="4435208" y="1809750"/>
                </a:lnTo>
                <a:lnTo>
                  <a:pt x="4432579" y="1809750"/>
                </a:lnTo>
                <a:lnTo>
                  <a:pt x="4431449" y="1810219"/>
                </a:lnTo>
                <a:lnTo>
                  <a:pt x="4429595" y="1812086"/>
                </a:lnTo>
                <a:lnTo>
                  <a:pt x="4429125" y="1813204"/>
                </a:lnTo>
                <a:lnTo>
                  <a:pt x="4429125" y="1815833"/>
                </a:lnTo>
                <a:lnTo>
                  <a:pt x="4429595" y="1816950"/>
                </a:lnTo>
                <a:lnTo>
                  <a:pt x="4431449" y="1818817"/>
                </a:lnTo>
                <a:lnTo>
                  <a:pt x="4432579" y="1819275"/>
                </a:lnTo>
                <a:lnTo>
                  <a:pt x="4435208" y="1819275"/>
                </a:lnTo>
                <a:lnTo>
                  <a:pt x="4436326" y="1818817"/>
                </a:lnTo>
                <a:lnTo>
                  <a:pt x="4438193" y="1816950"/>
                </a:lnTo>
                <a:lnTo>
                  <a:pt x="4438650" y="1815833"/>
                </a:lnTo>
                <a:lnTo>
                  <a:pt x="4438650" y="1813204"/>
                </a:lnTo>
                <a:close/>
              </a:path>
              <a:path w="4438650" h="1819275">
                <a:moveTo>
                  <a:pt x="4438650" y="908329"/>
                </a:moveTo>
                <a:lnTo>
                  <a:pt x="4438193" y="907211"/>
                </a:lnTo>
                <a:lnTo>
                  <a:pt x="4436326" y="905344"/>
                </a:lnTo>
                <a:lnTo>
                  <a:pt x="4435208" y="904875"/>
                </a:lnTo>
                <a:lnTo>
                  <a:pt x="4432579" y="904875"/>
                </a:lnTo>
                <a:lnTo>
                  <a:pt x="4431449" y="905344"/>
                </a:lnTo>
                <a:lnTo>
                  <a:pt x="4429595" y="907211"/>
                </a:lnTo>
                <a:lnTo>
                  <a:pt x="4429125" y="908329"/>
                </a:lnTo>
                <a:lnTo>
                  <a:pt x="4429125" y="910958"/>
                </a:lnTo>
                <a:lnTo>
                  <a:pt x="4429595" y="912075"/>
                </a:lnTo>
                <a:lnTo>
                  <a:pt x="4431449" y="913942"/>
                </a:lnTo>
                <a:lnTo>
                  <a:pt x="4432579" y="914400"/>
                </a:lnTo>
                <a:lnTo>
                  <a:pt x="4435208" y="914400"/>
                </a:lnTo>
                <a:lnTo>
                  <a:pt x="4436326" y="913942"/>
                </a:lnTo>
                <a:lnTo>
                  <a:pt x="4438193" y="912075"/>
                </a:lnTo>
                <a:lnTo>
                  <a:pt x="4438650" y="910958"/>
                </a:lnTo>
                <a:lnTo>
                  <a:pt x="4438650" y="908329"/>
                </a:lnTo>
                <a:close/>
              </a:path>
              <a:path w="4438650" h="1819275">
                <a:moveTo>
                  <a:pt x="4438650" y="3454"/>
                </a:moveTo>
                <a:lnTo>
                  <a:pt x="4438193" y="2336"/>
                </a:lnTo>
                <a:lnTo>
                  <a:pt x="4436326" y="469"/>
                </a:lnTo>
                <a:lnTo>
                  <a:pt x="4435208" y="0"/>
                </a:lnTo>
                <a:lnTo>
                  <a:pt x="4432579" y="0"/>
                </a:lnTo>
                <a:lnTo>
                  <a:pt x="4431449" y="469"/>
                </a:lnTo>
                <a:lnTo>
                  <a:pt x="4429595" y="2336"/>
                </a:lnTo>
                <a:lnTo>
                  <a:pt x="4429125" y="3454"/>
                </a:lnTo>
                <a:lnTo>
                  <a:pt x="4429125" y="6083"/>
                </a:lnTo>
                <a:lnTo>
                  <a:pt x="4429595" y="7200"/>
                </a:lnTo>
                <a:lnTo>
                  <a:pt x="4431449" y="9067"/>
                </a:lnTo>
                <a:lnTo>
                  <a:pt x="4432579" y="9525"/>
                </a:lnTo>
                <a:lnTo>
                  <a:pt x="4435208" y="9525"/>
                </a:lnTo>
                <a:lnTo>
                  <a:pt x="4436326" y="9067"/>
                </a:lnTo>
                <a:lnTo>
                  <a:pt x="4438193" y="7200"/>
                </a:lnTo>
                <a:lnTo>
                  <a:pt x="4438650" y="6083"/>
                </a:lnTo>
                <a:lnTo>
                  <a:pt x="4438650" y="345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object 6"/>
          <p:cNvSpPr/>
          <p:nvPr/>
        </p:nvSpPr>
        <p:spPr>
          <a:xfrm>
            <a:off x="964800" y="3219480"/>
            <a:ext cx="152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object 7"/>
          <p:cNvSpPr/>
          <p:nvPr/>
        </p:nvSpPr>
        <p:spPr>
          <a:xfrm>
            <a:off x="711360" y="1916280"/>
            <a:ext cx="278352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4920" bIns="0" anchor="t">
            <a:spAutoFit/>
          </a:bodyPr>
          <a:p>
            <a:pPr marL="12600">
              <a:lnSpc>
                <a:spcPct val="100000"/>
              </a:lnSpc>
              <a:spcBef>
                <a:spcPts val="984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Internet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country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202680">
              <a:lnSpc>
                <a:spcPct val="100000"/>
              </a:lnSpc>
              <a:spcBef>
                <a:spcPts val="570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100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object 8"/>
          <p:cNvSpPr/>
          <p:nvPr/>
        </p:nvSpPr>
        <p:spPr>
          <a:xfrm>
            <a:off x="693360" y="2708280"/>
            <a:ext cx="153360" cy="11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00" bIns="0" anchor="t" vert="vert270">
            <a:noAutofit/>
          </a:bodyPr>
          <a:p>
            <a:pPr marL="12600">
              <a:lnSpc>
                <a:spcPct val="100000"/>
              </a:lnSpc>
              <a:spcBef>
                <a:spcPts val="14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No. of Netflix users </a:t>
            </a:r>
            <a:r>
              <a:rPr b="0" lang="ro-RO" sz="900" spc="-26" strike="noStrike">
                <a:solidFill>
                  <a:srgbClr val="ffffff"/>
                </a:solidFill>
                <a:latin typeface="Arial MT"/>
              </a:rPr>
              <a:t>(M)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object 9" descr=""/>
          <p:cNvPicPr/>
          <p:nvPr/>
        </p:nvPicPr>
        <p:blipFill>
          <a:blip r:embed="rId1"/>
          <a:stretch/>
        </p:blipFill>
        <p:spPr>
          <a:xfrm>
            <a:off x="1200240" y="2405160"/>
            <a:ext cx="9000" cy="1819080"/>
          </a:xfrm>
          <a:prstGeom prst="rect">
            <a:avLst/>
          </a:prstGeom>
          <a:ln w="0">
            <a:noFill/>
          </a:ln>
        </p:spPr>
      </p:pic>
      <p:sp>
        <p:nvSpPr>
          <p:cNvPr id="254" name="object 10"/>
          <p:cNvSpPr/>
          <p:nvPr/>
        </p:nvSpPr>
        <p:spPr>
          <a:xfrm>
            <a:off x="1028520" y="4124520"/>
            <a:ext cx="22068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975"/>
              </a:lnSpc>
              <a:spcBef>
                <a:spcPts val="99"/>
              </a:spcBef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144000">
              <a:lnSpc>
                <a:spcPts val="975"/>
              </a:lnSpc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object 11"/>
          <p:cNvSpPr/>
          <p:nvPr/>
        </p:nvSpPr>
        <p:spPr>
          <a:xfrm>
            <a:off x="2577600" y="4235400"/>
            <a:ext cx="1683720" cy="293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9000" algn="ctr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9000" algn="ctr">
              <a:lnSpc>
                <a:spcPct val="100000"/>
              </a:lnSpc>
              <a:spcBef>
                <a:spcPts val="45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Internet usage per capita (in </a:t>
            </a:r>
            <a:r>
              <a:rPr b="0" lang="ro-RO" sz="900" spc="-26" strike="noStrike">
                <a:solidFill>
                  <a:srgbClr val="ffffff"/>
                </a:solidFill>
                <a:latin typeface="Arial MT"/>
              </a:rPr>
              <a:t>GB)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6" name="object 12" descr=""/>
          <p:cNvPicPr/>
          <p:nvPr/>
        </p:nvPicPr>
        <p:blipFill>
          <a:blip r:embed="rId2"/>
          <a:stretch/>
        </p:blipFill>
        <p:spPr>
          <a:xfrm>
            <a:off x="5638680" y="2405160"/>
            <a:ext cx="9000" cy="1819080"/>
          </a:xfrm>
          <a:prstGeom prst="rect">
            <a:avLst/>
          </a:prstGeom>
          <a:ln w="0">
            <a:noFill/>
          </a:ln>
        </p:spPr>
      </p:pic>
      <p:sp>
        <p:nvSpPr>
          <p:cNvPr id="257" name="object 13"/>
          <p:cNvSpPr/>
          <p:nvPr/>
        </p:nvSpPr>
        <p:spPr>
          <a:xfrm>
            <a:off x="5487840" y="4235400"/>
            <a:ext cx="311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1.000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8" name="object 14"/>
          <p:cNvGrpSpPr/>
          <p:nvPr/>
        </p:nvGrpSpPr>
        <p:grpSpPr>
          <a:xfrm>
            <a:off x="1567440" y="2400120"/>
            <a:ext cx="8581320" cy="1866600"/>
            <a:chOff x="1567440" y="2400120"/>
            <a:chExt cx="8581320" cy="1866600"/>
          </a:xfrm>
        </p:grpSpPr>
        <p:sp>
          <p:nvSpPr>
            <p:cNvPr id="259" name="object 15"/>
            <p:cNvSpPr/>
            <p:nvPr/>
          </p:nvSpPr>
          <p:spPr>
            <a:xfrm>
              <a:off x="3692160" y="2905560"/>
              <a:ext cx="256320" cy="25632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56320"/>
                <a:gd name="textAreaBottom" fmla="*/ 256680 h 256320"/>
              </a:gdLst>
              <a:ahLst/>
              <a:rect l="textAreaLeft" t="textAreaTop" r="textAreaRight" b="textAreaBottom"/>
              <a:pathLst>
                <a:path w="256539" h="256539">
                  <a:moveTo>
                    <a:pt x="136426" y="256120"/>
                  </a:moveTo>
                  <a:lnTo>
                    <a:pt x="119611" y="256120"/>
                  </a:lnTo>
                  <a:lnTo>
                    <a:pt x="111284" y="255300"/>
                  </a:lnTo>
                  <a:lnTo>
                    <a:pt x="71251" y="243153"/>
                  </a:lnTo>
                  <a:lnTo>
                    <a:pt x="31538" y="212663"/>
                  </a:lnTo>
                  <a:lnTo>
                    <a:pt x="6519" y="169294"/>
                  </a:lnTo>
                  <a:lnTo>
                    <a:pt x="0" y="136467"/>
                  </a:lnTo>
                  <a:lnTo>
                    <a:pt x="2" y="128060"/>
                  </a:lnTo>
                  <a:lnTo>
                    <a:pt x="0" y="119652"/>
                  </a:lnTo>
                  <a:lnTo>
                    <a:pt x="12950" y="71288"/>
                  </a:lnTo>
                  <a:lnTo>
                    <a:pt x="43426" y="31564"/>
                  </a:lnTo>
                  <a:lnTo>
                    <a:pt x="86786" y="6530"/>
                  </a:lnTo>
                  <a:lnTo>
                    <a:pt x="119611" y="0"/>
                  </a:lnTo>
                  <a:lnTo>
                    <a:pt x="136426" y="0"/>
                  </a:lnTo>
                  <a:lnTo>
                    <a:pt x="184785" y="12966"/>
                  </a:lnTo>
                  <a:lnTo>
                    <a:pt x="224499" y="43456"/>
                  </a:lnTo>
                  <a:lnTo>
                    <a:pt x="249518" y="86825"/>
                  </a:lnTo>
                  <a:lnTo>
                    <a:pt x="256037" y="119652"/>
                  </a:lnTo>
                  <a:lnTo>
                    <a:pt x="256037" y="136467"/>
                  </a:lnTo>
                  <a:lnTo>
                    <a:pt x="243087" y="184831"/>
                  </a:lnTo>
                  <a:lnTo>
                    <a:pt x="212611" y="224555"/>
                  </a:lnTo>
                  <a:lnTo>
                    <a:pt x="169251" y="249589"/>
                  </a:lnTo>
                  <a:lnTo>
                    <a:pt x="144753" y="255300"/>
                  </a:lnTo>
                  <a:lnTo>
                    <a:pt x="136426" y="256120"/>
                  </a:lnTo>
                  <a:close/>
                </a:path>
              </a:pathLst>
            </a:custGeom>
            <a:solidFill>
              <a:srgbClr val="6fb0d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60" name="object 16"/>
            <p:cNvSpPr/>
            <p:nvPr/>
          </p:nvSpPr>
          <p:spPr>
            <a:xfrm>
              <a:off x="3692160" y="2905560"/>
              <a:ext cx="256320" cy="256320"/>
            </a:xfrm>
            <a:custGeom>
              <a:avLst/>
              <a:gdLst>
                <a:gd name="textAreaLeft" fmla="*/ 0 w 256320"/>
                <a:gd name="textAreaRight" fmla="*/ 256680 w 256320"/>
                <a:gd name="textAreaTop" fmla="*/ 0 h 256320"/>
                <a:gd name="textAreaBottom" fmla="*/ 256680 h 256320"/>
              </a:gdLst>
              <a:ahLst/>
              <a:rect l="textAreaLeft" t="textAreaTop" r="textAreaRight" b="textAreaBottom"/>
              <a:pathLst>
                <a:path w="256539" h="256539">
                  <a:moveTo>
                    <a:pt x="2" y="128060"/>
                  </a:moveTo>
                  <a:lnTo>
                    <a:pt x="6519" y="169294"/>
                  </a:lnTo>
                  <a:lnTo>
                    <a:pt x="9734" y="177063"/>
                  </a:lnTo>
                  <a:lnTo>
                    <a:pt x="12950" y="184831"/>
                  </a:lnTo>
                  <a:lnTo>
                    <a:pt x="37482" y="218609"/>
                  </a:lnTo>
                  <a:lnTo>
                    <a:pt x="56883" y="234536"/>
                  </a:lnTo>
                  <a:lnTo>
                    <a:pt x="63873" y="239208"/>
                  </a:lnTo>
                  <a:lnTo>
                    <a:pt x="103038" y="253659"/>
                  </a:lnTo>
                  <a:lnTo>
                    <a:pt x="128018" y="256120"/>
                  </a:lnTo>
                  <a:lnTo>
                    <a:pt x="136426" y="256120"/>
                  </a:lnTo>
                  <a:lnTo>
                    <a:pt x="177018" y="246371"/>
                  </a:lnTo>
                  <a:lnTo>
                    <a:pt x="212611" y="224555"/>
                  </a:lnTo>
                  <a:lnTo>
                    <a:pt x="239145" y="192211"/>
                  </a:lnTo>
                  <a:lnTo>
                    <a:pt x="246302" y="177063"/>
                  </a:lnTo>
                  <a:lnTo>
                    <a:pt x="249518" y="169294"/>
                  </a:lnTo>
                  <a:lnTo>
                    <a:pt x="251944" y="161287"/>
                  </a:lnTo>
                  <a:lnTo>
                    <a:pt x="253582" y="153041"/>
                  </a:lnTo>
                  <a:lnTo>
                    <a:pt x="255220" y="144794"/>
                  </a:lnTo>
                  <a:lnTo>
                    <a:pt x="256037" y="136467"/>
                  </a:lnTo>
                  <a:lnTo>
                    <a:pt x="256034" y="128060"/>
                  </a:lnTo>
                  <a:lnTo>
                    <a:pt x="256037" y="119652"/>
                  </a:lnTo>
                  <a:lnTo>
                    <a:pt x="246302" y="79057"/>
                  </a:lnTo>
                  <a:lnTo>
                    <a:pt x="243087" y="71288"/>
                  </a:lnTo>
                  <a:lnTo>
                    <a:pt x="218555" y="37510"/>
                  </a:lnTo>
                  <a:lnTo>
                    <a:pt x="199154" y="21583"/>
                  </a:lnTo>
                  <a:lnTo>
                    <a:pt x="192164" y="16911"/>
                  </a:lnTo>
                  <a:lnTo>
                    <a:pt x="152998" y="2460"/>
                  </a:lnTo>
                  <a:lnTo>
                    <a:pt x="128018" y="0"/>
                  </a:lnTo>
                  <a:lnTo>
                    <a:pt x="119611" y="0"/>
                  </a:lnTo>
                  <a:lnTo>
                    <a:pt x="79019" y="9748"/>
                  </a:lnTo>
                  <a:lnTo>
                    <a:pt x="43426" y="31564"/>
                  </a:lnTo>
                  <a:lnTo>
                    <a:pt x="21562" y="56917"/>
                  </a:lnTo>
                  <a:lnTo>
                    <a:pt x="16892" y="63908"/>
                  </a:lnTo>
                  <a:lnTo>
                    <a:pt x="12950" y="71288"/>
                  </a:lnTo>
                  <a:lnTo>
                    <a:pt x="9734" y="79057"/>
                  </a:lnTo>
                  <a:lnTo>
                    <a:pt x="6519" y="86825"/>
                  </a:lnTo>
                  <a:lnTo>
                    <a:pt x="4092" y="94832"/>
                  </a:lnTo>
                  <a:lnTo>
                    <a:pt x="2455" y="103079"/>
                  </a:lnTo>
                  <a:lnTo>
                    <a:pt x="817" y="111325"/>
                  </a:lnTo>
                  <a:lnTo>
                    <a:pt x="0" y="119652"/>
                  </a:lnTo>
                  <a:lnTo>
                    <a:pt x="2" y="128060"/>
                  </a:lnTo>
                </a:path>
              </a:pathLst>
            </a:custGeom>
            <a:noFill/>
            <a:ln w="9524">
              <a:solidFill>
                <a:srgbClr val="6fb0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61" name="object 17" descr=""/>
            <p:cNvPicPr/>
            <p:nvPr/>
          </p:nvPicPr>
          <p:blipFill>
            <a:blip r:embed="rId3"/>
            <a:stretch/>
          </p:blipFill>
          <p:spPr>
            <a:xfrm>
              <a:off x="5232960" y="2832480"/>
              <a:ext cx="221400" cy="221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2" name="object 18" descr=""/>
            <p:cNvPicPr/>
            <p:nvPr/>
          </p:nvPicPr>
          <p:blipFill>
            <a:blip r:embed="rId4"/>
            <a:stretch/>
          </p:blipFill>
          <p:spPr>
            <a:xfrm>
              <a:off x="4153680" y="2868480"/>
              <a:ext cx="221400" cy="221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3" name="object 19" descr=""/>
            <p:cNvPicPr/>
            <p:nvPr/>
          </p:nvPicPr>
          <p:blipFill>
            <a:blip r:embed="rId5"/>
            <a:stretch/>
          </p:blipFill>
          <p:spPr>
            <a:xfrm>
              <a:off x="3894120" y="2995200"/>
              <a:ext cx="221400" cy="2214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4" name="object 20" descr=""/>
            <p:cNvPicPr/>
            <p:nvPr/>
          </p:nvPicPr>
          <p:blipFill>
            <a:blip r:embed="rId6"/>
            <a:stretch/>
          </p:blipFill>
          <p:spPr>
            <a:xfrm>
              <a:off x="2922120" y="2405160"/>
              <a:ext cx="1018440" cy="1819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5" name="object 21" descr=""/>
            <p:cNvPicPr/>
            <p:nvPr/>
          </p:nvPicPr>
          <p:blipFill>
            <a:blip r:embed="rId7"/>
            <a:stretch/>
          </p:blipFill>
          <p:spPr>
            <a:xfrm>
              <a:off x="2321280" y="2669400"/>
              <a:ext cx="602640" cy="7462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66" name="object 22" descr=""/>
            <p:cNvPicPr/>
            <p:nvPr/>
          </p:nvPicPr>
          <p:blipFill>
            <a:blip r:embed="rId8"/>
            <a:stretch/>
          </p:blipFill>
          <p:spPr>
            <a:xfrm>
              <a:off x="1567440" y="2752200"/>
              <a:ext cx="1166040" cy="14130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67" name="object 23"/>
            <p:cNvSpPr/>
            <p:nvPr/>
          </p:nvSpPr>
          <p:spPr>
            <a:xfrm>
              <a:off x="6519960" y="2400120"/>
              <a:ext cx="3628800" cy="1866600"/>
            </a:xfrm>
            <a:custGeom>
              <a:avLst/>
              <a:gdLst>
                <a:gd name="textAreaLeft" fmla="*/ 0 w 3628800"/>
                <a:gd name="textAreaRight" fmla="*/ 3629160 w 3628800"/>
                <a:gd name="textAreaTop" fmla="*/ 0 h 1866600"/>
                <a:gd name="textAreaBottom" fmla="*/ 1866960 h 1866600"/>
              </a:gdLst>
              <a:ahLst/>
              <a:rect l="textAreaLeft" t="textAreaTop" r="textAreaRight" b="textAreaBottom"/>
              <a:pathLst>
                <a:path w="3629025" h="1866900">
                  <a:moveTo>
                    <a:pt x="9525" y="1860829"/>
                  </a:moveTo>
                  <a:lnTo>
                    <a:pt x="9067" y="1859711"/>
                  </a:lnTo>
                  <a:lnTo>
                    <a:pt x="7200" y="1857844"/>
                  </a:lnTo>
                  <a:lnTo>
                    <a:pt x="6083" y="1857375"/>
                  </a:lnTo>
                  <a:lnTo>
                    <a:pt x="3454" y="1857375"/>
                  </a:lnTo>
                  <a:lnTo>
                    <a:pt x="2336" y="1857844"/>
                  </a:lnTo>
                  <a:lnTo>
                    <a:pt x="469" y="1859711"/>
                  </a:lnTo>
                  <a:lnTo>
                    <a:pt x="0" y="1860829"/>
                  </a:lnTo>
                  <a:lnTo>
                    <a:pt x="0" y="1863458"/>
                  </a:lnTo>
                  <a:lnTo>
                    <a:pt x="469" y="1864575"/>
                  </a:lnTo>
                  <a:lnTo>
                    <a:pt x="2336" y="1866442"/>
                  </a:lnTo>
                  <a:lnTo>
                    <a:pt x="3454" y="1866900"/>
                  </a:lnTo>
                  <a:lnTo>
                    <a:pt x="6083" y="1866900"/>
                  </a:lnTo>
                  <a:lnTo>
                    <a:pt x="7200" y="1866442"/>
                  </a:lnTo>
                  <a:lnTo>
                    <a:pt x="9067" y="1864575"/>
                  </a:lnTo>
                  <a:lnTo>
                    <a:pt x="9525" y="1863458"/>
                  </a:lnTo>
                  <a:lnTo>
                    <a:pt x="9525" y="1860829"/>
                  </a:lnTo>
                  <a:close/>
                </a:path>
                <a:path w="3629025" h="1866900">
                  <a:moveTo>
                    <a:pt x="9525" y="1396479"/>
                  </a:moveTo>
                  <a:lnTo>
                    <a:pt x="9067" y="1395361"/>
                  </a:lnTo>
                  <a:lnTo>
                    <a:pt x="7200" y="1393507"/>
                  </a:lnTo>
                  <a:lnTo>
                    <a:pt x="6083" y="1393037"/>
                  </a:lnTo>
                  <a:lnTo>
                    <a:pt x="3454" y="1393037"/>
                  </a:lnTo>
                  <a:lnTo>
                    <a:pt x="2336" y="1393507"/>
                  </a:lnTo>
                  <a:lnTo>
                    <a:pt x="469" y="1395361"/>
                  </a:lnTo>
                  <a:lnTo>
                    <a:pt x="0" y="1396479"/>
                  </a:lnTo>
                  <a:lnTo>
                    <a:pt x="0" y="1399120"/>
                  </a:lnTo>
                  <a:lnTo>
                    <a:pt x="469" y="1400238"/>
                  </a:lnTo>
                  <a:lnTo>
                    <a:pt x="2336" y="1402092"/>
                  </a:lnTo>
                  <a:lnTo>
                    <a:pt x="3454" y="1402562"/>
                  </a:lnTo>
                  <a:lnTo>
                    <a:pt x="6083" y="1402562"/>
                  </a:lnTo>
                  <a:lnTo>
                    <a:pt x="7200" y="1402092"/>
                  </a:lnTo>
                  <a:lnTo>
                    <a:pt x="9067" y="1400238"/>
                  </a:lnTo>
                  <a:lnTo>
                    <a:pt x="9525" y="1399120"/>
                  </a:lnTo>
                  <a:lnTo>
                    <a:pt x="9525" y="1396479"/>
                  </a:lnTo>
                  <a:close/>
                </a:path>
                <a:path w="3629025" h="1866900">
                  <a:moveTo>
                    <a:pt x="9525" y="932141"/>
                  </a:moveTo>
                  <a:lnTo>
                    <a:pt x="9067" y="931024"/>
                  </a:lnTo>
                  <a:lnTo>
                    <a:pt x="7200" y="929157"/>
                  </a:lnTo>
                  <a:lnTo>
                    <a:pt x="6083" y="928687"/>
                  </a:lnTo>
                  <a:lnTo>
                    <a:pt x="3454" y="928687"/>
                  </a:lnTo>
                  <a:lnTo>
                    <a:pt x="2336" y="929157"/>
                  </a:lnTo>
                  <a:lnTo>
                    <a:pt x="469" y="931024"/>
                  </a:lnTo>
                  <a:lnTo>
                    <a:pt x="0" y="932141"/>
                  </a:lnTo>
                  <a:lnTo>
                    <a:pt x="0" y="934770"/>
                  </a:lnTo>
                  <a:lnTo>
                    <a:pt x="469" y="935888"/>
                  </a:lnTo>
                  <a:lnTo>
                    <a:pt x="2336" y="937755"/>
                  </a:lnTo>
                  <a:lnTo>
                    <a:pt x="3454" y="938212"/>
                  </a:lnTo>
                  <a:lnTo>
                    <a:pt x="6083" y="938212"/>
                  </a:lnTo>
                  <a:lnTo>
                    <a:pt x="7200" y="937755"/>
                  </a:lnTo>
                  <a:lnTo>
                    <a:pt x="9067" y="935888"/>
                  </a:lnTo>
                  <a:lnTo>
                    <a:pt x="9525" y="934770"/>
                  </a:lnTo>
                  <a:lnTo>
                    <a:pt x="9525" y="932141"/>
                  </a:lnTo>
                  <a:close/>
                </a:path>
                <a:path w="3629025" h="1866900">
                  <a:moveTo>
                    <a:pt x="9525" y="467791"/>
                  </a:moveTo>
                  <a:lnTo>
                    <a:pt x="9067" y="466674"/>
                  </a:lnTo>
                  <a:lnTo>
                    <a:pt x="7200" y="464820"/>
                  </a:lnTo>
                  <a:lnTo>
                    <a:pt x="6083" y="464350"/>
                  </a:lnTo>
                  <a:lnTo>
                    <a:pt x="3454" y="464350"/>
                  </a:lnTo>
                  <a:lnTo>
                    <a:pt x="2336" y="464820"/>
                  </a:lnTo>
                  <a:lnTo>
                    <a:pt x="469" y="466674"/>
                  </a:lnTo>
                  <a:lnTo>
                    <a:pt x="0" y="467791"/>
                  </a:lnTo>
                  <a:lnTo>
                    <a:pt x="0" y="470433"/>
                  </a:lnTo>
                  <a:lnTo>
                    <a:pt x="469" y="471551"/>
                  </a:lnTo>
                  <a:lnTo>
                    <a:pt x="2336" y="473405"/>
                  </a:lnTo>
                  <a:lnTo>
                    <a:pt x="3454" y="473875"/>
                  </a:lnTo>
                  <a:lnTo>
                    <a:pt x="6083" y="473875"/>
                  </a:lnTo>
                  <a:lnTo>
                    <a:pt x="7200" y="473405"/>
                  </a:lnTo>
                  <a:lnTo>
                    <a:pt x="9067" y="471551"/>
                  </a:lnTo>
                  <a:lnTo>
                    <a:pt x="9525" y="470433"/>
                  </a:lnTo>
                  <a:lnTo>
                    <a:pt x="9525" y="467791"/>
                  </a:lnTo>
                  <a:close/>
                </a:path>
                <a:path w="3629025" h="1866900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3629025" h="1866900">
                  <a:moveTo>
                    <a:pt x="57150" y="1860829"/>
                  </a:moveTo>
                  <a:lnTo>
                    <a:pt x="56692" y="1859711"/>
                  </a:lnTo>
                  <a:lnTo>
                    <a:pt x="54825" y="1857844"/>
                  </a:lnTo>
                  <a:lnTo>
                    <a:pt x="53708" y="1857375"/>
                  </a:lnTo>
                  <a:lnTo>
                    <a:pt x="51079" y="1857375"/>
                  </a:lnTo>
                  <a:lnTo>
                    <a:pt x="49961" y="1857844"/>
                  </a:lnTo>
                  <a:lnTo>
                    <a:pt x="48094" y="1859711"/>
                  </a:lnTo>
                  <a:lnTo>
                    <a:pt x="47625" y="1860829"/>
                  </a:lnTo>
                  <a:lnTo>
                    <a:pt x="47625" y="1863458"/>
                  </a:lnTo>
                  <a:lnTo>
                    <a:pt x="48094" y="1864575"/>
                  </a:lnTo>
                  <a:lnTo>
                    <a:pt x="49961" y="1866442"/>
                  </a:lnTo>
                  <a:lnTo>
                    <a:pt x="51079" y="1866900"/>
                  </a:lnTo>
                  <a:lnTo>
                    <a:pt x="53708" y="1866900"/>
                  </a:lnTo>
                  <a:lnTo>
                    <a:pt x="54825" y="1866442"/>
                  </a:lnTo>
                  <a:lnTo>
                    <a:pt x="56692" y="1864575"/>
                  </a:lnTo>
                  <a:lnTo>
                    <a:pt x="57150" y="1863458"/>
                  </a:lnTo>
                  <a:lnTo>
                    <a:pt x="57150" y="1860829"/>
                  </a:lnTo>
                  <a:close/>
                </a:path>
                <a:path w="3629025" h="1866900">
                  <a:moveTo>
                    <a:pt x="57150" y="1396479"/>
                  </a:moveTo>
                  <a:lnTo>
                    <a:pt x="56692" y="1395361"/>
                  </a:lnTo>
                  <a:lnTo>
                    <a:pt x="54825" y="1393507"/>
                  </a:lnTo>
                  <a:lnTo>
                    <a:pt x="53708" y="1393037"/>
                  </a:lnTo>
                  <a:lnTo>
                    <a:pt x="51079" y="1393037"/>
                  </a:lnTo>
                  <a:lnTo>
                    <a:pt x="49961" y="1393507"/>
                  </a:lnTo>
                  <a:lnTo>
                    <a:pt x="48094" y="1395361"/>
                  </a:lnTo>
                  <a:lnTo>
                    <a:pt x="47625" y="1396479"/>
                  </a:lnTo>
                  <a:lnTo>
                    <a:pt x="47625" y="1399120"/>
                  </a:lnTo>
                  <a:lnTo>
                    <a:pt x="48094" y="1400238"/>
                  </a:lnTo>
                  <a:lnTo>
                    <a:pt x="49961" y="1402092"/>
                  </a:lnTo>
                  <a:lnTo>
                    <a:pt x="51079" y="1402562"/>
                  </a:lnTo>
                  <a:lnTo>
                    <a:pt x="53708" y="1402562"/>
                  </a:lnTo>
                  <a:lnTo>
                    <a:pt x="54825" y="1402092"/>
                  </a:lnTo>
                  <a:lnTo>
                    <a:pt x="56692" y="1400238"/>
                  </a:lnTo>
                  <a:lnTo>
                    <a:pt x="57150" y="1399120"/>
                  </a:lnTo>
                  <a:lnTo>
                    <a:pt x="57150" y="1396479"/>
                  </a:lnTo>
                  <a:close/>
                </a:path>
                <a:path w="3629025" h="1866900">
                  <a:moveTo>
                    <a:pt x="57150" y="932141"/>
                  </a:moveTo>
                  <a:lnTo>
                    <a:pt x="56692" y="931024"/>
                  </a:lnTo>
                  <a:lnTo>
                    <a:pt x="54825" y="929157"/>
                  </a:lnTo>
                  <a:lnTo>
                    <a:pt x="53708" y="928687"/>
                  </a:lnTo>
                  <a:lnTo>
                    <a:pt x="51079" y="928687"/>
                  </a:lnTo>
                  <a:lnTo>
                    <a:pt x="49961" y="929157"/>
                  </a:lnTo>
                  <a:lnTo>
                    <a:pt x="48094" y="931024"/>
                  </a:lnTo>
                  <a:lnTo>
                    <a:pt x="47625" y="932141"/>
                  </a:lnTo>
                  <a:lnTo>
                    <a:pt x="47625" y="934770"/>
                  </a:lnTo>
                  <a:lnTo>
                    <a:pt x="48094" y="935888"/>
                  </a:lnTo>
                  <a:lnTo>
                    <a:pt x="49961" y="937755"/>
                  </a:lnTo>
                  <a:lnTo>
                    <a:pt x="51079" y="938212"/>
                  </a:lnTo>
                  <a:lnTo>
                    <a:pt x="53708" y="938212"/>
                  </a:lnTo>
                  <a:lnTo>
                    <a:pt x="54825" y="937755"/>
                  </a:lnTo>
                  <a:lnTo>
                    <a:pt x="56692" y="935888"/>
                  </a:lnTo>
                  <a:lnTo>
                    <a:pt x="57150" y="934770"/>
                  </a:lnTo>
                  <a:lnTo>
                    <a:pt x="57150" y="932141"/>
                  </a:lnTo>
                  <a:close/>
                </a:path>
                <a:path w="3629025" h="1866900">
                  <a:moveTo>
                    <a:pt x="57150" y="467791"/>
                  </a:moveTo>
                  <a:lnTo>
                    <a:pt x="56692" y="466674"/>
                  </a:lnTo>
                  <a:lnTo>
                    <a:pt x="54825" y="464820"/>
                  </a:lnTo>
                  <a:lnTo>
                    <a:pt x="53708" y="464350"/>
                  </a:lnTo>
                  <a:lnTo>
                    <a:pt x="51079" y="464350"/>
                  </a:lnTo>
                  <a:lnTo>
                    <a:pt x="49961" y="464820"/>
                  </a:lnTo>
                  <a:lnTo>
                    <a:pt x="48094" y="466674"/>
                  </a:lnTo>
                  <a:lnTo>
                    <a:pt x="47625" y="467791"/>
                  </a:lnTo>
                  <a:lnTo>
                    <a:pt x="47625" y="470433"/>
                  </a:lnTo>
                  <a:lnTo>
                    <a:pt x="48094" y="471551"/>
                  </a:lnTo>
                  <a:lnTo>
                    <a:pt x="49961" y="473405"/>
                  </a:lnTo>
                  <a:lnTo>
                    <a:pt x="51079" y="473875"/>
                  </a:lnTo>
                  <a:lnTo>
                    <a:pt x="53708" y="473875"/>
                  </a:lnTo>
                  <a:lnTo>
                    <a:pt x="54825" y="473405"/>
                  </a:lnTo>
                  <a:lnTo>
                    <a:pt x="56692" y="471551"/>
                  </a:lnTo>
                  <a:lnTo>
                    <a:pt x="57150" y="470433"/>
                  </a:lnTo>
                  <a:lnTo>
                    <a:pt x="57150" y="467791"/>
                  </a:lnTo>
                  <a:close/>
                </a:path>
                <a:path w="3629025" h="1866900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3629025" h="1866900">
                  <a:moveTo>
                    <a:pt x="104775" y="1860829"/>
                  </a:moveTo>
                  <a:lnTo>
                    <a:pt x="104317" y="1859711"/>
                  </a:lnTo>
                  <a:lnTo>
                    <a:pt x="102450" y="1857844"/>
                  </a:lnTo>
                  <a:lnTo>
                    <a:pt x="101333" y="1857375"/>
                  </a:lnTo>
                  <a:lnTo>
                    <a:pt x="98704" y="1857375"/>
                  </a:lnTo>
                  <a:lnTo>
                    <a:pt x="97586" y="1857844"/>
                  </a:lnTo>
                  <a:lnTo>
                    <a:pt x="95719" y="1859711"/>
                  </a:lnTo>
                  <a:lnTo>
                    <a:pt x="95250" y="1860829"/>
                  </a:lnTo>
                  <a:lnTo>
                    <a:pt x="95250" y="1863458"/>
                  </a:lnTo>
                  <a:lnTo>
                    <a:pt x="95719" y="1864575"/>
                  </a:lnTo>
                  <a:lnTo>
                    <a:pt x="97586" y="1866442"/>
                  </a:lnTo>
                  <a:lnTo>
                    <a:pt x="98704" y="1866900"/>
                  </a:lnTo>
                  <a:lnTo>
                    <a:pt x="101333" y="1866900"/>
                  </a:lnTo>
                  <a:lnTo>
                    <a:pt x="102450" y="1866442"/>
                  </a:lnTo>
                  <a:lnTo>
                    <a:pt x="104317" y="1864575"/>
                  </a:lnTo>
                  <a:lnTo>
                    <a:pt x="104775" y="1863458"/>
                  </a:lnTo>
                  <a:lnTo>
                    <a:pt x="104775" y="1860829"/>
                  </a:lnTo>
                  <a:close/>
                </a:path>
                <a:path w="3629025" h="1866900">
                  <a:moveTo>
                    <a:pt x="104775" y="1396479"/>
                  </a:moveTo>
                  <a:lnTo>
                    <a:pt x="104317" y="1395361"/>
                  </a:lnTo>
                  <a:lnTo>
                    <a:pt x="102450" y="1393507"/>
                  </a:lnTo>
                  <a:lnTo>
                    <a:pt x="101333" y="1393037"/>
                  </a:lnTo>
                  <a:lnTo>
                    <a:pt x="98704" y="1393037"/>
                  </a:lnTo>
                  <a:lnTo>
                    <a:pt x="97586" y="1393507"/>
                  </a:lnTo>
                  <a:lnTo>
                    <a:pt x="95719" y="1395361"/>
                  </a:lnTo>
                  <a:lnTo>
                    <a:pt x="95250" y="1396479"/>
                  </a:lnTo>
                  <a:lnTo>
                    <a:pt x="95250" y="1399120"/>
                  </a:lnTo>
                  <a:lnTo>
                    <a:pt x="95719" y="1400238"/>
                  </a:lnTo>
                  <a:lnTo>
                    <a:pt x="97586" y="1402092"/>
                  </a:lnTo>
                  <a:lnTo>
                    <a:pt x="98704" y="1402562"/>
                  </a:lnTo>
                  <a:lnTo>
                    <a:pt x="101333" y="1402562"/>
                  </a:lnTo>
                  <a:lnTo>
                    <a:pt x="102450" y="1402092"/>
                  </a:lnTo>
                  <a:lnTo>
                    <a:pt x="104317" y="1400238"/>
                  </a:lnTo>
                  <a:lnTo>
                    <a:pt x="104775" y="1399120"/>
                  </a:lnTo>
                  <a:lnTo>
                    <a:pt x="104775" y="1396479"/>
                  </a:lnTo>
                  <a:close/>
                </a:path>
                <a:path w="3629025" h="1866900">
                  <a:moveTo>
                    <a:pt x="104775" y="932141"/>
                  </a:moveTo>
                  <a:lnTo>
                    <a:pt x="104317" y="931024"/>
                  </a:lnTo>
                  <a:lnTo>
                    <a:pt x="102450" y="929157"/>
                  </a:lnTo>
                  <a:lnTo>
                    <a:pt x="101333" y="928687"/>
                  </a:lnTo>
                  <a:lnTo>
                    <a:pt x="98704" y="928687"/>
                  </a:lnTo>
                  <a:lnTo>
                    <a:pt x="97586" y="929157"/>
                  </a:lnTo>
                  <a:lnTo>
                    <a:pt x="95719" y="931024"/>
                  </a:lnTo>
                  <a:lnTo>
                    <a:pt x="95250" y="932141"/>
                  </a:lnTo>
                  <a:lnTo>
                    <a:pt x="95250" y="934770"/>
                  </a:lnTo>
                  <a:lnTo>
                    <a:pt x="95719" y="935888"/>
                  </a:lnTo>
                  <a:lnTo>
                    <a:pt x="97586" y="937755"/>
                  </a:lnTo>
                  <a:lnTo>
                    <a:pt x="98704" y="938212"/>
                  </a:lnTo>
                  <a:lnTo>
                    <a:pt x="101333" y="938212"/>
                  </a:lnTo>
                  <a:lnTo>
                    <a:pt x="102450" y="937755"/>
                  </a:lnTo>
                  <a:lnTo>
                    <a:pt x="104317" y="935888"/>
                  </a:lnTo>
                  <a:lnTo>
                    <a:pt x="104775" y="934770"/>
                  </a:lnTo>
                  <a:lnTo>
                    <a:pt x="104775" y="932141"/>
                  </a:lnTo>
                  <a:close/>
                </a:path>
                <a:path w="3629025" h="1866900">
                  <a:moveTo>
                    <a:pt x="104775" y="467791"/>
                  </a:moveTo>
                  <a:lnTo>
                    <a:pt x="104317" y="466674"/>
                  </a:lnTo>
                  <a:lnTo>
                    <a:pt x="102450" y="464820"/>
                  </a:lnTo>
                  <a:lnTo>
                    <a:pt x="101333" y="464350"/>
                  </a:lnTo>
                  <a:lnTo>
                    <a:pt x="98704" y="464350"/>
                  </a:lnTo>
                  <a:lnTo>
                    <a:pt x="97586" y="464820"/>
                  </a:lnTo>
                  <a:lnTo>
                    <a:pt x="95719" y="466674"/>
                  </a:lnTo>
                  <a:lnTo>
                    <a:pt x="95250" y="467791"/>
                  </a:lnTo>
                  <a:lnTo>
                    <a:pt x="95250" y="470433"/>
                  </a:lnTo>
                  <a:lnTo>
                    <a:pt x="95719" y="471551"/>
                  </a:lnTo>
                  <a:lnTo>
                    <a:pt x="97586" y="473405"/>
                  </a:lnTo>
                  <a:lnTo>
                    <a:pt x="98704" y="473875"/>
                  </a:lnTo>
                  <a:lnTo>
                    <a:pt x="101333" y="473875"/>
                  </a:lnTo>
                  <a:lnTo>
                    <a:pt x="102450" y="473405"/>
                  </a:lnTo>
                  <a:lnTo>
                    <a:pt x="104317" y="471551"/>
                  </a:lnTo>
                  <a:lnTo>
                    <a:pt x="104775" y="470433"/>
                  </a:lnTo>
                  <a:lnTo>
                    <a:pt x="104775" y="467791"/>
                  </a:lnTo>
                  <a:close/>
                </a:path>
                <a:path w="3629025" h="1866900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3629025" h="1866900">
                  <a:moveTo>
                    <a:pt x="152400" y="1860829"/>
                  </a:moveTo>
                  <a:lnTo>
                    <a:pt x="151942" y="1859711"/>
                  </a:lnTo>
                  <a:lnTo>
                    <a:pt x="150075" y="1857844"/>
                  </a:lnTo>
                  <a:lnTo>
                    <a:pt x="148958" y="1857375"/>
                  </a:lnTo>
                  <a:lnTo>
                    <a:pt x="146329" y="1857375"/>
                  </a:lnTo>
                  <a:lnTo>
                    <a:pt x="145211" y="1857844"/>
                  </a:lnTo>
                  <a:lnTo>
                    <a:pt x="143344" y="1859711"/>
                  </a:lnTo>
                  <a:lnTo>
                    <a:pt x="142875" y="1860829"/>
                  </a:lnTo>
                  <a:lnTo>
                    <a:pt x="142875" y="1863458"/>
                  </a:lnTo>
                  <a:lnTo>
                    <a:pt x="143344" y="1864575"/>
                  </a:lnTo>
                  <a:lnTo>
                    <a:pt x="145211" y="1866442"/>
                  </a:lnTo>
                  <a:lnTo>
                    <a:pt x="146329" y="1866900"/>
                  </a:lnTo>
                  <a:lnTo>
                    <a:pt x="148958" y="1866900"/>
                  </a:lnTo>
                  <a:lnTo>
                    <a:pt x="150075" y="1866442"/>
                  </a:lnTo>
                  <a:lnTo>
                    <a:pt x="151942" y="1864575"/>
                  </a:lnTo>
                  <a:lnTo>
                    <a:pt x="152400" y="1863458"/>
                  </a:lnTo>
                  <a:lnTo>
                    <a:pt x="152400" y="1860829"/>
                  </a:lnTo>
                  <a:close/>
                </a:path>
                <a:path w="3629025" h="1866900">
                  <a:moveTo>
                    <a:pt x="152400" y="1396479"/>
                  </a:moveTo>
                  <a:lnTo>
                    <a:pt x="151942" y="1395361"/>
                  </a:lnTo>
                  <a:lnTo>
                    <a:pt x="150075" y="1393507"/>
                  </a:lnTo>
                  <a:lnTo>
                    <a:pt x="148958" y="1393037"/>
                  </a:lnTo>
                  <a:lnTo>
                    <a:pt x="146329" y="1393037"/>
                  </a:lnTo>
                  <a:lnTo>
                    <a:pt x="145211" y="1393507"/>
                  </a:lnTo>
                  <a:lnTo>
                    <a:pt x="143344" y="1395361"/>
                  </a:lnTo>
                  <a:lnTo>
                    <a:pt x="142875" y="1396479"/>
                  </a:lnTo>
                  <a:lnTo>
                    <a:pt x="142875" y="1399120"/>
                  </a:lnTo>
                  <a:lnTo>
                    <a:pt x="143344" y="1400238"/>
                  </a:lnTo>
                  <a:lnTo>
                    <a:pt x="145211" y="1402092"/>
                  </a:lnTo>
                  <a:lnTo>
                    <a:pt x="146329" y="1402562"/>
                  </a:lnTo>
                  <a:lnTo>
                    <a:pt x="148958" y="1402562"/>
                  </a:lnTo>
                  <a:lnTo>
                    <a:pt x="150075" y="1402092"/>
                  </a:lnTo>
                  <a:lnTo>
                    <a:pt x="151942" y="1400238"/>
                  </a:lnTo>
                  <a:lnTo>
                    <a:pt x="152400" y="1399120"/>
                  </a:lnTo>
                  <a:lnTo>
                    <a:pt x="152400" y="1396479"/>
                  </a:lnTo>
                  <a:close/>
                </a:path>
                <a:path w="3629025" h="1866900">
                  <a:moveTo>
                    <a:pt x="152400" y="932141"/>
                  </a:moveTo>
                  <a:lnTo>
                    <a:pt x="151942" y="931024"/>
                  </a:lnTo>
                  <a:lnTo>
                    <a:pt x="150075" y="929157"/>
                  </a:lnTo>
                  <a:lnTo>
                    <a:pt x="148958" y="928687"/>
                  </a:lnTo>
                  <a:lnTo>
                    <a:pt x="146329" y="928687"/>
                  </a:lnTo>
                  <a:lnTo>
                    <a:pt x="145211" y="929157"/>
                  </a:lnTo>
                  <a:lnTo>
                    <a:pt x="143344" y="931024"/>
                  </a:lnTo>
                  <a:lnTo>
                    <a:pt x="142875" y="932141"/>
                  </a:lnTo>
                  <a:lnTo>
                    <a:pt x="142875" y="934770"/>
                  </a:lnTo>
                  <a:lnTo>
                    <a:pt x="143344" y="935888"/>
                  </a:lnTo>
                  <a:lnTo>
                    <a:pt x="145211" y="937755"/>
                  </a:lnTo>
                  <a:lnTo>
                    <a:pt x="146329" y="938212"/>
                  </a:lnTo>
                  <a:lnTo>
                    <a:pt x="148958" y="938212"/>
                  </a:lnTo>
                  <a:lnTo>
                    <a:pt x="150075" y="937755"/>
                  </a:lnTo>
                  <a:lnTo>
                    <a:pt x="151942" y="935888"/>
                  </a:lnTo>
                  <a:lnTo>
                    <a:pt x="152400" y="934770"/>
                  </a:lnTo>
                  <a:lnTo>
                    <a:pt x="152400" y="932141"/>
                  </a:lnTo>
                  <a:close/>
                </a:path>
                <a:path w="3629025" h="1866900">
                  <a:moveTo>
                    <a:pt x="152400" y="467791"/>
                  </a:moveTo>
                  <a:lnTo>
                    <a:pt x="151942" y="466674"/>
                  </a:lnTo>
                  <a:lnTo>
                    <a:pt x="150075" y="464820"/>
                  </a:lnTo>
                  <a:lnTo>
                    <a:pt x="148958" y="464350"/>
                  </a:lnTo>
                  <a:lnTo>
                    <a:pt x="146329" y="464350"/>
                  </a:lnTo>
                  <a:lnTo>
                    <a:pt x="145211" y="464820"/>
                  </a:lnTo>
                  <a:lnTo>
                    <a:pt x="143344" y="466674"/>
                  </a:lnTo>
                  <a:lnTo>
                    <a:pt x="142875" y="467791"/>
                  </a:lnTo>
                  <a:lnTo>
                    <a:pt x="142875" y="470433"/>
                  </a:lnTo>
                  <a:lnTo>
                    <a:pt x="143344" y="471551"/>
                  </a:lnTo>
                  <a:lnTo>
                    <a:pt x="145211" y="473405"/>
                  </a:lnTo>
                  <a:lnTo>
                    <a:pt x="146329" y="473875"/>
                  </a:lnTo>
                  <a:lnTo>
                    <a:pt x="148958" y="473875"/>
                  </a:lnTo>
                  <a:lnTo>
                    <a:pt x="150075" y="473405"/>
                  </a:lnTo>
                  <a:lnTo>
                    <a:pt x="151942" y="471551"/>
                  </a:lnTo>
                  <a:lnTo>
                    <a:pt x="152400" y="470433"/>
                  </a:lnTo>
                  <a:lnTo>
                    <a:pt x="152400" y="467791"/>
                  </a:lnTo>
                  <a:close/>
                </a:path>
                <a:path w="3629025" h="1866900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3629025" h="1866900">
                  <a:moveTo>
                    <a:pt x="200025" y="1860829"/>
                  </a:moveTo>
                  <a:lnTo>
                    <a:pt x="199567" y="1859711"/>
                  </a:lnTo>
                  <a:lnTo>
                    <a:pt x="197700" y="1857844"/>
                  </a:lnTo>
                  <a:lnTo>
                    <a:pt x="196583" y="1857375"/>
                  </a:lnTo>
                  <a:lnTo>
                    <a:pt x="193954" y="1857375"/>
                  </a:lnTo>
                  <a:lnTo>
                    <a:pt x="192836" y="1857844"/>
                  </a:lnTo>
                  <a:lnTo>
                    <a:pt x="190969" y="1859711"/>
                  </a:lnTo>
                  <a:lnTo>
                    <a:pt x="190500" y="1860829"/>
                  </a:lnTo>
                  <a:lnTo>
                    <a:pt x="190500" y="1863458"/>
                  </a:lnTo>
                  <a:lnTo>
                    <a:pt x="190969" y="1864575"/>
                  </a:lnTo>
                  <a:lnTo>
                    <a:pt x="192836" y="1866442"/>
                  </a:lnTo>
                  <a:lnTo>
                    <a:pt x="193954" y="1866900"/>
                  </a:lnTo>
                  <a:lnTo>
                    <a:pt x="196583" y="1866900"/>
                  </a:lnTo>
                  <a:lnTo>
                    <a:pt x="197700" y="1866442"/>
                  </a:lnTo>
                  <a:lnTo>
                    <a:pt x="199567" y="1864575"/>
                  </a:lnTo>
                  <a:lnTo>
                    <a:pt x="200025" y="1863458"/>
                  </a:lnTo>
                  <a:lnTo>
                    <a:pt x="200025" y="1860829"/>
                  </a:lnTo>
                  <a:close/>
                </a:path>
                <a:path w="3629025" h="1866900">
                  <a:moveTo>
                    <a:pt x="200025" y="1396479"/>
                  </a:moveTo>
                  <a:lnTo>
                    <a:pt x="199567" y="1395361"/>
                  </a:lnTo>
                  <a:lnTo>
                    <a:pt x="197700" y="1393507"/>
                  </a:lnTo>
                  <a:lnTo>
                    <a:pt x="196583" y="1393037"/>
                  </a:lnTo>
                  <a:lnTo>
                    <a:pt x="193954" y="1393037"/>
                  </a:lnTo>
                  <a:lnTo>
                    <a:pt x="192836" y="1393507"/>
                  </a:lnTo>
                  <a:lnTo>
                    <a:pt x="190969" y="1395361"/>
                  </a:lnTo>
                  <a:lnTo>
                    <a:pt x="190500" y="1396479"/>
                  </a:lnTo>
                  <a:lnTo>
                    <a:pt x="190500" y="1399120"/>
                  </a:lnTo>
                  <a:lnTo>
                    <a:pt x="190969" y="1400238"/>
                  </a:lnTo>
                  <a:lnTo>
                    <a:pt x="192836" y="1402092"/>
                  </a:lnTo>
                  <a:lnTo>
                    <a:pt x="193954" y="1402562"/>
                  </a:lnTo>
                  <a:lnTo>
                    <a:pt x="196583" y="1402562"/>
                  </a:lnTo>
                  <a:lnTo>
                    <a:pt x="197700" y="1402092"/>
                  </a:lnTo>
                  <a:lnTo>
                    <a:pt x="199567" y="1400238"/>
                  </a:lnTo>
                  <a:lnTo>
                    <a:pt x="200025" y="1399120"/>
                  </a:lnTo>
                  <a:lnTo>
                    <a:pt x="200025" y="1396479"/>
                  </a:lnTo>
                  <a:close/>
                </a:path>
                <a:path w="3629025" h="1866900">
                  <a:moveTo>
                    <a:pt x="200025" y="932141"/>
                  </a:moveTo>
                  <a:lnTo>
                    <a:pt x="199567" y="931024"/>
                  </a:lnTo>
                  <a:lnTo>
                    <a:pt x="197700" y="929157"/>
                  </a:lnTo>
                  <a:lnTo>
                    <a:pt x="196583" y="928687"/>
                  </a:lnTo>
                  <a:lnTo>
                    <a:pt x="193954" y="928687"/>
                  </a:lnTo>
                  <a:lnTo>
                    <a:pt x="192836" y="929157"/>
                  </a:lnTo>
                  <a:lnTo>
                    <a:pt x="190969" y="931024"/>
                  </a:lnTo>
                  <a:lnTo>
                    <a:pt x="190500" y="932141"/>
                  </a:lnTo>
                  <a:lnTo>
                    <a:pt x="190500" y="934770"/>
                  </a:lnTo>
                  <a:lnTo>
                    <a:pt x="190969" y="935888"/>
                  </a:lnTo>
                  <a:lnTo>
                    <a:pt x="192836" y="937755"/>
                  </a:lnTo>
                  <a:lnTo>
                    <a:pt x="193954" y="938212"/>
                  </a:lnTo>
                  <a:lnTo>
                    <a:pt x="196583" y="938212"/>
                  </a:lnTo>
                  <a:lnTo>
                    <a:pt x="197700" y="937755"/>
                  </a:lnTo>
                  <a:lnTo>
                    <a:pt x="199567" y="935888"/>
                  </a:lnTo>
                  <a:lnTo>
                    <a:pt x="200025" y="934770"/>
                  </a:lnTo>
                  <a:lnTo>
                    <a:pt x="200025" y="932141"/>
                  </a:lnTo>
                  <a:close/>
                </a:path>
                <a:path w="3629025" h="1866900">
                  <a:moveTo>
                    <a:pt x="200025" y="467791"/>
                  </a:moveTo>
                  <a:lnTo>
                    <a:pt x="199567" y="466674"/>
                  </a:lnTo>
                  <a:lnTo>
                    <a:pt x="197700" y="464820"/>
                  </a:lnTo>
                  <a:lnTo>
                    <a:pt x="196583" y="464350"/>
                  </a:lnTo>
                  <a:lnTo>
                    <a:pt x="193954" y="464350"/>
                  </a:lnTo>
                  <a:lnTo>
                    <a:pt x="192836" y="464820"/>
                  </a:lnTo>
                  <a:lnTo>
                    <a:pt x="190969" y="466674"/>
                  </a:lnTo>
                  <a:lnTo>
                    <a:pt x="190500" y="467791"/>
                  </a:lnTo>
                  <a:lnTo>
                    <a:pt x="190500" y="470433"/>
                  </a:lnTo>
                  <a:lnTo>
                    <a:pt x="190969" y="471551"/>
                  </a:lnTo>
                  <a:lnTo>
                    <a:pt x="192836" y="473405"/>
                  </a:lnTo>
                  <a:lnTo>
                    <a:pt x="193954" y="473875"/>
                  </a:lnTo>
                  <a:lnTo>
                    <a:pt x="196583" y="473875"/>
                  </a:lnTo>
                  <a:lnTo>
                    <a:pt x="197700" y="473405"/>
                  </a:lnTo>
                  <a:lnTo>
                    <a:pt x="199567" y="471551"/>
                  </a:lnTo>
                  <a:lnTo>
                    <a:pt x="200025" y="470433"/>
                  </a:lnTo>
                  <a:lnTo>
                    <a:pt x="200025" y="467791"/>
                  </a:lnTo>
                  <a:close/>
                </a:path>
                <a:path w="3629025" h="1866900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3629025" h="1866900">
                  <a:moveTo>
                    <a:pt x="247650" y="1860829"/>
                  </a:moveTo>
                  <a:lnTo>
                    <a:pt x="247192" y="1859711"/>
                  </a:lnTo>
                  <a:lnTo>
                    <a:pt x="245325" y="1857844"/>
                  </a:lnTo>
                  <a:lnTo>
                    <a:pt x="244208" y="1857375"/>
                  </a:lnTo>
                  <a:lnTo>
                    <a:pt x="241579" y="1857375"/>
                  </a:lnTo>
                  <a:lnTo>
                    <a:pt x="240461" y="1857844"/>
                  </a:lnTo>
                  <a:lnTo>
                    <a:pt x="238594" y="1859711"/>
                  </a:lnTo>
                  <a:lnTo>
                    <a:pt x="238125" y="1860829"/>
                  </a:lnTo>
                  <a:lnTo>
                    <a:pt x="238125" y="1863458"/>
                  </a:lnTo>
                  <a:lnTo>
                    <a:pt x="238594" y="1864575"/>
                  </a:lnTo>
                  <a:lnTo>
                    <a:pt x="240461" y="1866442"/>
                  </a:lnTo>
                  <a:lnTo>
                    <a:pt x="241579" y="1866900"/>
                  </a:lnTo>
                  <a:lnTo>
                    <a:pt x="244208" y="1866900"/>
                  </a:lnTo>
                  <a:lnTo>
                    <a:pt x="245325" y="1866442"/>
                  </a:lnTo>
                  <a:lnTo>
                    <a:pt x="247192" y="1864575"/>
                  </a:lnTo>
                  <a:lnTo>
                    <a:pt x="247650" y="1863458"/>
                  </a:lnTo>
                  <a:lnTo>
                    <a:pt x="247650" y="1860829"/>
                  </a:lnTo>
                  <a:close/>
                </a:path>
                <a:path w="3629025" h="1866900">
                  <a:moveTo>
                    <a:pt x="247650" y="1396479"/>
                  </a:moveTo>
                  <a:lnTo>
                    <a:pt x="247192" y="1395361"/>
                  </a:lnTo>
                  <a:lnTo>
                    <a:pt x="245325" y="1393507"/>
                  </a:lnTo>
                  <a:lnTo>
                    <a:pt x="244208" y="1393037"/>
                  </a:lnTo>
                  <a:lnTo>
                    <a:pt x="241579" y="1393037"/>
                  </a:lnTo>
                  <a:lnTo>
                    <a:pt x="240461" y="1393507"/>
                  </a:lnTo>
                  <a:lnTo>
                    <a:pt x="238594" y="1395361"/>
                  </a:lnTo>
                  <a:lnTo>
                    <a:pt x="238125" y="1396479"/>
                  </a:lnTo>
                  <a:lnTo>
                    <a:pt x="238125" y="1399120"/>
                  </a:lnTo>
                  <a:lnTo>
                    <a:pt x="238594" y="1400238"/>
                  </a:lnTo>
                  <a:lnTo>
                    <a:pt x="240461" y="1402092"/>
                  </a:lnTo>
                  <a:lnTo>
                    <a:pt x="241579" y="1402562"/>
                  </a:lnTo>
                  <a:lnTo>
                    <a:pt x="244208" y="1402562"/>
                  </a:lnTo>
                  <a:lnTo>
                    <a:pt x="245325" y="1402092"/>
                  </a:lnTo>
                  <a:lnTo>
                    <a:pt x="247192" y="1400238"/>
                  </a:lnTo>
                  <a:lnTo>
                    <a:pt x="247650" y="1399120"/>
                  </a:lnTo>
                  <a:lnTo>
                    <a:pt x="247650" y="1396479"/>
                  </a:lnTo>
                  <a:close/>
                </a:path>
                <a:path w="3629025" h="1866900">
                  <a:moveTo>
                    <a:pt x="247650" y="932141"/>
                  </a:moveTo>
                  <a:lnTo>
                    <a:pt x="247192" y="931024"/>
                  </a:lnTo>
                  <a:lnTo>
                    <a:pt x="245325" y="929157"/>
                  </a:lnTo>
                  <a:lnTo>
                    <a:pt x="244208" y="928687"/>
                  </a:lnTo>
                  <a:lnTo>
                    <a:pt x="241579" y="928687"/>
                  </a:lnTo>
                  <a:lnTo>
                    <a:pt x="240461" y="929157"/>
                  </a:lnTo>
                  <a:lnTo>
                    <a:pt x="238594" y="931024"/>
                  </a:lnTo>
                  <a:lnTo>
                    <a:pt x="238125" y="932141"/>
                  </a:lnTo>
                  <a:lnTo>
                    <a:pt x="238125" y="934770"/>
                  </a:lnTo>
                  <a:lnTo>
                    <a:pt x="238594" y="935888"/>
                  </a:lnTo>
                  <a:lnTo>
                    <a:pt x="240461" y="937755"/>
                  </a:lnTo>
                  <a:lnTo>
                    <a:pt x="241579" y="938212"/>
                  </a:lnTo>
                  <a:lnTo>
                    <a:pt x="244208" y="938212"/>
                  </a:lnTo>
                  <a:lnTo>
                    <a:pt x="245325" y="937755"/>
                  </a:lnTo>
                  <a:lnTo>
                    <a:pt x="247192" y="935888"/>
                  </a:lnTo>
                  <a:lnTo>
                    <a:pt x="247650" y="934770"/>
                  </a:lnTo>
                  <a:lnTo>
                    <a:pt x="247650" y="932141"/>
                  </a:lnTo>
                  <a:close/>
                </a:path>
                <a:path w="3629025" h="1866900">
                  <a:moveTo>
                    <a:pt x="247650" y="467791"/>
                  </a:moveTo>
                  <a:lnTo>
                    <a:pt x="247192" y="466674"/>
                  </a:lnTo>
                  <a:lnTo>
                    <a:pt x="245325" y="464820"/>
                  </a:lnTo>
                  <a:lnTo>
                    <a:pt x="244208" y="464350"/>
                  </a:lnTo>
                  <a:lnTo>
                    <a:pt x="241579" y="464350"/>
                  </a:lnTo>
                  <a:lnTo>
                    <a:pt x="240461" y="464820"/>
                  </a:lnTo>
                  <a:lnTo>
                    <a:pt x="238594" y="466674"/>
                  </a:lnTo>
                  <a:lnTo>
                    <a:pt x="238125" y="467791"/>
                  </a:lnTo>
                  <a:lnTo>
                    <a:pt x="238125" y="470433"/>
                  </a:lnTo>
                  <a:lnTo>
                    <a:pt x="238594" y="471551"/>
                  </a:lnTo>
                  <a:lnTo>
                    <a:pt x="240461" y="473405"/>
                  </a:lnTo>
                  <a:lnTo>
                    <a:pt x="241579" y="473875"/>
                  </a:lnTo>
                  <a:lnTo>
                    <a:pt x="244208" y="473875"/>
                  </a:lnTo>
                  <a:lnTo>
                    <a:pt x="245325" y="473405"/>
                  </a:lnTo>
                  <a:lnTo>
                    <a:pt x="247192" y="471551"/>
                  </a:lnTo>
                  <a:lnTo>
                    <a:pt x="247650" y="470433"/>
                  </a:lnTo>
                  <a:lnTo>
                    <a:pt x="247650" y="467791"/>
                  </a:lnTo>
                  <a:close/>
                </a:path>
                <a:path w="3629025" h="1866900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3629025" h="1866900">
                  <a:moveTo>
                    <a:pt x="295275" y="1860829"/>
                  </a:moveTo>
                  <a:lnTo>
                    <a:pt x="294817" y="1859711"/>
                  </a:lnTo>
                  <a:lnTo>
                    <a:pt x="292950" y="1857844"/>
                  </a:lnTo>
                  <a:lnTo>
                    <a:pt x="291833" y="1857375"/>
                  </a:lnTo>
                  <a:lnTo>
                    <a:pt x="289204" y="1857375"/>
                  </a:lnTo>
                  <a:lnTo>
                    <a:pt x="288086" y="1857844"/>
                  </a:lnTo>
                  <a:lnTo>
                    <a:pt x="286219" y="1859711"/>
                  </a:lnTo>
                  <a:lnTo>
                    <a:pt x="285750" y="1860829"/>
                  </a:lnTo>
                  <a:lnTo>
                    <a:pt x="285750" y="1863458"/>
                  </a:lnTo>
                  <a:lnTo>
                    <a:pt x="286219" y="1864575"/>
                  </a:lnTo>
                  <a:lnTo>
                    <a:pt x="288086" y="1866442"/>
                  </a:lnTo>
                  <a:lnTo>
                    <a:pt x="289204" y="1866900"/>
                  </a:lnTo>
                  <a:lnTo>
                    <a:pt x="291833" y="1866900"/>
                  </a:lnTo>
                  <a:lnTo>
                    <a:pt x="292950" y="1866442"/>
                  </a:lnTo>
                  <a:lnTo>
                    <a:pt x="294817" y="1864575"/>
                  </a:lnTo>
                  <a:lnTo>
                    <a:pt x="295275" y="1863458"/>
                  </a:lnTo>
                  <a:lnTo>
                    <a:pt x="295275" y="1860829"/>
                  </a:lnTo>
                  <a:close/>
                </a:path>
                <a:path w="3629025" h="1866900">
                  <a:moveTo>
                    <a:pt x="295275" y="1396479"/>
                  </a:moveTo>
                  <a:lnTo>
                    <a:pt x="294817" y="1395361"/>
                  </a:lnTo>
                  <a:lnTo>
                    <a:pt x="292950" y="1393507"/>
                  </a:lnTo>
                  <a:lnTo>
                    <a:pt x="291833" y="1393037"/>
                  </a:lnTo>
                  <a:lnTo>
                    <a:pt x="289204" y="1393037"/>
                  </a:lnTo>
                  <a:lnTo>
                    <a:pt x="288086" y="1393507"/>
                  </a:lnTo>
                  <a:lnTo>
                    <a:pt x="286219" y="1395361"/>
                  </a:lnTo>
                  <a:lnTo>
                    <a:pt x="285750" y="1396479"/>
                  </a:lnTo>
                  <a:lnTo>
                    <a:pt x="285750" y="1399120"/>
                  </a:lnTo>
                  <a:lnTo>
                    <a:pt x="286219" y="1400238"/>
                  </a:lnTo>
                  <a:lnTo>
                    <a:pt x="288086" y="1402092"/>
                  </a:lnTo>
                  <a:lnTo>
                    <a:pt x="289204" y="1402562"/>
                  </a:lnTo>
                  <a:lnTo>
                    <a:pt x="291833" y="1402562"/>
                  </a:lnTo>
                  <a:lnTo>
                    <a:pt x="292950" y="1402092"/>
                  </a:lnTo>
                  <a:lnTo>
                    <a:pt x="294817" y="1400238"/>
                  </a:lnTo>
                  <a:lnTo>
                    <a:pt x="295275" y="1399120"/>
                  </a:lnTo>
                  <a:lnTo>
                    <a:pt x="295275" y="1396479"/>
                  </a:lnTo>
                  <a:close/>
                </a:path>
                <a:path w="3629025" h="1866900">
                  <a:moveTo>
                    <a:pt x="295275" y="932141"/>
                  </a:moveTo>
                  <a:lnTo>
                    <a:pt x="294817" y="931024"/>
                  </a:lnTo>
                  <a:lnTo>
                    <a:pt x="292950" y="929157"/>
                  </a:lnTo>
                  <a:lnTo>
                    <a:pt x="291833" y="928687"/>
                  </a:lnTo>
                  <a:lnTo>
                    <a:pt x="289204" y="928687"/>
                  </a:lnTo>
                  <a:lnTo>
                    <a:pt x="288086" y="929157"/>
                  </a:lnTo>
                  <a:lnTo>
                    <a:pt x="286219" y="931024"/>
                  </a:lnTo>
                  <a:lnTo>
                    <a:pt x="285750" y="932141"/>
                  </a:lnTo>
                  <a:lnTo>
                    <a:pt x="285750" y="934770"/>
                  </a:lnTo>
                  <a:lnTo>
                    <a:pt x="286219" y="935888"/>
                  </a:lnTo>
                  <a:lnTo>
                    <a:pt x="288086" y="937755"/>
                  </a:lnTo>
                  <a:lnTo>
                    <a:pt x="289204" y="938212"/>
                  </a:lnTo>
                  <a:lnTo>
                    <a:pt x="291833" y="938212"/>
                  </a:lnTo>
                  <a:lnTo>
                    <a:pt x="292950" y="937755"/>
                  </a:lnTo>
                  <a:lnTo>
                    <a:pt x="294817" y="935888"/>
                  </a:lnTo>
                  <a:lnTo>
                    <a:pt x="295275" y="934770"/>
                  </a:lnTo>
                  <a:lnTo>
                    <a:pt x="295275" y="932141"/>
                  </a:lnTo>
                  <a:close/>
                </a:path>
                <a:path w="3629025" h="1866900">
                  <a:moveTo>
                    <a:pt x="295275" y="467791"/>
                  </a:moveTo>
                  <a:lnTo>
                    <a:pt x="294817" y="466674"/>
                  </a:lnTo>
                  <a:lnTo>
                    <a:pt x="292950" y="464820"/>
                  </a:lnTo>
                  <a:lnTo>
                    <a:pt x="291833" y="464350"/>
                  </a:lnTo>
                  <a:lnTo>
                    <a:pt x="289204" y="464350"/>
                  </a:lnTo>
                  <a:lnTo>
                    <a:pt x="288086" y="464820"/>
                  </a:lnTo>
                  <a:lnTo>
                    <a:pt x="286219" y="466674"/>
                  </a:lnTo>
                  <a:lnTo>
                    <a:pt x="285750" y="467791"/>
                  </a:lnTo>
                  <a:lnTo>
                    <a:pt x="285750" y="470433"/>
                  </a:lnTo>
                  <a:lnTo>
                    <a:pt x="286219" y="471551"/>
                  </a:lnTo>
                  <a:lnTo>
                    <a:pt x="288086" y="473405"/>
                  </a:lnTo>
                  <a:lnTo>
                    <a:pt x="289204" y="473875"/>
                  </a:lnTo>
                  <a:lnTo>
                    <a:pt x="291833" y="473875"/>
                  </a:lnTo>
                  <a:lnTo>
                    <a:pt x="292950" y="473405"/>
                  </a:lnTo>
                  <a:lnTo>
                    <a:pt x="294817" y="471551"/>
                  </a:lnTo>
                  <a:lnTo>
                    <a:pt x="295275" y="470433"/>
                  </a:lnTo>
                  <a:lnTo>
                    <a:pt x="295275" y="467791"/>
                  </a:lnTo>
                  <a:close/>
                </a:path>
                <a:path w="3629025" h="1866900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3629025" h="1866900">
                  <a:moveTo>
                    <a:pt x="342900" y="1860829"/>
                  </a:moveTo>
                  <a:lnTo>
                    <a:pt x="342442" y="1859711"/>
                  </a:lnTo>
                  <a:lnTo>
                    <a:pt x="340575" y="1857844"/>
                  </a:lnTo>
                  <a:lnTo>
                    <a:pt x="339458" y="1857375"/>
                  </a:lnTo>
                  <a:lnTo>
                    <a:pt x="336829" y="1857375"/>
                  </a:lnTo>
                  <a:lnTo>
                    <a:pt x="335711" y="1857844"/>
                  </a:lnTo>
                  <a:lnTo>
                    <a:pt x="333844" y="1859711"/>
                  </a:lnTo>
                  <a:lnTo>
                    <a:pt x="333375" y="1860829"/>
                  </a:lnTo>
                  <a:lnTo>
                    <a:pt x="333375" y="1863458"/>
                  </a:lnTo>
                  <a:lnTo>
                    <a:pt x="333844" y="1864575"/>
                  </a:lnTo>
                  <a:lnTo>
                    <a:pt x="335711" y="1866442"/>
                  </a:lnTo>
                  <a:lnTo>
                    <a:pt x="336829" y="1866900"/>
                  </a:lnTo>
                  <a:lnTo>
                    <a:pt x="339458" y="1866900"/>
                  </a:lnTo>
                  <a:lnTo>
                    <a:pt x="340575" y="1866442"/>
                  </a:lnTo>
                  <a:lnTo>
                    <a:pt x="342442" y="1864575"/>
                  </a:lnTo>
                  <a:lnTo>
                    <a:pt x="342900" y="1863458"/>
                  </a:lnTo>
                  <a:lnTo>
                    <a:pt x="342900" y="1860829"/>
                  </a:lnTo>
                  <a:close/>
                </a:path>
                <a:path w="3629025" h="1866900">
                  <a:moveTo>
                    <a:pt x="342900" y="1396479"/>
                  </a:moveTo>
                  <a:lnTo>
                    <a:pt x="342442" y="1395361"/>
                  </a:lnTo>
                  <a:lnTo>
                    <a:pt x="340575" y="1393507"/>
                  </a:lnTo>
                  <a:lnTo>
                    <a:pt x="339458" y="1393037"/>
                  </a:lnTo>
                  <a:lnTo>
                    <a:pt x="336829" y="1393037"/>
                  </a:lnTo>
                  <a:lnTo>
                    <a:pt x="335711" y="1393507"/>
                  </a:lnTo>
                  <a:lnTo>
                    <a:pt x="333844" y="1395361"/>
                  </a:lnTo>
                  <a:lnTo>
                    <a:pt x="333375" y="1396479"/>
                  </a:lnTo>
                  <a:lnTo>
                    <a:pt x="333375" y="1399120"/>
                  </a:lnTo>
                  <a:lnTo>
                    <a:pt x="333844" y="1400238"/>
                  </a:lnTo>
                  <a:lnTo>
                    <a:pt x="335711" y="1402092"/>
                  </a:lnTo>
                  <a:lnTo>
                    <a:pt x="336829" y="1402562"/>
                  </a:lnTo>
                  <a:lnTo>
                    <a:pt x="339458" y="1402562"/>
                  </a:lnTo>
                  <a:lnTo>
                    <a:pt x="340575" y="1402092"/>
                  </a:lnTo>
                  <a:lnTo>
                    <a:pt x="342442" y="1400238"/>
                  </a:lnTo>
                  <a:lnTo>
                    <a:pt x="342900" y="1399120"/>
                  </a:lnTo>
                  <a:lnTo>
                    <a:pt x="342900" y="1396479"/>
                  </a:lnTo>
                  <a:close/>
                </a:path>
                <a:path w="3629025" h="1866900">
                  <a:moveTo>
                    <a:pt x="342900" y="932141"/>
                  </a:moveTo>
                  <a:lnTo>
                    <a:pt x="342442" y="931024"/>
                  </a:lnTo>
                  <a:lnTo>
                    <a:pt x="340575" y="929157"/>
                  </a:lnTo>
                  <a:lnTo>
                    <a:pt x="339458" y="928687"/>
                  </a:lnTo>
                  <a:lnTo>
                    <a:pt x="336829" y="928687"/>
                  </a:lnTo>
                  <a:lnTo>
                    <a:pt x="335711" y="929157"/>
                  </a:lnTo>
                  <a:lnTo>
                    <a:pt x="333844" y="931024"/>
                  </a:lnTo>
                  <a:lnTo>
                    <a:pt x="333375" y="932141"/>
                  </a:lnTo>
                  <a:lnTo>
                    <a:pt x="333375" y="934770"/>
                  </a:lnTo>
                  <a:lnTo>
                    <a:pt x="333844" y="935888"/>
                  </a:lnTo>
                  <a:lnTo>
                    <a:pt x="335711" y="937755"/>
                  </a:lnTo>
                  <a:lnTo>
                    <a:pt x="336829" y="938212"/>
                  </a:lnTo>
                  <a:lnTo>
                    <a:pt x="339458" y="938212"/>
                  </a:lnTo>
                  <a:lnTo>
                    <a:pt x="340575" y="937755"/>
                  </a:lnTo>
                  <a:lnTo>
                    <a:pt x="342442" y="935888"/>
                  </a:lnTo>
                  <a:lnTo>
                    <a:pt x="342900" y="934770"/>
                  </a:lnTo>
                  <a:lnTo>
                    <a:pt x="342900" y="932141"/>
                  </a:lnTo>
                  <a:close/>
                </a:path>
                <a:path w="3629025" h="1866900">
                  <a:moveTo>
                    <a:pt x="342900" y="467791"/>
                  </a:moveTo>
                  <a:lnTo>
                    <a:pt x="342442" y="466674"/>
                  </a:lnTo>
                  <a:lnTo>
                    <a:pt x="340575" y="464820"/>
                  </a:lnTo>
                  <a:lnTo>
                    <a:pt x="339458" y="464350"/>
                  </a:lnTo>
                  <a:lnTo>
                    <a:pt x="336829" y="464350"/>
                  </a:lnTo>
                  <a:lnTo>
                    <a:pt x="335711" y="464820"/>
                  </a:lnTo>
                  <a:lnTo>
                    <a:pt x="333844" y="466674"/>
                  </a:lnTo>
                  <a:lnTo>
                    <a:pt x="333375" y="467791"/>
                  </a:lnTo>
                  <a:lnTo>
                    <a:pt x="333375" y="470433"/>
                  </a:lnTo>
                  <a:lnTo>
                    <a:pt x="333844" y="471551"/>
                  </a:lnTo>
                  <a:lnTo>
                    <a:pt x="335711" y="473405"/>
                  </a:lnTo>
                  <a:lnTo>
                    <a:pt x="336829" y="473875"/>
                  </a:lnTo>
                  <a:lnTo>
                    <a:pt x="339458" y="473875"/>
                  </a:lnTo>
                  <a:lnTo>
                    <a:pt x="340575" y="473405"/>
                  </a:lnTo>
                  <a:lnTo>
                    <a:pt x="342442" y="471551"/>
                  </a:lnTo>
                  <a:lnTo>
                    <a:pt x="342900" y="470433"/>
                  </a:lnTo>
                  <a:lnTo>
                    <a:pt x="342900" y="467791"/>
                  </a:lnTo>
                  <a:close/>
                </a:path>
                <a:path w="3629025" h="1866900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3629025" h="1866900">
                  <a:moveTo>
                    <a:pt x="390525" y="1860829"/>
                  </a:moveTo>
                  <a:lnTo>
                    <a:pt x="390067" y="1859711"/>
                  </a:lnTo>
                  <a:lnTo>
                    <a:pt x="388200" y="1857844"/>
                  </a:lnTo>
                  <a:lnTo>
                    <a:pt x="387083" y="1857375"/>
                  </a:lnTo>
                  <a:lnTo>
                    <a:pt x="384454" y="1857375"/>
                  </a:lnTo>
                  <a:lnTo>
                    <a:pt x="383336" y="1857844"/>
                  </a:lnTo>
                  <a:lnTo>
                    <a:pt x="381469" y="1859711"/>
                  </a:lnTo>
                  <a:lnTo>
                    <a:pt x="381000" y="1860829"/>
                  </a:lnTo>
                  <a:lnTo>
                    <a:pt x="381000" y="1863458"/>
                  </a:lnTo>
                  <a:lnTo>
                    <a:pt x="381469" y="1864575"/>
                  </a:lnTo>
                  <a:lnTo>
                    <a:pt x="383336" y="1866442"/>
                  </a:lnTo>
                  <a:lnTo>
                    <a:pt x="384454" y="1866900"/>
                  </a:lnTo>
                  <a:lnTo>
                    <a:pt x="387083" y="1866900"/>
                  </a:lnTo>
                  <a:lnTo>
                    <a:pt x="388200" y="1866442"/>
                  </a:lnTo>
                  <a:lnTo>
                    <a:pt x="390067" y="1864575"/>
                  </a:lnTo>
                  <a:lnTo>
                    <a:pt x="390525" y="1863458"/>
                  </a:lnTo>
                  <a:lnTo>
                    <a:pt x="390525" y="1860829"/>
                  </a:lnTo>
                  <a:close/>
                </a:path>
                <a:path w="3629025" h="1866900">
                  <a:moveTo>
                    <a:pt x="390525" y="1396479"/>
                  </a:moveTo>
                  <a:lnTo>
                    <a:pt x="390067" y="1395361"/>
                  </a:lnTo>
                  <a:lnTo>
                    <a:pt x="388200" y="1393507"/>
                  </a:lnTo>
                  <a:lnTo>
                    <a:pt x="387083" y="1393037"/>
                  </a:lnTo>
                  <a:lnTo>
                    <a:pt x="384454" y="1393037"/>
                  </a:lnTo>
                  <a:lnTo>
                    <a:pt x="383336" y="1393507"/>
                  </a:lnTo>
                  <a:lnTo>
                    <a:pt x="381469" y="1395361"/>
                  </a:lnTo>
                  <a:lnTo>
                    <a:pt x="381000" y="1396479"/>
                  </a:lnTo>
                  <a:lnTo>
                    <a:pt x="381000" y="1399120"/>
                  </a:lnTo>
                  <a:lnTo>
                    <a:pt x="381469" y="1400238"/>
                  </a:lnTo>
                  <a:lnTo>
                    <a:pt x="383336" y="1402092"/>
                  </a:lnTo>
                  <a:lnTo>
                    <a:pt x="384454" y="1402562"/>
                  </a:lnTo>
                  <a:lnTo>
                    <a:pt x="387083" y="1402562"/>
                  </a:lnTo>
                  <a:lnTo>
                    <a:pt x="388200" y="1402092"/>
                  </a:lnTo>
                  <a:lnTo>
                    <a:pt x="390067" y="1400238"/>
                  </a:lnTo>
                  <a:lnTo>
                    <a:pt x="390525" y="1399120"/>
                  </a:lnTo>
                  <a:lnTo>
                    <a:pt x="390525" y="1396479"/>
                  </a:lnTo>
                  <a:close/>
                </a:path>
                <a:path w="3629025" h="1866900">
                  <a:moveTo>
                    <a:pt x="390525" y="932141"/>
                  </a:moveTo>
                  <a:lnTo>
                    <a:pt x="390067" y="931024"/>
                  </a:lnTo>
                  <a:lnTo>
                    <a:pt x="388200" y="929157"/>
                  </a:lnTo>
                  <a:lnTo>
                    <a:pt x="387083" y="928687"/>
                  </a:lnTo>
                  <a:lnTo>
                    <a:pt x="384454" y="928687"/>
                  </a:lnTo>
                  <a:lnTo>
                    <a:pt x="383336" y="929157"/>
                  </a:lnTo>
                  <a:lnTo>
                    <a:pt x="381469" y="931024"/>
                  </a:lnTo>
                  <a:lnTo>
                    <a:pt x="381000" y="932141"/>
                  </a:lnTo>
                  <a:lnTo>
                    <a:pt x="381000" y="934770"/>
                  </a:lnTo>
                  <a:lnTo>
                    <a:pt x="381469" y="935888"/>
                  </a:lnTo>
                  <a:lnTo>
                    <a:pt x="383336" y="937755"/>
                  </a:lnTo>
                  <a:lnTo>
                    <a:pt x="384454" y="938212"/>
                  </a:lnTo>
                  <a:lnTo>
                    <a:pt x="387083" y="938212"/>
                  </a:lnTo>
                  <a:lnTo>
                    <a:pt x="388200" y="937755"/>
                  </a:lnTo>
                  <a:lnTo>
                    <a:pt x="390067" y="935888"/>
                  </a:lnTo>
                  <a:lnTo>
                    <a:pt x="390525" y="934770"/>
                  </a:lnTo>
                  <a:lnTo>
                    <a:pt x="390525" y="932141"/>
                  </a:lnTo>
                  <a:close/>
                </a:path>
                <a:path w="3629025" h="1866900">
                  <a:moveTo>
                    <a:pt x="390525" y="467791"/>
                  </a:moveTo>
                  <a:lnTo>
                    <a:pt x="390067" y="466674"/>
                  </a:lnTo>
                  <a:lnTo>
                    <a:pt x="388200" y="464820"/>
                  </a:lnTo>
                  <a:lnTo>
                    <a:pt x="387083" y="464350"/>
                  </a:lnTo>
                  <a:lnTo>
                    <a:pt x="384454" y="464350"/>
                  </a:lnTo>
                  <a:lnTo>
                    <a:pt x="383336" y="464820"/>
                  </a:lnTo>
                  <a:lnTo>
                    <a:pt x="381469" y="466674"/>
                  </a:lnTo>
                  <a:lnTo>
                    <a:pt x="381000" y="467791"/>
                  </a:lnTo>
                  <a:lnTo>
                    <a:pt x="381000" y="470433"/>
                  </a:lnTo>
                  <a:lnTo>
                    <a:pt x="381469" y="471551"/>
                  </a:lnTo>
                  <a:lnTo>
                    <a:pt x="383336" y="473405"/>
                  </a:lnTo>
                  <a:lnTo>
                    <a:pt x="384454" y="473875"/>
                  </a:lnTo>
                  <a:lnTo>
                    <a:pt x="387083" y="473875"/>
                  </a:lnTo>
                  <a:lnTo>
                    <a:pt x="388200" y="473405"/>
                  </a:lnTo>
                  <a:lnTo>
                    <a:pt x="390067" y="471551"/>
                  </a:lnTo>
                  <a:lnTo>
                    <a:pt x="390525" y="470433"/>
                  </a:lnTo>
                  <a:lnTo>
                    <a:pt x="390525" y="467791"/>
                  </a:lnTo>
                  <a:close/>
                </a:path>
                <a:path w="3629025" h="1866900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3629025" h="1866900">
                  <a:moveTo>
                    <a:pt x="438150" y="1860829"/>
                  </a:moveTo>
                  <a:lnTo>
                    <a:pt x="437692" y="1859711"/>
                  </a:lnTo>
                  <a:lnTo>
                    <a:pt x="435825" y="1857844"/>
                  </a:lnTo>
                  <a:lnTo>
                    <a:pt x="434708" y="1857375"/>
                  </a:lnTo>
                  <a:lnTo>
                    <a:pt x="432079" y="1857375"/>
                  </a:lnTo>
                  <a:lnTo>
                    <a:pt x="430961" y="1857844"/>
                  </a:lnTo>
                  <a:lnTo>
                    <a:pt x="429094" y="1859711"/>
                  </a:lnTo>
                  <a:lnTo>
                    <a:pt x="428625" y="1860829"/>
                  </a:lnTo>
                  <a:lnTo>
                    <a:pt x="428625" y="1863458"/>
                  </a:lnTo>
                  <a:lnTo>
                    <a:pt x="429094" y="1864575"/>
                  </a:lnTo>
                  <a:lnTo>
                    <a:pt x="430961" y="1866442"/>
                  </a:lnTo>
                  <a:lnTo>
                    <a:pt x="432079" y="1866900"/>
                  </a:lnTo>
                  <a:lnTo>
                    <a:pt x="434708" y="1866900"/>
                  </a:lnTo>
                  <a:lnTo>
                    <a:pt x="435825" y="1866442"/>
                  </a:lnTo>
                  <a:lnTo>
                    <a:pt x="437692" y="1864575"/>
                  </a:lnTo>
                  <a:lnTo>
                    <a:pt x="438150" y="1863458"/>
                  </a:lnTo>
                  <a:lnTo>
                    <a:pt x="438150" y="1860829"/>
                  </a:lnTo>
                  <a:close/>
                </a:path>
                <a:path w="3629025" h="1866900">
                  <a:moveTo>
                    <a:pt x="438150" y="1396479"/>
                  </a:moveTo>
                  <a:lnTo>
                    <a:pt x="437692" y="1395361"/>
                  </a:lnTo>
                  <a:lnTo>
                    <a:pt x="435825" y="1393507"/>
                  </a:lnTo>
                  <a:lnTo>
                    <a:pt x="434708" y="1393037"/>
                  </a:lnTo>
                  <a:lnTo>
                    <a:pt x="432079" y="1393037"/>
                  </a:lnTo>
                  <a:lnTo>
                    <a:pt x="430961" y="1393507"/>
                  </a:lnTo>
                  <a:lnTo>
                    <a:pt x="429094" y="1395361"/>
                  </a:lnTo>
                  <a:lnTo>
                    <a:pt x="428625" y="1396479"/>
                  </a:lnTo>
                  <a:lnTo>
                    <a:pt x="428625" y="1399120"/>
                  </a:lnTo>
                  <a:lnTo>
                    <a:pt x="429094" y="1400238"/>
                  </a:lnTo>
                  <a:lnTo>
                    <a:pt x="430961" y="1402092"/>
                  </a:lnTo>
                  <a:lnTo>
                    <a:pt x="432079" y="1402562"/>
                  </a:lnTo>
                  <a:lnTo>
                    <a:pt x="434708" y="1402562"/>
                  </a:lnTo>
                  <a:lnTo>
                    <a:pt x="435825" y="1402092"/>
                  </a:lnTo>
                  <a:lnTo>
                    <a:pt x="437692" y="1400238"/>
                  </a:lnTo>
                  <a:lnTo>
                    <a:pt x="438150" y="1399120"/>
                  </a:lnTo>
                  <a:lnTo>
                    <a:pt x="438150" y="1396479"/>
                  </a:lnTo>
                  <a:close/>
                </a:path>
                <a:path w="3629025" h="1866900">
                  <a:moveTo>
                    <a:pt x="438150" y="932141"/>
                  </a:moveTo>
                  <a:lnTo>
                    <a:pt x="437692" y="931024"/>
                  </a:lnTo>
                  <a:lnTo>
                    <a:pt x="435825" y="929157"/>
                  </a:lnTo>
                  <a:lnTo>
                    <a:pt x="434708" y="928687"/>
                  </a:lnTo>
                  <a:lnTo>
                    <a:pt x="432079" y="928687"/>
                  </a:lnTo>
                  <a:lnTo>
                    <a:pt x="430961" y="929157"/>
                  </a:lnTo>
                  <a:lnTo>
                    <a:pt x="429094" y="931024"/>
                  </a:lnTo>
                  <a:lnTo>
                    <a:pt x="428625" y="932141"/>
                  </a:lnTo>
                  <a:lnTo>
                    <a:pt x="428625" y="934770"/>
                  </a:lnTo>
                  <a:lnTo>
                    <a:pt x="429094" y="935888"/>
                  </a:lnTo>
                  <a:lnTo>
                    <a:pt x="430961" y="937755"/>
                  </a:lnTo>
                  <a:lnTo>
                    <a:pt x="432079" y="938212"/>
                  </a:lnTo>
                  <a:lnTo>
                    <a:pt x="434708" y="938212"/>
                  </a:lnTo>
                  <a:lnTo>
                    <a:pt x="435825" y="937755"/>
                  </a:lnTo>
                  <a:lnTo>
                    <a:pt x="437692" y="935888"/>
                  </a:lnTo>
                  <a:lnTo>
                    <a:pt x="438150" y="934770"/>
                  </a:lnTo>
                  <a:lnTo>
                    <a:pt x="438150" y="932141"/>
                  </a:lnTo>
                  <a:close/>
                </a:path>
                <a:path w="3629025" h="1866900">
                  <a:moveTo>
                    <a:pt x="438150" y="467791"/>
                  </a:moveTo>
                  <a:lnTo>
                    <a:pt x="437692" y="466674"/>
                  </a:lnTo>
                  <a:lnTo>
                    <a:pt x="435825" y="464820"/>
                  </a:lnTo>
                  <a:lnTo>
                    <a:pt x="434708" y="464350"/>
                  </a:lnTo>
                  <a:lnTo>
                    <a:pt x="432079" y="464350"/>
                  </a:lnTo>
                  <a:lnTo>
                    <a:pt x="430961" y="464820"/>
                  </a:lnTo>
                  <a:lnTo>
                    <a:pt x="429094" y="466674"/>
                  </a:lnTo>
                  <a:lnTo>
                    <a:pt x="428625" y="467791"/>
                  </a:lnTo>
                  <a:lnTo>
                    <a:pt x="428625" y="470433"/>
                  </a:lnTo>
                  <a:lnTo>
                    <a:pt x="429094" y="471551"/>
                  </a:lnTo>
                  <a:lnTo>
                    <a:pt x="430961" y="473405"/>
                  </a:lnTo>
                  <a:lnTo>
                    <a:pt x="432079" y="473875"/>
                  </a:lnTo>
                  <a:lnTo>
                    <a:pt x="434708" y="473875"/>
                  </a:lnTo>
                  <a:lnTo>
                    <a:pt x="435825" y="473405"/>
                  </a:lnTo>
                  <a:lnTo>
                    <a:pt x="437692" y="471551"/>
                  </a:lnTo>
                  <a:lnTo>
                    <a:pt x="438150" y="470433"/>
                  </a:lnTo>
                  <a:lnTo>
                    <a:pt x="438150" y="467791"/>
                  </a:lnTo>
                  <a:close/>
                </a:path>
                <a:path w="3629025" h="1866900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3629025" h="1866900">
                  <a:moveTo>
                    <a:pt x="485775" y="1860829"/>
                  </a:moveTo>
                  <a:lnTo>
                    <a:pt x="485317" y="1859711"/>
                  </a:lnTo>
                  <a:lnTo>
                    <a:pt x="483450" y="1857844"/>
                  </a:lnTo>
                  <a:lnTo>
                    <a:pt x="482333" y="1857375"/>
                  </a:lnTo>
                  <a:lnTo>
                    <a:pt x="479704" y="1857375"/>
                  </a:lnTo>
                  <a:lnTo>
                    <a:pt x="478586" y="1857844"/>
                  </a:lnTo>
                  <a:lnTo>
                    <a:pt x="476719" y="1859711"/>
                  </a:lnTo>
                  <a:lnTo>
                    <a:pt x="476250" y="1860829"/>
                  </a:lnTo>
                  <a:lnTo>
                    <a:pt x="476250" y="1863458"/>
                  </a:lnTo>
                  <a:lnTo>
                    <a:pt x="476719" y="1864575"/>
                  </a:lnTo>
                  <a:lnTo>
                    <a:pt x="478586" y="1866442"/>
                  </a:lnTo>
                  <a:lnTo>
                    <a:pt x="479704" y="1866900"/>
                  </a:lnTo>
                  <a:lnTo>
                    <a:pt x="482333" y="1866900"/>
                  </a:lnTo>
                  <a:lnTo>
                    <a:pt x="483450" y="1866442"/>
                  </a:lnTo>
                  <a:lnTo>
                    <a:pt x="485317" y="1864575"/>
                  </a:lnTo>
                  <a:lnTo>
                    <a:pt x="485775" y="1863458"/>
                  </a:lnTo>
                  <a:lnTo>
                    <a:pt x="485775" y="1860829"/>
                  </a:lnTo>
                  <a:close/>
                </a:path>
                <a:path w="3629025" h="1866900">
                  <a:moveTo>
                    <a:pt x="485775" y="1396479"/>
                  </a:moveTo>
                  <a:lnTo>
                    <a:pt x="485317" y="1395361"/>
                  </a:lnTo>
                  <a:lnTo>
                    <a:pt x="483450" y="1393507"/>
                  </a:lnTo>
                  <a:lnTo>
                    <a:pt x="482333" y="1393037"/>
                  </a:lnTo>
                  <a:lnTo>
                    <a:pt x="479704" y="1393037"/>
                  </a:lnTo>
                  <a:lnTo>
                    <a:pt x="478586" y="1393507"/>
                  </a:lnTo>
                  <a:lnTo>
                    <a:pt x="476719" y="1395361"/>
                  </a:lnTo>
                  <a:lnTo>
                    <a:pt x="476250" y="1396479"/>
                  </a:lnTo>
                  <a:lnTo>
                    <a:pt x="476250" y="1399120"/>
                  </a:lnTo>
                  <a:lnTo>
                    <a:pt x="476719" y="1400238"/>
                  </a:lnTo>
                  <a:lnTo>
                    <a:pt x="478586" y="1402092"/>
                  </a:lnTo>
                  <a:lnTo>
                    <a:pt x="479704" y="1402562"/>
                  </a:lnTo>
                  <a:lnTo>
                    <a:pt x="482333" y="1402562"/>
                  </a:lnTo>
                  <a:lnTo>
                    <a:pt x="483450" y="1402092"/>
                  </a:lnTo>
                  <a:lnTo>
                    <a:pt x="485317" y="1400238"/>
                  </a:lnTo>
                  <a:lnTo>
                    <a:pt x="485775" y="1399120"/>
                  </a:lnTo>
                  <a:lnTo>
                    <a:pt x="485775" y="1396479"/>
                  </a:lnTo>
                  <a:close/>
                </a:path>
                <a:path w="3629025" h="1866900">
                  <a:moveTo>
                    <a:pt x="485775" y="932141"/>
                  </a:moveTo>
                  <a:lnTo>
                    <a:pt x="485317" y="931024"/>
                  </a:lnTo>
                  <a:lnTo>
                    <a:pt x="483450" y="929157"/>
                  </a:lnTo>
                  <a:lnTo>
                    <a:pt x="482333" y="928687"/>
                  </a:lnTo>
                  <a:lnTo>
                    <a:pt x="479704" y="928687"/>
                  </a:lnTo>
                  <a:lnTo>
                    <a:pt x="478586" y="929157"/>
                  </a:lnTo>
                  <a:lnTo>
                    <a:pt x="476719" y="931024"/>
                  </a:lnTo>
                  <a:lnTo>
                    <a:pt x="476250" y="932141"/>
                  </a:lnTo>
                  <a:lnTo>
                    <a:pt x="476250" y="934770"/>
                  </a:lnTo>
                  <a:lnTo>
                    <a:pt x="476719" y="935888"/>
                  </a:lnTo>
                  <a:lnTo>
                    <a:pt x="478586" y="937755"/>
                  </a:lnTo>
                  <a:lnTo>
                    <a:pt x="479704" y="938212"/>
                  </a:lnTo>
                  <a:lnTo>
                    <a:pt x="482333" y="938212"/>
                  </a:lnTo>
                  <a:lnTo>
                    <a:pt x="483450" y="937755"/>
                  </a:lnTo>
                  <a:lnTo>
                    <a:pt x="485317" y="935888"/>
                  </a:lnTo>
                  <a:lnTo>
                    <a:pt x="485775" y="934770"/>
                  </a:lnTo>
                  <a:lnTo>
                    <a:pt x="485775" y="932141"/>
                  </a:lnTo>
                  <a:close/>
                </a:path>
                <a:path w="3629025" h="1866900">
                  <a:moveTo>
                    <a:pt x="485775" y="467791"/>
                  </a:moveTo>
                  <a:lnTo>
                    <a:pt x="485317" y="466674"/>
                  </a:lnTo>
                  <a:lnTo>
                    <a:pt x="483450" y="464820"/>
                  </a:lnTo>
                  <a:lnTo>
                    <a:pt x="482333" y="464350"/>
                  </a:lnTo>
                  <a:lnTo>
                    <a:pt x="479704" y="464350"/>
                  </a:lnTo>
                  <a:lnTo>
                    <a:pt x="478586" y="464820"/>
                  </a:lnTo>
                  <a:lnTo>
                    <a:pt x="476719" y="466674"/>
                  </a:lnTo>
                  <a:lnTo>
                    <a:pt x="476250" y="467791"/>
                  </a:lnTo>
                  <a:lnTo>
                    <a:pt x="476250" y="470433"/>
                  </a:lnTo>
                  <a:lnTo>
                    <a:pt x="476719" y="471551"/>
                  </a:lnTo>
                  <a:lnTo>
                    <a:pt x="478586" y="473405"/>
                  </a:lnTo>
                  <a:lnTo>
                    <a:pt x="479704" y="473875"/>
                  </a:lnTo>
                  <a:lnTo>
                    <a:pt x="482333" y="473875"/>
                  </a:lnTo>
                  <a:lnTo>
                    <a:pt x="483450" y="473405"/>
                  </a:lnTo>
                  <a:lnTo>
                    <a:pt x="485317" y="471551"/>
                  </a:lnTo>
                  <a:lnTo>
                    <a:pt x="485775" y="470433"/>
                  </a:lnTo>
                  <a:lnTo>
                    <a:pt x="485775" y="467791"/>
                  </a:lnTo>
                  <a:close/>
                </a:path>
                <a:path w="3629025" h="1866900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3629025" h="1866900">
                  <a:moveTo>
                    <a:pt x="533400" y="1860829"/>
                  </a:moveTo>
                  <a:lnTo>
                    <a:pt x="532942" y="1859711"/>
                  </a:lnTo>
                  <a:lnTo>
                    <a:pt x="531075" y="1857844"/>
                  </a:lnTo>
                  <a:lnTo>
                    <a:pt x="529958" y="1857375"/>
                  </a:lnTo>
                  <a:lnTo>
                    <a:pt x="527329" y="1857375"/>
                  </a:lnTo>
                  <a:lnTo>
                    <a:pt x="526211" y="1857844"/>
                  </a:lnTo>
                  <a:lnTo>
                    <a:pt x="524344" y="1859711"/>
                  </a:lnTo>
                  <a:lnTo>
                    <a:pt x="523875" y="1860829"/>
                  </a:lnTo>
                  <a:lnTo>
                    <a:pt x="523875" y="1863458"/>
                  </a:lnTo>
                  <a:lnTo>
                    <a:pt x="524344" y="1864575"/>
                  </a:lnTo>
                  <a:lnTo>
                    <a:pt x="526211" y="1866442"/>
                  </a:lnTo>
                  <a:lnTo>
                    <a:pt x="527329" y="1866900"/>
                  </a:lnTo>
                  <a:lnTo>
                    <a:pt x="529958" y="1866900"/>
                  </a:lnTo>
                  <a:lnTo>
                    <a:pt x="531075" y="1866442"/>
                  </a:lnTo>
                  <a:lnTo>
                    <a:pt x="532942" y="1864575"/>
                  </a:lnTo>
                  <a:lnTo>
                    <a:pt x="533400" y="1863458"/>
                  </a:lnTo>
                  <a:lnTo>
                    <a:pt x="533400" y="1860829"/>
                  </a:lnTo>
                  <a:close/>
                </a:path>
                <a:path w="3629025" h="1866900">
                  <a:moveTo>
                    <a:pt x="533400" y="1396479"/>
                  </a:moveTo>
                  <a:lnTo>
                    <a:pt x="532942" y="1395361"/>
                  </a:lnTo>
                  <a:lnTo>
                    <a:pt x="531075" y="1393507"/>
                  </a:lnTo>
                  <a:lnTo>
                    <a:pt x="529958" y="1393037"/>
                  </a:lnTo>
                  <a:lnTo>
                    <a:pt x="527329" y="1393037"/>
                  </a:lnTo>
                  <a:lnTo>
                    <a:pt x="526211" y="1393507"/>
                  </a:lnTo>
                  <a:lnTo>
                    <a:pt x="524344" y="1395361"/>
                  </a:lnTo>
                  <a:lnTo>
                    <a:pt x="523875" y="1396479"/>
                  </a:lnTo>
                  <a:lnTo>
                    <a:pt x="523875" y="1399120"/>
                  </a:lnTo>
                  <a:lnTo>
                    <a:pt x="524344" y="1400238"/>
                  </a:lnTo>
                  <a:lnTo>
                    <a:pt x="526211" y="1402092"/>
                  </a:lnTo>
                  <a:lnTo>
                    <a:pt x="527329" y="1402562"/>
                  </a:lnTo>
                  <a:lnTo>
                    <a:pt x="529958" y="1402562"/>
                  </a:lnTo>
                  <a:lnTo>
                    <a:pt x="531075" y="1402092"/>
                  </a:lnTo>
                  <a:lnTo>
                    <a:pt x="532942" y="1400238"/>
                  </a:lnTo>
                  <a:lnTo>
                    <a:pt x="533400" y="1399120"/>
                  </a:lnTo>
                  <a:lnTo>
                    <a:pt x="533400" y="1396479"/>
                  </a:lnTo>
                  <a:close/>
                </a:path>
                <a:path w="3629025" h="1866900">
                  <a:moveTo>
                    <a:pt x="533400" y="932141"/>
                  </a:moveTo>
                  <a:lnTo>
                    <a:pt x="532942" y="931024"/>
                  </a:lnTo>
                  <a:lnTo>
                    <a:pt x="531075" y="929157"/>
                  </a:lnTo>
                  <a:lnTo>
                    <a:pt x="529958" y="928687"/>
                  </a:lnTo>
                  <a:lnTo>
                    <a:pt x="527329" y="928687"/>
                  </a:lnTo>
                  <a:lnTo>
                    <a:pt x="526211" y="929157"/>
                  </a:lnTo>
                  <a:lnTo>
                    <a:pt x="524344" y="931024"/>
                  </a:lnTo>
                  <a:lnTo>
                    <a:pt x="523875" y="932141"/>
                  </a:lnTo>
                  <a:lnTo>
                    <a:pt x="523875" y="934770"/>
                  </a:lnTo>
                  <a:lnTo>
                    <a:pt x="524344" y="935888"/>
                  </a:lnTo>
                  <a:lnTo>
                    <a:pt x="526211" y="937755"/>
                  </a:lnTo>
                  <a:lnTo>
                    <a:pt x="527329" y="938212"/>
                  </a:lnTo>
                  <a:lnTo>
                    <a:pt x="529958" y="938212"/>
                  </a:lnTo>
                  <a:lnTo>
                    <a:pt x="531075" y="937755"/>
                  </a:lnTo>
                  <a:lnTo>
                    <a:pt x="532942" y="935888"/>
                  </a:lnTo>
                  <a:lnTo>
                    <a:pt x="533400" y="934770"/>
                  </a:lnTo>
                  <a:lnTo>
                    <a:pt x="533400" y="932141"/>
                  </a:lnTo>
                  <a:close/>
                </a:path>
                <a:path w="3629025" h="1866900">
                  <a:moveTo>
                    <a:pt x="533400" y="467791"/>
                  </a:moveTo>
                  <a:lnTo>
                    <a:pt x="532942" y="466674"/>
                  </a:lnTo>
                  <a:lnTo>
                    <a:pt x="531075" y="464820"/>
                  </a:lnTo>
                  <a:lnTo>
                    <a:pt x="529958" y="464350"/>
                  </a:lnTo>
                  <a:lnTo>
                    <a:pt x="527329" y="464350"/>
                  </a:lnTo>
                  <a:lnTo>
                    <a:pt x="526211" y="464820"/>
                  </a:lnTo>
                  <a:lnTo>
                    <a:pt x="524344" y="466674"/>
                  </a:lnTo>
                  <a:lnTo>
                    <a:pt x="523875" y="467791"/>
                  </a:lnTo>
                  <a:lnTo>
                    <a:pt x="523875" y="470433"/>
                  </a:lnTo>
                  <a:lnTo>
                    <a:pt x="524344" y="471551"/>
                  </a:lnTo>
                  <a:lnTo>
                    <a:pt x="526211" y="473405"/>
                  </a:lnTo>
                  <a:lnTo>
                    <a:pt x="527329" y="473875"/>
                  </a:lnTo>
                  <a:lnTo>
                    <a:pt x="529958" y="473875"/>
                  </a:lnTo>
                  <a:lnTo>
                    <a:pt x="531075" y="473405"/>
                  </a:lnTo>
                  <a:lnTo>
                    <a:pt x="532942" y="471551"/>
                  </a:lnTo>
                  <a:lnTo>
                    <a:pt x="533400" y="470433"/>
                  </a:lnTo>
                  <a:lnTo>
                    <a:pt x="533400" y="467791"/>
                  </a:lnTo>
                  <a:close/>
                </a:path>
                <a:path w="3629025" h="1866900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3629025" h="1866900">
                  <a:moveTo>
                    <a:pt x="581025" y="1860829"/>
                  </a:moveTo>
                  <a:lnTo>
                    <a:pt x="580567" y="1859711"/>
                  </a:lnTo>
                  <a:lnTo>
                    <a:pt x="578700" y="1857844"/>
                  </a:lnTo>
                  <a:lnTo>
                    <a:pt x="577583" y="1857375"/>
                  </a:lnTo>
                  <a:lnTo>
                    <a:pt x="574954" y="1857375"/>
                  </a:lnTo>
                  <a:lnTo>
                    <a:pt x="573836" y="1857844"/>
                  </a:lnTo>
                  <a:lnTo>
                    <a:pt x="571969" y="1859711"/>
                  </a:lnTo>
                  <a:lnTo>
                    <a:pt x="571500" y="1860829"/>
                  </a:lnTo>
                  <a:lnTo>
                    <a:pt x="571500" y="1863458"/>
                  </a:lnTo>
                  <a:lnTo>
                    <a:pt x="571969" y="1864575"/>
                  </a:lnTo>
                  <a:lnTo>
                    <a:pt x="573836" y="1866442"/>
                  </a:lnTo>
                  <a:lnTo>
                    <a:pt x="574954" y="1866900"/>
                  </a:lnTo>
                  <a:lnTo>
                    <a:pt x="577583" y="1866900"/>
                  </a:lnTo>
                  <a:lnTo>
                    <a:pt x="578700" y="1866442"/>
                  </a:lnTo>
                  <a:lnTo>
                    <a:pt x="580567" y="1864575"/>
                  </a:lnTo>
                  <a:lnTo>
                    <a:pt x="581025" y="1863458"/>
                  </a:lnTo>
                  <a:lnTo>
                    <a:pt x="581025" y="1860829"/>
                  </a:lnTo>
                  <a:close/>
                </a:path>
                <a:path w="3629025" h="1866900">
                  <a:moveTo>
                    <a:pt x="581025" y="1396479"/>
                  </a:moveTo>
                  <a:lnTo>
                    <a:pt x="580567" y="1395361"/>
                  </a:lnTo>
                  <a:lnTo>
                    <a:pt x="578700" y="1393507"/>
                  </a:lnTo>
                  <a:lnTo>
                    <a:pt x="577583" y="1393037"/>
                  </a:lnTo>
                  <a:lnTo>
                    <a:pt x="574954" y="1393037"/>
                  </a:lnTo>
                  <a:lnTo>
                    <a:pt x="573836" y="1393507"/>
                  </a:lnTo>
                  <a:lnTo>
                    <a:pt x="571969" y="1395361"/>
                  </a:lnTo>
                  <a:lnTo>
                    <a:pt x="571500" y="1396479"/>
                  </a:lnTo>
                  <a:lnTo>
                    <a:pt x="571500" y="1399120"/>
                  </a:lnTo>
                  <a:lnTo>
                    <a:pt x="571969" y="1400238"/>
                  </a:lnTo>
                  <a:lnTo>
                    <a:pt x="573836" y="1402092"/>
                  </a:lnTo>
                  <a:lnTo>
                    <a:pt x="574954" y="1402562"/>
                  </a:lnTo>
                  <a:lnTo>
                    <a:pt x="577583" y="1402562"/>
                  </a:lnTo>
                  <a:lnTo>
                    <a:pt x="578700" y="1402092"/>
                  </a:lnTo>
                  <a:lnTo>
                    <a:pt x="580567" y="1400238"/>
                  </a:lnTo>
                  <a:lnTo>
                    <a:pt x="581025" y="1399120"/>
                  </a:lnTo>
                  <a:lnTo>
                    <a:pt x="581025" y="1396479"/>
                  </a:lnTo>
                  <a:close/>
                </a:path>
                <a:path w="3629025" h="1866900">
                  <a:moveTo>
                    <a:pt x="581025" y="932141"/>
                  </a:moveTo>
                  <a:lnTo>
                    <a:pt x="580567" y="931024"/>
                  </a:lnTo>
                  <a:lnTo>
                    <a:pt x="578700" y="929157"/>
                  </a:lnTo>
                  <a:lnTo>
                    <a:pt x="577583" y="928687"/>
                  </a:lnTo>
                  <a:lnTo>
                    <a:pt x="574954" y="928687"/>
                  </a:lnTo>
                  <a:lnTo>
                    <a:pt x="573836" y="929157"/>
                  </a:lnTo>
                  <a:lnTo>
                    <a:pt x="571969" y="931024"/>
                  </a:lnTo>
                  <a:lnTo>
                    <a:pt x="571500" y="932141"/>
                  </a:lnTo>
                  <a:lnTo>
                    <a:pt x="571500" y="934770"/>
                  </a:lnTo>
                  <a:lnTo>
                    <a:pt x="571969" y="935888"/>
                  </a:lnTo>
                  <a:lnTo>
                    <a:pt x="573836" y="937755"/>
                  </a:lnTo>
                  <a:lnTo>
                    <a:pt x="574954" y="938212"/>
                  </a:lnTo>
                  <a:lnTo>
                    <a:pt x="577583" y="938212"/>
                  </a:lnTo>
                  <a:lnTo>
                    <a:pt x="578700" y="937755"/>
                  </a:lnTo>
                  <a:lnTo>
                    <a:pt x="580567" y="935888"/>
                  </a:lnTo>
                  <a:lnTo>
                    <a:pt x="581025" y="934770"/>
                  </a:lnTo>
                  <a:lnTo>
                    <a:pt x="581025" y="932141"/>
                  </a:lnTo>
                  <a:close/>
                </a:path>
                <a:path w="3629025" h="1866900">
                  <a:moveTo>
                    <a:pt x="581025" y="467791"/>
                  </a:moveTo>
                  <a:lnTo>
                    <a:pt x="580567" y="466674"/>
                  </a:lnTo>
                  <a:lnTo>
                    <a:pt x="578700" y="464820"/>
                  </a:lnTo>
                  <a:lnTo>
                    <a:pt x="577583" y="464350"/>
                  </a:lnTo>
                  <a:lnTo>
                    <a:pt x="574954" y="464350"/>
                  </a:lnTo>
                  <a:lnTo>
                    <a:pt x="573836" y="464820"/>
                  </a:lnTo>
                  <a:lnTo>
                    <a:pt x="571969" y="466674"/>
                  </a:lnTo>
                  <a:lnTo>
                    <a:pt x="571500" y="467791"/>
                  </a:lnTo>
                  <a:lnTo>
                    <a:pt x="571500" y="470433"/>
                  </a:lnTo>
                  <a:lnTo>
                    <a:pt x="571969" y="471551"/>
                  </a:lnTo>
                  <a:lnTo>
                    <a:pt x="573836" y="473405"/>
                  </a:lnTo>
                  <a:lnTo>
                    <a:pt x="574954" y="473875"/>
                  </a:lnTo>
                  <a:lnTo>
                    <a:pt x="577583" y="473875"/>
                  </a:lnTo>
                  <a:lnTo>
                    <a:pt x="578700" y="473405"/>
                  </a:lnTo>
                  <a:lnTo>
                    <a:pt x="580567" y="471551"/>
                  </a:lnTo>
                  <a:lnTo>
                    <a:pt x="581025" y="470433"/>
                  </a:lnTo>
                  <a:lnTo>
                    <a:pt x="581025" y="467791"/>
                  </a:lnTo>
                  <a:close/>
                </a:path>
                <a:path w="3629025" h="1866900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3629025" h="1866900">
                  <a:moveTo>
                    <a:pt x="628650" y="1860829"/>
                  </a:moveTo>
                  <a:lnTo>
                    <a:pt x="628192" y="1859711"/>
                  </a:lnTo>
                  <a:lnTo>
                    <a:pt x="626325" y="1857844"/>
                  </a:lnTo>
                  <a:lnTo>
                    <a:pt x="625208" y="1857375"/>
                  </a:lnTo>
                  <a:lnTo>
                    <a:pt x="622579" y="1857375"/>
                  </a:lnTo>
                  <a:lnTo>
                    <a:pt x="621461" y="1857844"/>
                  </a:lnTo>
                  <a:lnTo>
                    <a:pt x="619594" y="1859711"/>
                  </a:lnTo>
                  <a:lnTo>
                    <a:pt x="619125" y="1860829"/>
                  </a:lnTo>
                  <a:lnTo>
                    <a:pt x="619125" y="1863458"/>
                  </a:lnTo>
                  <a:lnTo>
                    <a:pt x="619594" y="1864575"/>
                  </a:lnTo>
                  <a:lnTo>
                    <a:pt x="621461" y="1866442"/>
                  </a:lnTo>
                  <a:lnTo>
                    <a:pt x="622579" y="1866900"/>
                  </a:lnTo>
                  <a:lnTo>
                    <a:pt x="625208" y="1866900"/>
                  </a:lnTo>
                  <a:lnTo>
                    <a:pt x="626325" y="1866442"/>
                  </a:lnTo>
                  <a:lnTo>
                    <a:pt x="628192" y="1864575"/>
                  </a:lnTo>
                  <a:lnTo>
                    <a:pt x="628650" y="1863458"/>
                  </a:lnTo>
                  <a:lnTo>
                    <a:pt x="628650" y="1860829"/>
                  </a:lnTo>
                  <a:close/>
                </a:path>
                <a:path w="3629025" h="1866900">
                  <a:moveTo>
                    <a:pt x="628650" y="1396479"/>
                  </a:moveTo>
                  <a:lnTo>
                    <a:pt x="628192" y="1395361"/>
                  </a:lnTo>
                  <a:lnTo>
                    <a:pt x="626325" y="1393507"/>
                  </a:lnTo>
                  <a:lnTo>
                    <a:pt x="625208" y="1393037"/>
                  </a:lnTo>
                  <a:lnTo>
                    <a:pt x="622579" y="1393037"/>
                  </a:lnTo>
                  <a:lnTo>
                    <a:pt x="621461" y="1393507"/>
                  </a:lnTo>
                  <a:lnTo>
                    <a:pt x="619594" y="1395361"/>
                  </a:lnTo>
                  <a:lnTo>
                    <a:pt x="619125" y="1396479"/>
                  </a:lnTo>
                  <a:lnTo>
                    <a:pt x="619125" y="1399120"/>
                  </a:lnTo>
                  <a:lnTo>
                    <a:pt x="619594" y="1400238"/>
                  </a:lnTo>
                  <a:lnTo>
                    <a:pt x="621461" y="1402092"/>
                  </a:lnTo>
                  <a:lnTo>
                    <a:pt x="622579" y="1402562"/>
                  </a:lnTo>
                  <a:lnTo>
                    <a:pt x="625208" y="1402562"/>
                  </a:lnTo>
                  <a:lnTo>
                    <a:pt x="626325" y="1402092"/>
                  </a:lnTo>
                  <a:lnTo>
                    <a:pt x="628192" y="1400238"/>
                  </a:lnTo>
                  <a:lnTo>
                    <a:pt x="628650" y="1399120"/>
                  </a:lnTo>
                  <a:lnTo>
                    <a:pt x="628650" y="1396479"/>
                  </a:lnTo>
                  <a:close/>
                </a:path>
                <a:path w="3629025" h="1866900">
                  <a:moveTo>
                    <a:pt x="628650" y="932141"/>
                  </a:moveTo>
                  <a:lnTo>
                    <a:pt x="628192" y="931024"/>
                  </a:lnTo>
                  <a:lnTo>
                    <a:pt x="626325" y="929157"/>
                  </a:lnTo>
                  <a:lnTo>
                    <a:pt x="625208" y="928687"/>
                  </a:lnTo>
                  <a:lnTo>
                    <a:pt x="622579" y="928687"/>
                  </a:lnTo>
                  <a:lnTo>
                    <a:pt x="621461" y="929157"/>
                  </a:lnTo>
                  <a:lnTo>
                    <a:pt x="619594" y="931024"/>
                  </a:lnTo>
                  <a:lnTo>
                    <a:pt x="619125" y="932141"/>
                  </a:lnTo>
                  <a:lnTo>
                    <a:pt x="619125" y="934770"/>
                  </a:lnTo>
                  <a:lnTo>
                    <a:pt x="619594" y="935888"/>
                  </a:lnTo>
                  <a:lnTo>
                    <a:pt x="621461" y="937755"/>
                  </a:lnTo>
                  <a:lnTo>
                    <a:pt x="622579" y="938212"/>
                  </a:lnTo>
                  <a:lnTo>
                    <a:pt x="625208" y="938212"/>
                  </a:lnTo>
                  <a:lnTo>
                    <a:pt x="626325" y="937755"/>
                  </a:lnTo>
                  <a:lnTo>
                    <a:pt x="628192" y="935888"/>
                  </a:lnTo>
                  <a:lnTo>
                    <a:pt x="628650" y="934770"/>
                  </a:lnTo>
                  <a:lnTo>
                    <a:pt x="628650" y="932141"/>
                  </a:lnTo>
                  <a:close/>
                </a:path>
                <a:path w="3629025" h="1866900">
                  <a:moveTo>
                    <a:pt x="628650" y="467791"/>
                  </a:moveTo>
                  <a:lnTo>
                    <a:pt x="628192" y="466674"/>
                  </a:lnTo>
                  <a:lnTo>
                    <a:pt x="626325" y="464820"/>
                  </a:lnTo>
                  <a:lnTo>
                    <a:pt x="625208" y="464350"/>
                  </a:lnTo>
                  <a:lnTo>
                    <a:pt x="622579" y="464350"/>
                  </a:lnTo>
                  <a:lnTo>
                    <a:pt x="621461" y="464820"/>
                  </a:lnTo>
                  <a:lnTo>
                    <a:pt x="619594" y="466674"/>
                  </a:lnTo>
                  <a:lnTo>
                    <a:pt x="619125" y="467791"/>
                  </a:lnTo>
                  <a:lnTo>
                    <a:pt x="619125" y="470433"/>
                  </a:lnTo>
                  <a:lnTo>
                    <a:pt x="619594" y="471551"/>
                  </a:lnTo>
                  <a:lnTo>
                    <a:pt x="621461" y="473405"/>
                  </a:lnTo>
                  <a:lnTo>
                    <a:pt x="622579" y="473875"/>
                  </a:lnTo>
                  <a:lnTo>
                    <a:pt x="625208" y="473875"/>
                  </a:lnTo>
                  <a:lnTo>
                    <a:pt x="626325" y="473405"/>
                  </a:lnTo>
                  <a:lnTo>
                    <a:pt x="628192" y="471551"/>
                  </a:lnTo>
                  <a:lnTo>
                    <a:pt x="628650" y="470433"/>
                  </a:lnTo>
                  <a:lnTo>
                    <a:pt x="628650" y="467791"/>
                  </a:lnTo>
                  <a:close/>
                </a:path>
                <a:path w="3629025" h="1866900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3629025" h="1866900">
                  <a:moveTo>
                    <a:pt x="676275" y="1860829"/>
                  </a:moveTo>
                  <a:lnTo>
                    <a:pt x="675817" y="1859711"/>
                  </a:lnTo>
                  <a:lnTo>
                    <a:pt x="673950" y="1857844"/>
                  </a:lnTo>
                  <a:lnTo>
                    <a:pt x="672833" y="1857375"/>
                  </a:lnTo>
                  <a:lnTo>
                    <a:pt x="670204" y="1857375"/>
                  </a:lnTo>
                  <a:lnTo>
                    <a:pt x="669086" y="1857844"/>
                  </a:lnTo>
                  <a:lnTo>
                    <a:pt x="667219" y="1859711"/>
                  </a:lnTo>
                  <a:lnTo>
                    <a:pt x="666750" y="1860829"/>
                  </a:lnTo>
                  <a:lnTo>
                    <a:pt x="666750" y="1863458"/>
                  </a:lnTo>
                  <a:lnTo>
                    <a:pt x="667219" y="1864575"/>
                  </a:lnTo>
                  <a:lnTo>
                    <a:pt x="669086" y="1866442"/>
                  </a:lnTo>
                  <a:lnTo>
                    <a:pt x="670204" y="1866900"/>
                  </a:lnTo>
                  <a:lnTo>
                    <a:pt x="672833" y="1866900"/>
                  </a:lnTo>
                  <a:lnTo>
                    <a:pt x="673950" y="1866442"/>
                  </a:lnTo>
                  <a:lnTo>
                    <a:pt x="675817" y="1864575"/>
                  </a:lnTo>
                  <a:lnTo>
                    <a:pt x="676275" y="1863458"/>
                  </a:lnTo>
                  <a:lnTo>
                    <a:pt x="676275" y="1860829"/>
                  </a:lnTo>
                  <a:close/>
                </a:path>
                <a:path w="3629025" h="1866900">
                  <a:moveTo>
                    <a:pt x="676275" y="1396479"/>
                  </a:moveTo>
                  <a:lnTo>
                    <a:pt x="675817" y="1395361"/>
                  </a:lnTo>
                  <a:lnTo>
                    <a:pt x="673950" y="1393507"/>
                  </a:lnTo>
                  <a:lnTo>
                    <a:pt x="672833" y="1393037"/>
                  </a:lnTo>
                  <a:lnTo>
                    <a:pt x="670204" y="1393037"/>
                  </a:lnTo>
                  <a:lnTo>
                    <a:pt x="669086" y="1393507"/>
                  </a:lnTo>
                  <a:lnTo>
                    <a:pt x="667219" y="1395361"/>
                  </a:lnTo>
                  <a:lnTo>
                    <a:pt x="666750" y="1396479"/>
                  </a:lnTo>
                  <a:lnTo>
                    <a:pt x="666750" y="1399120"/>
                  </a:lnTo>
                  <a:lnTo>
                    <a:pt x="667219" y="1400238"/>
                  </a:lnTo>
                  <a:lnTo>
                    <a:pt x="669086" y="1402092"/>
                  </a:lnTo>
                  <a:lnTo>
                    <a:pt x="670204" y="1402562"/>
                  </a:lnTo>
                  <a:lnTo>
                    <a:pt x="672833" y="1402562"/>
                  </a:lnTo>
                  <a:lnTo>
                    <a:pt x="673950" y="1402092"/>
                  </a:lnTo>
                  <a:lnTo>
                    <a:pt x="675817" y="1400238"/>
                  </a:lnTo>
                  <a:lnTo>
                    <a:pt x="676275" y="1399120"/>
                  </a:lnTo>
                  <a:lnTo>
                    <a:pt x="676275" y="1396479"/>
                  </a:lnTo>
                  <a:close/>
                </a:path>
                <a:path w="3629025" h="1866900">
                  <a:moveTo>
                    <a:pt x="676275" y="932141"/>
                  </a:moveTo>
                  <a:lnTo>
                    <a:pt x="675817" y="931024"/>
                  </a:lnTo>
                  <a:lnTo>
                    <a:pt x="673950" y="929157"/>
                  </a:lnTo>
                  <a:lnTo>
                    <a:pt x="672833" y="928687"/>
                  </a:lnTo>
                  <a:lnTo>
                    <a:pt x="670204" y="928687"/>
                  </a:lnTo>
                  <a:lnTo>
                    <a:pt x="669086" y="929157"/>
                  </a:lnTo>
                  <a:lnTo>
                    <a:pt x="667219" y="931024"/>
                  </a:lnTo>
                  <a:lnTo>
                    <a:pt x="666750" y="932141"/>
                  </a:lnTo>
                  <a:lnTo>
                    <a:pt x="666750" y="934770"/>
                  </a:lnTo>
                  <a:lnTo>
                    <a:pt x="667219" y="935888"/>
                  </a:lnTo>
                  <a:lnTo>
                    <a:pt x="669086" y="937755"/>
                  </a:lnTo>
                  <a:lnTo>
                    <a:pt x="670204" y="938212"/>
                  </a:lnTo>
                  <a:lnTo>
                    <a:pt x="672833" y="938212"/>
                  </a:lnTo>
                  <a:lnTo>
                    <a:pt x="673950" y="937755"/>
                  </a:lnTo>
                  <a:lnTo>
                    <a:pt x="675817" y="935888"/>
                  </a:lnTo>
                  <a:lnTo>
                    <a:pt x="676275" y="934770"/>
                  </a:lnTo>
                  <a:lnTo>
                    <a:pt x="676275" y="932141"/>
                  </a:lnTo>
                  <a:close/>
                </a:path>
                <a:path w="3629025" h="1866900">
                  <a:moveTo>
                    <a:pt x="676275" y="467791"/>
                  </a:moveTo>
                  <a:lnTo>
                    <a:pt x="675817" y="466674"/>
                  </a:lnTo>
                  <a:lnTo>
                    <a:pt x="673950" y="464820"/>
                  </a:lnTo>
                  <a:lnTo>
                    <a:pt x="672833" y="464350"/>
                  </a:lnTo>
                  <a:lnTo>
                    <a:pt x="670204" y="464350"/>
                  </a:lnTo>
                  <a:lnTo>
                    <a:pt x="669086" y="464820"/>
                  </a:lnTo>
                  <a:lnTo>
                    <a:pt x="667219" y="466674"/>
                  </a:lnTo>
                  <a:lnTo>
                    <a:pt x="666750" y="467791"/>
                  </a:lnTo>
                  <a:lnTo>
                    <a:pt x="666750" y="470433"/>
                  </a:lnTo>
                  <a:lnTo>
                    <a:pt x="667219" y="471551"/>
                  </a:lnTo>
                  <a:lnTo>
                    <a:pt x="669086" y="473405"/>
                  </a:lnTo>
                  <a:lnTo>
                    <a:pt x="670204" y="473875"/>
                  </a:lnTo>
                  <a:lnTo>
                    <a:pt x="672833" y="473875"/>
                  </a:lnTo>
                  <a:lnTo>
                    <a:pt x="673950" y="473405"/>
                  </a:lnTo>
                  <a:lnTo>
                    <a:pt x="675817" y="471551"/>
                  </a:lnTo>
                  <a:lnTo>
                    <a:pt x="676275" y="470433"/>
                  </a:lnTo>
                  <a:lnTo>
                    <a:pt x="676275" y="467791"/>
                  </a:lnTo>
                  <a:close/>
                </a:path>
                <a:path w="3629025" h="1866900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3629025" h="1866900">
                  <a:moveTo>
                    <a:pt x="723900" y="1860829"/>
                  </a:moveTo>
                  <a:lnTo>
                    <a:pt x="723442" y="1859711"/>
                  </a:lnTo>
                  <a:lnTo>
                    <a:pt x="721575" y="1857844"/>
                  </a:lnTo>
                  <a:lnTo>
                    <a:pt x="720458" y="1857375"/>
                  </a:lnTo>
                  <a:lnTo>
                    <a:pt x="717829" y="1857375"/>
                  </a:lnTo>
                  <a:lnTo>
                    <a:pt x="716711" y="1857844"/>
                  </a:lnTo>
                  <a:lnTo>
                    <a:pt x="714844" y="1859711"/>
                  </a:lnTo>
                  <a:lnTo>
                    <a:pt x="714375" y="1860829"/>
                  </a:lnTo>
                  <a:lnTo>
                    <a:pt x="714375" y="1863458"/>
                  </a:lnTo>
                  <a:lnTo>
                    <a:pt x="714844" y="1864575"/>
                  </a:lnTo>
                  <a:lnTo>
                    <a:pt x="716711" y="1866442"/>
                  </a:lnTo>
                  <a:lnTo>
                    <a:pt x="717829" y="1866900"/>
                  </a:lnTo>
                  <a:lnTo>
                    <a:pt x="720458" y="1866900"/>
                  </a:lnTo>
                  <a:lnTo>
                    <a:pt x="721575" y="1866442"/>
                  </a:lnTo>
                  <a:lnTo>
                    <a:pt x="723442" y="1864575"/>
                  </a:lnTo>
                  <a:lnTo>
                    <a:pt x="723900" y="1863458"/>
                  </a:lnTo>
                  <a:lnTo>
                    <a:pt x="723900" y="1860829"/>
                  </a:lnTo>
                  <a:close/>
                </a:path>
                <a:path w="3629025" h="1866900">
                  <a:moveTo>
                    <a:pt x="723900" y="1396479"/>
                  </a:moveTo>
                  <a:lnTo>
                    <a:pt x="723442" y="1395361"/>
                  </a:lnTo>
                  <a:lnTo>
                    <a:pt x="721575" y="1393507"/>
                  </a:lnTo>
                  <a:lnTo>
                    <a:pt x="720458" y="1393037"/>
                  </a:lnTo>
                  <a:lnTo>
                    <a:pt x="717829" y="1393037"/>
                  </a:lnTo>
                  <a:lnTo>
                    <a:pt x="716711" y="1393507"/>
                  </a:lnTo>
                  <a:lnTo>
                    <a:pt x="714844" y="1395361"/>
                  </a:lnTo>
                  <a:lnTo>
                    <a:pt x="714375" y="1396479"/>
                  </a:lnTo>
                  <a:lnTo>
                    <a:pt x="714375" y="1399120"/>
                  </a:lnTo>
                  <a:lnTo>
                    <a:pt x="714844" y="1400238"/>
                  </a:lnTo>
                  <a:lnTo>
                    <a:pt x="716711" y="1402092"/>
                  </a:lnTo>
                  <a:lnTo>
                    <a:pt x="717829" y="1402562"/>
                  </a:lnTo>
                  <a:lnTo>
                    <a:pt x="720458" y="1402562"/>
                  </a:lnTo>
                  <a:lnTo>
                    <a:pt x="721575" y="1402092"/>
                  </a:lnTo>
                  <a:lnTo>
                    <a:pt x="723442" y="1400238"/>
                  </a:lnTo>
                  <a:lnTo>
                    <a:pt x="723900" y="1399120"/>
                  </a:lnTo>
                  <a:lnTo>
                    <a:pt x="723900" y="1396479"/>
                  </a:lnTo>
                  <a:close/>
                </a:path>
                <a:path w="3629025" h="1866900">
                  <a:moveTo>
                    <a:pt x="723900" y="932141"/>
                  </a:moveTo>
                  <a:lnTo>
                    <a:pt x="723442" y="931024"/>
                  </a:lnTo>
                  <a:lnTo>
                    <a:pt x="721575" y="929157"/>
                  </a:lnTo>
                  <a:lnTo>
                    <a:pt x="720458" y="928687"/>
                  </a:lnTo>
                  <a:lnTo>
                    <a:pt x="717829" y="928687"/>
                  </a:lnTo>
                  <a:lnTo>
                    <a:pt x="716711" y="929157"/>
                  </a:lnTo>
                  <a:lnTo>
                    <a:pt x="714844" y="931024"/>
                  </a:lnTo>
                  <a:lnTo>
                    <a:pt x="714375" y="932141"/>
                  </a:lnTo>
                  <a:lnTo>
                    <a:pt x="714375" y="934770"/>
                  </a:lnTo>
                  <a:lnTo>
                    <a:pt x="714844" y="935888"/>
                  </a:lnTo>
                  <a:lnTo>
                    <a:pt x="716711" y="937755"/>
                  </a:lnTo>
                  <a:lnTo>
                    <a:pt x="717829" y="938212"/>
                  </a:lnTo>
                  <a:lnTo>
                    <a:pt x="720458" y="938212"/>
                  </a:lnTo>
                  <a:lnTo>
                    <a:pt x="721575" y="937755"/>
                  </a:lnTo>
                  <a:lnTo>
                    <a:pt x="723442" y="935888"/>
                  </a:lnTo>
                  <a:lnTo>
                    <a:pt x="723900" y="934770"/>
                  </a:lnTo>
                  <a:lnTo>
                    <a:pt x="723900" y="932141"/>
                  </a:lnTo>
                  <a:close/>
                </a:path>
                <a:path w="3629025" h="1866900">
                  <a:moveTo>
                    <a:pt x="723900" y="467791"/>
                  </a:moveTo>
                  <a:lnTo>
                    <a:pt x="723442" y="466674"/>
                  </a:lnTo>
                  <a:lnTo>
                    <a:pt x="721575" y="464820"/>
                  </a:lnTo>
                  <a:lnTo>
                    <a:pt x="720458" y="464350"/>
                  </a:lnTo>
                  <a:lnTo>
                    <a:pt x="717829" y="464350"/>
                  </a:lnTo>
                  <a:lnTo>
                    <a:pt x="716711" y="464820"/>
                  </a:lnTo>
                  <a:lnTo>
                    <a:pt x="714844" y="466674"/>
                  </a:lnTo>
                  <a:lnTo>
                    <a:pt x="714375" y="467791"/>
                  </a:lnTo>
                  <a:lnTo>
                    <a:pt x="714375" y="470433"/>
                  </a:lnTo>
                  <a:lnTo>
                    <a:pt x="714844" y="471551"/>
                  </a:lnTo>
                  <a:lnTo>
                    <a:pt x="716711" y="473405"/>
                  </a:lnTo>
                  <a:lnTo>
                    <a:pt x="717829" y="473875"/>
                  </a:lnTo>
                  <a:lnTo>
                    <a:pt x="720458" y="473875"/>
                  </a:lnTo>
                  <a:lnTo>
                    <a:pt x="721575" y="473405"/>
                  </a:lnTo>
                  <a:lnTo>
                    <a:pt x="723442" y="471551"/>
                  </a:lnTo>
                  <a:lnTo>
                    <a:pt x="723900" y="470433"/>
                  </a:lnTo>
                  <a:lnTo>
                    <a:pt x="723900" y="467791"/>
                  </a:lnTo>
                  <a:close/>
                </a:path>
                <a:path w="3629025" h="1866900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3629025" h="1866900">
                  <a:moveTo>
                    <a:pt x="771525" y="1860829"/>
                  </a:moveTo>
                  <a:lnTo>
                    <a:pt x="771067" y="1859711"/>
                  </a:lnTo>
                  <a:lnTo>
                    <a:pt x="769200" y="1857844"/>
                  </a:lnTo>
                  <a:lnTo>
                    <a:pt x="768083" y="1857375"/>
                  </a:lnTo>
                  <a:lnTo>
                    <a:pt x="765454" y="1857375"/>
                  </a:lnTo>
                  <a:lnTo>
                    <a:pt x="764336" y="1857844"/>
                  </a:lnTo>
                  <a:lnTo>
                    <a:pt x="762469" y="1859711"/>
                  </a:lnTo>
                  <a:lnTo>
                    <a:pt x="762000" y="1860829"/>
                  </a:lnTo>
                  <a:lnTo>
                    <a:pt x="762000" y="1863458"/>
                  </a:lnTo>
                  <a:lnTo>
                    <a:pt x="762469" y="1864575"/>
                  </a:lnTo>
                  <a:lnTo>
                    <a:pt x="764336" y="1866442"/>
                  </a:lnTo>
                  <a:lnTo>
                    <a:pt x="765454" y="1866900"/>
                  </a:lnTo>
                  <a:lnTo>
                    <a:pt x="768083" y="1866900"/>
                  </a:lnTo>
                  <a:lnTo>
                    <a:pt x="769200" y="1866442"/>
                  </a:lnTo>
                  <a:lnTo>
                    <a:pt x="771067" y="1864575"/>
                  </a:lnTo>
                  <a:lnTo>
                    <a:pt x="771525" y="1863458"/>
                  </a:lnTo>
                  <a:lnTo>
                    <a:pt x="771525" y="1860829"/>
                  </a:lnTo>
                  <a:close/>
                </a:path>
                <a:path w="3629025" h="1866900">
                  <a:moveTo>
                    <a:pt x="771525" y="1396479"/>
                  </a:moveTo>
                  <a:lnTo>
                    <a:pt x="771067" y="1395361"/>
                  </a:lnTo>
                  <a:lnTo>
                    <a:pt x="769200" y="1393507"/>
                  </a:lnTo>
                  <a:lnTo>
                    <a:pt x="768083" y="1393037"/>
                  </a:lnTo>
                  <a:lnTo>
                    <a:pt x="765454" y="1393037"/>
                  </a:lnTo>
                  <a:lnTo>
                    <a:pt x="764336" y="1393507"/>
                  </a:lnTo>
                  <a:lnTo>
                    <a:pt x="762469" y="1395361"/>
                  </a:lnTo>
                  <a:lnTo>
                    <a:pt x="762000" y="1396479"/>
                  </a:lnTo>
                  <a:lnTo>
                    <a:pt x="762000" y="1399120"/>
                  </a:lnTo>
                  <a:lnTo>
                    <a:pt x="762469" y="1400238"/>
                  </a:lnTo>
                  <a:lnTo>
                    <a:pt x="764336" y="1402092"/>
                  </a:lnTo>
                  <a:lnTo>
                    <a:pt x="765454" y="1402562"/>
                  </a:lnTo>
                  <a:lnTo>
                    <a:pt x="768083" y="1402562"/>
                  </a:lnTo>
                  <a:lnTo>
                    <a:pt x="769200" y="1402092"/>
                  </a:lnTo>
                  <a:lnTo>
                    <a:pt x="771067" y="1400238"/>
                  </a:lnTo>
                  <a:lnTo>
                    <a:pt x="771525" y="1399120"/>
                  </a:lnTo>
                  <a:lnTo>
                    <a:pt x="771525" y="1396479"/>
                  </a:lnTo>
                  <a:close/>
                </a:path>
                <a:path w="3629025" h="1866900">
                  <a:moveTo>
                    <a:pt x="771525" y="932141"/>
                  </a:moveTo>
                  <a:lnTo>
                    <a:pt x="771067" y="931024"/>
                  </a:lnTo>
                  <a:lnTo>
                    <a:pt x="769200" y="929157"/>
                  </a:lnTo>
                  <a:lnTo>
                    <a:pt x="768083" y="928687"/>
                  </a:lnTo>
                  <a:lnTo>
                    <a:pt x="765454" y="928687"/>
                  </a:lnTo>
                  <a:lnTo>
                    <a:pt x="764336" y="929157"/>
                  </a:lnTo>
                  <a:lnTo>
                    <a:pt x="762469" y="931024"/>
                  </a:lnTo>
                  <a:lnTo>
                    <a:pt x="762000" y="932141"/>
                  </a:lnTo>
                  <a:lnTo>
                    <a:pt x="762000" y="934770"/>
                  </a:lnTo>
                  <a:lnTo>
                    <a:pt x="762469" y="935888"/>
                  </a:lnTo>
                  <a:lnTo>
                    <a:pt x="764336" y="937755"/>
                  </a:lnTo>
                  <a:lnTo>
                    <a:pt x="765454" y="938212"/>
                  </a:lnTo>
                  <a:lnTo>
                    <a:pt x="768083" y="938212"/>
                  </a:lnTo>
                  <a:lnTo>
                    <a:pt x="769200" y="937755"/>
                  </a:lnTo>
                  <a:lnTo>
                    <a:pt x="771067" y="935888"/>
                  </a:lnTo>
                  <a:lnTo>
                    <a:pt x="771525" y="934770"/>
                  </a:lnTo>
                  <a:lnTo>
                    <a:pt x="771525" y="932141"/>
                  </a:lnTo>
                  <a:close/>
                </a:path>
                <a:path w="3629025" h="1866900">
                  <a:moveTo>
                    <a:pt x="771525" y="467791"/>
                  </a:moveTo>
                  <a:lnTo>
                    <a:pt x="771067" y="466674"/>
                  </a:lnTo>
                  <a:lnTo>
                    <a:pt x="769200" y="464820"/>
                  </a:lnTo>
                  <a:lnTo>
                    <a:pt x="768083" y="464350"/>
                  </a:lnTo>
                  <a:lnTo>
                    <a:pt x="765454" y="464350"/>
                  </a:lnTo>
                  <a:lnTo>
                    <a:pt x="764336" y="464820"/>
                  </a:lnTo>
                  <a:lnTo>
                    <a:pt x="762469" y="466674"/>
                  </a:lnTo>
                  <a:lnTo>
                    <a:pt x="762000" y="467791"/>
                  </a:lnTo>
                  <a:lnTo>
                    <a:pt x="762000" y="470433"/>
                  </a:lnTo>
                  <a:lnTo>
                    <a:pt x="762469" y="471551"/>
                  </a:lnTo>
                  <a:lnTo>
                    <a:pt x="764336" y="473405"/>
                  </a:lnTo>
                  <a:lnTo>
                    <a:pt x="765454" y="473875"/>
                  </a:lnTo>
                  <a:lnTo>
                    <a:pt x="768083" y="473875"/>
                  </a:lnTo>
                  <a:lnTo>
                    <a:pt x="769200" y="473405"/>
                  </a:lnTo>
                  <a:lnTo>
                    <a:pt x="771067" y="471551"/>
                  </a:lnTo>
                  <a:lnTo>
                    <a:pt x="771525" y="470433"/>
                  </a:lnTo>
                  <a:lnTo>
                    <a:pt x="771525" y="467791"/>
                  </a:lnTo>
                  <a:close/>
                </a:path>
                <a:path w="3629025" h="1866900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3629025" h="1866900">
                  <a:moveTo>
                    <a:pt x="819150" y="1860829"/>
                  </a:moveTo>
                  <a:lnTo>
                    <a:pt x="818692" y="1859711"/>
                  </a:lnTo>
                  <a:lnTo>
                    <a:pt x="816825" y="1857844"/>
                  </a:lnTo>
                  <a:lnTo>
                    <a:pt x="815708" y="1857375"/>
                  </a:lnTo>
                  <a:lnTo>
                    <a:pt x="813079" y="1857375"/>
                  </a:lnTo>
                  <a:lnTo>
                    <a:pt x="811961" y="1857844"/>
                  </a:lnTo>
                  <a:lnTo>
                    <a:pt x="810094" y="1859711"/>
                  </a:lnTo>
                  <a:lnTo>
                    <a:pt x="809625" y="1860829"/>
                  </a:lnTo>
                  <a:lnTo>
                    <a:pt x="809625" y="1863458"/>
                  </a:lnTo>
                  <a:lnTo>
                    <a:pt x="810094" y="1864575"/>
                  </a:lnTo>
                  <a:lnTo>
                    <a:pt x="811961" y="1866442"/>
                  </a:lnTo>
                  <a:lnTo>
                    <a:pt x="813079" y="1866900"/>
                  </a:lnTo>
                  <a:lnTo>
                    <a:pt x="815708" y="1866900"/>
                  </a:lnTo>
                  <a:lnTo>
                    <a:pt x="816825" y="1866442"/>
                  </a:lnTo>
                  <a:lnTo>
                    <a:pt x="818692" y="1864575"/>
                  </a:lnTo>
                  <a:lnTo>
                    <a:pt x="819150" y="1863458"/>
                  </a:lnTo>
                  <a:lnTo>
                    <a:pt x="819150" y="1860829"/>
                  </a:lnTo>
                  <a:close/>
                </a:path>
                <a:path w="3629025" h="1866900">
                  <a:moveTo>
                    <a:pt x="819150" y="1396479"/>
                  </a:moveTo>
                  <a:lnTo>
                    <a:pt x="818692" y="1395361"/>
                  </a:lnTo>
                  <a:lnTo>
                    <a:pt x="816825" y="1393507"/>
                  </a:lnTo>
                  <a:lnTo>
                    <a:pt x="815708" y="1393037"/>
                  </a:lnTo>
                  <a:lnTo>
                    <a:pt x="813079" y="1393037"/>
                  </a:lnTo>
                  <a:lnTo>
                    <a:pt x="811961" y="1393507"/>
                  </a:lnTo>
                  <a:lnTo>
                    <a:pt x="810094" y="1395361"/>
                  </a:lnTo>
                  <a:lnTo>
                    <a:pt x="809625" y="1396479"/>
                  </a:lnTo>
                  <a:lnTo>
                    <a:pt x="809625" y="1399120"/>
                  </a:lnTo>
                  <a:lnTo>
                    <a:pt x="810094" y="1400238"/>
                  </a:lnTo>
                  <a:lnTo>
                    <a:pt x="811961" y="1402092"/>
                  </a:lnTo>
                  <a:lnTo>
                    <a:pt x="813079" y="1402562"/>
                  </a:lnTo>
                  <a:lnTo>
                    <a:pt x="815708" y="1402562"/>
                  </a:lnTo>
                  <a:lnTo>
                    <a:pt x="816825" y="1402092"/>
                  </a:lnTo>
                  <a:lnTo>
                    <a:pt x="818692" y="1400238"/>
                  </a:lnTo>
                  <a:lnTo>
                    <a:pt x="819150" y="1399120"/>
                  </a:lnTo>
                  <a:lnTo>
                    <a:pt x="819150" y="1396479"/>
                  </a:lnTo>
                  <a:close/>
                </a:path>
                <a:path w="3629025" h="1866900">
                  <a:moveTo>
                    <a:pt x="819150" y="932141"/>
                  </a:moveTo>
                  <a:lnTo>
                    <a:pt x="818692" y="931024"/>
                  </a:lnTo>
                  <a:lnTo>
                    <a:pt x="816825" y="929157"/>
                  </a:lnTo>
                  <a:lnTo>
                    <a:pt x="815708" y="928687"/>
                  </a:lnTo>
                  <a:lnTo>
                    <a:pt x="813079" y="928687"/>
                  </a:lnTo>
                  <a:lnTo>
                    <a:pt x="811961" y="929157"/>
                  </a:lnTo>
                  <a:lnTo>
                    <a:pt x="810094" y="931024"/>
                  </a:lnTo>
                  <a:lnTo>
                    <a:pt x="809625" y="932141"/>
                  </a:lnTo>
                  <a:lnTo>
                    <a:pt x="809625" y="934770"/>
                  </a:lnTo>
                  <a:lnTo>
                    <a:pt x="810094" y="935888"/>
                  </a:lnTo>
                  <a:lnTo>
                    <a:pt x="811961" y="937755"/>
                  </a:lnTo>
                  <a:lnTo>
                    <a:pt x="813079" y="938212"/>
                  </a:lnTo>
                  <a:lnTo>
                    <a:pt x="815708" y="938212"/>
                  </a:lnTo>
                  <a:lnTo>
                    <a:pt x="816825" y="937755"/>
                  </a:lnTo>
                  <a:lnTo>
                    <a:pt x="818692" y="935888"/>
                  </a:lnTo>
                  <a:lnTo>
                    <a:pt x="819150" y="934770"/>
                  </a:lnTo>
                  <a:lnTo>
                    <a:pt x="819150" y="932141"/>
                  </a:lnTo>
                  <a:close/>
                </a:path>
                <a:path w="3629025" h="1866900">
                  <a:moveTo>
                    <a:pt x="819150" y="467791"/>
                  </a:moveTo>
                  <a:lnTo>
                    <a:pt x="818692" y="466674"/>
                  </a:lnTo>
                  <a:lnTo>
                    <a:pt x="816825" y="464820"/>
                  </a:lnTo>
                  <a:lnTo>
                    <a:pt x="815708" y="464350"/>
                  </a:lnTo>
                  <a:lnTo>
                    <a:pt x="813079" y="464350"/>
                  </a:lnTo>
                  <a:lnTo>
                    <a:pt x="811961" y="464820"/>
                  </a:lnTo>
                  <a:lnTo>
                    <a:pt x="810094" y="466674"/>
                  </a:lnTo>
                  <a:lnTo>
                    <a:pt x="809625" y="467791"/>
                  </a:lnTo>
                  <a:lnTo>
                    <a:pt x="809625" y="470433"/>
                  </a:lnTo>
                  <a:lnTo>
                    <a:pt x="810094" y="471551"/>
                  </a:lnTo>
                  <a:lnTo>
                    <a:pt x="811961" y="473405"/>
                  </a:lnTo>
                  <a:lnTo>
                    <a:pt x="813079" y="473875"/>
                  </a:lnTo>
                  <a:lnTo>
                    <a:pt x="815708" y="473875"/>
                  </a:lnTo>
                  <a:lnTo>
                    <a:pt x="816825" y="473405"/>
                  </a:lnTo>
                  <a:lnTo>
                    <a:pt x="818692" y="471551"/>
                  </a:lnTo>
                  <a:lnTo>
                    <a:pt x="819150" y="470433"/>
                  </a:lnTo>
                  <a:lnTo>
                    <a:pt x="819150" y="467791"/>
                  </a:lnTo>
                  <a:close/>
                </a:path>
                <a:path w="3629025" h="1866900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3629025" h="1866900">
                  <a:moveTo>
                    <a:pt x="866775" y="1860829"/>
                  </a:moveTo>
                  <a:lnTo>
                    <a:pt x="866317" y="1859711"/>
                  </a:lnTo>
                  <a:lnTo>
                    <a:pt x="864450" y="1857844"/>
                  </a:lnTo>
                  <a:lnTo>
                    <a:pt x="863333" y="1857375"/>
                  </a:lnTo>
                  <a:lnTo>
                    <a:pt x="860704" y="1857375"/>
                  </a:lnTo>
                  <a:lnTo>
                    <a:pt x="859586" y="1857844"/>
                  </a:lnTo>
                  <a:lnTo>
                    <a:pt x="857719" y="1859711"/>
                  </a:lnTo>
                  <a:lnTo>
                    <a:pt x="857250" y="1860829"/>
                  </a:lnTo>
                  <a:lnTo>
                    <a:pt x="857250" y="1863458"/>
                  </a:lnTo>
                  <a:lnTo>
                    <a:pt x="857719" y="1864575"/>
                  </a:lnTo>
                  <a:lnTo>
                    <a:pt x="859586" y="1866442"/>
                  </a:lnTo>
                  <a:lnTo>
                    <a:pt x="860704" y="1866900"/>
                  </a:lnTo>
                  <a:lnTo>
                    <a:pt x="863333" y="1866900"/>
                  </a:lnTo>
                  <a:lnTo>
                    <a:pt x="864450" y="1866442"/>
                  </a:lnTo>
                  <a:lnTo>
                    <a:pt x="866317" y="1864575"/>
                  </a:lnTo>
                  <a:lnTo>
                    <a:pt x="866775" y="1863458"/>
                  </a:lnTo>
                  <a:lnTo>
                    <a:pt x="866775" y="1860829"/>
                  </a:lnTo>
                  <a:close/>
                </a:path>
                <a:path w="3629025" h="1866900">
                  <a:moveTo>
                    <a:pt x="866775" y="1396479"/>
                  </a:moveTo>
                  <a:lnTo>
                    <a:pt x="866317" y="1395361"/>
                  </a:lnTo>
                  <a:lnTo>
                    <a:pt x="864450" y="1393507"/>
                  </a:lnTo>
                  <a:lnTo>
                    <a:pt x="863333" y="1393037"/>
                  </a:lnTo>
                  <a:lnTo>
                    <a:pt x="860704" y="1393037"/>
                  </a:lnTo>
                  <a:lnTo>
                    <a:pt x="859586" y="1393507"/>
                  </a:lnTo>
                  <a:lnTo>
                    <a:pt x="857719" y="1395361"/>
                  </a:lnTo>
                  <a:lnTo>
                    <a:pt x="857250" y="1396479"/>
                  </a:lnTo>
                  <a:lnTo>
                    <a:pt x="857250" y="1399120"/>
                  </a:lnTo>
                  <a:lnTo>
                    <a:pt x="857719" y="1400238"/>
                  </a:lnTo>
                  <a:lnTo>
                    <a:pt x="859586" y="1402092"/>
                  </a:lnTo>
                  <a:lnTo>
                    <a:pt x="860704" y="1402562"/>
                  </a:lnTo>
                  <a:lnTo>
                    <a:pt x="863333" y="1402562"/>
                  </a:lnTo>
                  <a:lnTo>
                    <a:pt x="864450" y="1402092"/>
                  </a:lnTo>
                  <a:lnTo>
                    <a:pt x="866317" y="1400238"/>
                  </a:lnTo>
                  <a:lnTo>
                    <a:pt x="866775" y="1399120"/>
                  </a:lnTo>
                  <a:lnTo>
                    <a:pt x="866775" y="1396479"/>
                  </a:lnTo>
                  <a:close/>
                </a:path>
                <a:path w="3629025" h="1866900">
                  <a:moveTo>
                    <a:pt x="866775" y="932141"/>
                  </a:moveTo>
                  <a:lnTo>
                    <a:pt x="866317" y="931024"/>
                  </a:lnTo>
                  <a:lnTo>
                    <a:pt x="864450" y="929157"/>
                  </a:lnTo>
                  <a:lnTo>
                    <a:pt x="863333" y="928687"/>
                  </a:lnTo>
                  <a:lnTo>
                    <a:pt x="860704" y="928687"/>
                  </a:lnTo>
                  <a:lnTo>
                    <a:pt x="859586" y="929157"/>
                  </a:lnTo>
                  <a:lnTo>
                    <a:pt x="857719" y="931024"/>
                  </a:lnTo>
                  <a:lnTo>
                    <a:pt x="857250" y="932141"/>
                  </a:lnTo>
                  <a:lnTo>
                    <a:pt x="857250" y="934770"/>
                  </a:lnTo>
                  <a:lnTo>
                    <a:pt x="857719" y="935888"/>
                  </a:lnTo>
                  <a:lnTo>
                    <a:pt x="859586" y="937755"/>
                  </a:lnTo>
                  <a:lnTo>
                    <a:pt x="860704" y="938212"/>
                  </a:lnTo>
                  <a:lnTo>
                    <a:pt x="863333" y="938212"/>
                  </a:lnTo>
                  <a:lnTo>
                    <a:pt x="864450" y="937755"/>
                  </a:lnTo>
                  <a:lnTo>
                    <a:pt x="866317" y="935888"/>
                  </a:lnTo>
                  <a:lnTo>
                    <a:pt x="866775" y="934770"/>
                  </a:lnTo>
                  <a:lnTo>
                    <a:pt x="866775" y="932141"/>
                  </a:lnTo>
                  <a:close/>
                </a:path>
                <a:path w="3629025" h="1866900">
                  <a:moveTo>
                    <a:pt x="866775" y="467791"/>
                  </a:moveTo>
                  <a:lnTo>
                    <a:pt x="866317" y="466674"/>
                  </a:lnTo>
                  <a:lnTo>
                    <a:pt x="864450" y="464820"/>
                  </a:lnTo>
                  <a:lnTo>
                    <a:pt x="863333" y="464350"/>
                  </a:lnTo>
                  <a:lnTo>
                    <a:pt x="860704" y="464350"/>
                  </a:lnTo>
                  <a:lnTo>
                    <a:pt x="859586" y="464820"/>
                  </a:lnTo>
                  <a:lnTo>
                    <a:pt x="857719" y="466674"/>
                  </a:lnTo>
                  <a:lnTo>
                    <a:pt x="857250" y="467791"/>
                  </a:lnTo>
                  <a:lnTo>
                    <a:pt x="857250" y="470433"/>
                  </a:lnTo>
                  <a:lnTo>
                    <a:pt x="857719" y="471551"/>
                  </a:lnTo>
                  <a:lnTo>
                    <a:pt x="859586" y="473405"/>
                  </a:lnTo>
                  <a:lnTo>
                    <a:pt x="860704" y="473875"/>
                  </a:lnTo>
                  <a:lnTo>
                    <a:pt x="863333" y="473875"/>
                  </a:lnTo>
                  <a:lnTo>
                    <a:pt x="864450" y="473405"/>
                  </a:lnTo>
                  <a:lnTo>
                    <a:pt x="866317" y="471551"/>
                  </a:lnTo>
                  <a:lnTo>
                    <a:pt x="866775" y="470433"/>
                  </a:lnTo>
                  <a:lnTo>
                    <a:pt x="866775" y="467791"/>
                  </a:lnTo>
                  <a:close/>
                </a:path>
                <a:path w="3629025" h="1866900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3629025" h="1866900">
                  <a:moveTo>
                    <a:pt x="914400" y="1860829"/>
                  </a:moveTo>
                  <a:lnTo>
                    <a:pt x="913942" y="1859711"/>
                  </a:lnTo>
                  <a:lnTo>
                    <a:pt x="912075" y="1857844"/>
                  </a:lnTo>
                  <a:lnTo>
                    <a:pt x="910958" y="1857375"/>
                  </a:lnTo>
                  <a:lnTo>
                    <a:pt x="908329" y="1857375"/>
                  </a:lnTo>
                  <a:lnTo>
                    <a:pt x="907211" y="1857844"/>
                  </a:lnTo>
                  <a:lnTo>
                    <a:pt x="905344" y="1859711"/>
                  </a:lnTo>
                  <a:lnTo>
                    <a:pt x="904875" y="1860829"/>
                  </a:lnTo>
                  <a:lnTo>
                    <a:pt x="904875" y="1863458"/>
                  </a:lnTo>
                  <a:lnTo>
                    <a:pt x="905344" y="1864575"/>
                  </a:lnTo>
                  <a:lnTo>
                    <a:pt x="907211" y="1866442"/>
                  </a:lnTo>
                  <a:lnTo>
                    <a:pt x="908329" y="1866900"/>
                  </a:lnTo>
                  <a:lnTo>
                    <a:pt x="910958" y="1866900"/>
                  </a:lnTo>
                  <a:lnTo>
                    <a:pt x="912075" y="1866442"/>
                  </a:lnTo>
                  <a:lnTo>
                    <a:pt x="913942" y="1864575"/>
                  </a:lnTo>
                  <a:lnTo>
                    <a:pt x="914400" y="1863458"/>
                  </a:lnTo>
                  <a:lnTo>
                    <a:pt x="914400" y="1860829"/>
                  </a:lnTo>
                  <a:close/>
                </a:path>
                <a:path w="3629025" h="1866900">
                  <a:moveTo>
                    <a:pt x="914400" y="1396479"/>
                  </a:moveTo>
                  <a:lnTo>
                    <a:pt x="913942" y="1395361"/>
                  </a:lnTo>
                  <a:lnTo>
                    <a:pt x="912075" y="1393507"/>
                  </a:lnTo>
                  <a:lnTo>
                    <a:pt x="910958" y="1393037"/>
                  </a:lnTo>
                  <a:lnTo>
                    <a:pt x="908329" y="1393037"/>
                  </a:lnTo>
                  <a:lnTo>
                    <a:pt x="907211" y="1393507"/>
                  </a:lnTo>
                  <a:lnTo>
                    <a:pt x="905344" y="1395361"/>
                  </a:lnTo>
                  <a:lnTo>
                    <a:pt x="904875" y="1396479"/>
                  </a:lnTo>
                  <a:lnTo>
                    <a:pt x="904875" y="1399120"/>
                  </a:lnTo>
                  <a:lnTo>
                    <a:pt x="905344" y="1400238"/>
                  </a:lnTo>
                  <a:lnTo>
                    <a:pt x="907211" y="1402092"/>
                  </a:lnTo>
                  <a:lnTo>
                    <a:pt x="908329" y="1402562"/>
                  </a:lnTo>
                  <a:lnTo>
                    <a:pt x="910958" y="1402562"/>
                  </a:lnTo>
                  <a:lnTo>
                    <a:pt x="912075" y="1402092"/>
                  </a:lnTo>
                  <a:lnTo>
                    <a:pt x="913942" y="1400238"/>
                  </a:lnTo>
                  <a:lnTo>
                    <a:pt x="914400" y="1399120"/>
                  </a:lnTo>
                  <a:lnTo>
                    <a:pt x="914400" y="1396479"/>
                  </a:lnTo>
                  <a:close/>
                </a:path>
                <a:path w="3629025" h="1866900">
                  <a:moveTo>
                    <a:pt x="914400" y="932141"/>
                  </a:moveTo>
                  <a:lnTo>
                    <a:pt x="913942" y="931024"/>
                  </a:lnTo>
                  <a:lnTo>
                    <a:pt x="912075" y="929157"/>
                  </a:lnTo>
                  <a:lnTo>
                    <a:pt x="910958" y="928687"/>
                  </a:lnTo>
                  <a:lnTo>
                    <a:pt x="908329" y="928687"/>
                  </a:lnTo>
                  <a:lnTo>
                    <a:pt x="907211" y="929157"/>
                  </a:lnTo>
                  <a:lnTo>
                    <a:pt x="905344" y="931024"/>
                  </a:lnTo>
                  <a:lnTo>
                    <a:pt x="904875" y="932141"/>
                  </a:lnTo>
                  <a:lnTo>
                    <a:pt x="904875" y="934770"/>
                  </a:lnTo>
                  <a:lnTo>
                    <a:pt x="905344" y="935888"/>
                  </a:lnTo>
                  <a:lnTo>
                    <a:pt x="907211" y="937755"/>
                  </a:lnTo>
                  <a:lnTo>
                    <a:pt x="908329" y="938212"/>
                  </a:lnTo>
                  <a:lnTo>
                    <a:pt x="910958" y="938212"/>
                  </a:lnTo>
                  <a:lnTo>
                    <a:pt x="912075" y="937755"/>
                  </a:lnTo>
                  <a:lnTo>
                    <a:pt x="913942" y="935888"/>
                  </a:lnTo>
                  <a:lnTo>
                    <a:pt x="914400" y="934770"/>
                  </a:lnTo>
                  <a:lnTo>
                    <a:pt x="914400" y="932141"/>
                  </a:lnTo>
                  <a:close/>
                </a:path>
                <a:path w="3629025" h="1866900">
                  <a:moveTo>
                    <a:pt x="914400" y="467791"/>
                  </a:moveTo>
                  <a:lnTo>
                    <a:pt x="913942" y="466674"/>
                  </a:lnTo>
                  <a:lnTo>
                    <a:pt x="912075" y="464820"/>
                  </a:lnTo>
                  <a:lnTo>
                    <a:pt x="910958" y="464350"/>
                  </a:lnTo>
                  <a:lnTo>
                    <a:pt x="908329" y="464350"/>
                  </a:lnTo>
                  <a:lnTo>
                    <a:pt x="907211" y="464820"/>
                  </a:lnTo>
                  <a:lnTo>
                    <a:pt x="905344" y="466674"/>
                  </a:lnTo>
                  <a:lnTo>
                    <a:pt x="904875" y="467791"/>
                  </a:lnTo>
                  <a:lnTo>
                    <a:pt x="904875" y="470433"/>
                  </a:lnTo>
                  <a:lnTo>
                    <a:pt x="905344" y="471551"/>
                  </a:lnTo>
                  <a:lnTo>
                    <a:pt x="907211" y="473405"/>
                  </a:lnTo>
                  <a:lnTo>
                    <a:pt x="908329" y="473875"/>
                  </a:lnTo>
                  <a:lnTo>
                    <a:pt x="910958" y="473875"/>
                  </a:lnTo>
                  <a:lnTo>
                    <a:pt x="912075" y="473405"/>
                  </a:lnTo>
                  <a:lnTo>
                    <a:pt x="913942" y="471551"/>
                  </a:lnTo>
                  <a:lnTo>
                    <a:pt x="914400" y="470433"/>
                  </a:lnTo>
                  <a:lnTo>
                    <a:pt x="914400" y="467791"/>
                  </a:lnTo>
                  <a:close/>
                </a:path>
                <a:path w="3629025" h="1866900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3629025" h="1866900">
                  <a:moveTo>
                    <a:pt x="962025" y="1860829"/>
                  </a:moveTo>
                  <a:lnTo>
                    <a:pt x="961567" y="1859711"/>
                  </a:lnTo>
                  <a:lnTo>
                    <a:pt x="959700" y="1857844"/>
                  </a:lnTo>
                  <a:lnTo>
                    <a:pt x="958583" y="1857375"/>
                  </a:lnTo>
                  <a:lnTo>
                    <a:pt x="955954" y="1857375"/>
                  </a:lnTo>
                  <a:lnTo>
                    <a:pt x="954836" y="1857844"/>
                  </a:lnTo>
                  <a:lnTo>
                    <a:pt x="952969" y="1859711"/>
                  </a:lnTo>
                  <a:lnTo>
                    <a:pt x="952500" y="1860829"/>
                  </a:lnTo>
                  <a:lnTo>
                    <a:pt x="952500" y="1863458"/>
                  </a:lnTo>
                  <a:lnTo>
                    <a:pt x="952969" y="1864575"/>
                  </a:lnTo>
                  <a:lnTo>
                    <a:pt x="954836" y="1866442"/>
                  </a:lnTo>
                  <a:lnTo>
                    <a:pt x="955954" y="1866900"/>
                  </a:lnTo>
                  <a:lnTo>
                    <a:pt x="958583" y="1866900"/>
                  </a:lnTo>
                  <a:lnTo>
                    <a:pt x="959700" y="1866442"/>
                  </a:lnTo>
                  <a:lnTo>
                    <a:pt x="961567" y="1864575"/>
                  </a:lnTo>
                  <a:lnTo>
                    <a:pt x="962025" y="1863458"/>
                  </a:lnTo>
                  <a:lnTo>
                    <a:pt x="962025" y="1860829"/>
                  </a:lnTo>
                  <a:close/>
                </a:path>
                <a:path w="3629025" h="1866900">
                  <a:moveTo>
                    <a:pt x="962025" y="1396479"/>
                  </a:moveTo>
                  <a:lnTo>
                    <a:pt x="961567" y="1395361"/>
                  </a:lnTo>
                  <a:lnTo>
                    <a:pt x="959700" y="1393507"/>
                  </a:lnTo>
                  <a:lnTo>
                    <a:pt x="958583" y="1393037"/>
                  </a:lnTo>
                  <a:lnTo>
                    <a:pt x="955954" y="1393037"/>
                  </a:lnTo>
                  <a:lnTo>
                    <a:pt x="954836" y="1393507"/>
                  </a:lnTo>
                  <a:lnTo>
                    <a:pt x="952969" y="1395361"/>
                  </a:lnTo>
                  <a:lnTo>
                    <a:pt x="952500" y="1396479"/>
                  </a:lnTo>
                  <a:lnTo>
                    <a:pt x="952500" y="1399120"/>
                  </a:lnTo>
                  <a:lnTo>
                    <a:pt x="952969" y="1400238"/>
                  </a:lnTo>
                  <a:lnTo>
                    <a:pt x="954836" y="1402092"/>
                  </a:lnTo>
                  <a:lnTo>
                    <a:pt x="955954" y="1402562"/>
                  </a:lnTo>
                  <a:lnTo>
                    <a:pt x="958583" y="1402562"/>
                  </a:lnTo>
                  <a:lnTo>
                    <a:pt x="959700" y="1402092"/>
                  </a:lnTo>
                  <a:lnTo>
                    <a:pt x="961567" y="1400238"/>
                  </a:lnTo>
                  <a:lnTo>
                    <a:pt x="962025" y="1399120"/>
                  </a:lnTo>
                  <a:lnTo>
                    <a:pt x="962025" y="1396479"/>
                  </a:lnTo>
                  <a:close/>
                </a:path>
                <a:path w="3629025" h="1866900">
                  <a:moveTo>
                    <a:pt x="962025" y="932141"/>
                  </a:moveTo>
                  <a:lnTo>
                    <a:pt x="961567" y="931024"/>
                  </a:lnTo>
                  <a:lnTo>
                    <a:pt x="959700" y="929157"/>
                  </a:lnTo>
                  <a:lnTo>
                    <a:pt x="958583" y="928687"/>
                  </a:lnTo>
                  <a:lnTo>
                    <a:pt x="955954" y="928687"/>
                  </a:lnTo>
                  <a:lnTo>
                    <a:pt x="954836" y="929157"/>
                  </a:lnTo>
                  <a:lnTo>
                    <a:pt x="952969" y="931024"/>
                  </a:lnTo>
                  <a:lnTo>
                    <a:pt x="952500" y="932141"/>
                  </a:lnTo>
                  <a:lnTo>
                    <a:pt x="952500" y="934770"/>
                  </a:lnTo>
                  <a:lnTo>
                    <a:pt x="952969" y="935888"/>
                  </a:lnTo>
                  <a:lnTo>
                    <a:pt x="954836" y="937755"/>
                  </a:lnTo>
                  <a:lnTo>
                    <a:pt x="955954" y="938212"/>
                  </a:lnTo>
                  <a:lnTo>
                    <a:pt x="958583" y="938212"/>
                  </a:lnTo>
                  <a:lnTo>
                    <a:pt x="959700" y="937755"/>
                  </a:lnTo>
                  <a:lnTo>
                    <a:pt x="961567" y="935888"/>
                  </a:lnTo>
                  <a:lnTo>
                    <a:pt x="962025" y="934770"/>
                  </a:lnTo>
                  <a:lnTo>
                    <a:pt x="962025" y="932141"/>
                  </a:lnTo>
                  <a:close/>
                </a:path>
                <a:path w="3629025" h="1866900">
                  <a:moveTo>
                    <a:pt x="962025" y="467791"/>
                  </a:moveTo>
                  <a:lnTo>
                    <a:pt x="961567" y="466674"/>
                  </a:lnTo>
                  <a:lnTo>
                    <a:pt x="959700" y="464820"/>
                  </a:lnTo>
                  <a:lnTo>
                    <a:pt x="958583" y="464350"/>
                  </a:lnTo>
                  <a:lnTo>
                    <a:pt x="955954" y="464350"/>
                  </a:lnTo>
                  <a:lnTo>
                    <a:pt x="954836" y="464820"/>
                  </a:lnTo>
                  <a:lnTo>
                    <a:pt x="952969" y="466674"/>
                  </a:lnTo>
                  <a:lnTo>
                    <a:pt x="952500" y="467791"/>
                  </a:lnTo>
                  <a:lnTo>
                    <a:pt x="952500" y="470433"/>
                  </a:lnTo>
                  <a:lnTo>
                    <a:pt x="952969" y="471551"/>
                  </a:lnTo>
                  <a:lnTo>
                    <a:pt x="954836" y="473405"/>
                  </a:lnTo>
                  <a:lnTo>
                    <a:pt x="955954" y="473875"/>
                  </a:lnTo>
                  <a:lnTo>
                    <a:pt x="958583" y="473875"/>
                  </a:lnTo>
                  <a:lnTo>
                    <a:pt x="959700" y="473405"/>
                  </a:lnTo>
                  <a:lnTo>
                    <a:pt x="961567" y="471551"/>
                  </a:lnTo>
                  <a:lnTo>
                    <a:pt x="962025" y="470433"/>
                  </a:lnTo>
                  <a:lnTo>
                    <a:pt x="962025" y="467791"/>
                  </a:lnTo>
                  <a:close/>
                </a:path>
                <a:path w="3629025" h="1866900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3629025" h="1866900">
                  <a:moveTo>
                    <a:pt x="1009650" y="1860829"/>
                  </a:moveTo>
                  <a:lnTo>
                    <a:pt x="1009192" y="1859711"/>
                  </a:lnTo>
                  <a:lnTo>
                    <a:pt x="1007325" y="1857844"/>
                  </a:lnTo>
                  <a:lnTo>
                    <a:pt x="1006208" y="1857375"/>
                  </a:lnTo>
                  <a:lnTo>
                    <a:pt x="1003579" y="1857375"/>
                  </a:lnTo>
                  <a:lnTo>
                    <a:pt x="1002461" y="1857844"/>
                  </a:lnTo>
                  <a:lnTo>
                    <a:pt x="1000594" y="1859711"/>
                  </a:lnTo>
                  <a:lnTo>
                    <a:pt x="1000125" y="1860829"/>
                  </a:lnTo>
                  <a:lnTo>
                    <a:pt x="1000125" y="1863458"/>
                  </a:lnTo>
                  <a:lnTo>
                    <a:pt x="1000594" y="1864575"/>
                  </a:lnTo>
                  <a:lnTo>
                    <a:pt x="1002461" y="1866442"/>
                  </a:lnTo>
                  <a:lnTo>
                    <a:pt x="1003579" y="1866900"/>
                  </a:lnTo>
                  <a:lnTo>
                    <a:pt x="1006208" y="1866900"/>
                  </a:lnTo>
                  <a:lnTo>
                    <a:pt x="1007325" y="1866442"/>
                  </a:lnTo>
                  <a:lnTo>
                    <a:pt x="1009192" y="1864575"/>
                  </a:lnTo>
                  <a:lnTo>
                    <a:pt x="1009650" y="1863458"/>
                  </a:lnTo>
                  <a:lnTo>
                    <a:pt x="1009650" y="1860829"/>
                  </a:lnTo>
                  <a:close/>
                </a:path>
                <a:path w="3629025" h="1866900">
                  <a:moveTo>
                    <a:pt x="1009650" y="1396479"/>
                  </a:moveTo>
                  <a:lnTo>
                    <a:pt x="1009192" y="1395361"/>
                  </a:lnTo>
                  <a:lnTo>
                    <a:pt x="1007325" y="1393507"/>
                  </a:lnTo>
                  <a:lnTo>
                    <a:pt x="1006208" y="1393037"/>
                  </a:lnTo>
                  <a:lnTo>
                    <a:pt x="1003579" y="1393037"/>
                  </a:lnTo>
                  <a:lnTo>
                    <a:pt x="1002461" y="1393507"/>
                  </a:lnTo>
                  <a:lnTo>
                    <a:pt x="1000594" y="1395361"/>
                  </a:lnTo>
                  <a:lnTo>
                    <a:pt x="1000125" y="1396479"/>
                  </a:lnTo>
                  <a:lnTo>
                    <a:pt x="1000125" y="1399120"/>
                  </a:lnTo>
                  <a:lnTo>
                    <a:pt x="1000594" y="1400238"/>
                  </a:lnTo>
                  <a:lnTo>
                    <a:pt x="1002461" y="1402092"/>
                  </a:lnTo>
                  <a:lnTo>
                    <a:pt x="1003579" y="1402562"/>
                  </a:lnTo>
                  <a:lnTo>
                    <a:pt x="1006208" y="1402562"/>
                  </a:lnTo>
                  <a:lnTo>
                    <a:pt x="1007325" y="1402092"/>
                  </a:lnTo>
                  <a:lnTo>
                    <a:pt x="1009192" y="1400238"/>
                  </a:lnTo>
                  <a:lnTo>
                    <a:pt x="1009650" y="1399120"/>
                  </a:lnTo>
                  <a:lnTo>
                    <a:pt x="1009650" y="1396479"/>
                  </a:lnTo>
                  <a:close/>
                </a:path>
                <a:path w="3629025" h="1866900">
                  <a:moveTo>
                    <a:pt x="1009650" y="932141"/>
                  </a:moveTo>
                  <a:lnTo>
                    <a:pt x="1009192" y="931024"/>
                  </a:lnTo>
                  <a:lnTo>
                    <a:pt x="1007325" y="929157"/>
                  </a:lnTo>
                  <a:lnTo>
                    <a:pt x="1006208" y="928687"/>
                  </a:lnTo>
                  <a:lnTo>
                    <a:pt x="1003579" y="928687"/>
                  </a:lnTo>
                  <a:lnTo>
                    <a:pt x="1002461" y="929157"/>
                  </a:lnTo>
                  <a:lnTo>
                    <a:pt x="1000594" y="931024"/>
                  </a:lnTo>
                  <a:lnTo>
                    <a:pt x="1000125" y="932141"/>
                  </a:lnTo>
                  <a:lnTo>
                    <a:pt x="1000125" y="934770"/>
                  </a:lnTo>
                  <a:lnTo>
                    <a:pt x="1000594" y="935888"/>
                  </a:lnTo>
                  <a:lnTo>
                    <a:pt x="1002461" y="937755"/>
                  </a:lnTo>
                  <a:lnTo>
                    <a:pt x="1003579" y="938212"/>
                  </a:lnTo>
                  <a:lnTo>
                    <a:pt x="1006208" y="938212"/>
                  </a:lnTo>
                  <a:lnTo>
                    <a:pt x="1007325" y="937755"/>
                  </a:lnTo>
                  <a:lnTo>
                    <a:pt x="1009192" y="935888"/>
                  </a:lnTo>
                  <a:lnTo>
                    <a:pt x="1009650" y="934770"/>
                  </a:lnTo>
                  <a:lnTo>
                    <a:pt x="1009650" y="932141"/>
                  </a:lnTo>
                  <a:close/>
                </a:path>
                <a:path w="3629025" h="1866900">
                  <a:moveTo>
                    <a:pt x="1009650" y="467791"/>
                  </a:moveTo>
                  <a:lnTo>
                    <a:pt x="1009192" y="466674"/>
                  </a:lnTo>
                  <a:lnTo>
                    <a:pt x="1007325" y="464820"/>
                  </a:lnTo>
                  <a:lnTo>
                    <a:pt x="1006208" y="464350"/>
                  </a:lnTo>
                  <a:lnTo>
                    <a:pt x="1003579" y="464350"/>
                  </a:lnTo>
                  <a:lnTo>
                    <a:pt x="1002461" y="464820"/>
                  </a:lnTo>
                  <a:lnTo>
                    <a:pt x="1000594" y="466674"/>
                  </a:lnTo>
                  <a:lnTo>
                    <a:pt x="1000125" y="467791"/>
                  </a:lnTo>
                  <a:lnTo>
                    <a:pt x="1000125" y="470433"/>
                  </a:lnTo>
                  <a:lnTo>
                    <a:pt x="1000594" y="471551"/>
                  </a:lnTo>
                  <a:lnTo>
                    <a:pt x="1002461" y="473405"/>
                  </a:lnTo>
                  <a:lnTo>
                    <a:pt x="1003579" y="473875"/>
                  </a:lnTo>
                  <a:lnTo>
                    <a:pt x="1006208" y="473875"/>
                  </a:lnTo>
                  <a:lnTo>
                    <a:pt x="1007325" y="473405"/>
                  </a:lnTo>
                  <a:lnTo>
                    <a:pt x="1009192" y="471551"/>
                  </a:lnTo>
                  <a:lnTo>
                    <a:pt x="1009650" y="470433"/>
                  </a:lnTo>
                  <a:lnTo>
                    <a:pt x="1009650" y="467791"/>
                  </a:lnTo>
                  <a:close/>
                </a:path>
                <a:path w="3629025" h="1866900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3629025" h="1866900">
                  <a:moveTo>
                    <a:pt x="1057275" y="1860829"/>
                  </a:moveTo>
                  <a:lnTo>
                    <a:pt x="1056817" y="1859711"/>
                  </a:lnTo>
                  <a:lnTo>
                    <a:pt x="1054950" y="1857844"/>
                  </a:lnTo>
                  <a:lnTo>
                    <a:pt x="1053833" y="1857375"/>
                  </a:lnTo>
                  <a:lnTo>
                    <a:pt x="1051204" y="1857375"/>
                  </a:lnTo>
                  <a:lnTo>
                    <a:pt x="1050086" y="1857844"/>
                  </a:lnTo>
                  <a:lnTo>
                    <a:pt x="1048219" y="1859711"/>
                  </a:lnTo>
                  <a:lnTo>
                    <a:pt x="1047750" y="1860829"/>
                  </a:lnTo>
                  <a:lnTo>
                    <a:pt x="1047750" y="1863458"/>
                  </a:lnTo>
                  <a:lnTo>
                    <a:pt x="1048219" y="1864575"/>
                  </a:lnTo>
                  <a:lnTo>
                    <a:pt x="1050086" y="1866442"/>
                  </a:lnTo>
                  <a:lnTo>
                    <a:pt x="1051204" y="1866900"/>
                  </a:lnTo>
                  <a:lnTo>
                    <a:pt x="1053833" y="1866900"/>
                  </a:lnTo>
                  <a:lnTo>
                    <a:pt x="1054950" y="1866442"/>
                  </a:lnTo>
                  <a:lnTo>
                    <a:pt x="1056817" y="1864575"/>
                  </a:lnTo>
                  <a:lnTo>
                    <a:pt x="1057275" y="1863458"/>
                  </a:lnTo>
                  <a:lnTo>
                    <a:pt x="1057275" y="1860829"/>
                  </a:lnTo>
                  <a:close/>
                </a:path>
                <a:path w="3629025" h="1866900">
                  <a:moveTo>
                    <a:pt x="1057275" y="1396479"/>
                  </a:moveTo>
                  <a:lnTo>
                    <a:pt x="1056817" y="1395361"/>
                  </a:lnTo>
                  <a:lnTo>
                    <a:pt x="1054950" y="1393507"/>
                  </a:lnTo>
                  <a:lnTo>
                    <a:pt x="1053833" y="1393037"/>
                  </a:lnTo>
                  <a:lnTo>
                    <a:pt x="1051204" y="1393037"/>
                  </a:lnTo>
                  <a:lnTo>
                    <a:pt x="1050086" y="1393507"/>
                  </a:lnTo>
                  <a:lnTo>
                    <a:pt x="1048219" y="1395361"/>
                  </a:lnTo>
                  <a:lnTo>
                    <a:pt x="1047750" y="1396479"/>
                  </a:lnTo>
                  <a:lnTo>
                    <a:pt x="1047750" y="1399120"/>
                  </a:lnTo>
                  <a:lnTo>
                    <a:pt x="1048219" y="1400238"/>
                  </a:lnTo>
                  <a:lnTo>
                    <a:pt x="1050086" y="1402092"/>
                  </a:lnTo>
                  <a:lnTo>
                    <a:pt x="1051204" y="1402562"/>
                  </a:lnTo>
                  <a:lnTo>
                    <a:pt x="1053833" y="1402562"/>
                  </a:lnTo>
                  <a:lnTo>
                    <a:pt x="1054950" y="1402092"/>
                  </a:lnTo>
                  <a:lnTo>
                    <a:pt x="1056817" y="1400238"/>
                  </a:lnTo>
                  <a:lnTo>
                    <a:pt x="1057275" y="1399120"/>
                  </a:lnTo>
                  <a:lnTo>
                    <a:pt x="1057275" y="1396479"/>
                  </a:lnTo>
                  <a:close/>
                </a:path>
                <a:path w="3629025" h="1866900">
                  <a:moveTo>
                    <a:pt x="1057275" y="932141"/>
                  </a:moveTo>
                  <a:lnTo>
                    <a:pt x="1056817" y="931024"/>
                  </a:lnTo>
                  <a:lnTo>
                    <a:pt x="1054950" y="929157"/>
                  </a:lnTo>
                  <a:lnTo>
                    <a:pt x="1053833" y="928687"/>
                  </a:lnTo>
                  <a:lnTo>
                    <a:pt x="1051204" y="928687"/>
                  </a:lnTo>
                  <a:lnTo>
                    <a:pt x="1050086" y="929157"/>
                  </a:lnTo>
                  <a:lnTo>
                    <a:pt x="1048219" y="931024"/>
                  </a:lnTo>
                  <a:lnTo>
                    <a:pt x="1047750" y="932141"/>
                  </a:lnTo>
                  <a:lnTo>
                    <a:pt x="1047750" y="934770"/>
                  </a:lnTo>
                  <a:lnTo>
                    <a:pt x="1048219" y="935888"/>
                  </a:lnTo>
                  <a:lnTo>
                    <a:pt x="1050086" y="937755"/>
                  </a:lnTo>
                  <a:lnTo>
                    <a:pt x="1051204" y="938212"/>
                  </a:lnTo>
                  <a:lnTo>
                    <a:pt x="1053833" y="938212"/>
                  </a:lnTo>
                  <a:lnTo>
                    <a:pt x="1054950" y="937755"/>
                  </a:lnTo>
                  <a:lnTo>
                    <a:pt x="1056817" y="935888"/>
                  </a:lnTo>
                  <a:lnTo>
                    <a:pt x="1057275" y="934770"/>
                  </a:lnTo>
                  <a:lnTo>
                    <a:pt x="1057275" y="932141"/>
                  </a:lnTo>
                  <a:close/>
                </a:path>
                <a:path w="3629025" h="1866900">
                  <a:moveTo>
                    <a:pt x="1057275" y="467791"/>
                  </a:moveTo>
                  <a:lnTo>
                    <a:pt x="1056817" y="466674"/>
                  </a:lnTo>
                  <a:lnTo>
                    <a:pt x="1054950" y="464820"/>
                  </a:lnTo>
                  <a:lnTo>
                    <a:pt x="1053833" y="464350"/>
                  </a:lnTo>
                  <a:lnTo>
                    <a:pt x="1051204" y="464350"/>
                  </a:lnTo>
                  <a:lnTo>
                    <a:pt x="1050086" y="464820"/>
                  </a:lnTo>
                  <a:lnTo>
                    <a:pt x="1048219" y="466674"/>
                  </a:lnTo>
                  <a:lnTo>
                    <a:pt x="1047750" y="467791"/>
                  </a:lnTo>
                  <a:lnTo>
                    <a:pt x="1047750" y="470433"/>
                  </a:lnTo>
                  <a:lnTo>
                    <a:pt x="1048219" y="471551"/>
                  </a:lnTo>
                  <a:lnTo>
                    <a:pt x="1050086" y="473405"/>
                  </a:lnTo>
                  <a:lnTo>
                    <a:pt x="1051204" y="473875"/>
                  </a:lnTo>
                  <a:lnTo>
                    <a:pt x="1053833" y="473875"/>
                  </a:lnTo>
                  <a:lnTo>
                    <a:pt x="1054950" y="473405"/>
                  </a:lnTo>
                  <a:lnTo>
                    <a:pt x="1056817" y="471551"/>
                  </a:lnTo>
                  <a:lnTo>
                    <a:pt x="1057275" y="470433"/>
                  </a:lnTo>
                  <a:lnTo>
                    <a:pt x="1057275" y="467791"/>
                  </a:lnTo>
                  <a:close/>
                </a:path>
                <a:path w="3629025" h="1866900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3629025" h="1866900">
                  <a:moveTo>
                    <a:pt x="1104900" y="1860829"/>
                  </a:moveTo>
                  <a:lnTo>
                    <a:pt x="1104442" y="1859711"/>
                  </a:lnTo>
                  <a:lnTo>
                    <a:pt x="1102575" y="1857844"/>
                  </a:lnTo>
                  <a:lnTo>
                    <a:pt x="1101458" y="1857375"/>
                  </a:lnTo>
                  <a:lnTo>
                    <a:pt x="1098829" y="1857375"/>
                  </a:lnTo>
                  <a:lnTo>
                    <a:pt x="1097711" y="1857844"/>
                  </a:lnTo>
                  <a:lnTo>
                    <a:pt x="1095844" y="1859711"/>
                  </a:lnTo>
                  <a:lnTo>
                    <a:pt x="1095375" y="1860829"/>
                  </a:lnTo>
                  <a:lnTo>
                    <a:pt x="1095375" y="1863458"/>
                  </a:lnTo>
                  <a:lnTo>
                    <a:pt x="1095844" y="1864575"/>
                  </a:lnTo>
                  <a:lnTo>
                    <a:pt x="1097711" y="1866442"/>
                  </a:lnTo>
                  <a:lnTo>
                    <a:pt x="1098829" y="1866900"/>
                  </a:lnTo>
                  <a:lnTo>
                    <a:pt x="1101458" y="1866900"/>
                  </a:lnTo>
                  <a:lnTo>
                    <a:pt x="1102575" y="1866442"/>
                  </a:lnTo>
                  <a:lnTo>
                    <a:pt x="1104442" y="1864575"/>
                  </a:lnTo>
                  <a:lnTo>
                    <a:pt x="1104900" y="1863458"/>
                  </a:lnTo>
                  <a:lnTo>
                    <a:pt x="1104900" y="1860829"/>
                  </a:lnTo>
                  <a:close/>
                </a:path>
                <a:path w="3629025" h="1866900">
                  <a:moveTo>
                    <a:pt x="1104900" y="1396479"/>
                  </a:moveTo>
                  <a:lnTo>
                    <a:pt x="1104442" y="1395361"/>
                  </a:lnTo>
                  <a:lnTo>
                    <a:pt x="1102575" y="1393507"/>
                  </a:lnTo>
                  <a:lnTo>
                    <a:pt x="1101458" y="1393037"/>
                  </a:lnTo>
                  <a:lnTo>
                    <a:pt x="1098829" y="1393037"/>
                  </a:lnTo>
                  <a:lnTo>
                    <a:pt x="1097711" y="1393507"/>
                  </a:lnTo>
                  <a:lnTo>
                    <a:pt x="1095844" y="1395361"/>
                  </a:lnTo>
                  <a:lnTo>
                    <a:pt x="1095375" y="1396479"/>
                  </a:lnTo>
                  <a:lnTo>
                    <a:pt x="1095375" y="1399120"/>
                  </a:lnTo>
                  <a:lnTo>
                    <a:pt x="1095844" y="1400238"/>
                  </a:lnTo>
                  <a:lnTo>
                    <a:pt x="1097711" y="1402092"/>
                  </a:lnTo>
                  <a:lnTo>
                    <a:pt x="1098829" y="1402562"/>
                  </a:lnTo>
                  <a:lnTo>
                    <a:pt x="1101458" y="1402562"/>
                  </a:lnTo>
                  <a:lnTo>
                    <a:pt x="1102575" y="1402092"/>
                  </a:lnTo>
                  <a:lnTo>
                    <a:pt x="1104442" y="1400238"/>
                  </a:lnTo>
                  <a:lnTo>
                    <a:pt x="1104900" y="1399120"/>
                  </a:lnTo>
                  <a:lnTo>
                    <a:pt x="1104900" y="1396479"/>
                  </a:lnTo>
                  <a:close/>
                </a:path>
                <a:path w="3629025" h="1866900">
                  <a:moveTo>
                    <a:pt x="1104900" y="932141"/>
                  </a:moveTo>
                  <a:lnTo>
                    <a:pt x="1104442" y="931024"/>
                  </a:lnTo>
                  <a:lnTo>
                    <a:pt x="1102575" y="929157"/>
                  </a:lnTo>
                  <a:lnTo>
                    <a:pt x="1101458" y="928687"/>
                  </a:lnTo>
                  <a:lnTo>
                    <a:pt x="1098829" y="928687"/>
                  </a:lnTo>
                  <a:lnTo>
                    <a:pt x="1097711" y="929157"/>
                  </a:lnTo>
                  <a:lnTo>
                    <a:pt x="1095844" y="931024"/>
                  </a:lnTo>
                  <a:lnTo>
                    <a:pt x="1095375" y="932141"/>
                  </a:lnTo>
                  <a:lnTo>
                    <a:pt x="1095375" y="934770"/>
                  </a:lnTo>
                  <a:lnTo>
                    <a:pt x="1095844" y="935888"/>
                  </a:lnTo>
                  <a:lnTo>
                    <a:pt x="1097711" y="937755"/>
                  </a:lnTo>
                  <a:lnTo>
                    <a:pt x="1098829" y="938212"/>
                  </a:lnTo>
                  <a:lnTo>
                    <a:pt x="1101458" y="938212"/>
                  </a:lnTo>
                  <a:lnTo>
                    <a:pt x="1102575" y="937755"/>
                  </a:lnTo>
                  <a:lnTo>
                    <a:pt x="1104442" y="935888"/>
                  </a:lnTo>
                  <a:lnTo>
                    <a:pt x="1104900" y="934770"/>
                  </a:lnTo>
                  <a:lnTo>
                    <a:pt x="1104900" y="932141"/>
                  </a:lnTo>
                  <a:close/>
                </a:path>
                <a:path w="3629025" h="1866900">
                  <a:moveTo>
                    <a:pt x="1104900" y="467791"/>
                  </a:moveTo>
                  <a:lnTo>
                    <a:pt x="1104442" y="466674"/>
                  </a:lnTo>
                  <a:lnTo>
                    <a:pt x="1102575" y="464820"/>
                  </a:lnTo>
                  <a:lnTo>
                    <a:pt x="1101458" y="464350"/>
                  </a:lnTo>
                  <a:lnTo>
                    <a:pt x="1098829" y="464350"/>
                  </a:lnTo>
                  <a:lnTo>
                    <a:pt x="1097711" y="464820"/>
                  </a:lnTo>
                  <a:lnTo>
                    <a:pt x="1095844" y="466674"/>
                  </a:lnTo>
                  <a:lnTo>
                    <a:pt x="1095375" y="467791"/>
                  </a:lnTo>
                  <a:lnTo>
                    <a:pt x="1095375" y="470433"/>
                  </a:lnTo>
                  <a:lnTo>
                    <a:pt x="1095844" y="471551"/>
                  </a:lnTo>
                  <a:lnTo>
                    <a:pt x="1097711" y="473405"/>
                  </a:lnTo>
                  <a:lnTo>
                    <a:pt x="1098829" y="473875"/>
                  </a:lnTo>
                  <a:lnTo>
                    <a:pt x="1101458" y="473875"/>
                  </a:lnTo>
                  <a:lnTo>
                    <a:pt x="1102575" y="473405"/>
                  </a:lnTo>
                  <a:lnTo>
                    <a:pt x="1104442" y="471551"/>
                  </a:lnTo>
                  <a:lnTo>
                    <a:pt x="1104900" y="470433"/>
                  </a:lnTo>
                  <a:lnTo>
                    <a:pt x="1104900" y="467791"/>
                  </a:lnTo>
                  <a:close/>
                </a:path>
                <a:path w="3629025" h="1866900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3629025" h="1866900">
                  <a:moveTo>
                    <a:pt x="1152525" y="1860829"/>
                  </a:moveTo>
                  <a:lnTo>
                    <a:pt x="1152067" y="1859711"/>
                  </a:lnTo>
                  <a:lnTo>
                    <a:pt x="1150200" y="1857844"/>
                  </a:lnTo>
                  <a:lnTo>
                    <a:pt x="1149083" y="1857375"/>
                  </a:lnTo>
                  <a:lnTo>
                    <a:pt x="1146454" y="1857375"/>
                  </a:lnTo>
                  <a:lnTo>
                    <a:pt x="1145336" y="1857844"/>
                  </a:lnTo>
                  <a:lnTo>
                    <a:pt x="1143469" y="1859711"/>
                  </a:lnTo>
                  <a:lnTo>
                    <a:pt x="1143000" y="1860829"/>
                  </a:lnTo>
                  <a:lnTo>
                    <a:pt x="1143000" y="1863458"/>
                  </a:lnTo>
                  <a:lnTo>
                    <a:pt x="1143469" y="1864575"/>
                  </a:lnTo>
                  <a:lnTo>
                    <a:pt x="1145336" y="1866442"/>
                  </a:lnTo>
                  <a:lnTo>
                    <a:pt x="1146454" y="1866900"/>
                  </a:lnTo>
                  <a:lnTo>
                    <a:pt x="1149083" y="1866900"/>
                  </a:lnTo>
                  <a:lnTo>
                    <a:pt x="1150200" y="1866442"/>
                  </a:lnTo>
                  <a:lnTo>
                    <a:pt x="1152067" y="1864575"/>
                  </a:lnTo>
                  <a:lnTo>
                    <a:pt x="1152525" y="1863458"/>
                  </a:lnTo>
                  <a:lnTo>
                    <a:pt x="1152525" y="1860829"/>
                  </a:lnTo>
                  <a:close/>
                </a:path>
                <a:path w="3629025" h="1866900">
                  <a:moveTo>
                    <a:pt x="1152525" y="1396479"/>
                  </a:moveTo>
                  <a:lnTo>
                    <a:pt x="1152067" y="1395361"/>
                  </a:lnTo>
                  <a:lnTo>
                    <a:pt x="1150200" y="1393507"/>
                  </a:lnTo>
                  <a:lnTo>
                    <a:pt x="1149083" y="1393037"/>
                  </a:lnTo>
                  <a:lnTo>
                    <a:pt x="1146454" y="1393037"/>
                  </a:lnTo>
                  <a:lnTo>
                    <a:pt x="1145336" y="1393507"/>
                  </a:lnTo>
                  <a:lnTo>
                    <a:pt x="1143469" y="1395361"/>
                  </a:lnTo>
                  <a:lnTo>
                    <a:pt x="1143000" y="1396479"/>
                  </a:lnTo>
                  <a:lnTo>
                    <a:pt x="1143000" y="1399120"/>
                  </a:lnTo>
                  <a:lnTo>
                    <a:pt x="1143469" y="1400238"/>
                  </a:lnTo>
                  <a:lnTo>
                    <a:pt x="1145336" y="1402092"/>
                  </a:lnTo>
                  <a:lnTo>
                    <a:pt x="1146454" y="1402562"/>
                  </a:lnTo>
                  <a:lnTo>
                    <a:pt x="1149083" y="1402562"/>
                  </a:lnTo>
                  <a:lnTo>
                    <a:pt x="1150200" y="1402092"/>
                  </a:lnTo>
                  <a:lnTo>
                    <a:pt x="1152067" y="1400238"/>
                  </a:lnTo>
                  <a:lnTo>
                    <a:pt x="1152525" y="1399120"/>
                  </a:lnTo>
                  <a:lnTo>
                    <a:pt x="1152525" y="1396479"/>
                  </a:lnTo>
                  <a:close/>
                </a:path>
                <a:path w="3629025" h="1866900">
                  <a:moveTo>
                    <a:pt x="1152525" y="932141"/>
                  </a:moveTo>
                  <a:lnTo>
                    <a:pt x="1152067" y="931024"/>
                  </a:lnTo>
                  <a:lnTo>
                    <a:pt x="1150200" y="929157"/>
                  </a:lnTo>
                  <a:lnTo>
                    <a:pt x="1149083" y="928687"/>
                  </a:lnTo>
                  <a:lnTo>
                    <a:pt x="1146454" y="928687"/>
                  </a:lnTo>
                  <a:lnTo>
                    <a:pt x="1145336" y="929157"/>
                  </a:lnTo>
                  <a:lnTo>
                    <a:pt x="1143469" y="931024"/>
                  </a:lnTo>
                  <a:lnTo>
                    <a:pt x="1143000" y="932141"/>
                  </a:lnTo>
                  <a:lnTo>
                    <a:pt x="1143000" y="934770"/>
                  </a:lnTo>
                  <a:lnTo>
                    <a:pt x="1143469" y="935888"/>
                  </a:lnTo>
                  <a:lnTo>
                    <a:pt x="1145336" y="937755"/>
                  </a:lnTo>
                  <a:lnTo>
                    <a:pt x="1146454" y="938212"/>
                  </a:lnTo>
                  <a:lnTo>
                    <a:pt x="1149083" y="938212"/>
                  </a:lnTo>
                  <a:lnTo>
                    <a:pt x="1150200" y="937755"/>
                  </a:lnTo>
                  <a:lnTo>
                    <a:pt x="1152067" y="935888"/>
                  </a:lnTo>
                  <a:lnTo>
                    <a:pt x="1152525" y="934770"/>
                  </a:lnTo>
                  <a:lnTo>
                    <a:pt x="1152525" y="932141"/>
                  </a:lnTo>
                  <a:close/>
                </a:path>
                <a:path w="3629025" h="1866900">
                  <a:moveTo>
                    <a:pt x="1152525" y="467791"/>
                  </a:moveTo>
                  <a:lnTo>
                    <a:pt x="1152067" y="466674"/>
                  </a:lnTo>
                  <a:lnTo>
                    <a:pt x="1150200" y="464820"/>
                  </a:lnTo>
                  <a:lnTo>
                    <a:pt x="1149083" y="464350"/>
                  </a:lnTo>
                  <a:lnTo>
                    <a:pt x="1146454" y="464350"/>
                  </a:lnTo>
                  <a:lnTo>
                    <a:pt x="1145336" y="464820"/>
                  </a:lnTo>
                  <a:lnTo>
                    <a:pt x="1143469" y="466674"/>
                  </a:lnTo>
                  <a:lnTo>
                    <a:pt x="1143000" y="467791"/>
                  </a:lnTo>
                  <a:lnTo>
                    <a:pt x="1143000" y="470433"/>
                  </a:lnTo>
                  <a:lnTo>
                    <a:pt x="1143469" y="471551"/>
                  </a:lnTo>
                  <a:lnTo>
                    <a:pt x="1145336" y="473405"/>
                  </a:lnTo>
                  <a:lnTo>
                    <a:pt x="1146454" y="473875"/>
                  </a:lnTo>
                  <a:lnTo>
                    <a:pt x="1149083" y="473875"/>
                  </a:lnTo>
                  <a:lnTo>
                    <a:pt x="1150200" y="473405"/>
                  </a:lnTo>
                  <a:lnTo>
                    <a:pt x="1152067" y="471551"/>
                  </a:lnTo>
                  <a:lnTo>
                    <a:pt x="1152525" y="470433"/>
                  </a:lnTo>
                  <a:lnTo>
                    <a:pt x="1152525" y="467791"/>
                  </a:lnTo>
                  <a:close/>
                </a:path>
                <a:path w="3629025" h="1866900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3629025" h="1866900">
                  <a:moveTo>
                    <a:pt x="1200150" y="1860829"/>
                  </a:moveTo>
                  <a:lnTo>
                    <a:pt x="1199692" y="1859711"/>
                  </a:lnTo>
                  <a:lnTo>
                    <a:pt x="1197825" y="1857844"/>
                  </a:lnTo>
                  <a:lnTo>
                    <a:pt x="1196708" y="1857375"/>
                  </a:lnTo>
                  <a:lnTo>
                    <a:pt x="1194079" y="1857375"/>
                  </a:lnTo>
                  <a:lnTo>
                    <a:pt x="1192961" y="1857844"/>
                  </a:lnTo>
                  <a:lnTo>
                    <a:pt x="1191094" y="1859711"/>
                  </a:lnTo>
                  <a:lnTo>
                    <a:pt x="1190625" y="1860829"/>
                  </a:lnTo>
                  <a:lnTo>
                    <a:pt x="1190625" y="1863458"/>
                  </a:lnTo>
                  <a:lnTo>
                    <a:pt x="1191094" y="1864575"/>
                  </a:lnTo>
                  <a:lnTo>
                    <a:pt x="1192961" y="1866442"/>
                  </a:lnTo>
                  <a:lnTo>
                    <a:pt x="1194079" y="1866900"/>
                  </a:lnTo>
                  <a:lnTo>
                    <a:pt x="1196708" y="1866900"/>
                  </a:lnTo>
                  <a:lnTo>
                    <a:pt x="1197825" y="1866442"/>
                  </a:lnTo>
                  <a:lnTo>
                    <a:pt x="1199692" y="1864575"/>
                  </a:lnTo>
                  <a:lnTo>
                    <a:pt x="1200150" y="1863458"/>
                  </a:lnTo>
                  <a:lnTo>
                    <a:pt x="1200150" y="1860829"/>
                  </a:lnTo>
                  <a:close/>
                </a:path>
                <a:path w="3629025" h="1866900">
                  <a:moveTo>
                    <a:pt x="1200150" y="1396479"/>
                  </a:moveTo>
                  <a:lnTo>
                    <a:pt x="1199692" y="1395361"/>
                  </a:lnTo>
                  <a:lnTo>
                    <a:pt x="1197825" y="1393507"/>
                  </a:lnTo>
                  <a:lnTo>
                    <a:pt x="1196708" y="1393037"/>
                  </a:lnTo>
                  <a:lnTo>
                    <a:pt x="1194079" y="1393037"/>
                  </a:lnTo>
                  <a:lnTo>
                    <a:pt x="1192961" y="1393507"/>
                  </a:lnTo>
                  <a:lnTo>
                    <a:pt x="1191094" y="1395361"/>
                  </a:lnTo>
                  <a:lnTo>
                    <a:pt x="1190625" y="1396479"/>
                  </a:lnTo>
                  <a:lnTo>
                    <a:pt x="1190625" y="1399120"/>
                  </a:lnTo>
                  <a:lnTo>
                    <a:pt x="1191094" y="1400238"/>
                  </a:lnTo>
                  <a:lnTo>
                    <a:pt x="1192961" y="1402092"/>
                  </a:lnTo>
                  <a:lnTo>
                    <a:pt x="1194079" y="1402562"/>
                  </a:lnTo>
                  <a:lnTo>
                    <a:pt x="1196708" y="1402562"/>
                  </a:lnTo>
                  <a:lnTo>
                    <a:pt x="1197825" y="1402092"/>
                  </a:lnTo>
                  <a:lnTo>
                    <a:pt x="1199692" y="1400238"/>
                  </a:lnTo>
                  <a:lnTo>
                    <a:pt x="1200150" y="1399120"/>
                  </a:lnTo>
                  <a:lnTo>
                    <a:pt x="1200150" y="1396479"/>
                  </a:lnTo>
                  <a:close/>
                </a:path>
                <a:path w="3629025" h="1866900">
                  <a:moveTo>
                    <a:pt x="1200150" y="932141"/>
                  </a:moveTo>
                  <a:lnTo>
                    <a:pt x="1199692" y="931024"/>
                  </a:lnTo>
                  <a:lnTo>
                    <a:pt x="1197825" y="929157"/>
                  </a:lnTo>
                  <a:lnTo>
                    <a:pt x="1196708" y="928687"/>
                  </a:lnTo>
                  <a:lnTo>
                    <a:pt x="1194079" y="928687"/>
                  </a:lnTo>
                  <a:lnTo>
                    <a:pt x="1192961" y="929157"/>
                  </a:lnTo>
                  <a:lnTo>
                    <a:pt x="1191094" y="931024"/>
                  </a:lnTo>
                  <a:lnTo>
                    <a:pt x="1190625" y="932141"/>
                  </a:lnTo>
                  <a:lnTo>
                    <a:pt x="1190625" y="934770"/>
                  </a:lnTo>
                  <a:lnTo>
                    <a:pt x="1191094" y="935888"/>
                  </a:lnTo>
                  <a:lnTo>
                    <a:pt x="1192961" y="937755"/>
                  </a:lnTo>
                  <a:lnTo>
                    <a:pt x="1194079" y="938212"/>
                  </a:lnTo>
                  <a:lnTo>
                    <a:pt x="1196708" y="938212"/>
                  </a:lnTo>
                  <a:lnTo>
                    <a:pt x="1197825" y="937755"/>
                  </a:lnTo>
                  <a:lnTo>
                    <a:pt x="1199692" y="935888"/>
                  </a:lnTo>
                  <a:lnTo>
                    <a:pt x="1200150" y="934770"/>
                  </a:lnTo>
                  <a:lnTo>
                    <a:pt x="1200150" y="932141"/>
                  </a:lnTo>
                  <a:close/>
                </a:path>
                <a:path w="3629025" h="1866900">
                  <a:moveTo>
                    <a:pt x="1200150" y="467791"/>
                  </a:moveTo>
                  <a:lnTo>
                    <a:pt x="1199692" y="466674"/>
                  </a:lnTo>
                  <a:lnTo>
                    <a:pt x="1197825" y="464820"/>
                  </a:lnTo>
                  <a:lnTo>
                    <a:pt x="1196708" y="464350"/>
                  </a:lnTo>
                  <a:lnTo>
                    <a:pt x="1194079" y="464350"/>
                  </a:lnTo>
                  <a:lnTo>
                    <a:pt x="1192961" y="464820"/>
                  </a:lnTo>
                  <a:lnTo>
                    <a:pt x="1191094" y="466674"/>
                  </a:lnTo>
                  <a:lnTo>
                    <a:pt x="1190625" y="467791"/>
                  </a:lnTo>
                  <a:lnTo>
                    <a:pt x="1190625" y="470433"/>
                  </a:lnTo>
                  <a:lnTo>
                    <a:pt x="1191094" y="471551"/>
                  </a:lnTo>
                  <a:lnTo>
                    <a:pt x="1192961" y="473405"/>
                  </a:lnTo>
                  <a:lnTo>
                    <a:pt x="1194079" y="473875"/>
                  </a:lnTo>
                  <a:lnTo>
                    <a:pt x="1196708" y="473875"/>
                  </a:lnTo>
                  <a:lnTo>
                    <a:pt x="1197825" y="473405"/>
                  </a:lnTo>
                  <a:lnTo>
                    <a:pt x="1199692" y="471551"/>
                  </a:lnTo>
                  <a:lnTo>
                    <a:pt x="1200150" y="470433"/>
                  </a:lnTo>
                  <a:lnTo>
                    <a:pt x="1200150" y="467791"/>
                  </a:lnTo>
                  <a:close/>
                </a:path>
                <a:path w="3629025" h="1866900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3629025" h="1866900">
                  <a:moveTo>
                    <a:pt x="1247775" y="1860829"/>
                  </a:moveTo>
                  <a:lnTo>
                    <a:pt x="1247317" y="1859711"/>
                  </a:lnTo>
                  <a:lnTo>
                    <a:pt x="1245450" y="1857844"/>
                  </a:lnTo>
                  <a:lnTo>
                    <a:pt x="1244333" y="1857375"/>
                  </a:lnTo>
                  <a:lnTo>
                    <a:pt x="1241704" y="1857375"/>
                  </a:lnTo>
                  <a:lnTo>
                    <a:pt x="1240586" y="1857844"/>
                  </a:lnTo>
                  <a:lnTo>
                    <a:pt x="1238719" y="1859711"/>
                  </a:lnTo>
                  <a:lnTo>
                    <a:pt x="1238250" y="1860829"/>
                  </a:lnTo>
                  <a:lnTo>
                    <a:pt x="1238250" y="1863458"/>
                  </a:lnTo>
                  <a:lnTo>
                    <a:pt x="1238719" y="1864575"/>
                  </a:lnTo>
                  <a:lnTo>
                    <a:pt x="1240586" y="1866442"/>
                  </a:lnTo>
                  <a:lnTo>
                    <a:pt x="1241704" y="1866900"/>
                  </a:lnTo>
                  <a:lnTo>
                    <a:pt x="1244333" y="1866900"/>
                  </a:lnTo>
                  <a:lnTo>
                    <a:pt x="1245450" y="1866442"/>
                  </a:lnTo>
                  <a:lnTo>
                    <a:pt x="1247317" y="1864575"/>
                  </a:lnTo>
                  <a:lnTo>
                    <a:pt x="1247775" y="1863458"/>
                  </a:lnTo>
                  <a:lnTo>
                    <a:pt x="1247775" y="1860829"/>
                  </a:lnTo>
                  <a:close/>
                </a:path>
                <a:path w="3629025" h="1866900">
                  <a:moveTo>
                    <a:pt x="1247775" y="1396479"/>
                  </a:moveTo>
                  <a:lnTo>
                    <a:pt x="1247317" y="1395361"/>
                  </a:lnTo>
                  <a:lnTo>
                    <a:pt x="1245450" y="1393507"/>
                  </a:lnTo>
                  <a:lnTo>
                    <a:pt x="1244333" y="1393037"/>
                  </a:lnTo>
                  <a:lnTo>
                    <a:pt x="1241704" y="1393037"/>
                  </a:lnTo>
                  <a:lnTo>
                    <a:pt x="1240586" y="1393507"/>
                  </a:lnTo>
                  <a:lnTo>
                    <a:pt x="1238719" y="1395361"/>
                  </a:lnTo>
                  <a:lnTo>
                    <a:pt x="1238250" y="1396479"/>
                  </a:lnTo>
                  <a:lnTo>
                    <a:pt x="1238250" y="1399120"/>
                  </a:lnTo>
                  <a:lnTo>
                    <a:pt x="1238719" y="1400238"/>
                  </a:lnTo>
                  <a:lnTo>
                    <a:pt x="1240586" y="1402092"/>
                  </a:lnTo>
                  <a:lnTo>
                    <a:pt x="1241704" y="1402562"/>
                  </a:lnTo>
                  <a:lnTo>
                    <a:pt x="1244333" y="1402562"/>
                  </a:lnTo>
                  <a:lnTo>
                    <a:pt x="1245450" y="1402092"/>
                  </a:lnTo>
                  <a:lnTo>
                    <a:pt x="1247317" y="1400238"/>
                  </a:lnTo>
                  <a:lnTo>
                    <a:pt x="1247775" y="1399120"/>
                  </a:lnTo>
                  <a:lnTo>
                    <a:pt x="1247775" y="1396479"/>
                  </a:lnTo>
                  <a:close/>
                </a:path>
                <a:path w="3629025" h="1866900">
                  <a:moveTo>
                    <a:pt x="1247775" y="932141"/>
                  </a:moveTo>
                  <a:lnTo>
                    <a:pt x="1247317" y="931024"/>
                  </a:lnTo>
                  <a:lnTo>
                    <a:pt x="1245450" y="929157"/>
                  </a:lnTo>
                  <a:lnTo>
                    <a:pt x="1244333" y="928687"/>
                  </a:lnTo>
                  <a:lnTo>
                    <a:pt x="1241704" y="928687"/>
                  </a:lnTo>
                  <a:lnTo>
                    <a:pt x="1240586" y="929157"/>
                  </a:lnTo>
                  <a:lnTo>
                    <a:pt x="1238719" y="931024"/>
                  </a:lnTo>
                  <a:lnTo>
                    <a:pt x="1238250" y="932141"/>
                  </a:lnTo>
                  <a:lnTo>
                    <a:pt x="1238250" y="934770"/>
                  </a:lnTo>
                  <a:lnTo>
                    <a:pt x="1238719" y="935888"/>
                  </a:lnTo>
                  <a:lnTo>
                    <a:pt x="1240586" y="937755"/>
                  </a:lnTo>
                  <a:lnTo>
                    <a:pt x="1241704" y="938212"/>
                  </a:lnTo>
                  <a:lnTo>
                    <a:pt x="1244333" y="938212"/>
                  </a:lnTo>
                  <a:lnTo>
                    <a:pt x="1245450" y="937755"/>
                  </a:lnTo>
                  <a:lnTo>
                    <a:pt x="1247317" y="935888"/>
                  </a:lnTo>
                  <a:lnTo>
                    <a:pt x="1247775" y="934770"/>
                  </a:lnTo>
                  <a:lnTo>
                    <a:pt x="1247775" y="932141"/>
                  </a:lnTo>
                  <a:close/>
                </a:path>
                <a:path w="3629025" h="1866900">
                  <a:moveTo>
                    <a:pt x="1247775" y="467791"/>
                  </a:moveTo>
                  <a:lnTo>
                    <a:pt x="1247317" y="466674"/>
                  </a:lnTo>
                  <a:lnTo>
                    <a:pt x="1245450" y="464820"/>
                  </a:lnTo>
                  <a:lnTo>
                    <a:pt x="1244333" y="464350"/>
                  </a:lnTo>
                  <a:lnTo>
                    <a:pt x="1241704" y="464350"/>
                  </a:lnTo>
                  <a:lnTo>
                    <a:pt x="1240586" y="464820"/>
                  </a:lnTo>
                  <a:lnTo>
                    <a:pt x="1238719" y="466674"/>
                  </a:lnTo>
                  <a:lnTo>
                    <a:pt x="1238250" y="467791"/>
                  </a:lnTo>
                  <a:lnTo>
                    <a:pt x="1238250" y="470433"/>
                  </a:lnTo>
                  <a:lnTo>
                    <a:pt x="1238719" y="471551"/>
                  </a:lnTo>
                  <a:lnTo>
                    <a:pt x="1240586" y="473405"/>
                  </a:lnTo>
                  <a:lnTo>
                    <a:pt x="1241704" y="473875"/>
                  </a:lnTo>
                  <a:lnTo>
                    <a:pt x="1244333" y="473875"/>
                  </a:lnTo>
                  <a:lnTo>
                    <a:pt x="1245450" y="473405"/>
                  </a:lnTo>
                  <a:lnTo>
                    <a:pt x="1247317" y="471551"/>
                  </a:lnTo>
                  <a:lnTo>
                    <a:pt x="1247775" y="470433"/>
                  </a:lnTo>
                  <a:lnTo>
                    <a:pt x="1247775" y="467791"/>
                  </a:lnTo>
                  <a:close/>
                </a:path>
                <a:path w="3629025" h="1866900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3629025" h="1866900">
                  <a:moveTo>
                    <a:pt x="1295400" y="1860829"/>
                  </a:moveTo>
                  <a:lnTo>
                    <a:pt x="1294942" y="1859711"/>
                  </a:lnTo>
                  <a:lnTo>
                    <a:pt x="1293075" y="1857844"/>
                  </a:lnTo>
                  <a:lnTo>
                    <a:pt x="1291958" y="1857375"/>
                  </a:lnTo>
                  <a:lnTo>
                    <a:pt x="1289329" y="1857375"/>
                  </a:lnTo>
                  <a:lnTo>
                    <a:pt x="1288211" y="1857844"/>
                  </a:lnTo>
                  <a:lnTo>
                    <a:pt x="1286344" y="1859711"/>
                  </a:lnTo>
                  <a:lnTo>
                    <a:pt x="1285875" y="1860829"/>
                  </a:lnTo>
                  <a:lnTo>
                    <a:pt x="1285875" y="1863458"/>
                  </a:lnTo>
                  <a:lnTo>
                    <a:pt x="1286344" y="1864575"/>
                  </a:lnTo>
                  <a:lnTo>
                    <a:pt x="1288211" y="1866442"/>
                  </a:lnTo>
                  <a:lnTo>
                    <a:pt x="1289329" y="1866900"/>
                  </a:lnTo>
                  <a:lnTo>
                    <a:pt x="1291958" y="1866900"/>
                  </a:lnTo>
                  <a:lnTo>
                    <a:pt x="1293075" y="1866442"/>
                  </a:lnTo>
                  <a:lnTo>
                    <a:pt x="1294942" y="1864575"/>
                  </a:lnTo>
                  <a:lnTo>
                    <a:pt x="1295400" y="1863458"/>
                  </a:lnTo>
                  <a:lnTo>
                    <a:pt x="1295400" y="1860829"/>
                  </a:lnTo>
                  <a:close/>
                </a:path>
                <a:path w="3629025" h="1866900">
                  <a:moveTo>
                    <a:pt x="1295400" y="1396479"/>
                  </a:moveTo>
                  <a:lnTo>
                    <a:pt x="1294942" y="1395361"/>
                  </a:lnTo>
                  <a:lnTo>
                    <a:pt x="1293075" y="1393507"/>
                  </a:lnTo>
                  <a:lnTo>
                    <a:pt x="1291958" y="1393037"/>
                  </a:lnTo>
                  <a:lnTo>
                    <a:pt x="1289329" y="1393037"/>
                  </a:lnTo>
                  <a:lnTo>
                    <a:pt x="1288211" y="1393507"/>
                  </a:lnTo>
                  <a:lnTo>
                    <a:pt x="1286344" y="1395361"/>
                  </a:lnTo>
                  <a:lnTo>
                    <a:pt x="1285875" y="1396479"/>
                  </a:lnTo>
                  <a:lnTo>
                    <a:pt x="1285875" y="1399120"/>
                  </a:lnTo>
                  <a:lnTo>
                    <a:pt x="1286344" y="1400238"/>
                  </a:lnTo>
                  <a:lnTo>
                    <a:pt x="1288211" y="1402092"/>
                  </a:lnTo>
                  <a:lnTo>
                    <a:pt x="1289329" y="1402562"/>
                  </a:lnTo>
                  <a:lnTo>
                    <a:pt x="1291958" y="1402562"/>
                  </a:lnTo>
                  <a:lnTo>
                    <a:pt x="1293075" y="1402092"/>
                  </a:lnTo>
                  <a:lnTo>
                    <a:pt x="1294942" y="1400238"/>
                  </a:lnTo>
                  <a:lnTo>
                    <a:pt x="1295400" y="1399120"/>
                  </a:lnTo>
                  <a:lnTo>
                    <a:pt x="1295400" y="1396479"/>
                  </a:lnTo>
                  <a:close/>
                </a:path>
                <a:path w="3629025" h="1866900">
                  <a:moveTo>
                    <a:pt x="1295400" y="932141"/>
                  </a:moveTo>
                  <a:lnTo>
                    <a:pt x="1294942" y="931024"/>
                  </a:lnTo>
                  <a:lnTo>
                    <a:pt x="1293075" y="929157"/>
                  </a:lnTo>
                  <a:lnTo>
                    <a:pt x="1291958" y="928687"/>
                  </a:lnTo>
                  <a:lnTo>
                    <a:pt x="1289329" y="928687"/>
                  </a:lnTo>
                  <a:lnTo>
                    <a:pt x="1288211" y="929157"/>
                  </a:lnTo>
                  <a:lnTo>
                    <a:pt x="1286344" y="931024"/>
                  </a:lnTo>
                  <a:lnTo>
                    <a:pt x="1285875" y="932141"/>
                  </a:lnTo>
                  <a:lnTo>
                    <a:pt x="1285875" y="934770"/>
                  </a:lnTo>
                  <a:lnTo>
                    <a:pt x="1286344" y="935888"/>
                  </a:lnTo>
                  <a:lnTo>
                    <a:pt x="1288211" y="937755"/>
                  </a:lnTo>
                  <a:lnTo>
                    <a:pt x="1289329" y="938212"/>
                  </a:lnTo>
                  <a:lnTo>
                    <a:pt x="1291958" y="938212"/>
                  </a:lnTo>
                  <a:lnTo>
                    <a:pt x="1293075" y="937755"/>
                  </a:lnTo>
                  <a:lnTo>
                    <a:pt x="1294942" y="935888"/>
                  </a:lnTo>
                  <a:lnTo>
                    <a:pt x="1295400" y="934770"/>
                  </a:lnTo>
                  <a:lnTo>
                    <a:pt x="1295400" y="932141"/>
                  </a:lnTo>
                  <a:close/>
                </a:path>
                <a:path w="3629025" h="1866900">
                  <a:moveTo>
                    <a:pt x="1295400" y="467791"/>
                  </a:moveTo>
                  <a:lnTo>
                    <a:pt x="1294942" y="466674"/>
                  </a:lnTo>
                  <a:lnTo>
                    <a:pt x="1293075" y="464820"/>
                  </a:lnTo>
                  <a:lnTo>
                    <a:pt x="1291958" y="464350"/>
                  </a:lnTo>
                  <a:lnTo>
                    <a:pt x="1289329" y="464350"/>
                  </a:lnTo>
                  <a:lnTo>
                    <a:pt x="1288211" y="464820"/>
                  </a:lnTo>
                  <a:lnTo>
                    <a:pt x="1286344" y="466674"/>
                  </a:lnTo>
                  <a:lnTo>
                    <a:pt x="1285875" y="467791"/>
                  </a:lnTo>
                  <a:lnTo>
                    <a:pt x="1285875" y="470433"/>
                  </a:lnTo>
                  <a:lnTo>
                    <a:pt x="1286344" y="471551"/>
                  </a:lnTo>
                  <a:lnTo>
                    <a:pt x="1288211" y="473405"/>
                  </a:lnTo>
                  <a:lnTo>
                    <a:pt x="1289329" y="473875"/>
                  </a:lnTo>
                  <a:lnTo>
                    <a:pt x="1291958" y="473875"/>
                  </a:lnTo>
                  <a:lnTo>
                    <a:pt x="1293075" y="473405"/>
                  </a:lnTo>
                  <a:lnTo>
                    <a:pt x="1294942" y="471551"/>
                  </a:lnTo>
                  <a:lnTo>
                    <a:pt x="1295400" y="470433"/>
                  </a:lnTo>
                  <a:lnTo>
                    <a:pt x="1295400" y="467791"/>
                  </a:lnTo>
                  <a:close/>
                </a:path>
                <a:path w="3629025" h="1866900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3629025" h="1866900">
                  <a:moveTo>
                    <a:pt x="1343025" y="1860829"/>
                  </a:moveTo>
                  <a:lnTo>
                    <a:pt x="1342567" y="1859711"/>
                  </a:lnTo>
                  <a:lnTo>
                    <a:pt x="1340700" y="1857844"/>
                  </a:lnTo>
                  <a:lnTo>
                    <a:pt x="1339583" y="1857375"/>
                  </a:lnTo>
                  <a:lnTo>
                    <a:pt x="1336954" y="1857375"/>
                  </a:lnTo>
                  <a:lnTo>
                    <a:pt x="1335836" y="1857844"/>
                  </a:lnTo>
                  <a:lnTo>
                    <a:pt x="1333969" y="1859711"/>
                  </a:lnTo>
                  <a:lnTo>
                    <a:pt x="1333500" y="1860829"/>
                  </a:lnTo>
                  <a:lnTo>
                    <a:pt x="1333500" y="1863458"/>
                  </a:lnTo>
                  <a:lnTo>
                    <a:pt x="1333969" y="1864575"/>
                  </a:lnTo>
                  <a:lnTo>
                    <a:pt x="1335836" y="1866442"/>
                  </a:lnTo>
                  <a:lnTo>
                    <a:pt x="1336954" y="1866900"/>
                  </a:lnTo>
                  <a:lnTo>
                    <a:pt x="1339583" y="1866900"/>
                  </a:lnTo>
                  <a:lnTo>
                    <a:pt x="1340700" y="1866442"/>
                  </a:lnTo>
                  <a:lnTo>
                    <a:pt x="1342567" y="1864575"/>
                  </a:lnTo>
                  <a:lnTo>
                    <a:pt x="1343025" y="1863458"/>
                  </a:lnTo>
                  <a:lnTo>
                    <a:pt x="1343025" y="1860829"/>
                  </a:lnTo>
                  <a:close/>
                </a:path>
                <a:path w="3629025" h="1866900">
                  <a:moveTo>
                    <a:pt x="1343025" y="1396479"/>
                  </a:moveTo>
                  <a:lnTo>
                    <a:pt x="1342567" y="1395361"/>
                  </a:lnTo>
                  <a:lnTo>
                    <a:pt x="1340700" y="1393507"/>
                  </a:lnTo>
                  <a:lnTo>
                    <a:pt x="1339583" y="1393037"/>
                  </a:lnTo>
                  <a:lnTo>
                    <a:pt x="1336954" y="1393037"/>
                  </a:lnTo>
                  <a:lnTo>
                    <a:pt x="1335836" y="1393507"/>
                  </a:lnTo>
                  <a:lnTo>
                    <a:pt x="1333969" y="1395361"/>
                  </a:lnTo>
                  <a:lnTo>
                    <a:pt x="1333500" y="1396479"/>
                  </a:lnTo>
                  <a:lnTo>
                    <a:pt x="1333500" y="1399120"/>
                  </a:lnTo>
                  <a:lnTo>
                    <a:pt x="1333969" y="1400238"/>
                  </a:lnTo>
                  <a:lnTo>
                    <a:pt x="1335836" y="1402092"/>
                  </a:lnTo>
                  <a:lnTo>
                    <a:pt x="1336954" y="1402562"/>
                  </a:lnTo>
                  <a:lnTo>
                    <a:pt x="1339583" y="1402562"/>
                  </a:lnTo>
                  <a:lnTo>
                    <a:pt x="1340700" y="1402092"/>
                  </a:lnTo>
                  <a:lnTo>
                    <a:pt x="1342567" y="1400238"/>
                  </a:lnTo>
                  <a:lnTo>
                    <a:pt x="1343025" y="1399120"/>
                  </a:lnTo>
                  <a:lnTo>
                    <a:pt x="1343025" y="1396479"/>
                  </a:lnTo>
                  <a:close/>
                </a:path>
                <a:path w="3629025" h="1866900">
                  <a:moveTo>
                    <a:pt x="1343025" y="932141"/>
                  </a:moveTo>
                  <a:lnTo>
                    <a:pt x="1342567" y="931024"/>
                  </a:lnTo>
                  <a:lnTo>
                    <a:pt x="1340700" y="929157"/>
                  </a:lnTo>
                  <a:lnTo>
                    <a:pt x="1339583" y="928687"/>
                  </a:lnTo>
                  <a:lnTo>
                    <a:pt x="1336954" y="928687"/>
                  </a:lnTo>
                  <a:lnTo>
                    <a:pt x="1335836" y="929157"/>
                  </a:lnTo>
                  <a:lnTo>
                    <a:pt x="1333969" y="931024"/>
                  </a:lnTo>
                  <a:lnTo>
                    <a:pt x="1333500" y="932141"/>
                  </a:lnTo>
                  <a:lnTo>
                    <a:pt x="1333500" y="934770"/>
                  </a:lnTo>
                  <a:lnTo>
                    <a:pt x="1333969" y="935888"/>
                  </a:lnTo>
                  <a:lnTo>
                    <a:pt x="1335836" y="937755"/>
                  </a:lnTo>
                  <a:lnTo>
                    <a:pt x="1336954" y="938212"/>
                  </a:lnTo>
                  <a:lnTo>
                    <a:pt x="1339583" y="938212"/>
                  </a:lnTo>
                  <a:lnTo>
                    <a:pt x="1340700" y="937755"/>
                  </a:lnTo>
                  <a:lnTo>
                    <a:pt x="1342567" y="935888"/>
                  </a:lnTo>
                  <a:lnTo>
                    <a:pt x="1343025" y="934770"/>
                  </a:lnTo>
                  <a:lnTo>
                    <a:pt x="1343025" y="932141"/>
                  </a:lnTo>
                  <a:close/>
                </a:path>
                <a:path w="3629025" h="1866900">
                  <a:moveTo>
                    <a:pt x="1343025" y="467791"/>
                  </a:moveTo>
                  <a:lnTo>
                    <a:pt x="1342567" y="466674"/>
                  </a:lnTo>
                  <a:lnTo>
                    <a:pt x="1340700" y="464820"/>
                  </a:lnTo>
                  <a:lnTo>
                    <a:pt x="1339583" y="464350"/>
                  </a:lnTo>
                  <a:lnTo>
                    <a:pt x="1336954" y="464350"/>
                  </a:lnTo>
                  <a:lnTo>
                    <a:pt x="1335836" y="464820"/>
                  </a:lnTo>
                  <a:lnTo>
                    <a:pt x="1333969" y="466674"/>
                  </a:lnTo>
                  <a:lnTo>
                    <a:pt x="1333500" y="467791"/>
                  </a:lnTo>
                  <a:lnTo>
                    <a:pt x="1333500" y="470433"/>
                  </a:lnTo>
                  <a:lnTo>
                    <a:pt x="1333969" y="471551"/>
                  </a:lnTo>
                  <a:lnTo>
                    <a:pt x="1335836" y="473405"/>
                  </a:lnTo>
                  <a:lnTo>
                    <a:pt x="1336954" y="473875"/>
                  </a:lnTo>
                  <a:lnTo>
                    <a:pt x="1339583" y="473875"/>
                  </a:lnTo>
                  <a:lnTo>
                    <a:pt x="1340700" y="473405"/>
                  </a:lnTo>
                  <a:lnTo>
                    <a:pt x="1342567" y="471551"/>
                  </a:lnTo>
                  <a:lnTo>
                    <a:pt x="1343025" y="470433"/>
                  </a:lnTo>
                  <a:lnTo>
                    <a:pt x="1343025" y="467791"/>
                  </a:lnTo>
                  <a:close/>
                </a:path>
                <a:path w="3629025" h="1866900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3629025" h="1866900">
                  <a:moveTo>
                    <a:pt x="1390650" y="1860829"/>
                  </a:moveTo>
                  <a:lnTo>
                    <a:pt x="1390192" y="1859711"/>
                  </a:lnTo>
                  <a:lnTo>
                    <a:pt x="1388325" y="1857844"/>
                  </a:lnTo>
                  <a:lnTo>
                    <a:pt x="1387208" y="1857375"/>
                  </a:lnTo>
                  <a:lnTo>
                    <a:pt x="1384579" y="1857375"/>
                  </a:lnTo>
                  <a:lnTo>
                    <a:pt x="1383461" y="1857844"/>
                  </a:lnTo>
                  <a:lnTo>
                    <a:pt x="1381594" y="1859711"/>
                  </a:lnTo>
                  <a:lnTo>
                    <a:pt x="1381125" y="1860829"/>
                  </a:lnTo>
                  <a:lnTo>
                    <a:pt x="1381125" y="1863458"/>
                  </a:lnTo>
                  <a:lnTo>
                    <a:pt x="1381594" y="1864575"/>
                  </a:lnTo>
                  <a:lnTo>
                    <a:pt x="1383461" y="1866442"/>
                  </a:lnTo>
                  <a:lnTo>
                    <a:pt x="1384579" y="1866900"/>
                  </a:lnTo>
                  <a:lnTo>
                    <a:pt x="1387208" y="1866900"/>
                  </a:lnTo>
                  <a:lnTo>
                    <a:pt x="1388325" y="1866442"/>
                  </a:lnTo>
                  <a:lnTo>
                    <a:pt x="1390192" y="1864575"/>
                  </a:lnTo>
                  <a:lnTo>
                    <a:pt x="1390650" y="1863458"/>
                  </a:lnTo>
                  <a:lnTo>
                    <a:pt x="1390650" y="1860829"/>
                  </a:lnTo>
                  <a:close/>
                </a:path>
                <a:path w="3629025" h="1866900">
                  <a:moveTo>
                    <a:pt x="1390650" y="1396479"/>
                  </a:moveTo>
                  <a:lnTo>
                    <a:pt x="1390192" y="1395361"/>
                  </a:lnTo>
                  <a:lnTo>
                    <a:pt x="1388325" y="1393507"/>
                  </a:lnTo>
                  <a:lnTo>
                    <a:pt x="1387208" y="1393037"/>
                  </a:lnTo>
                  <a:lnTo>
                    <a:pt x="1384579" y="1393037"/>
                  </a:lnTo>
                  <a:lnTo>
                    <a:pt x="1383461" y="1393507"/>
                  </a:lnTo>
                  <a:lnTo>
                    <a:pt x="1381594" y="1395361"/>
                  </a:lnTo>
                  <a:lnTo>
                    <a:pt x="1381125" y="1396479"/>
                  </a:lnTo>
                  <a:lnTo>
                    <a:pt x="1381125" y="1399120"/>
                  </a:lnTo>
                  <a:lnTo>
                    <a:pt x="1381594" y="1400238"/>
                  </a:lnTo>
                  <a:lnTo>
                    <a:pt x="1383461" y="1402092"/>
                  </a:lnTo>
                  <a:lnTo>
                    <a:pt x="1384579" y="1402562"/>
                  </a:lnTo>
                  <a:lnTo>
                    <a:pt x="1387208" y="1402562"/>
                  </a:lnTo>
                  <a:lnTo>
                    <a:pt x="1388325" y="1402092"/>
                  </a:lnTo>
                  <a:lnTo>
                    <a:pt x="1390192" y="1400238"/>
                  </a:lnTo>
                  <a:lnTo>
                    <a:pt x="1390650" y="1399120"/>
                  </a:lnTo>
                  <a:lnTo>
                    <a:pt x="1390650" y="1396479"/>
                  </a:lnTo>
                  <a:close/>
                </a:path>
                <a:path w="3629025" h="1866900">
                  <a:moveTo>
                    <a:pt x="1390650" y="932141"/>
                  </a:moveTo>
                  <a:lnTo>
                    <a:pt x="1390192" y="931024"/>
                  </a:lnTo>
                  <a:lnTo>
                    <a:pt x="1388325" y="929157"/>
                  </a:lnTo>
                  <a:lnTo>
                    <a:pt x="1387208" y="928687"/>
                  </a:lnTo>
                  <a:lnTo>
                    <a:pt x="1384579" y="928687"/>
                  </a:lnTo>
                  <a:lnTo>
                    <a:pt x="1383461" y="929157"/>
                  </a:lnTo>
                  <a:lnTo>
                    <a:pt x="1381594" y="931024"/>
                  </a:lnTo>
                  <a:lnTo>
                    <a:pt x="1381125" y="932141"/>
                  </a:lnTo>
                  <a:lnTo>
                    <a:pt x="1381125" y="934770"/>
                  </a:lnTo>
                  <a:lnTo>
                    <a:pt x="1381594" y="935888"/>
                  </a:lnTo>
                  <a:lnTo>
                    <a:pt x="1383461" y="937755"/>
                  </a:lnTo>
                  <a:lnTo>
                    <a:pt x="1384579" y="938212"/>
                  </a:lnTo>
                  <a:lnTo>
                    <a:pt x="1387208" y="938212"/>
                  </a:lnTo>
                  <a:lnTo>
                    <a:pt x="1388325" y="937755"/>
                  </a:lnTo>
                  <a:lnTo>
                    <a:pt x="1390192" y="935888"/>
                  </a:lnTo>
                  <a:lnTo>
                    <a:pt x="1390650" y="934770"/>
                  </a:lnTo>
                  <a:lnTo>
                    <a:pt x="1390650" y="932141"/>
                  </a:lnTo>
                  <a:close/>
                </a:path>
                <a:path w="3629025" h="1866900">
                  <a:moveTo>
                    <a:pt x="1390650" y="467791"/>
                  </a:moveTo>
                  <a:lnTo>
                    <a:pt x="1390192" y="466674"/>
                  </a:lnTo>
                  <a:lnTo>
                    <a:pt x="1388325" y="464820"/>
                  </a:lnTo>
                  <a:lnTo>
                    <a:pt x="1387208" y="464350"/>
                  </a:lnTo>
                  <a:lnTo>
                    <a:pt x="1384579" y="464350"/>
                  </a:lnTo>
                  <a:lnTo>
                    <a:pt x="1383461" y="464820"/>
                  </a:lnTo>
                  <a:lnTo>
                    <a:pt x="1381594" y="466674"/>
                  </a:lnTo>
                  <a:lnTo>
                    <a:pt x="1381125" y="467791"/>
                  </a:lnTo>
                  <a:lnTo>
                    <a:pt x="1381125" y="470433"/>
                  </a:lnTo>
                  <a:lnTo>
                    <a:pt x="1381594" y="471551"/>
                  </a:lnTo>
                  <a:lnTo>
                    <a:pt x="1383461" y="473405"/>
                  </a:lnTo>
                  <a:lnTo>
                    <a:pt x="1384579" y="473875"/>
                  </a:lnTo>
                  <a:lnTo>
                    <a:pt x="1387208" y="473875"/>
                  </a:lnTo>
                  <a:lnTo>
                    <a:pt x="1388325" y="473405"/>
                  </a:lnTo>
                  <a:lnTo>
                    <a:pt x="1390192" y="471551"/>
                  </a:lnTo>
                  <a:lnTo>
                    <a:pt x="1390650" y="470433"/>
                  </a:lnTo>
                  <a:lnTo>
                    <a:pt x="1390650" y="467791"/>
                  </a:lnTo>
                  <a:close/>
                </a:path>
                <a:path w="3629025" h="1866900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3629025" h="1866900">
                  <a:moveTo>
                    <a:pt x="1438275" y="1860829"/>
                  </a:moveTo>
                  <a:lnTo>
                    <a:pt x="1437817" y="1859711"/>
                  </a:lnTo>
                  <a:lnTo>
                    <a:pt x="1435950" y="1857844"/>
                  </a:lnTo>
                  <a:lnTo>
                    <a:pt x="1434833" y="1857375"/>
                  </a:lnTo>
                  <a:lnTo>
                    <a:pt x="1432204" y="1857375"/>
                  </a:lnTo>
                  <a:lnTo>
                    <a:pt x="1431086" y="1857844"/>
                  </a:lnTo>
                  <a:lnTo>
                    <a:pt x="1429219" y="1859711"/>
                  </a:lnTo>
                  <a:lnTo>
                    <a:pt x="1428750" y="1860829"/>
                  </a:lnTo>
                  <a:lnTo>
                    <a:pt x="1428750" y="1863458"/>
                  </a:lnTo>
                  <a:lnTo>
                    <a:pt x="1429219" y="1864575"/>
                  </a:lnTo>
                  <a:lnTo>
                    <a:pt x="1431086" y="1866442"/>
                  </a:lnTo>
                  <a:lnTo>
                    <a:pt x="1432204" y="1866900"/>
                  </a:lnTo>
                  <a:lnTo>
                    <a:pt x="1434833" y="1866900"/>
                  </a:lnTo>
                  <a:lnTo>
                    <a:pt x="1435950" y="1866442"/>
                  </a:lnTo>
                  <a:lnTo>
                    <a:pt x="1437817" y="1864575"/>
                  </a:lnTo>
                  <a:lnTo>
                    <a:pt x="1438275" y="1863458"/>
                  </a:lnTo>
                  <a:lnTo>
                    <a:pt x="1438275" y="1860829"/>
                  </a:lnTo>
                  <a:close/>
                </a:path>
                <a:path w="3629025" h="1866900">
                  <a:moveTo>
                    <a:pt x="1438275" y="1396479"/>
                  </a:moveTo>
                  <a:lnTo>
                    <a:pt x="1437817" y="1395361"/>
                  </a:lnTo>
                  <a:lnTo>
                    <a:pt x="1435950" y="1393507"/>
                  </a:lnTo>
                  <a:lnTo>
                    <a:pt x="1434833" y="1393037"/>
                  </a:lnTo>
                  <a:lnTo>
                    <a:pt x="1432204" y="1393037"/>
                  </a:lnTo>
                  <a:lnTo>
                    <a:pt x="1431086" y="1393507"/>
                  </a:lnTo>
                  <a:lnTo>
                    <a:pt x="1429219" y="1395361"/>
                  </a:lnTo>
                  <a:lnTo>
                    <a:pt x="1428750" y="1396479"/>
                  </a:lnTo>
                  <a:lnTo>
                    <a:pt x="1428750" y="1399120"/>
                  </a:lnTo>
                  <a:lnTo>
                    <a:pt x="1429219" y="1400238"/>
                  </a:lnTo>
                  <a:lnTo>
                    <a:pt x="1431086" y="1402092"/>
                  </a:lnTo>
                  <a:lnTo>
                    <a:pt x="1432204" y="1402562"/>
                  </a:lnTo>
                  <a:lnTo>
                    <a:pt x="1434833" y="1402562"/>
                  </a:lnTo>
                  <a:lnTo>
                    <a:pt x="1435950" y="1402092"/>
                  </a:lnTo>
                  <a:lnTo>
                    <a:pt x="1437817" y="1400238"/>
                  </a:lnTo>
                  <a:lnTo>
                    <a:pt x="1438275" y="1399120"/>
                  </a:lnTo>
                  <a:lnTo>
                    <a:pt x="1438275" y="1396479"/>
                  </a:lnTo>
                  <a:close/>
                </a:path>
                <a:path w="3629025" h="1866900">
                  <a:moveTo>
                    <a:pt x="1438275" y="932141"/>
                  </a:moveTo>
                  <a:lnTo>
                    <a:pt x="1437817" y="931024"/>
                  </a:lnTo>
                  <a:lnTo>
                    <a:pt x="1435950" y="929157"/>
                  </a:lnTo>
                  <a:lnTo>
                    <a:pt x="1434833" y="928687"/>
                  </a:lnTo>
                  <a:lnTo>
                    <a:pt x="1432204" y="928687"/>
                  </a:lnTo>
                  <a:lnTo>
                    <a:pt x="1431086" y="929157"/>
                  </a:lnTo>
                  <a:lnTo>
                    <a:pt x="1429219" y="931024"/>
                  </a:lnTo>
                  <a:lnTo>
                    <a:pt x="1428750" y="932141"/>
                  </a:lnTo>
                  <a:lnTo>
                    <a:pt x="1428750" y="934770"/>
                  </a:lnTo>
                  <a:lnTo>
                    <a:pt x="1429219" y="935888"/>
                  </a:lnTo>
                  <a:lnTo>
                    <a:pt x="1431086" y="937755"/>
                  </a:lnTo>
                  <a:lnTo>
                    <a:pt x="1432204" y="938212"/>
                  </a:lnTo>
                  <a:lnTo>
                    <a:pt x="1434833" y="938212"/>
                  </a:lnTo>
                  <a:lnTo>
                    <a:pt x="1435950" y="937755"/>
                  </a:lnTo>
                  <a:lnTo>
                    <a:pt x="1437817" y="935888"/>
                  </a:lnTo>
                  <a:lnTo>
                    <a:pt x="1438275" y="934770"/>
                  </a:lnTo>
                  <a:lnTo>
                    <a:pt x="1438275" y="932141"/>
                  </a:lnTo>
                  <a:close/>
                </a:path>
                <a:path w="3629025" h="1866900">
                  <a:moveTo>
                    <a:pt x="1438275" y="467791"/>
                  </a:moveTo>
                  <a:lnTo>
                    <a:pt x="1437817" y="466674"/>
                  </a:lnTo>
                  <a:lnTo>
                    <a:pt x="1435950" y="464820"/>
                  </a:lnTo>
                  <a:lnTo>
                    <a:pt x="1434833" y="464350"/>
                  </a:lnTo>
                  <a:lnTo>
                    <a:pt x="1432204" y="464350"/>
                  </a:lnTo>
                  <a:lnTo>
                    <a:pt x="1431086" y="464820"/>
                  </a:lnTo>
                  <a:lnTo>
                    <a:pt x="1429219" y="466674"/>
                  </a:lnTo>
                  <a:lnTo>
                    <a:pt x="1428750" y="467791"/>
                  </a:lnTo>
                  <a:lnTo>
                    <a:pt x="1428750" y="470433"/>
                  </a:lnTo>
                  <a:lnTo>
                    <a:pt x="1429219" y="471551"/>
                  </a:lnTo>
                  <a:lnTo>
                    <a:pt x="1431086" y="473405"/>
                  </a:lnTo>
                  <a:lnTo>
                    <a:pt x="1432204" y="473875"/>
                  </a:lnTo>
                  <a:lnTo>
                    <a:pt x="1434833" y="473875"/>
                  </a:lnTo>
                  <a:lnTo>
                    <a:pt x="1435950" y="473405"/>
                  </a:lnTo>
                  <a:lnTo>
                    <a:pt x="1437817" y="471551"/>
                  </a:lnTo>
                  <a:lnTo>
                    <a:pt x="1438275" y="470433"/>
                  </a:lnTo>
                  <a:lnTo>
                    <a:pt x="1438275" y="467791"/>
                  </a:lnTo>
                  <a:close/>
                </a:path>
                <a:path w="3629025" h="1866900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3629025" h="1866900">
                  <a:moveTo>
                    <a:pt x="1485900" y="1860829"/>
                  </a:moveTo>
                  <a:lnTo>
                    <a:pt x="1485442" y="1859711"/>
                  </a:lnTo>
                  <a:lnTo>
                    <a:pt x="1483575" y="1857844"/>
                  </a:lnTo>
                  <a:lnTo>
                    <a:pt x="1482458" y="1857375"/>
                  </a:lnTo>
                  <a:lnTo>
                    <a:pt x="1479829" y="1857375"/>
                  </a:lnTo>
                  <a:lnTo>
                    <a:pt x="1478711" y="1857844"/>
                  </a:lnTo>
                  <a:lnTo>
                    <a:pt x="1476844" y="1859711"/>
                  </a:lnTo>
                  <a:lnTo>
                    <a:pt x="1476375" y="1860829"/>
                  </a:lnTo>
                  <a:lnTo>
                    <a:pt x="1476375" y="1863458"/>
                  </a:lnTo>
                  <a:lnTo>
                    <a:pt x="1476844" y="1864575"/>
                  </a:lnTo>
                  <a:lnTo>
                    <a:pt x="1478711" y="1866442"/>
                  </a:lnTo>
                  <a:lnTo>
                    <a:pt x="1479829" y="1866900"/>
                  </a:lnTo>
                  <a:lnTo>
                    <a:pt x="1482458" y="1866900"/>
                  </a:lnTo>
                  <a:lnTo>
                    <a:pt x="1483575" y="1866442"/>
                  </a:lnTo>
                  <a:lnTo>
                    <a:pt x="1485442" y="1864575"/>
                  </a:lnTo>
                  <a:lnTo>
                    <a:pt x="1485900" y="1863458"/>
                  </a:lnTo>
                  <a:lnTo>
                    <a:pt x="1485900" y="1860829"/>
                  </a:lnTo>
                  <a:close/>
                </a:path>
                <a:path w="3629025" h="1866900">
                  <a:moveTo>
                    <a:pt x="1485900" y="1396479"/>
                  </a:moveTo>
                  <a:lnTo>
                    <a:pt x="1485442" y="1395361"/>
                  </a:lnTo>
                  <a:lnTo>
                    <a:pt x="1483575" y="1393507"/>
                  </a:lnTo>
                  <a:lnTo>
                    <a:pt x="1482458" y="1393037"/>
                  </a:lnTo>
                  <a:lnTo>
                    <a:pt x="1479829" y="1393037"/>
                  </a:lnTo>
                  <a:lnTo>
                    <a:pt x="1478711" y="1393507"/>
                  </a:lnTo>
                  <a:lnTo>
                    <a:pt x="1476844" y="1395361"/>
                  </a:lnTo>
                  <a:lnTo>
                    <a:pt x="1476375" y="1396479"/>
                  </a:lnTo>
                  <a:lnTo>
                    <a:pt x="1476375" y="1399120"/>
                  </a:lnTo>
                  <a:lnTo>
                    <a:pt x="1476844" y="1400238"/>
                  </a:lnTo>
                  <a:lnTo>
                    <a:pt x="1478711" y="1402092"/>
                  </a:lnTo>
                  <a:lnTo>
                    <a:pt x="1479829" y="1402562"/>
                  </a:lnTo>
                  <a:lnTo>
                    <a:pt x="1482458" y="1402562"/>
                  </a:lnTo>
                  <a:lnTo>
                    <a:pt x="1483575" y="1402092"/>
                  </a:lnTo>
                  <a:lnTo>
                    <a:pt x="1485442" y="1400238"/>
                  </a:lnTo>
                  <a:lnTo>
                    <a:pt x="1485900" y="1399120"/>
                  </a:lnTo>
                  <a:lnTo>
                    <a:pt x="1485900" y="1396479"/>
                  </a:lnTo>
                  <a:close/>
                </a:path>
                <a:path w="3629025" h="1866900">
                  <a:moveTo>
                    <a:pt x="1485900" y="932141"/>
                  </a:moveTo>
                  <a:lnTo>
                    <a:pt x="1485442" y="931024"/>
                  </a:lnTo>
                  <a:lnTo>
                    <a:pt x="1483575" y="929157"/>
                  </a:lnTo>
                  <a:lnTo>
                    <a:pt x="1482458" y="928687"/>
                  </a:lnTo>
                  <a:lnTo>
                    <a:pt x="1479829" y="928687"/>
                  </a:lnTo>
                  <a:lnTo>
                    <a:pt x="1478711" y="929157"/>
                  </a:lnTo>
                  <a:lnTo>
                    <a:pt x="1476844" y="931024"/>
                  </a:lnTo>
                  <a:lnTo>
                    <a:pt x="1476375" y="932141"/>
                  </a:lnTo>
                  <a:lnTo>
                    <a:pt x="1476375" y="934770"/>
                  </a:lnTo>
                  <a:lnTo>
                    <a:pt x="1476844" y="935888"/>
                  </a:lnTo>
                  <a:lnTo>
                    <a:pt x="1478711" y="937755"/>
                  </a:lnTo>
                  <a:lnTo>
                    <a:pt x="1479829" y="938212"/>
                  </a:lnTo>
                  <a:lnTo>
                    <a:pt x="1482458" y="938212"/>
                  </a:lnTo>
                  <a:lnTo>
                    <a:pt x="1483575" y="937755"/>
                  </a:lnTo>
                  <a:lnTo>
                    <a:pt x="1485442" y="935888"/>
                  </a:lnTo>
                  <a:lnTo>
                    <a:pt x="1485900" y="934770"/>
                  </a:lnTo>
                  <a:lnTo>
                    <a:pt x="1485900" y="932141"/>
                  </a:lnTo>
                  <a:close/>
                </a:path>
                <a:path w="3629025" h="1866900">
                  <a:moveTo>
                    <a:pt x="1485900" y="467791"/>
                  </a:moveTo>
                  <a:lnTo>
                    <a:pt x="1485442" y="466674"/>
                  </a:lnTo>
                  <a:lnTo>
                    <a:pt x="1483575" y="464820"/>
                  </a:lnTo>
                  <a:lnTo>
                    <a:pt x="1482458" y="464350"/>
                  </a:lnTo>
                  <a:lnTo>
                    <a:pt x="1479829" y="464350"/>
                  </a:lnTo>
                  <a:lnTo>
                    <a:pt x="1478711" y="464820"/>
                  </a:lnTo>
                  <a:lnTo>
                    <a:pt x="1476844" y="466674"/>
                  </a:lnTo>
                  <a:lnTo>
                    <a:pt x="1476375" y="467791"/>
                  </a:lnTo>
                  <a:lnTo>
                    <a:pt x="1476375" y="470433"/>
                  </a:lnTo>
                  <a:lnTo>
                    <a:pt x="1476844" y="471551"/>
                  </a:lnTo>
                  <a:lnTo>
                    <a:pt x="1478711" y="473405"/>
                  </a:lnTo>
                  <a:lnTo>
                    <a:pt x="1479829" y="473875"/>
                  </a:lnTo>
                  <a:lnTo>
                    <a:pt x="1482458" y="473875"/>
                  </a:lnTo>
                  <a:lnTo>
                    <a:pt x="1483575" y="473405"/>
                  </a:lnTo>
                  <a:lnTo>
                    <a:pt x="1485442" y="471551"/>
                  </a:lnTo>
                  <a:lnTo>
                    <a:pt x="1485900" y="470433"/>
                  </a:lnTo>
                  <a:lnTo>
                    <a:pt x="1485900" y="467791"/>
                  </a:lnTo>
                  <a:close/>
                </a:path>
                <a:path w="3629025" h="1866900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3629025" h="1866900">
                  <a:moveTo>
                    <a:pt x="1533525" y="1860829"/>
                  </a:moveTo>
                  <a:lnTo>
                    <a:pt x="1533067" y="1859711"/>
                  </a:lnTo>
                  <a:lnTo>
                    <a:pt x="1531200" y="1857844"/>
                  </a:lnTo>
                  <a:lnTo>
                    <a:pt x="1530083" y="1857375"/>
                  </a:lnTo>
                  <a:lnTo>
                    <a:pt x="1527454" y="1857375"/>
                  </a:lnTo>
                  <a:lnTo>
                    <a:pt x="1526336" y="1857844"/>
                  </a:lnTo>
                  <a:lnTo>
                    <a:pt x="1524469" y="1859711"/>
                  </a:lnTo>
                  <a:lnTo>
                    <a:pt x="1524000" y="1860829"/>
                  </a:lnTo>
                  <a:lnTo>
                    <a:pt x="1524000" y="1863458"/>
                  </a:lnTo>
                  <a:lnTo>
                    <a:pt x="1524469" y="1864575"/>
                  </a:lnTo>
                  <a:lnTo>
                    <a:pt x="1526336" y="1866442"/>
                  </a:lnTo>
                  <a:lnTo>
                    <a:pt x="1527454" y="1866900"/>
                  </a:lnTo>
                  <a:lnTo>
                    <a:pt x="1530083" y="1866900"/>
                  </a:lnTo>
                  <a:lnTo>
                    <a:pt x="1531200" y="1866442"/>
                  </a:lnTo>
                  <a:lnTo>
                    <a:pt x="1533067" y="1864575"/>
                  </a:lnTo>
                  <a:lnTo>
                    <a:pt x="1533525" y="1863458"/>
                  </a:lnTo>
                  <a:lnTo>
                    <a:pt x="1533525" y="1860829"/>
                  </a:lnTo>
                  <a:close/>
                </a:path>
                <a:path w="3629025" h="1866900">
                  <a:moveTo>
                    <a:pt x="1533525" y="1396479"/>
                  </a:moveTo>
                  <a:lnTo>
                    <a:pt x="1533067" y="1395361"/>
                  </a:lnTo>
                  <a:lnTo>
                    <a:pt x="1531200" y="1393507"/>
                  </a:lnTo>
                  <a:lnTo>
                    <a:pt x="1530083" y="1393037"/>
                  </a:lnTo>
                  <a:lnTo>
                    <a:pt x="1527454" y="1393037"/>
                  </a:lnTo>
                  <a:lnTo>
                    <a:pt x="1526336" y="1393507"/>
                  </a:lnTo>
                  <a:lnTo>
                    <a:pt x="1524469" y="1395361"/>
                  </a:lnTo>
                  <a:lnTo>
                    <a:pt x="1524000" y="1396479"/>
                  </a:lnTo>
                  <a:lnTo>
                    <a:pt x="1524000" y="1399120"/>
                  </a:lnTo>
                  <a:lnTo>
                    <a:pt x="1524469" y="1400238"/>
                  </a:lnTo>
                  <a:lnTo>
                    <a:pt x="1526336" y="1402092"/>
                  </a:lnTo>
                  <a:lnTo>
                    <a:pt x="1527454" y="1402562"/>
                  </a:lnTo>
                  <a:lnTo>
                    <a:pt x="1530083" y="1402562"/>
                  </a:lnTo>
                  <a:lnTo>
                    <a:pt x="1531200" y="1402092"/>
                  </a:lnTo>
                  <a:lnTo>
                    <a:pt x="1533067" y="1400238"/>
                  </a:lnTo>
                  <a:lnTo>
                    <a:pt x="1533525" y="1399120"/>
                  </a:lnTo>
                  <a:lnTo>
                    <a:pt x="1533525" y="1396479"/>
                  </a:lnTo>
                  <a:close/>
                </a:path>
                <a:path w="3629025" h="1866900">
                  <a:moveTo>
                    <a:pt x="1533525" y="932141"/>
                  </a:moveTo>
                  <a:lnTo>
                    <a:pt x="1533067" y="931024"/>
                  </a:lnTo>
                  <a:lnTo>
                    <a:pt x="1531200" y="929157"/>
                  </a:lnTo>
                  <a:lnTo>
                    <a:pt x="1530083" y="928687"/>
                  </a:lnTo>
                  <a:lnTo>
                    <a:pt x="1527454" y="928687"/>
                  </a:lnTo>
                  <a:lnTo>
                    <a:pt x="1526336" y="929157"/>
                  </a:lnTo>
                  <a:lnTo>
                    <a:pt x="1524469" y="931024"/>
                  </a:lnTo>
                  <a:lnTo>
                    <a:pt x="1524000" y="932141"/>
                  </a:lnTo>
                  <a:lnTo>
                    <a:pt x="1524000" y="934770"/>
                  </a:lnTo>
                  <a:lnTo>
                    <a:pt x="1524469" y="935888"/>
                  </a:lnTo>
                  <a:lnTo>
                    <a:pt x="1526336" y="937755"/>
                  </a:lnTo>
                  <a:lnTo>
                    <a:pt x="1527454" y="938212"/>
                  </a:lnTo>
                  <a:lnTo>
                    <a:pt x="1530083" y="938212"/>
                  </a:lnTo>
                  <a:lnTo>
                    <a:pt x="1531200" y="937755"/>
                  </a:lnTo>
                  <a:lnTo>
                    <a:pt x="1533067" y="935888"/>
                  </a:lnTo>
                  <a:lnTo>
                    <a:pt x="1533525" y="934770"/>
                  </a:lnTo>
                  <a:lnTo>
                    <a:pt x="1533525" y="932141"/>
                  </a:lnTo>
                  <a:close/>
                </a:path>
                <a:path w="3629025" h="1866900">
                  <a:moveTo>
                    <a:pt x="1533525" y="467791"/>
                  </a:moveTo>
                  <a:lnTo>
                    <a:pt x="1533067" y="466674"/>
                  </a:lnTo>
                  <a:lnTo>
                    <a:pt x="1531200" y="464820"/>
                  </a:lnTo>
                  <a:lnTo>
                    <a:pt x="1530083" y="464350"/>
                  </a:lnTo>
                  <a:lnTo>
                    <a:pt x="1527454" y="464350"/>
                  </a:lnTo>
                  <a:lnTo>
                    <a:pt x="1526336" y="464820"/>
                  </a:lnTo>
                  <a:lnTo>
                    <a:pt x="1524469" y="466674"/>
                  </a:lnTo>
                  <a:lnTo>
                    <a:pt x="1524000" y="467791"/>
                  </a:lnTo>
                  <a:lnTo>
                    <a:pt x="1524000" y="470433"/>
                  </a:lnTo>
                  <a:lnTo>
                    <a:pt x="1524469" y="471551"/>
                  </a:lnTo>
                  <a:lnTo>
                    <a:pt x="1526336" y="473405"/>
                  </a:lnTo>
                  <a:lnTo>
                    <a:pt x="1527454" y="473875"/>
                  </a:lnTo>
                  <a:lnTo>
                    <a:pt x="1530083" y="473875"/>
                  </a:lnTo>
                  <a:lnTo>
                    <a:pt x="1531200" y="473405"/>
                  </a:lnTo>
                  <a:lnTo>
                    <a:pt x="1533067" y="471551"/>
                  </a:lnTo>
                  <a:lnTo>
                    <a:pt x="1533525" y="470433"/>
                  </a:lnTo>
                  <a:lnTo>
                    <a:pt x="1533525" y="467791"/>
                  </a:lnTo>
                  <a:close/>
                </a:path>
                <a:path w="3629025" h="1866900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3629025" h="1866900">
                  <a:moveTo>
                    <a:pt x="1581150" y="1860829"/>
                  </a:moveTo>
                  <a:lnTo>
                    <a:pt x="1580692" y="1859711"/>
                  </a:lnTo>
                  <a:lnTo>
                    <a:pt x="1578825" y="1857844"/>
                  </a:lnTo>
                  <a:lnTo>
                    <a:pt x="1577708" y="1857375"/>
                  </a:lnTo>
                  <a:lnTo>
                    <a:pt x="1575079" y="1857375"/>
                  </a:lnTo>
                  <a:lnTo>
                    <a:pt x="1573961" y="1857844"/>
                  </a:lnTo>
                  <a:lnTo>
                    <a:pt x="1572094" y="1859711"/>
                  </a:lnTo>
                  <a:lnTo>
                    <a:pt x="1571625" y="1860829"/>
                  </a:lnTo>
                  <a:lnTo>
                    <a:pt x="1571625" y="1863458"/>
                  </a:lnTo>
                  <a:lnTo>
                    <a:pt x="1572094" y="1864575"/>
                  </a:lnTo>
                  <a:lnTo>
                    <a:pt x="1573961" y="1866442"/>
                  </a:lnTo>
                  <a:lnTo>
                    <a:pt x="1575079" y="1866900"/>
                  </a:lnTo>
                  <a:lnTo>
                    <a:pt x="1577708" y="1866900"/>
                  </a:lnTo>
                  <a:lnTo>
                    <a:pt x="1578825" y="1866442"/>
                  </a:lnTo>
                  <a:lnTo>
                    <a:pt x="1580692" y="1864575"/>
                  </a:lnTo>
                  <a:lnTo>
                    <a:pt x="1581150" y="1863458"/>
                  </a:lnTo>
                  <a:lnTo>
                    <a:pt x="1581150" y="1860829"/>
                  </a:lnTo>
                  <a:close/>
                </a:path>
                <a:path w="3629025" h="1866900">
                  <a:moveTo>
                    <a:pt x="1581150" y="1396479"/>
                  </a:moveTo>
                  <a:lnTo>
                    <a:pt x="1580692" y="1395361"/>
                  </a:lnTo>
                  <a:lnTo>
                    <a:pt x="1578825" y="1393507"/>
                  </a:lnTo>
                  <a:lnTo>
                    <a:pt x="1577708" y="1393037"/>
                  </a:lnTo>
                  <a:lnTo>
                    <a:pt x="1575079" y="1393037"/>
                  </a:lnTo>
                  <a:lnTo>
                    <a:pt x="1573961" y="1393507"/>
                  </a:lnTo>
                  <a:lnTo>
                    <a:pt x="1572094" y="1395361"/>
                  </a:lnTo>
                  <a:lnTo>
                    <a:pt x="1571625" y="1396479"/>
                  </a:lnTo>
                  <a:lnTo>
                    <a:pt x="1571625" y="1399120"/>
                  </a:lnTo>
                  <a:lnTo>
                    <a:pt x="1572094" y="1400238"/>
                  </a:lnTo>
                  <a:lnTo>
                    <a:pt x="1573961" y="1402092"/>
                  </a:lnTo>
                  <a:lnTo>
                    <a:pt x="1575079" y="1402562"/>
                  </a:lnTo>
                  <a:lnTo>
                    <a:pt x="1577708" y="1402562"/>
                  </a:lnTo>
                  <a:lnTo>
                    <a:pt x="1578825" y="1402092"/>
                  </a:lnTo>
                  <a:lnTo>
                    <a:pt x="1580692" y="1400238"/>
                  </a:lnTo>
                  <a:lnTo>
                    <a:pt x="1581150" y="1399120"/>
                  </a:lnTo>
                  <a:lnTo>
                    <a:pt x="1581150" y="1396479"/>
                  </a:lnTo>
                  <a:close/>
                </a:path>
                <a:path w="3629025" h="1866900">
                  <a:moveTo>
                    <a:pt x="1581150" y="932141"/>
                  </a:moveTo>
                  <a:lnTo>
                    <a:pt x="1580692" y="931024"/>
                  </a:lnTo>
                  <a:lnTo>
                    <a:pt x="1578825" y="929157"/>
                  </a:lnTo>
                  <a:lnTo>
                    <a:pt x="1577708" y="928687"/>
                  </a:lnTo>
                  <a:lnTo>
                    <a:pt x="1575079" y="928687"/>
                  </a:lnTo>
                  <a:lnTo>
                    <a:pt x="1573961" y="929157"/>
                  </a:lnTo>
                  <a:lnTo>
                    <a:pt x="1572094" y="931024"/>
                  </a:lnTo>
                  <a:lnTo>
                    <a:pt x="1571625" y="932141"/>
                  </a:lnTo>
                  <a:lnTo>
                    <a:pt x="1571625" y="934770"/>
                  </a:lnTo>
                  <a:lnTo>
                    <a:pt x="1572094" y="935888"/>
                  </a:lnTo>
                  <a:lnTo>
                    <a:pt x="1573961" y="937755"/>
                  </a:lnTo>
                  <a:lnTo>
                    <a:pt x="1575079" y="938212"/>
                  </a:lnTo>
                  <a:lnTo>
                    <a:pt x="1577708" y="938212"/>
                  </a:lnTo>
                  <a:lnTo>
                    <a:pt x="1578825" y="937755"/>
                  </a:lnTo>
                  <a:lnTo>
                    <a:pt x="1580692" y="935888"/>
                  </a:lnTo>
                  <a:lnTo>
                    <a:pt x="1581150" y="934770"/>
                  </a:lnTo>
                  <a:lnTo>
                    <a:pt x="1581150" y="932141"/>
                  </a:lnTo>
                  <a:close/>
                </a:path>
                <a:path w="3629025" h="1866900">
                  <a:moveTo>
                    <a:pt x="1581150" y="467791"/>
                  </a:moveTo>
                  <a:lnTo>
                    <a:pt x="1580692" y="466674"/>
                  </a:lnTo>
                  <a:lnTo>
                    <a:pt x="1578825" y="464820"/>
                  </a:lnTo>
                  <a:lnTo>
                    <a:pt x="1577708" y="464350"/>
                  </a:lnTo>
                  <a:lnTo>
                    <a:pt x="1575079" y="464350"/>
                  </a:lnTo>
                  <a:lnTo>
                    <a:pt x="1573961" y="464820"/>
                  </a:lnTo>
                  <a:lnTo>
                    <a:pt x="1572094" y="466674"/>
                  </a:lnTo>
                  <a:lnTo>
                    <a:pt x="1571625" y="467791"/>
                  </a:lnTo>
                  <a:lnTo>
                    <a:pt x="1571625" y="470433"/>
                  </a:lnTo>
                  <a:lnTo>
                    <a:pt x="1572094" y="471551"/>
                  </a:lnTo>
                  <a:lnTo>
                    <a:pt x="1573961" y="473405"/>
                  </a:lnTo>
                  <a:lnTo>
                    <a:pt x="1575079" y="473875"/>
                  </a:lnTo>
                  <a:lnTo>
                    <a:pt x="1577708" y="473875"/>
                  </a:lnTo>
                  <a:lnTo>
                    <a:pt x="1578825" y="473405"/>
                  </a:lnTo>
                  <a:lnTo>
                    <a:pt x="1580692" y="471551"/>
                  </a:lnTo>
                  <a:lnTo>
                    <a:pt x="1581150" y="470433"/>
                  </a:lnTo>
                  <a:lnTo>
                    <a:pt x="1581150" y="467791"/>
                  </a:lnTo>
                  <a:close/>
                </a:path>
                <a:path w="3629025" h="1866900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3629025" h="1866900">
                  <a:moveTo>
                    <a:pt x="1628775" y="1860829"/>
                  </a:moveTo>
                  <a:lnTo>
                    <a:pt x="1628317" y="1859711"/>
                  </a:lnTo>
                  <a:lnTo>
                    <a:pt x="1626450" y="1857844"/>
                  </a:lnTo>
                  <a:lnTo>
                    <a:pt x="1625333" y="1857375"/>
                  </a:lnTo>
                  <a:lnTo>
                    <a:pt x="1622704" y="1857375"/>
                  </a:lnTo>
                  <a:lnTo>
                    <a:pt x="1621586" y="1857844"/>
                  </a:lnTo>
                  <a:lnTo>
                    <a:pt x="1619719" y="1859711"/>
                  </a:lnTo>
                  <a:lnTo>
                    <a:pt x="1619250" y="1860829"/>
                  </a:lnTo>
                  <a:lnTo>
                    <a:pt x="1619250" y="1863458"/>
                  </a:lnTo>
                  <a:lnTo>
                    <a:pt x="1619719" y="1864575"/>
                  </a:lnTo>
                  <a:lnTo>
                    <a:pt x="1621586" y="1866442"/>
                  </a:lnTo>
                  <a:lnTo>
                    <a:pt x="1622704" y="1866900"/>
                  </a:lnTo>
                  <a:lnTo>
                    <a:pt x="1625333" y="1866900"/>
                  </a:lnTo>
                  <a:lnTo>
                    <a:pt x="1626450" y="1866442"/>
                  </a:lnTo>
                  <a:lnTo>
                    <a:pt x="1628317" y="1864575"/>
                  </a:lnTo>
                  <a:lnTo>
                    <a:pt x="1628775" y="1863458"/>
                  </a:lnTo>
                  <a:lnTo>
                    <a:pt x="1628775" y="1860829"/>
                  </a:lnTo>
                  <a:close/>
                </a:path>
                <a:path w="3629025" h="1866900">
                  <a:moveTo>
                    <a:pt x="1628775" y="1396479"/>
                  </a:moveTo>
                  <a:lnTo>
                    <a:pt x="1628317" y="1395361"/>
                  </a:lnTo>
                  <a:lnTo>
                    <a:pt x="1626450" y="1393507"/>
                  </a:lnTo>
                  <a:lnTo>
                    <a:pt x="1625333" y="1393037"/>
                  </a:lnTo>
                  <a:lnTo>
                    <a:pt x="1622704" y="1393037"/>
                  </a:lnTo>
                  <a:lnTo>
                    <a:pt x="1621586" y="1393507"/>
                  </a:lnTo>
                  <a:lnTo>
                    <a:pt x="1619719" y="1395361"/>
                  </a:lnTo>
                  <a:lnTo>
                    <a:pt x="1619250" y="1396479"/>
                  </a:lnTo>
                  <a:lnTo>
                    <a:pt x="1619250" y="1399120"/>
                  </a:lnTo>
                  <a:lnTo>
                    <a:pt x="1619719" y="1400238"/>
                  </a:lnTo>
                  <a:lnTo>
                    <a:pt x="1621586" y="1402092"/>
                  </a:lnTo>
                  <a:lnTo>
                    <a:pt x="1622704" y="1402562"/>
                  </a:lnTo>
                  <a:lnTo>
                    <a:pt x="1625333" y="1402562"/>
                  </a:lnTo>
                  <a:lnTo>
                    <a:pt x="1626450" y="1402092"/>
                  </a:lnTo>
                  <a:lnTo>
                    <a:pt x="1628317" y="1400238"/>
                  </a:lnTo>
                  <a:lnTo>
                    <a:pt x="1628775" y="1399120"/>
                  </a:lnTo>
                  <a:lnTo>
                    <a:pt x="1628775" y="1396479"/>
                  </a:lnTo>
                  <a:close/>
                </a:path>
                <a:path w="3629025" h="1866900">
                  <a:moveTo>
                    <a:pt x="1628775" y="932141"/>
                  </a:moveTo>
                  <a:lnTo>
                    <a:pt x="1628317" y="931024"/>
                  </a:lnTo>
                  <a:lnTo>
                    <a:pt x="1626450" y="929157"/>
                  </a:lnTo>
                  <a:lnTo>
                    <a:pt x="1625333" y="928687"/>
                  </a:lnTo>
                  <a:lnTo>
                    <a:pt x="1622704" y="928687"/>
                  </a:lnTo>
                  <a:lnTo>
                    <a:pt x="1621586" y="929157"/>
                  </a:lnTo>
                  <a:lnTo>
                    <a:pt x="1619719" y="931024"/>
                  </a:lnTo>
                  <a:lnTo>
                    <a:pt x="1619250" y="932141"/>
                  </a:lnTo>
                  <a:lnTo>
                    <a:pt x="1619250" y="934770"/>
                  </a:lnTo>
                  <a:lnTo>
                    <a:pt x="1619719" y="935888"/>
                  </a:lnTo>
                  <a:lnTo>
                    <a:pt x="1621586" y="937755"/>
                  </a:lnTo>
                  <a:lnTo>
                    <a:pt x="1622704" y="938212"/>
                  </a:lnTo>
                  <a:lnTo>
                    <a:pt x="1625333" y="938212"/>
                  </a:lnTo>
                  <a:lnTo>
                    <a:pt x="1626450" y="937755"/>
                  </a:lnTo>
                  <a:lnTo>
                    <a:pt x="1628317" y="935888"/>
                  </a:lnTo>
                  <a:lnTo>
                    <a:pt x="1628775" y="934770"/>
                  </a:lnTo>
                  <a:lnTo>
                    <a:pt x="1628775" y="932141"/>
                  </a:lnTo>
                  <a:close/>
                </a:path>
                <a:path w="3629025" h="1866900">
                  <a:moveTo>
                    <a:pt x="1628775" y="467791"/>
                  </a:moveTo>
                  <a:lnTo>
                    <a:pt x="1628317" y="466674"/>
                  </a:lnTo>
                  <a:lnTo>
                    <a:pt x="1626450" y="464820"/>
                  </a:lnTo>
                  <a:lnTo>
                    <a:pt x="1625333" y="464350"/>
                  </a:lnTo>
                  <a:lnTo>
                    <a:pt x="1622704" y="464350"/>
                  </a:lnTo>
                  <a:lnTo>
                    <a:pt x="1621586" y="464820"/>
                  </a:lnTo>
                  <a:lnTo>
                    <a:pt x="1619719" y="466674"/>
                  </a:lnTo>
                  <a:lnTo>
                    <a:pt x="1619250" y="467791"/>
                  </a:lnTo>
                  <a:lnTo>
                    <a:pt x="1619250" y="470433"/>
                  </a:lnTo>
                  <a:lnTo>
                    <a:pt x="1619719" y="471551"/>
                  </a:lnTo>
                  <a:lnTo>
                    <a:pt x="1621586" y="473405"/>
                  </a:lnTo>
                  <a:lnTo>
                    <a:pt x="1622704" y="473875"/>
                  </a:lnTo>
                  <a:lnTo>
                    <a:pt x="1625333" y="473875"/>
                  </a:lnTo>
                  <a:lnTo>
                    <a:pt x="1626450" y="473405"/>
                  </a:lnTo>
                  <a:lnTo>
                    <a:pt x="1628317" y="471551"/>
                  </a:lnTo>
                  <a:lnTo>
                    <a:pt x="1628775" y="470433"/>
                  </a:lnTo>
                  <a:lnTo>
                    <a:pt x="1628775" y="467791"/>
                  </a:lnTo>
                  <a:close/>
                </a:path>
                <a:path w="3629025" h="1866900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3629025" h="1866900">
                  <a:moveTo>
                    <a:pt x="1676400" y="1860829"/>
                  </a:moveTo>
                  <a:lnTo>
                    <a:pt x="1675942" y="1859711"/>
                  </a:lnTo>
                  <a:lnTo>
                    <a:pt x="1674075" y="1857844"/>
                  </a:lnTo>
                  <a:lnTo>
                    <a:pt x="1672958" y="1857375"/>
                  </a:lnTo>
                  <a:lnTo>
                    <a:pt x="1670329" y="1857375"/>
                  </a:lnTo>
                  <a:lnTo>
                    <a:pt x="1669211" y="1857844"/>
                  </a:lnTo>
                  <a:lnTo>
                    <a:pt x="1667344" y="1859711"/>
                  </a:lnTo>
                  <a:lnTo>
                    <a:pt x="1666875" y="1860829"/>
                  </a:lnTo>
                  <a:lnTo>
                    <a:pt x="1666875" y="1863458"/>
                  </a:lnTo>
                  <a:lnTo>
                    <a:pt x="1667344" y="1864575"/>
                  </a:lnTo>
                  <a:lnTo>
                    <a:pt x="1669211" y="1866442"/>
                  </a:lnTo>
                  <a:lnTo>
                    <a:pt x="1670329" y="1866900"/>
                  </a:lnTo>
                  <a:lnTo>
                    <a:pt x="1672958" y="1866900"/>
                  </a:lnTo>
                  <a:lnTo>
                    <a:pt x="1674075" y="1866442"/>
                  </a:lnTo>
                  <a:lnTo>
                    <a:pt x="1675942" y="1864575"/>
                  </a:lnTo>
                  <a:lnTo>
                    <a:pt x="1676400" y="1863458"/>
                  </a:lnTo>
                  <a:lnTo>
                    <a:pt x="1676400" y="1860829"/>
                  </a:lnTo>
                  <a:close/>
                </a:path>
                <a:path w="3629025" h="1866900">
                  <a:moveTo>
                    <a:pt x="1676400" y="1396479"/>
                  </a:moveTo>
                  <a:lnTo>
                    <a:pt x="1675942" y="1395361"/>
                  </a:lnTo>
                  <a:lnTo>
                    <a:pt x="1674075" y="1393507"/>
                  </a:lnTo>
                  <a:lnTo>
                    <a:pt x="1672958" y="1393037"/>
                  </a:lnTo>
                  <a:lnTo>
                    <a:pt x="1670329" y="1393037"/>
                  </a:lnTo>
                  <a:lnTo>
                    <a:pt x="1669211" y="1393507"/>
                  </a:lnTo>
                  <a:lnTo>
                    <a:pt x="1667344" y="1395361"/>
                  </a:lnTo>
                  <a:lnTo>
                    <a:pt x="1666875" y="1396479"/>
                  </a:lnTo>
                  <a:lnTo>
                    <a:pt x="1666875" y="1399120"/>
                  </a:lnTo>
                  <a:lnTo>
                    <a:pt x="1667344" y="1400238"/>
                  </a:lnTo>
                  <a:lnTo>
                    <a:pt x="1669211" y="1402092"/>
                  </a:lnTo>
                  <a:lnTo>
                    <a:pt x="1670329" y="1402562"/>
                  </a:lnTo>
                  <a:lnTo>
                    <a:pt x="1672958" y="1402562"/>
                  </a:lnTo>
                  <a:lnTo>
                    <a:pt x="1674075" y="1402092"/>
                  </a:lnTo>
                  <a:lnTo>
                    <a:pt x="1675942" y="1400238"/>
                  </a:lnTo>
                  <a:lnTo>
                    <a:pt x="1676400" y="1399120"/>
                  </a:lnTo>
                  <a:lnTo>
                    <a:pt x="1676400" y="1396479"/>
                  </a:lnTo>
                  <a:close/>
                </a:path>
                <a:path w="3629025" h="1866900">
                  <a:moveTo>
                    <a:pt x="1676400" y="932141"/>
                  </a:moveTo>
                  <a:lnTo>
                    <a:pt x="1675942" y="931024"/>
                  </a:lnTo>
                  <a:lnTo>
                    <a:pt x="1674075" y="929157"/>
                  </a:lnTo>
                  <a:lnTo>
                    <a:pt x="1672958" y="928687"/>
                  </a:lnTo>
                  <a:lnTo>
                    <a:pt x="1670329" y="928687"/>
                  </a:lnTo>
                  <a:lnTo>
                    <a:pt x="1669211" y="929157"/>
                  </a:lnTo>
                  <a:lnTo>
                    <a:pt x="1667344" y="931024"/>
                  </a:lnTo>
                  <a:lnTo>
                    <a:pt x="1666875" y="932141"/>
                  </a:lnTo>
                  <a:lnTo>
                    <a:pt x="1666875" y="934770"/>
                  </a:lnTo>
                  <a:lnTo>
                    <a:pt x="1667344" y="935888"/>
                  </a:lnTo>
                  <a:lnTo>
                    <a:pt x="1669211" y="937755"/>
                  </a:lnTo>
                  <a:lnTo>
                    <a:pt x="1670329" y="938212"/>
                  </a:lnTo>
                  <a:lnTo>
                    <a:pt x="1672958" y="938212"/>
                  </a:lnTo>
                  <a:lnTo>
                    <a:pt x="1674075" y="937755"/>
                  </a:lnTo>
                  <a:lnTo>
                    <a:pt x="1675942" y="935888"/>
                  </a:lnTo>
                  <a:lnTo>
                    <a:pt x="1676400" y="934770"/>
                  </a:lnTo>
                  <a:lnTo>
                    <a:pt x="1676400" y="932141"/>
                  </a:lnTo>
                  <a:close/>
                </a:path>
                <a:path w="3629025" h="1866900">
                  <a:moveTo>
                    <a:pt x="1676400" y="467791"/>
                  </a:moveTo>
                  <a:lnTo>
                    <a:pt x="1675942" y="466674"/>
                  </a:lnTo>
                  <a:lnTo>
                    <a:pt x="1674075" y="464820"/>
                  </a:lnTo>
                  <a:lnTo>
                    <a:pt x="1672958" y="464350"/>
                  </a:lnTo>
                  <a:lnTo>
                    <a:pt x="1670329" y="464350"/>
                  </a:lnTo>
                  <a:lnTo>
                    <a:pt x="1669211" y="464820"/>
                  </a:lnTo>
                  <a:lnTo>
                    <a:pt x="1667344" y="466674"/>
                  </a:lnTo>
                  <a:lnTo>
                    <a:pt x="1666875" y="467791"/>
                  </a:lnTo>
                  <a:lnTo>
                    <a:pt x="1666875" y="470433"/>
                  </a:lnTo>
                  <a:lnTo>
                    <a:pt x="1667344" y="471551"/>
                  </a:lnTo>
                  <a:lnTo>
                    <a:pt x="1669211" y="473405"/>
                  </a:lnTo>
                  <a:lnTo>
                    <a:pt x="1670329" y="473875"/>
                  </a:lnTo>
                  <a:lnTo>
                    <a:pt x="1672958" y="473875"/>
                  </a:lnTo>
                  <a:lnTo>
                    <a:pt x="1674075" y="473405"/>
                  </a:lnTo>
                  <a:lnTo>
                    <a:pt x="1675942" y="471551"/>
                  </a:lnTo>
                  <a:lnTo>
                    <a:pt x="1676400" y="470433"/>
                  </a:lnTo>
                  <a:lnTo>
                    <a:pt x="1676400" y="467791"/>
                  </a:lnTo>
                  <a:close/>
                </a:path>
                <a:path w="3629025" h="1866900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3629025" h="1866900">
                  <a:moveTo>
                    <a:pt x="1724025" y="1860829"/>
                  </a:moveTo>
                  <a:lnTo>
                    <a:pt x="1723567" y="1859711"/>
                  </a:lnTo>
                  <a:lnTo>
                    <a:pt x="1721700" y="1857844"/>
                  </a:lnTo>
                  <a:lnTo>
                    <a:pt x="1720583" y="1857375"/>
                  </a:lnTo>
                  <a:lnTo>
                    <a:pt x="1717954" y="1857375"/>
                  </a:lnTo>
                  <a:lnTo>
                    <a:pt x="1716836" y="1857844"/>
                  </a:lnTo>
                  <a:lnTo>
                    <a:pt x="1714969" y="1859711"/>
                  </a:lnTo>
                  <a:lnTo>
                    <a:pt x="1714500" y="1860829"/>
                  </a:lnTo>
                  <a:lnTo>
                    <a:pt x="1714500" y="1863458"/>
                  </a:lnTo>
                  <a:lnTo>
                    <a:pt x="1714969" y="1864575"/>
                  </a:lnTo>
                  <a:lnTo>
                    <a:pt x="1716836" y="1866442"/>
                  </a:lnTo>
                  <a:lnTo>
                    <a:pt x="1717954" y="1866900"/>
                  </a:lnTo>
                  <a:lnTo>
                    <a:pt x="1720583" y="1866900"/>
                  </a:lnTo>
                  <a:lnTo>
                    <a:pt x="1721700" y="1866442"/>
                  </a:lnTo>
                  <a:lnTo>
                    <a:pt x="1723567" y="1864575"/>
                  </a:lnTo>
                  <a:lnTo>
                    <a:pt x="1724025" y="1863458"/>
                  </a:lnTo>
                  <a:lnTo>
                    <a:pt x="1724025" y="1860829"/>
                  </a:lnTo>
                  <a:close/>
                </a:path>
                <a:path w="3629025" h="1866900">
                  <a:moveTo>
                    <a:pt x="1724025" y="1396479"/>
                  </a:moveTo>
                  <a:lnTo>
                    <a:pt x="1723567" y="1395361"/>
                  </a:lnTo>
                  <a:lnTo>
                    <a:pt x="1721700" y="1393507"/>
                  </a:lnTo>
                  <a:lnTo>
                    <a:pt x="1720583" y="1393037"/>
                  </a:lnTo>
                  <a:lnTo>
                    <a:pt x="1717954" y="1393037"/>
                  </a:lnTo>
                  <a:lnTo>
                    <a:pt x="1716836" y="1393507"/>
                  </a:lnTo>
                  <a:lnTo>
                    <a:pt x="1714969" y="1395361"/>
                  </a:lnTo>
                  <a:lnTo>
                    <a:pt x="1714500" y="1396479"/>
                  </a:lnTo>
                  <a:lnTo>
                    <a:pt x="1714500" y="1399120"/>
                  </a:lnTo>
                  <a:lnTo>
                    <a:pt x="1714969" y="1400238"/>
                  </a:lnTo>
                  <a:lnTo>
                    <a:pt x="1716836" y="1402092"/>
                  </a:lnTo>
                  <a:lnTo>
                    <a:pt x="1717954" y="1402562"/>
                  </a:lnTo>
                  <a:lnTo>
                    <a:pt x="1720583" y="1402562"/>
                  </a:lnTo>
                  <a:lnTo>
                    <a:pt x="1721700" y="1402092"/>
                  </a:lnTo>
                  <a:lnTo>
                    <a:pt x="1723567" y="1400238"/>
                  </a:lnTo>
                  <a:lnTo>
                    <a:pt x="1724025" y="1399120"/>
                  </a:lnTo>
                  <a:lnTo>
                    <a:pt x="1724025" y="1396479"/>
                  </a:lnTo>
                  <a:close/>
                </a:path>
                <a:path w="3629025" h="1866900">
                  <a:moveTo>
                    <a:pt x="1724025" y="932141"/>
                  </a:moveTo>
                  <a:lnTo>
                    <a:pt x="1723567" y="931024"/>
                  </a:lnTo>
                  <a:lnTo>
                    <a:pt x="1721700" y="929157"/>
                  </a:lnTo>
                  <a:lnTo>
                    <a:pt x="1720583" y="928687"/>
                  </a:lnTo>
                  <a:lnTo>
                    <a:pt x="1717954" y="928687"/>
                  </a:lnTo>
                  <a:lnTo>
                    <a:pt x="1716836" y="929157"/>
                  </a:lnTo>
                  <a:lnTo>
                    <a:pt x="1714969" y="931024"/>
                  </a:lnTo>
                  <a:lnTo>
                    <a:pt x="1714500" y="932141"/>
                  </a:lnTo>
                  <a:lnTo>
                    <a:pt x="1714500" y="934770"/>
                  </a:lnTo>
                  <a:lnTo>
                    <a:pt x="1714969" y="935888"/>
                  </a:lnTo>
                  <a:lnTo>
                    <a:pt x="1716836" y="937755"/>
                  </a:lnTo>
                  <a:lnTo>
                    <a:pt x="1717954" y="938212"/>
                  </a:lnTo>
                  <a:lnTo>
                    <a:pt x="1720583" y="938212"/>
                  </a:lnTo>
                  <a:lnTo>
                    <a:pt x="1721700" y="937755"/>
                  </a:lnTo>
                  <a:lnTo>
                    <a:pt x="1723567" y="935888"/>
                  </a:lnTo>
                  <a:lnTo>
                    <a:pt x="1724025" y="934770"/>
                  </a:lnTo>
                  <a:lnTo>
                    <a:pt x="1724025" y="932141"/>
                  </a:lnTo>
                  <a:close/>
                </a:path>
                <a:path w="3629025" h="1866900">
                  <a:moveTo>
                    <a:pt x="1724025" y="467791"/>
                  </a:moveTo>
                  <a:lnTo>
                    <a:pt x="1723567" y="466674"/>
                  </a:lnTo>
                  <a:lnTo>
                    <a:pt x="1721700" y="464820"/>
                  </a:lnTo>
                  <a:lnTo>
                    <a:pt x="1720583" y="464350"/>
                  </a:lnTo>
                  <a:lnTo>
                    <a:pt x="1717954" y="464350"/>
                  </a:lnTo>
                  <a:lnTo>
                    <a:pt x="1716836" y="464820"/>
                  </a:lnTo>
                  <a:lnTo>
                    <a:pt x="1714969" y="466674"/>
                  </a:lnTo>
                  <a:lnTo>
                    <a:pt x="1714500" y="467791"/>
                  </a:lnTo>
                  <a:lnTo>
                    <a:pt x="1714500" y="470433"/>
                  </a:lnTo>
                  <a:lnTo>
                    <a:pt x="1714969" y="471551"/>
                  </a:lnTo>
                  <a:lnTo>
                    <a:pt x="1716836" y="473405"/>
                  </a:lnTo>
                  <a:lnTo>
                    <a:pt x="1717954" y="473875"/>
                  </a:lnTo>
                  <a:lnTo>
                    <a:pt x="1720583" y="473875"/>
                  </a:lnTo>
                  <a:lnTo>
                    <a:pt x="1721700" y="473405"/>
                  </a:lnTo>
                  <a:lnTo>
                    <a:pt x="1723567" y="471551"/>
                  </a:lnTo>
                  <a:lnTo>
                    <a:pt x="1724025" y="470433"/>
                  </a:lnTo>
                  <a:lnTo>
                    <a:pt x="1724025" y="467791"/>
                  </a:lnTo>
                  <a:close/>
                </a:path>
                <a:path w="3629025" h="1866900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3629025" h="1866900">
                  <a:moveTo>
                    <a:pt x="1771650" y="1860829"/>
                  </a:moveTo>
                  <a:lnTo>
                    <a:pt x="1771192" y="1859711"/>
                  </a:lnTo>
                  <a:lnTo>
                    <a:pt x="1769325" y="1857844"/>
                  </a:lnTo>
                  <a:lnTo>
                    <a:pt x="1768208" y="1857375"/>
                  </a:lnTo>
                  <a:lnTo>
                    <a:pt x="1765579" y="1857375"/>
                  </a:lnTo>
                  <a:lnTo>
                    <a:pt x="1764461" y="1857844"/>
                  </a:lnTo>
                  <a:lnTo>
                    <a:pt x="1762594" y="1859711"/>
                  </a:lnTo>
                  <a:lnTo>
                    <a:pt x="1762125" y="1860829"/>
                  </a:lnTo>
                  <a:lnTo>
                    <a:pt x="1762125" y="1863458"/>
                  </a:lnTo>
                  <a:lnTo>
                    <a:pt x="1762594" y="1864575"/>
                  </a:lnTo>
                  <a:lnTo>
                    <a:pt x="1764461" y="1866442"/>
                  </a:lnTo>
                  <a:lnTo>
                    <a:pt x="1765579" y="1866900"/>
                  </a:lnTo>
                  <a:lnTo>
                    <a:pt x="1768208" y="1866900"/>
                  </a:lnTo>
                  <a:lnTo>
                    <a:pt x="1769325" y="1866442"/>
                  </a:lnTo>
                  <a:lnTo>
                    <a:pt x="1771192" y="1864575"/>
                  </a:lnTo>
                  <a:lnTo>
                    <a:pt x="1771650" y="1863458"/>
                  </a:lnTo>
                  <a:lnTo>
                    <a:pt x="1771650" y="1860829"/>
                  </a:lnTo>
                  <a:close/>
                </a:path>
                <a:path w="3629025" h="1866900">
                  <a:moveTo>
                    <a:pt x="1771650" y="1396479"/>
                  </a:moveTo>
                  <a:lnTo>
                    <a:pt x="1771192" y="1395361"/>
                  </a:lnTo>
                  <a:lnTo>
                    <a:pt x="1769325" y="1393507"/>
                  </a:lnTo>
                  <a:lnTo>
                    <a:pt x="1768208" y="1393037"/>
                  </a:lnTo>
                  <a:lnTo>
                    <a:pt x="1765579" y="1393037"/>
                  </a:lnTo>
                  <a:lnTo>
                    <a:pt x="1764461" y="1393507"/>
                  </a:lnTo>
                  <a:lnTo>
                    <a:pt x="1762594" y="1395361"/>
                  </a:lnTo>
                  <a:lnTo>
                    <a:pt x="1762125" y="1396479"/>
                  </a:lnTo>
                  <a:lnTo>
                    <a:pt x="1762125" y="1399120"/>
                  </a:lnTo>
                  <a:lnTo>
                    <a:pt x="1762594" y="1400238"/>
                  </a:lnTo>
                  <a:lnTo>
                    <a:pt x="1764461" y="1402092"/>
                  </a:lnTo>
                  <a:lnTo>
                    <a:pt x="1765579" y="1402562"/>
                  </a:lnTo>
                  <a:lnTo>
                    <a:pt x="1768208" y="1402562"/>
                  </a:lnTo>
                  <a:lnTo>
                    <a:pt x="1769325" y="1402092"/>
                  </a:lnTo>
                  <a:lnTo>
                    <a:pt x="1771192" y="1400238"/>
                  </a:lnTo>
                  <a:lnTo>
                    <a:pt x="1771650" y="1399120"/>
                  </a:lnTo>
                  <a:lnTo>
                    <a:pt x="1771650" y="1396479"/>
                  </a:lnTo>
                  <a:close/>
                </a:path>
                <a:path w="3629025" h="1866900">
                  <a:moveTo>
                    <a:pt x="1771650" y="932141"/>
                  </a:moveTo>
                  <a:lnTo>
                    <a:pt x="1771192" y="931024"/>
                  </a:lnTo>
                  <a:lnTo>
                    <a:pt x="1769325" y="929157"/>
                  </a:lnTo>
                  <a:lnTo>
                    <a:pt x="1768208" y="928687"/>
                  </a:lnTo>
                  <a:lnTo>
                    <a:pt x="1765579" y="928687"/>
                  </a:lnTo>
                  <a:lnTo>
                    <a:pt x="1764461" y="929157"/>
                  </a:lnTo>
                  <a:lnTo>
                    <a:pt x="1762594" y="931024"/>
                  </a:lnTo>
                  <a:lnTo>
                    <a:pt x="1762125" y="932141"/>
                  </a:lnTo>
                  <a:lnTo>
                    <a:pt x="1762125" y="934770"/>
                  </a:lnTo>
                  <a:lnTo>
                    <a:pt x="1762594" y="935888"/>
                  </a:lnTo>
                  <a:lnTo>
                    <a:pt x="1764461" y="937755"/>
                  </a:lnTo>
                  <a:lnTo>
                    <a:pt x="1765579" y="938212"/>
                  </a:lnTo>
                  <a:lnTo>
                    <a:pt x="1768208" y="938212"/>
                  </a:lnTo>
                  <a:lnTo>
                    <a:pt x="1769325" y="937755"/>
                  </a:lnTo>
                  <a:lnTo>
                    <a:pt x="1771192" y="935888"/>
                  </a:lnTo>
                  <a:lnTo>
                    <a:pt x="1771650" y="934770"/>
                  </a:lnTo>
                  <a:lnTo>
                    <a:pt x="1771650" y="932141"/>
                  </a:lnTo>
                  <a:close/>
                </a:path>
                <a:path w="3629025" h="1866900">
                  <a:moveTo>
                    <a:pt x="1771650" y="467791"/>
                  </a:moveTo>
                  <a:lnTo>
                    <a:pt x="1771192" y="466674"/>
                  </a:lnTo>
                  <a:lnTo>
                    <a:pt x="1769325" y="464820"/>
                  </a:lnTo>
                  <a:lnTo>
                    <a:pt x="1768208" y="464350"/>
                  </a:lnTo>
                  <a:lnTo>
                    <a:pt x="1765579" y="464350"/>
                  </a:lnTo>
                  <a:lnTo>
                    <a:pt x="1764461" y="464820"/>
                  </a:lnTo>
                  <a:lnTo>
                    <a:pt x="1762594" y="466674"/>
                  </a:lnTo>
                  <a:lnTo>
                    <a:pt x="1762125" y="467791"/>
                  </a:lnTo>
                  <a:lnTo>
                    <a:pt x="1762125" y="470433"/>
                  </a:lnTo>
                  <a:lnTo>
                    <a:pt x="1762594" y="471551"/>
                  </a:lnTo>
                  <a:lnTo>
                    <a:pt x="1764461" y="473405"/>
                  </a:lnTo>
                  <a:lnTo>
                    <a:pt x="1765579" y="473875"/>
                  </a:lnTo>
                  <a:lnTo>
                    <a:pt x="1768208" y="473875"/>
                  </a:lnTo>
                  <a:lnTo>
                    <a:pt x="1769325" y="473405"/>
                  </a:lnTo>
                  <a:lnTo>
                    <a:pt x="1771192" y="471551"/>
                  </a:lnTo>
                  <a:lnTo>
                    <a:pt x="1771650" y="470433"/>
                  </a:lnTo>
                  <a:lnTo>
                    <a:pt x="1771650" y="467791"/>
                  </a:lnTo>
                  <a:close/>
                </a:path>
                <a:path w="3629025" h="1866900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3629025" h="1866900">
                  <a:moveTo>
                    <a:pt x="1819275" y="1860829"/>
                  </a:moveTo>
                  <a:lnTo>
                    <a:pt x="1818817" y="1859711"/>
                  </a:lnTo>
                  <a:lnTo>
                    <a:pt x="1816950" y="1857844"/>
                  </a:lnTo>
                  <a:lnTo>
                    <a:pt x="1815833" y="1857375"/>
                  </a:lnTo>
                  <a:lnTo>
                    <a:pt x="1813204" y="1857375"/>
                  </a:lnTo>
                  <a:lnTo>
                    <a:pt x="1812086" y="1857844"/>
                  </a:lnTo>
                  <a:lnTo>
                    <a:pt x="1810219" y="1859711"/>
                  </a:lnTo>
                  <a:lnTo>
                    <a:pt x="1809750" y="1860829"/>
                  </a:lnTo>
                  <a:lnTo>
                    <a:pt x="1809750" y="1863458"/>
                  </a:lnTo>
                  <a:lnTo>
                    <a:pt x="1810219" y="1864575"/>
                  </a:lnTo>
                  <a:lnTo>
                    <a:pt x="1812086" y="1866442"/>
                  </a:lnTo>
                  <a:lnTo>
                    <a:pt x="1813204" y="1866900"/>
                  </a:lnTo>
                  <a:lnTo>
                    <a:pt x="1815833" y="1866900"/>
                  </a:lnTo>
                  <a:lnTo>
                    <a:pt x="1816950" y="1866442"/>
                  </a:lnTo>
                  <a:lnTo>
                    <a:pt x="1818817" y="1864575"/>
                  </a:lnTo>
                  <a:lnTo>
                    <a:pt x="1819275" y="1863458"/>
                  </a:lnTo>
                  <a:lnTo>
                    <a:pt x="1819275" y="1860829"/>
                  </a:lnTo>
                  <a:close/>
                </a:path>
                <a:path w="3629025" h="1866900">
                  <a:moveTo>
                    <a:pt x="1819275" y="1396479"/>
                  </a:moveTo>
                  <a:lnTo>
                    <a:pt x="1818817" y="1395361"/>
                  </a:lnTo>
                  <a:lnTo>
                    <a:pt x="1816950" y="1393507"/>
                  </a:lnTo>
                  <a:lnTo>
                    <a:pt x="1815833" y="1393037"/>
                  </a:lnTo>
                  <a:lnTo>
                    <a:pt x="1813204" y="1393037"/>
                  </a:lnTo>
                  <a:lnTo>
                    <a:pt x="1812086" y="1393507"/>
                  </a:lnTo>
                  <a:lnTo>
                    <a:pt x="1810219" y="1395361"/>
                  </a:lnTo>
                  <a:lnTo>
                    <a:pt x="1809750" y="1396479"/>
                  </a:lnTo>
                  <a:lnTo>
                    <a:pt x="1809750" y="1399120"/>
                  </a:lnTo>
                  <a:lnTo>
                    <a:pt x="1810219" y="1400238"/>
                  </a:lnTo>
                  <a:lnTo>
                    <a:pt x="1812086" y="1402092"/>
                  </a:lnTo>
                  <a:lnTo>
                    <a:pt x="1813204" y="1402562"/>
                  </a:lnTo>
                  <a:lnTo>
                    <a:pt x="1815833" y="1402562"/>
                  </a:lnTo>
                  <a:lnTo>
                    <a:pt x="1816950" y="1402092"/>
                  </a:lnTo>
                  <a:lnTo>
                    <a:pt x="1818817" y="1400238"/>
                  </a:lnTo>
                  <a:lnTo>
                    <a:pt x="1819275" y="1399120"/>
                  </a:lnTo>
                  <a:lnTo>
                    <a:pt x="1819275" y="1396479"/>
                  </a:lnTo>
                  <a:close/>
                </a:path>
                <a:path w="3629025" h="1866900">
                  <a:moveTo>
                    <a:pt x="1819275" y="932141"/>
                  </a:moveTo>
                  <a:lnTo>
                    <a:pt x="1818817" y="931024"/>
                  </a:lnTo>
                  <a:lnTo>
                    <a:pt x="1816950" y="929157"/>
                  </a:lnTo>
                  <a:lnTo>
                    <a:pt x="1815833" y="928687"/>
                  </a:lnTo>
                  <a:lnTo>
                    <a:pt x="1813204" y="928687"/>
                  </a:lnTo>
                  <a:lnTo>
                    <a:pt x="1812086" y="929157"/>
                  </a:lnTo>
                  <a:lnTo>
                    <a:pt x="1810219" y="931024"/>
                  </a:lnTo>
                  <a:lnTo>
                    <a:pt x="1809750" y="932141"/>
                  </a:lnTo>
                  <a:lnTo>
                    <a:pt x="1809750" y="934770"/>
                  </a:lnTo>
                  <a:lnTo>
                    <a:pt x="1810219" y="935888"/>
                  </a:lnTo>
                  <a:lnTo>
                    <a:pt x="1812086" y="937755"/>
                  </a:lnTo>
                  <a:lnTo>
                    <a:pt x="1813204" y="938212"/>
                  </a:lnTo>
                  <a:lnTo>
                    <a:pt x="1815833" y="938212"/>
                  </a:lnTo>
                  <a:lnTo>
                    <a:pt x="1816950" y="937755"/>
                  </a:lnTo>
                  <a:lnTo>
                    <a:pt x="1818817" y="935888"/>
                  </a:lnTo>
                  <a:lnTo>
                    <a:pt x="1819275" y="934770"/>
                  </a:lnTo>
                  <a:lnTo>
                    <a:pt x="1819275" y="932141"/>
                  </a:lnTo>
                  <a:close/>
                </a:path>
                <a:path w="3629025" h="1866900">
                  <a:moveTo>
                    <a:pt x="1819275" y="467791"/>
                  </a:moveTo>
                  <a:lnTo>
                    <a:pt x="1818817" y="466674"/>
                  </a:lnTo>
                  <a:lnTo>
                    <a:pt x="1816950" y="464820"/>
                  </a:lnTo>
                  <a:lnTo>
                    <a:pt x="1815833" y="464350"/>
                  </a:lnTo>
                  <a:lnTo>
                    <a:pt x="1813204" y="464350"/>
                  </a:lnTo>
                  <a:lnTo>
                    <a:pt x="1812086" y="464820"/>
                  </a:lnTo>
                  <a:lnTo>
                    <a:pt x="1810219" y="466674"/>
                  </a:lnTo>
                  <a:lnTo>
                    <a:pt x="1809750" y="467791"/>
                  </a:lnTo>
                  <a:lnTo>
                    <a:pt x="1809750" y="470433"/>
                  </a:lnTo>
                  <a:lnTo>
                    <a:pt x="1810219" y="471551"/>
                  </a:lnTo>
                  <a:lnTo>
                    <a:pt x="1812086" y="473405"/>
                  </a:lnTo>
                  <a:lnTo>
                    <a:pt x="1813204" y="473875"/>
                  </a:lnTo>
                  <a:lnTo>
                    <a:pt x="1815833" y="473875"/>
                  </a:lnTo>
                  <a:lnTo>
                    <a:pt x="1816950" y="473405"/>
                  </a:lnTo>
                  <a:lnTo>
                    <a:pt x="1818817" y="471551"/>
                  </a:lnTo>
                  <a:lnTo>
                    <a:pt x="1819275" y="470433"/>
                  </a:lnTo>
                  <a:lnTo>
                    <a:pt x="1819275" y="467791"/>
                  </a:lnTo>
                  <a:close/>
                </a:path>
                <a:path w="3629025" h="1866900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3629025" h="1866900">
                  <a:moveTo>
                    <a:pt x="1866900" y="1860829"/>
                  </a:moveTo>
                  <a:lnTo>
                    <a:pt x="1866442" y="1859711"/>
                  </a:lnTo>
                  <a:lnTo>
                    <a:pt x="1864575" y="1857844"/>
                  </a:lnTo>
                  <a:lnTo>
                    <a:pt x="1863458" y="1857375"/>
                  </a:lnTo>
                  <a:lnTo>
                    <a:pt x="1860829" y="1857375"/>
                  </a:lnTo>
                  <a:lnTo>
                    <a:pt x="1859711" y="1857844"/>
                  </a:lnTo>
                  <a:lnTo>
                    <a:pt x="1857844" y="1859711"/>
                  </a:lnTo>
                  <a:lnTo>
                    <a:pt x="1857375" y="1860829"/>
                  </a:lnTo>
                  <a:lnTo>
                    <a:pt x="1857375" y="1863458"/>
                  </a:lnTo>
                  <a:lnTo>
                    <a:pt x="1857844" y="1864575"/>
                  </a:lnTo>
                  <a:lnTo>
                    <a:pt x="1859711" y="1866442"/>
                  </a:lnTo>
                  <a:lnTo>
                    <a:pt x="1860829" y="1866900"/>
                  </a:lnTo>
                  <a:lnTo>
                    <a:pt x="1863458" y="1866900"/>
                  </a:lnTo>
                  <a:lnTo>
                    <a:pt x="1864575" y="1866442"/>
                  </a:lnTo>
                  <a:lnTo>
                    <a:pt x="1866442" y="1864575"/>
                  </a:lnTo>
                  <a:lnTo>
                    <a:pt x="1866900" y="1863458"/>
                  </a:lnTo>
                  <a:lnTo>
                    <a:pt x="1866900" y="1860829"/>
                  </a:lnTo>
                  <a:close/>
                </a:path>
                <a:path w="3629025" h="1866900">
                  <a:moveTo>
                    <a:pt x="1866900" y="1396479"/>
                  </a:moveTo>
                  <a:lnTo>
                    <a:pt x="1866442" y="1395361"/>
                  </a:lnTo>
                  <a:lnTo>
                    <a:pt x="1864575" y="1393507"/>
                  </a:lnTo>
                  <a:lnTo>
                    <a:pt x="1863458" y="1393037"/>
                  </a:lnTo>
                  <a:lnTo>
                    <a:pt x="1860829" y="1393037"/>
                  </a:lnTo>
                  <a:lnTo>
                    <a:pt x="1859711" y="1393507"/>
                  </a:lnTo>
                  <a:lnTo>
                    <a:pt x="1857844" y="1395361"/>
                  </a:lnTo>
                  <a:lnTo>
                    <a:pt x="1857375" y="1396479"/>
                  </a:lnTo>
                  <a:lnTo>
                    <a:pt x="1857375" y="1399120"/>
                  </a:lnTo>
                  <a:lnTo>
                    <a:pt x="1857844" y="1400238"/>
                  </a:lnTo>
                  <a:lnTo>
                    <a:pt x="1859711" y="1402092"/>
                  </a:lnTo>
                  <a:lnTo>
                    <a:pt x="1860829" y="1402562"/>
                  </a:lnTo>
                  <a:lnTo>
                    <a:pt x="1863458" y="1402562"/>
                  </a:lnTo>
                  <a:lnTo>
                    <a:pt x="1864575" y="1402092"/>
                  </a:lnTo>
                  <a:lnTo>
                    <a:pt x="1866442" y="1400238"/>
                  </a:lnTo>
                  <a:lnTo>
                    <a:pt x="1866900" y="1399120"/>
                  </a:lnTo>
                  <a:lnTo>
                    <a:pt x="1866900" y="1396479"/>
                  </a:lnTo>
                  <a:close/>
                </a:path>
                <a:path w="3629025" h="1866900">
                  <a:moveTo>
                    <a:pt x="1866900" y="932141"/>
                  </a:moveTo>
                  <a:lnTo>
                    <a:pt x="1866442" y="931024"/>
                  </a:lnTo>
                  <a:lnTo>
                    <a:pt x="1864575" y="929157"/>
                  </a:lnTo>
                  <a:lnTo>
                    <a:pt x="1863458" y="928687"/>
                  </a:lnTo>
                  <a:lnTo>
                    <a:pt x="1860829" y="928687"/>
                  </a:lnTo>
                  <a:lnTo>
                    <a:pt x="1859711" y="929157"/>
                  </a:lnTo>
                  <a:lnTo>
                    <a:pt x="1857844" y="931024"/>
                  </a:lnTo>
                  <a:lnTo>
                    <a:pt x="1857375" y="932141"/>
                  </a:lnTo>
                  <a:lnTo>
                    <a:pt x="1857375" y="934770"/>
                  </a:lnTo>
                  <a:lnTo>
                    <a:pt x="1857844" y="935888"/>
                  </a:lnTo>
                  <a:lnTo>
                    <a:pt x="1859711" y="937755"/>
                  </a:lnTo>
                  <a:lnTo>
                    <a:pt x="1860829" y="938212"/>
                  </a:lnTo>
                  <a:lnTo>
                    <a:pt x="1863458" y="938212"/>
                  </a:lnTo>
                  <a:lnTo>
                    <a:pt x="1864575" y="937755"/>
                  </a:lnTo>
                  <a:lnTo>
                    <a:pt x="1866442" y="935888"/>
                  </a:lnTo>
                  <a:lnTo>
                    <a:pt x="1866900" y="934770"/>
                  </a:lnTo>
                  <a:lnTo>
                    <a:pt x="1866900" y="932141"/>
                  </a:lnTo>
                  <a:close/>
                </a:path>
                <a:path w="3629025" h="1866900">
                  <a:moveTo>
                    <a:pt x="1866900" y="467791"/>
                  </a:moveTo>
                  <a:lnTo>
                    <a:pt x="1866442" y="466674"/>
                  </a:lnTo>
                  <a:lnTo>
                    <a:pt x="1864575" y="464820"/>
                  </a:lnTo>
                  <a:lnTo>
                    <a:pt x="1863458" y="464350"/>
                  </a:lnTo>
                  <a:lnTo>
                    <a:pt x="1860829" y="464350"/>
                  </a:lnTo>
                  <a:lnTo>
                    <a:pt x="1859711" y="464820"/>
                  </a:lnTo>
                  <a:lnTo>
                    <a:pt x="1857844" y="466674"/>
                  </a:lnTo>
                  <a:lnTo>
                    <a:pt x="1857375" y="467791"/>
                  </a:lnTo>
                  <a:lnTo>
                    <a:pt x="1857375" y="470433"/>
                  </a:lnTo>
                  <a:lnTo>
                    <a:pt x="1857844" y="471551"/>
                  </a:lnTo>
                  <a:lnTo>
                    <a:pt x="1859711" y="473405"/>
                  </a:lnTo>
                  <a:lnTo>
                    <a:pt x="1860829" y="473875"/>
                  </a:lnTo>
                  <a:lnTo>
                    <a:pt x="1863458" y="473875"/>
                  </a:lnTo>
                  <a:lnTo>
                    <a:pt x="1864575" y="473405"/>
                  </a:lnTo>
                  <a:lnTo>
                    <a:pt x="1866442" y="471551"/>
                  </a:lnTo>
                  <a:lnTo>
                    <a:pt x="1866900" y="470433"/>
                  </a:lnTo>
                  <a:lnTo>
                    <a:pt x="1866900" y="467791"/>
                  </a:lnTo>
                  <a:close/>
                </a:path>
                <a:path w="3629025" h="1866900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3629025" h="1866900">
                  <a:moveTo>
                    <a:pt x="1914525" y="1860829"/>
                  </a:moveTo>
                  <a:lnTo>
                    <a:pt x="1914067" y="1859711"/>
                  </a:lnTo>
                  <a:lnTo>
                    <a:pt x="1912200" y="1857844"/>
                  </a:lnTo>
                  <a:lnTo>
                    <a:pt x="1911083" y="1857375"/>
                  </a:lnTo>
                  <a:lnTo>
                    <a:pt x="1908454" y="1857375"/>
                  </a:lnTo>
                  <a:lnTo>
                    <a:pt x="1907336" y="1857844"/>
                  </a:lnTo>
                  <a:lnTo>
                    <a:pt x="1905469" y="1859711"/>
                  </a:lnTo>
                  <a:lnTo>
                    <a:pt x="1905000" y="1860829"/>
                  </a:lnTo>
                  <a:lnTo>
                    <a:pt x="1905000" y="1863458"/>
                  </a:lnTo>
                  <a:lnTo>
                    <a:pt x="1905469" y="1864575"/>
                  </a:lnTo>
                  <a:lnTo>
                    <a:pt x="1907336" y="1866442"/>
                  </a:lnTo>
                  <a:lnTo>
                    <a:pt x="1908454" y="1866900"/>
                  </a:lnTo>
                  <a:lnTo>
                    <a:pt x="1911083" y="1866900"/>
                  </a:lnTo>
                  <a:lnTo>
                    <a:pt x="1912200" y="1866442"/>
                  </a:lnTo>
                  <a:lnTo>
                    <a:pt x="1914067" y="1864575"/>
                  </a:lnTo>
                  <a:lnTo>
                    <a:pt x="1914525" y="1863458"/>
                  </a:lnTo>
                  <a:lnTo>
                    <a:pt x="1914525" y="1860829"/>
                  </a:lnTo>
                  <a:close/>
                </a:path>
                <a:path w="3629025" h="1866900">
                  <a:moveTo>
                    <a:pt x="1914525" y="1396479"/>
                  </a:moveTo>
                  <a:lnTo>
                    <a:pt x="1914067" y="1395361"/>
                  </a:lnTo>
                  <a:lnTo>
                    <a:pt x="1912200" y="1393507"/>
                  </a:lnTo>
                  <a:lnTo>
                    <a:pt x="1911083" y="1393037"/>
                  </a:lnTo>
                  <a:lnTo>
                    <a:pt x="1908454" y="1393037"/>
                  </a:lnTo>
                  <a:lnTo>
                    <a:pt x="1907336" y="1393507"/>
                  </a:lnTo>
                  <a:lnTo>
                    <a:pt x="1905469" y="1395361"/>
                  </a:lnTo>
                  <a:lnTo>
                    <a:pt x="1905000" y="1396479"/>
                  </a:lnTo>
                  <a:lnTo>
                    <a:pt x="1905000" y="1399120"/>
                  </a:lnTo>
                  <a:lnTo>
                    <a:pt x="1905469" y="1400238"/>
                  </a:lnTo>
                  <a:lnTo>
                    <a:pt x="1907336" y="1402092"/>
                  </a:lnTo>
                  <a:lnTo>
                    <a:pt x="1908454" y="1402562"/>
                  </a:lnTo>
                  <a:lnTo>
                    <a:pt x="1911083" y="1402562"/>
                  </a:lnTo>
                  <a:lnTo>
                    <a:pt x="1912200" y="1402092"/>
                  </a:lnTo>
                  <a:lnTo>
                    <a:pt x="1914067" y="1400238"/>
                  </a:lnTo>
                  <a:lnTo>
                    <a:pt x="1914525" y="1399120"/>
                  </a:lnTo>
                  <a:lnTo>
                    <a:pt x="1914525" y="1396479"/>
                  </a:lnTo>
                  <a:close/>
                </a:path>
                <a:path w="3629025" h="1866900">
                  <a:moveTo>
                    <a:pt x="1914525" y="932141"/>
                  </a:moveTo>
                  <a:lnTo>
                    <a:pt x="1914067" y="931024"/>
                  </a:lnTo>
                  <a:lnTo>
                    <a:pt x="1912200" y="929157"/>
                  </a:lnTo>
                  <a:lnTo>
                    <a:pt x="1911083" y="928687"/>
                  </a:lnTo>
                  <a:lnTo>
                    <a:pt x="1908454" y="928687"/>
                  </a:lnTo>
                  <a:lnTo>
                    <a:pt x="1907336" y="929157"/>
                  </a:lnTo>
                  <a:lnTo>
                    <a:pt x="1905469" y="931024"/>
                  </a:lnTo>
                  <a:lnTo>
                    <a:pt x="1905000" y="932141"/>
                  </a:lnTo>
                  <a:lnTo>
                    <a:pt x="1905000" y="934770"/>
                  </a:lnTo>
                  <a:lnTo>
                    <a:pt x="1905469" y="935888"/>
                  </a:lnTo>
                  <a:lnTo>
                    <a:pt x="1907336" y="937755"/>
                  </a:lnTo>
                  <a:lnTo>
                    <a:pt x="1908454" y="938212"/>
                  </a:lnTo>
                  <a:lnTo>
                    <a:pt x="1911083" y="938212"/>
                  </a:lnTo>
                  <a:lnTo>
                    <a:pt x="1912200" y="937755"/>
                  </a:lnTo>
                  <a:lnTo>
                    <a:pt x="1914067" y="935888"/>
                  </a:lnTo>
                  <a:lnTo>
                    <a:pt x="1914525" y="934770"/>
                  </a:lnTo>
                  <a:lnTo>
                    <a:pt x="1914525" y="932141"/>
                  </a:lnTo>
                  <a:close/>
                </a:path>
                <a:path w="3629025" h="1866900">
                  <a:moveTo>
                    <a:pt x="1914525" y="467791"/>
                  </a:moveTo>
                  <a:lnTo>
                    <a:pt x="1914067" y="466674"/>
                  </a:lnTo>
                  <a:lnTo>
                    <a:pt x="1912200" y="464820"/>
                  </a:lnTo>
                  <a:lnTo>
                    <a:pt x="1911083" y="464350"/>
                  </a:lnTo>
                  <a:lnTo>
                    <a:pt x="1908454" y="464350"/>
                  </a:lnTo>
                  <a:lnTo>
                    <a:pt x="1907336" y="464820"/>
                  </a:lnTo>
                  <a:lnTo>
                    <a:pt x="1905469" y="466674"/>
                  </a:lnTo>
                  <a:lnTo>
                    <a:pt x="1905000" y="467791"/>
                  </a:lnTo>
                  <a:lnTo>
                    <a:pt x="1905000" y="470433"/>
                  </a:lnTo>
                  <a:lnTo>
                    <a:pt x="1905469" y="471551"/>
                  </a:lnTo>
                  <a:lnTo>
                    <a:pt x="1907336" y="473405"/>
                  </a:lnTo>
                  <a:lnTo>
                    <a:pt x="1908454" y="473875"/>
                  </a:lnTo>
                  <a:lnTo>
                    <a:pt x="1911083" y="473875"/>
                  </a:lnTo>
                  <a:lnTo>
                    <a:pt x="1912200" y="473405"/>
                  </a:lnTo>
                  <a:lnTo>
                    <a:pt x="1914067" y="471551"/>
                  </a:lnTo>
                  <a:lnTo>
                    <a:pt x="1914525" y="470433"/>
                  </a:lnTo>
                  <a:lnTo>
                    <a:pt x="1914525" y="467791"/>
                  </a:lnTo>
                  <a:close/>
                </a:path>
                <a:path w="3629025" h="1866900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3629025" h="1866900">
                  <a:moveTo>
                    <a:pt x="1962150" y="1860829"/>
                  </a:moveTo>
                  <a:lnTo>
                    <a:pt x="1961692" y="1859711"/>
                  </a:lnTo>
                  <a:lnTo>
                    <a:pt x="1959825" y="1857844"/>
                  </a:lnTo>
                  <a:lnTo>
                    <a:pt x="1958708" y="1857375"/>
                  </a:lnTo>
                  <a:lnTo>
                    <a:pt x="1956079" y="1857375"/>
                  </a:lnTo>
                  <a:lnTo>
                    <a:pt x="1954961" y="1857844"/>
                  </a:lnTo>
                  <a:lnTo>
                    <a:pt x="1953094" y="1859711"/>
                  </a:lnTo>
                  <a:lnTo>
                    <a:pt x="1952625" y="1860829"/>
                  </a:lnTo>
                  <a:lnTo>
                    <a:pt x="1952625" y="1863458"/>
                  </a:lnTo>
                  <a:lnTo>
                    <a:pt x="1953094" y="1864575"/>
                  </a:lnTo>
                  <a:lnTo>
                    <a:pt x="1954961" y="1866442"/>
                  </a:lnTo>
                  <a:lnTo>
                    <a:pt x="1956079" y="1866900"/>
                  </a:lnTo>
                  <a:lnTo>
                    <a:pt x="1958708" y="1866900"/>
                  </a:lnTo>
                  <a:lnTo>
                    <a:pt x="1959825" y="1866442"/>
                  </a:lnTo>
                  <a:lnTo>
                    <a:pt x="1961692" y="1864575"/>
                  </a:lnTo>
                  <a:lnTo>
                    <a:pt x="1962150" y="1863458"/>
                  </a:lnTo>
                  <a:lnTo>
                    <a:pt x="1962150" y="1860829"/>
                  </a:lnTo>
                  <a:close/>
                </a:path>
                <a:path w="3629025" h="1866900">
                  <a:moveTo>
                    <a:pt x="1962150" y="1396479"/>
                  </a:moveTo>
                  <a:lnTo>
                    <a:pt x="1961692" y="1395361"/>
                  </a:lnTo>
                  <a:lnTo>
                    <a:pt x="1959825" y="1393507"/>
                  </a:lnTo>
                  <a:lnTo>
                    <a:pt x="1958708" y="1393037"/>
                  </a:lnTo>
                  <a:lnTo>
                    <a:pt x="1956079" y="1393037"/>
                  </a:lnTo>
                  <a:lnTo>
                    <a:pt x="1954961" y="1393507"/>
                  </a:lnTo>
                  <a:lnTo>
                    <a:pt x="1953094" y="1395361"/>
                  </a:lnTo>
                  <a:lnTo>
                    <a:pt x="1952625" y="1396479"/>
                  </a:lnTo>
                  <a:lnTo>
                    <a:pt x="1952625" y="1399120"/>
                  </a:lnTo>
                  <a:lnTo>
                    <a:pt x="1953094" y="1400238"/>
                  </a:lnTo>
                  <a:lnTo>
                    <a:pt x="1954961" y="1402092"/>
                  </a:lnTo>
                  <a:lnTo>
                    <a:pt x="1956079" y="1402562"/>
                  </a:lnTo>
                  <a:lnTo>
                    <a:pt x="1958708" y="1402562"/>
                  </a:lnTo>
                  <a:lnTo>
                    <a:pt x="1959825" y="1402092"/>
                  </a:lnTo>
                  <a:lnTo>
                    <a:pt x="1961692" y="1400238"/>
                  </a:lnTo>
                  <a:lnTo>
                    <a:pt x="1962150" y="1399120"/>
                  </a:lnTo>
                  <a:lnTo>
                    <a:pt x="1962150" y="1396479"/>
                  </a:lnTo>
                  <a:close/>
                </a:path>
                <a:path w="3629025" h="1866900">
                  <a:moveTo>
                    <a:pt x="1962150" y="932141"/>
                  </a:moveTo>
                  <a:lnTo>
                    <a:pt x="1961692" y="931024"/>
                  </a:lnTo>
                  <a:lnTo>
                    <a:pt x="1959825" y="929157"/>
                  </a:lnTo>
                  <a:lnTo>
                    <a:pt x="1958708" y="928687"/>
                  </a:lnTo>
                  <a:lnTo>
                    <a:pt x="1956079" y="928687"/>
                  </a:lnTo>
                  <a:lnTo>
                    <a:pt x="1954961" y="929157"/>
                  </a:lnTo>
                  <a:lnTo>
                    <a:pt x="1953094" y="931024"/>
                  </a:lnTo>
                  <a:lnTo>
                    <a:pt x="1952625" y="932141"/>
                  </a:lnTo>
                  <a:lnTo>
                    <a:pt x="1952625" y="934770"/>
                  </a:lnTo>
                  <a:lnTo>
                    <a:pt x="1953094" y="935888"/>
                  </a:lnTo>
                  <a:lnTo>
                    <a:pt x="1954961" y="937755"/>
                  </a:lnTo>
                  <a:lnTo>
                    <a:pt x="1956079" y="938212"/>
                  </a:lnTo>
                  <a:lnTo>
                    <a:pt x="1958708" y="938212"/>
                  </a:lnTo>
                  <a:lnTo>
                    <a:pt x="1959825" y="937755"/>
                  </a:lnTo>
                  <a:lnTo>
                    <a:pt x="1961692" y="935888"/>
                  </a:lnTo>
                  <a:lnTo>
                    <a:pt x="1962150" y="934770"/>
                  </a:lnTo>
                  <a:lnTo>
                    <a:pt x="1962150" y="932141"/>
                  </a:lnTo>
                  <a:close/>
                </a:path>
                <a:path w="3629025" h="1866900">
                  <a:moveTo>
                    <a:pt x="1962150" y="467791"/>
                  </a:moveTo>
                  <a:lnTo>
                    <a:pt x="1961692" y="466674"/>
                  </a:lnTo>
                  <a:lnTo>
                    <a:pt x="1959825" y="464820"/>
                  </a:lnTo>
                  <a:lnTo>
                    <a:pt x="1958708" y="464350"/>
                  </a:lnTo>
                  <a:lnTo>
                    <a:pt x="1956079" y="464350"/>
                  </a:lnTo>
                  <a:lnTo>
                    <a:pt x="1954961" y="464820"/>
                  </a:lnTo>
                  <a:lnTo>
                    <a:pt x="1953094" y="466674"/>
                  </a:lnTo>
                  <a:lnTo>
                    <a:pt x="1952625" y="467791"/>
                  </a:lnTo>
                  <a:lnTo>
                    <a:pt x="1952625" y="470433"/>
                  </a:lnTo>
                  <a:lnTo>
                    <a:pt x="1953094" y="471551"/>
                  </a:lnTo>
                  <a:lnTo>
                    <a:pt x="1954961" y="473405"/>
                  </a:lnTo>
                  <a:lnTo>
                    <a:pt x="1956079" y="473875"/>
                  </a:lnTo>
                  <a:lnTo>
                    <a:pt x="1958708" y="473875"/>
                  </a:lnTo>
                  <a:lnTo>
                    <a:pt x="1959825" y="473405"/>
                  </a:lnTo>
                  <a:lnTo>
                    <a:pt x="1961692" y="471551"/>
                  </a:lnTo>
                  <a:lnTo>
                    <a:pt x="1962150" y="470433"/>
                  </a:lnTo>
                  <a:lnTo>
                    <a:pt x="1962150" y="467791"/>
                  </a:lnTo>
                  <a:close/>
                </a:path>
                <a:path w="3629025" h="1866900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3629025" h="1866900">
                  <a:moveTo>
                    <a:pt x="2009775" y="1860829"/>
                  </a:moveTo>
                  <a:lnTo>
                    <a:pt x="2009317" y="1859711"/>
                  </a:lnTo>
                  <a:lnTo>
                    <a:pt x="2007450" y="1857844"/>
                  </a:lnTo>
                  <a:lnTo>
                    <a:pt x="2006333" y="1857375"/>
                  </a:lnTo>
                  <a:lnTo>
                    <a:pt x="2003704" y="1857375"/>
                  </a:lnTo>
                  <a:lnTo>
                    <a:pt x="2002586" y="1857844"/>
                  </a:lnTo>
                  <a:lnTo>
                    <a:pt x="2000719" y="1859711"/>
                  </a:lnTo>
                  <a:lnTo>
                    <a:pt x="2000250" y="1860829"/>
                  </a:lnTo>
                  <a:lnTo>
                    <a:pt x="2000250" y="1863458"/>
                  </a:lnTo>
                  <a:lnTo>
                    <a:pt x="2000719" y="1864575"/>
                  </a:lnTo>
                  <a:lnTo>
                    <a:pt x="2002586" y="1866442"/>
                  </a:lnTo>
                  <a:lnTo>
                    <a:pt x="2003704" y="1866900"/>
                  </a:lnTo>
                  <a:lnTo>
                    <a:pt x="2006333" y="1866900"/>
                  </a:lnTo>
                  <a:lnTo>
                    <a:pt x="2007450" y="1866442"/>
                  </a:lnTo>
                  <a:lnTo>
                    <a:pt x="2009317" y="1864575"/>
                  </a:lnTo>
                  <a:lnTo>
                    <a:pt x="2009775" y="1863458"/>
                  </a:lnTo>
                  <a:lnTo>
                    <a:pt x="2009775" y="1860829"/>
                  </a:lnTo>
                  <a:close/>
                </a:path>
                <a:path w="3629025" h="1866900">
                  <a:moveTo>
                    <a:pt x="2009775" y="1396479"/>
                  </a:moveTo>
                  <a:lnTo>
                    <a:pt x="2009317" y="1395361"/>
                  </a:lnTo>
                  <a:lnTo>
                    <a:pt x="2007450" y="1393507"/>
                  </a:lnTo>
                  <a:lnTo>
                    <a:pt x="2006333" y="1393037"/>
                  </a:lnTo>
                  <a:lnTo>
                    <a:pt x="2003704" y="1393037"/>
                  </a:lnTo>
                  <a:lnTo>
                    <a:pt x="2002586" y="1393507"/>
                  </a:lnTo>
                  <a:lnTo>
                    <a:pt x="2000719" y="1395361"/>
                  </a:lnTo>
                  <a:lnTo>
                    <a:pt x="2000250" y="1396479"/>
                  </a:lnTo>
                  <a:lnTo>
                    <a:pt x="2000250" y="1399120"/>
                  </a:lnTo>
                  <a:lnTo>
                    <a:pt x="2000719" y="1400238"/>
                  </a:lnTo>
                  <a:lnTo>
                    <a:pt x="2002586" y="1402092"/>
                  </a:lnTo>
                  <a:lnTo>
                    <a:pt x="2003704" y="1402562"/>
                  </a:lnTo>
                  <a:lnTo>
                    <a:pt x="2006333" y="1402562"/>
                  </a:lnTo>
                  <a:lnTo>
                    <a:pt x="2007450" y="1402092"/>
                  </a:lnTo>
                  <a:lnTo>
                    <a:pt x="2009317" y="1400238"/>
                  </a:lnTo>
                  <a:lnTo>
                    <a:pt x="2009775" y="1399120"/>
                  </a:lnTo>
                  <a:lnTo>
                    <a:pt x="2009775" y="1396479"/>
                  </a:lnTo>
                  <a:close/>
                </a:path>
                <a:path w="3629025" h="1866900">
                  <a:moveTo>
                    <a:pt x="2009775" y="932141"/>
                  </a:moveTo>
                  <a:lnTo>
                    <a:pt x="2009317" y="931024"/>
                  </a:lnTo>
                  <a:lnTo>
                    <a:pt x="2007450" y="929157"/>
                  </a:lnTo>
                  <a:lnTo>
                    <a:pt x="2006333" y="928687"/>
                  </a:lnTo>
                  <a:lnTo>
                    <a:pt x="2003704" y="928687"/>
                  </a:lnTo>
                  <a:lnTo>
                    <a:pt x="2002586" y="929157"/>
                  </a:lnTo>
                  <a:lnTo>
                    <a:pt x="2000719" y="931024"/>
                  </a:lnTo>
                  <a:lnTo>
                    <a:pt x="2000250" y="932141"/>
                  </a:lnTo>
                  <a:lnTo>
                    <a:pt x="2000250" y="934770"/>
                  </a:lnTo>
                  <a:lnTo>
                    <a:pt x="2000719" y="935888"/>
                  </a:lnTo>
                  <a:lnTo>
                    <a:pt x="2002586" y="937755"/>
                  </a:lnTo>
                  <a:lnTo>
                    <a:pt x="2003704" y="938212"/>
                  </a:lnTo>
                  <a:lnTo>
                    <a:pt x="2006333" y="938212"/>
                  </a:lnTo>
                  <a:lnTo>
                    <a:pt x="2007450" y="937755"/>
                  </a:lnTo>
                  <a:lnTo>
                    <a:pt x="2009317" y="935888"/>
                  </a:lnTo>
                  <a:lnTo>
                    <a:pt x="2009775" y="934770"/>
                  </a:lnTo>
                  <a:lnTo>
                    <a:pt x="2009775" y="932141"/>
                  </a:lnTo>
                  <a:close/>
                </a:path>
                <a:path w="3629025" h="1866900">
                  <a:moveTo>
                    <a:pt x="2009775" y="467791"/>
                  </a:moveTo>
                  <a:lnTo>
                    <a:pt x="2009317" y="466674"/>
                  </a:lnTo>
                  <a:lnTo>
                    <a:pt x="2007450" y="464820"/>
                  </a:lnTo>
                  <a:lnTo>
                    <a:pt x="2006333" y="464350"/>
                  </a:lnTo>
                  <a:lnTo>
                    <a:pt x="2003704" y="464350"/>
                  </a:lnTo>
                  <a:lnTo>
                    <a:pt x="2002586" y="464820"/>
                  </a:lnTo>
                  <a:lnTo>
                    <a:pt x="2000719" y="466674"/>
                  </a:lnTo>
                  <a:lnTo>
                    <a:pt x="2000250" y="467791"/>
                  </a:lnTo>
                  <a:lnTo>
                    <a:pt x="2000250" y="470433"/>
                  </a:lnTo>
                  <a:lnTo>
                    <a:pt x="2000719" y="471551"/>
                  </a:lnTo>
                  <a:lnTo>
                    <a:pt x="2002586" y="473405"/>
                  </a:lnTo>
                  <a:lnTo>
                    <a:pt x="2003704" y="473875"/>
                  </a:lnTo>
                  <a:lnTo>
                    <a:pt x="2006333" y="473875"/>
                  </a:lnTo>
                  <a:lnTo>
                    <a:pt x="2007450" y="473405"/>
                  </a:lnTo>
                  <a:lnTo>
                    <a:pt x="2009317" y="471551"/>
                  </a:lnTo>
                  <a:lnTo>
                    <a:pt x="2009775" y="470433"/>
                  </a:lnTo>
                  <a:lnTo>
                    <a:pt x="2009775" y="467791"/>
                  </a:lnTo>
                  <a:close/>
                </a:path>
                <a:path w="3629025" h="1866900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3629025" h="1866900">
                  <a:moveTo>
                    <a:pt x="2057400" y="1860829"/>
                  </a:moveTo>
                  <a:lnTo>
                    <a:pt x="2056942" y="1859711"/>
                  </a:lnTo>
                  <a:lnTo>
                    <a:pt x="2055075" y="1857844"/>
                  </a:lnTo>
                  <a:lnTo>
                    <a:pt x="2053958" y="1857375"/>
                  </a:lnTo>
                  <a:lnTo>
                    <a:pt x="2051329" y="1857375"/>
                  </a:lnTo>
                  <a:lnTo>
                    <a:pt x="2050211" y="1857844"/>
                  </a:lnTo>
                  <a:lnTo>
                    <a:pt x="2048344" y="1859711"/>
                  </a:lnTo>
                  <a:lnTo>
                    <a:pt x="2047875" y="1860829"/>
                  </a:lnTo>
                  <a:lnTo>
                    <a:pt x="2047875" y="1863458"/>
                  </a:lnTo>
                  <a:lnTo>
                    <a:pt x="2048344" y="1864575"/>
                  </a:lnTo>
                  <a:lnTo>
                    <a:pt x="2050211" y="1866442"/>
                  </a:lnTo>
                  <a:lnTo>
                    <a:pt x="2051329" y="1866900"/>
                  </a:lnTo>
                  <a:lnTo>
                    <a:pt x="2053958" y="1866900"/>
                  </a:lnTo>
                  <a:lnTo>
                    <a:pt x="2055075" y="1866442"/>
                  </a:lnTo>
                  <a:lnTo>
                    <a:pt x="2056942" y="1864575"/>
                  </a:lnTo>
                  <a:lnTo>
                    <a:pt x="2057400" y="1863458"/>
                  </a:lnTo>
                  <a:lnTo>
                    <a:pt x="2057400" y="1860829"/>
                  </a:lnTo>
                  <a:close/>
                </a:path>
                <a:path w="3629025" h="1866900">
                  <a:moveTo>
                    <a:pt x="2057400" y="1396479"/>
                  </a:moveTo>
                  <a:lnTo>
                    <a:pt x="2056942" y="1395361"/>
                  </a:lnTo>
                  <a:lnTo>
                    <a:pt x="2055075" y="1393507"/>
                  </a:lnTo>
                  <a:lnTo>
                    <a:pt x="2053958" y="1393037"/>
                  </a:lnTo>
                  <a:lnTo>
                    <a:pt x="2051329" y="1393037"/>
                  </a:lnTo>
                  <a:lnTo>
                    <a:pt x="2050211" y="1393507"/>
                  </a:lnTo>
                  <a:lnTo>
                    <a:pt x="2048344" y="1395361"/>
                  </a:lnTo>
                  <a:lnTo>
                    <a:pt x="2047875" y="1396479"/>
                  </a:lnTo>
                  <a:lnTo>
                    <a:pt x="2047875" y="1399120"/>
                  </a:lnTo>
                  <a:lnTo>
                    <a:pt x="2048344" y="1400238"/>
                  </a:lnTo>
                  <a:lnTo>
                    <a:pt x="2050211" y="1402092"/>
                  </a:lnTo>
                  <a:lnTo>
                    <a:pt x="2051329" y="1402562"/>
                  </a:lnTo>
                  <a:lnTo>
                    <a:pt x="2053958" y="1402562"/>
                  </a:lnTo>
                  <a:lnTo>
                    <a:pt x="2055075" y="1402092"/>
                  </a:lnTo>
                  <a:lnTo>
                    <a:pt x="2056942" y="1400238"/>
                  </a:lnTo>
                  <a:lnTo>
                    <a:pt x="2057400" y="1399120"/>
                  </a:lnTo>
                  <a:lnTo>
                    <a:pt x="2057400" y="1396479"/>
                  </a:lnTo>
                  <a:close/>
                </a:path>
                <a:path w="3629025" h="1866900">
                  <a:moveTo>
                    <a:pt x="2057400" y="932141"/>
                  </a:moveTo>
                  <a:lnTo>
                    <a:pt x="2056942" y="931024"/>
                  </a:lnTo>
                  <a:lnTo>
                    <a:pt x="2055075" y="929157"/>
                  </a:lnTo>
                  <a:lnTo>
                    <a:pt x="2053958" y="928687"/>
                  </a:lnTo>
                  <a:lnTo>
                    <a:pt x="2051329" y="928687"/>
                  </a:lnTo>
                  <a:lnTo>
                    <a:pt x="2050211" y="929157"/>
                  </a:lnTo>
                  <a:lnTo>
                    <a:pt x="2048344" y="931024"/>
                  </a:lnTo>
                  <a:lnTo>
                    <a:pt x="2047875" y="932141"/>
                  </a:lnTo>
                  <a:lnTo>
                    <a:pt x="2047875" y="934770"/>
                  </a:lnTo>
                  <a:lnTo>
                    <a:pt x="2048344" y="935888"/>
                  </a:lnTo>
                  <a:lnTo>
                    <a:pt x="2050211" y="937755"/>
                  </a:lnTo>
                  <a:lnTo>
                    <a:pt x="2051329" y="938212"/>
                  </a:lnTo>
                  <a:lnTo>
                    <a:pt x="2053958" y="938212"/>
                  </a:lnTo>
                  <a:lnTo>
                    <a:pt x="2055075" y="937755"/>
                  </a:lnTo>
                  <a:lnTo>
                    <a:pt x="2056942" y="935888"/>
                  </a:lnTo>
                  <a:lnTo>
                    <a:pt x="2057400" y="934770"/>
                  </a:lnTo>
                  <a:lnTo>
                    <a:pt x="2057400" y="932141"/>
                  </a:lnTo>
                  <a:close/>
                </a:path>
                <a:path w="3629025" h="1866900">
                  <a:moveTo>
                    <a:pt x="2057400" y="467791"/>
                  </a:moveTo>
                  <a:lnTo>
                    <a:pt x="2056942" y="466674"/>
                  </a:lnTo>
                  <a:lnTo>
                    <a:pt x="2055075" y="464820"/>
                  </a:lnTo>
                  <a:lnTo>
                    <a:pt x="2053958" y="464350"/>
                  </a:lnTo>
                  <a:lnTo>
                    <a:pt x="2051329" y="464350"/>
                  </a:lnTo>
                  <a:lnTo>
                    <a:pt x="2050211" y="464820"/>
                  </a:lnTo>
                  <a:lnTo>
                    <a:pt x="2048344" y="466674"/>
                  </a:lnTo>
                  <a:lnTo>
                    <a:pt x="2047875" y="467791"/>
                  </a:lnTo>
                  <a:lnTo>
                    <a:pt x="2047875" y="470433"/>
                  </a:lnTo>
                  <a:lnTo>
                    <a:pt x="2048344" y="471551"/>
                  </a:lnTo>
                  <a:lnTo>
                    <a:pt x="2050211" y="473405"/>
                  </a:lnTo>
                  <a:lnTo>
                    <a:pt x="2051329" y="473875"/>
                  </a:lnTo>
                  <a:lnTo>
                    <a:pt x="2053958" y="473875"/>
                  </a:lnTo>
                  <a:lnTo>
                    <a:pt x="2055075" y="473405"/>
                  </a:lnTo>
                  <a:lnTo>
                    <a:pt x="2056942" y="471551"/>
                  </a:lnTo>
                  <a:lnTo>
                    <a:pt x="2057400" y="470433"/>
                  </a:lnTo>
                  <a:lnTo>
                    <a:pt x="2057400" y="467791"/>
                  </a:lnTo>
                  <a:close/>
                </a:path>
                <a:path w="3629025" h="1866900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3629025" h="1866900">
                  <a:moveTo>
                    <a:pt x="2105025" y="1860829"/>
                  </a:moveTo>
                  <a:lnTo>
                    <a:pt x="2104567" y="1859711"/>
                  </a:lnTo>
                  <a:lnTo>
                    <a:pt x="2102700" y="1857844"/>
                  </a:lnTo>
                  <a:lnTo>
                    <a:pt x="2101583" y="1857375"/>
                  </a:lnTo>
                  <a:lnTo>
                    <a:pt x="2098954" y="1857375"/>
                  </a:lnTo>
                  <a:lnTo>
                    <a:pt x="2097836" y="1857844"/>
                  </a:lnTo>
                  <a:lnTo>
                    <a:pt x="2095969" y="1859711"/>
                  </a:lnTo>
                  <a:lnTo>
                    <a:pt x="2095500" y="1860829"/>
                  </a:lnTo>
                  <a:lnTo>
                    <a:pt x="2095500" y="1863458"/>
                  </a:lnTo>
                  <a:lnTo>
                    <a:pt x="2095969" y="1864575"/>
                  </a:lnTo>
                  <a:lnTo>
                    <a:pt x="2097836" y="1866442"/>
                  </a:lnTo>
                  <a:lnTo>
                    <a:pt x="2098954" y="1866900"/>
                  </a:lnTo>
                  <a:lnTo>
                    <a:pt x="2101583" y="1866900"/>
                  </a:lnTo>
                  <a:lnTo>
                    <a:pt x="2102700" y="1866442"/>
                  </a:lnTo>
                  <a:lnTo>
                    <a:pt x="2104567" y="1864575"/>
                  </a:lnTo>
                  <a:lnTo>
                    <a:pt x="2105025" y="1863458"/>
                  </a:lnTo>
                  <a:lnTo>
                    <a:pt x="2105025" y="1860829"/>
                  </a:lnTo>
                  <a:close/>
                </a:path>
                <a:path w="3629025" h="1866900">
                  <a:moveTo>
                    <a:pt x="2105025" y="1396479"/>
                  </a:moveTo>
                  <a:lnTo>
                    <a:pt x="2104567" y="1395361"/>
                  </a:lnTo>
                  <a:lnTo>
                    <a:pt x="2102700" y="1393507"/>
                  </a:lnTo>
                  <a:lnTo>
                    <a:pt x="2101583" y="1393037"/>
                  </a:lnTo>
                  <a:lnTo>
                    <a:pt x="2098954" y="1393037"/>
                  </a:lnTo>
                  <a:lnTo>
                    <a:pt x="2097836" y="1393507"/>
                  </a:lnTo>
                  <a:lnTo>
                    <a:pt x="2095969" y="1395361"/>
                  </a:lnTo>
                  <a:lnTo>
                    <a:pt x="2095500" y="1396479"/>
                  </a:lnTo>
                  <a:lnTo>
                    <a:pt x="2095500" y="1399120"/>
                  </a:lnTo>
                  <a:lnTo>
                    <a:pt x="2095969" y="1400238"/>
                  </a:lnTo>
                  <a:lnTo>
                    <a:pt x="2097836" y="1402092"/>
                  </a:lnTo>
                  <a:lnTo>
                    <a:pt x="2098954" y="1402562"/>
                  </a:lnTo>
                  <a:lnTo>
                    <a:pt x="2101583" y="1402562"/>
                  </a:lnTo>
                  <a:lnTo>
                    <a:pt x="2102700" y="1402092"/>
                  </a:lnTo>
                  <a:lnTo>
                    <a:pt x="2104567" y="1400238"/>
                  </a:lnTo>
                  <a:lnTo>
                    <a:pt x="2105025" y="1399120"/>
                  </a:lnTo>
                  <a:lnTo>
                    <a:pt x="2105025" y="1396479"/>
                  </a:lnTo>
                  <a:close/>
                </a:path>
                <a:path w="3629025" h="1866900">
                  <a:moveTo>
                    <a:pt x="2105025" y="932141"/>
                  </a:moveTo>
                  <a:lnTo>
                    <a:pt x="2104567" y="931024"/>
                  </a:lnTo>
                  <a:lnTo>
                    <a:pt x="2102700" y="929157"/>
                  </a:lnTo>
                  <a:lnTo>
                    <a:pt x="2101583" y="928687"/>
                  </a:lnTo>
                  <a:lnTo>
                    <a:pt x="2098954" y="928687"/>
                  </a:lnTo>
                  <a:lnTo>
                    <a:pt x="2097836" y="929157"/>
                  </a:lnTo>
                  <a:lnTo>
                    <a:pt x="2095969" y="931024"/>
                  </a:lnTo>
                  <a:lnTo>
                    <a:pt x="2095500" y="932141"/>
                  </a:lnTo>
                  <a:lnTo>
                    <a:pt x="2095500" y="934770"/>
                  </a:lnTo>
                  <a:lnTo>
                    <a:pt x="2095969" y="935888"/>
                  </a:lnTo>
                  <a:lnTo>
                    <a:pt x="2097836" y="937755"/>
                  </a:lnTo>
                  <a:lnTo>
                    <a:pt x="2098954" y="938212"/>
                  </a:lnTo>
                  <a:lnTo>
                    <a:pt x="2101583" y="938212"/>
                  </a:lnTo>
                  <a:lnTo>
                    <a:pt x="2102700" y="937755"/>
                  </a:lnTo>
                  <a:lnTo>
                    <a:pt x="2104567" y="935888"/>
                  </a:lnTo>
                  <a:lnTo>
                    <a:pt x="2105025" y="934770"/>
                  </a:lnTo>
                  <a:lnTo>
                    <a:pt x="2105025" y="932141"/>
                  </a:lnTo>
                  <a:close/>
                </a:path>
                <a:path w="3629025" h="1866900">
                  <a:moveTo>
                    <a:pt x="2105025" y="467791"/>
                  </a:moveTo>
                  <a:lnTo>
                    <a:pt x="2104567" y="466674"/>
                  </a:lnTo>
                  <a:lnTo>
                    <a:pt x="2102700" y="464820"/>
                  </a:lnTo>
                  <a:lnTo>
                    <a:pt x="2101583" y="464350"/>
                  </a:lnTo>
                  <a:lnTo>
                    <a:pt x="2098954" y="464350"/>
                  </a:lnTo>
                  <a:lnTo>
                    <a:pt x="2097836" y="464820"/>
                  </a:lnTo>
                  <a:lnTo>
                    <a:pt x="2095969" y="466674"/>
                  </a:lnTo>
                  <a:lnTo>
                    <a:pt x="2095500" y="467791"/>
                  </a:lnTo>
                  <a:lnTo>
                    <a:pt x="2095500" y="470433"/>
                  </a:lnTo>
                  <a:lnTo>
                    <a:pt x="2095969" y="471551"/>
                  </a:lnTo>
                  <a:lnTo>
                    <a:pt x="2097836" y="473405"/>
                  </a:lnTo>
                  <a:lnTo>
                    <a:pt x="2098954" y="473875"/>
                  </a:lnTo>
                  <a:lnTo>
                    <a:pt x="2101583" y="473875"/>
                  </a:lnTo>
                  <a:lnTo>
                    <a:pt x="2102700" y="473405"/>
                  </a:lnTo>
                  <a:lnTo>
                    <a:pt x="2104567" y="471551"/>
                  </a:lnTo>
                  <a:lnTo>
                    <a:pt x="2105025" y="470433"/>
                  </a:lnTo>
                  <a:lnTo>
                    <a:pt x="2105025" y="467791"/>
                  </a:lnTo>
                  <a:close/>
                </a:path>
                <a:path w="3629025" h="1866900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3629025" h="1866900">
                  <a:moveTo>
                    <a:pt x="2152650" y="1860829"/>
                  </a:moveTo>
                  <a:lnTo>
                    <a:pt x="2152192" y="1859711"/>
                  </a:lnTo>
                  <a:lnTo>
                    <a:pt x="2150326" y="1857844"/>
                  </a:lnTo>
                  <a:lnTo>
                    <a:pt x="2149208" y="1857375"/>
                  </a:lnTo>
                  <a:lnTo>
                    <a:pt x="2146579" y="1857375"/>
                  </a:lnTo>
                  <a:lnTo>
                    <a:pt x="2145461" y="1857844"/>
                  </a:lnTo>
                  <a:lnTo>
                    <a:pt x="2143595" y="1859711"/>
                  </a:lnTo>
                  <a:lnTo>
                    <a:pt x="2143125" y="1860829"/>
                  </a:lnTo>
                  <a:lnTo>
                    <a:pt x="2143125" y="1863458"/>
                  </a:lnTo>
                  <a:lnTo>
                    <a:pt x="2143595" y="1864575"/>
                  </a:lnTo>
                  <a:lnTo>
                    <a:pt x="2145461" y="1866442"/>
                  </a:lnTo>
                  <a:lnTo>
                    <a:pt x="2146579" y="1866900"/>
                  </a:lnTo>
                  <a:lnTo>
                    <a:pt x="2149208" y="1866900"/>
                  </a:lnTo>
                  <a:lnTo>
                    <a:pt x="2150326" y="1866442"/>
                  </a:lnTo>
                  <a:lnTo>
                    <a:pt x="2152192" y="1864575"/>
                  </a:lnTo>
                  <a:lnTo>
                    <a:pt x="2152650" y="1863458"/>
                  </a:lnTo>
                  <a:lnTo>
                    <a:pt x="2152650" y="1860829"/>
                  </a:lnTo>
                  <a:close/>
                </a:path>
                <a:path w="3629025" h="1866900">
                  <a:moveTo>
                    <a:pt x="2152650" y="1396479"/>
                  </a:moveTo>
                  <a:lnTo>
                    <a:pt x="2152192" y="1395361"/>
                  </a:lnTo>
                  <a:lnTo>
                    <a:pt x="2150326" y="1393507"/>
                  </a:lnTo>
                  <a:lnTo>
                    <a:pt x="2149208" y="1393037"/>
                  </a:lnTo>
                  <a:lnTo>
                    <a:pt x="2146579" y="1393037"/>
                  </a:lnTo>
                  <a:lnTo>
                    <a:pt x="2145461" y="1393507"/>
                  </a:lnTo>
                  <a:lnTo>
                    <a:pt x="2143595" y="1395361"/>
                  </a:lnTo>
                  <a:lnTo>
                    <a:pt x="2143125" y="1396479"/>
                  </a:lnTo>
                  <a:lnTo>
                    <a:pt x="2143125" y="1399120"/>
                  </a:lnTo>
                  <a:lnTo>
                    <a:pt x="2143595" y="1400238"/>
                  </a:lnTo>
                  <a:lnTo>
                    <a:pt x="2145461" y="1402092"/>
                  </a:lnTo>
                  <a:lnTo>
                    <a:pt x="2146579" y="1402562"/>
                  </a:lnTo>
                  <a:lnTo>
                    <a:pt x="2149208" y="1402562"/>
                  </a:lnTo>
                  <a:lnTo>
                    <a:pt x="2150326" y="1402092"/>
                  </a:lnTo>
                  <a:lnTo>
                    <a:pt x="2152192" y="1400238"/>
                  </a:lnTo>
                  <a:lnTo>
                    <a:pt x="2152650" y="1399120"/>
                  </a:lnTo>
                  <a:lnTo>
                    <a:pt x="2152650" y="1396479"/>
                  </a:lnTo>
                  <a:close/>
                </a:path>
                <a:path w="3629025" h="1866900">
                  <a:moveTo>
                    <a:pt x="2152650" y="932141"/>
                  </a:moveTo>
                  <a:lnTo>
                    <a:pt x="2152192" y="931024"/>
                  </a:lnTo>
                  <a:lnTo>
                    <a:pt x="2150326" y="929157"/>
                  </a:lnTo>
                  <a:lnTo>
                    <a:pt x="2149208" y="928687"/>
                  </a:lnTo>
                  <a:lnTo>
                    <a:pt x="2146579" y="928687"/>
                  </a:lnTo>
                  <a:lnTo>
                    <a:pt x="2145461" y="929157"/>
                  </a:lnTo>
                  <a:lnTo>
                    <a:pt x="2143595" y="931024"/>
                  </a:lnTo>
                  <a:lnTo>
                    <a:pt x="2143125" y="932141"/>
                  </a:lnTo>
                  <a:lnTo>
                    <a:pt x="2143125" y="934770"/>
                  </a:lnTo>
                  <a:lnTo>
                    <a:pt x="2143595" y="935888"/>
                  </a:lnTo>
                  <a:lnTo>
                    <a:pt x="2145461" y="937755"/>
                  </a:lnTo>
                  <a:lnTo>
                    <a:pt x="2146579" y="938212"/>
                  </a:lnTo>
                  <a:lnTo>
                    <a:pt x="2149208" y="938212"/>
                  </a:lnTo>
                  <a:lnTo>
                    <a:pt x="2150326" y="937755"/>
                  </a:lnTo>
                  <a:lnTo>
                    <a:pt x="2152192" y="935888"/>
                  </a:lnTo>
                  <a:lnTo>
                    <a:pt x="2152650" y="934770"/>
                  </a:lnTo>
                  <a:lnTo>
                    <a:pt x="2152650" y="932141"/>
                  </a:lnTo>
                  <a:close/>
                </a:path>
                <a:path w="3629025" h="1866900">
                  <a:moveTo>
                    <a:pt x="2152650" y="467791"/>
                  </a:moveTo>
                  <a:lnTo>
                    <a:pt x="2152192" y="466674"/>
                  </a:lnTo>
                  <a:lnTo>
                    <a:pt x="2150326" y="464820"/>
                  </a:lnTo>
                  <a:lnTo>
                    <a:pt x="2149208" y="464350"/>
                  </a:lnTo>
                  <a:lnTo>
                    <a:pt x="2146579" y="464350"/>
                  </a:lnTo>
                  <a:lnTo>
                    <a:pt x="2145461" y="464820"/>
                  </a:lnTo>
                  <a:lnTo>
                    <a:pt x="2143595" y="466674"/>
                  </a:lnTo>
                  <a:lnTo>
                    <a:pt x="2143125" y="467791"/>
                  </a:lnTo>
                  <a:lnTo>
                    <a:pt x="2143125" y="470433"/>
                  </a:lnTo>
                  <a:lnTo>
                    <a:pt x="2143595" y="471551"/>
                  </a:lnTo>
                  <a:lnTo>
                    <a:pt x="2145461" y="473405"/>
                  </a:lnTo>
                  <a:lnTo>
                    <a:pt x="2146579" y="473875"/>
                  </a:lnTo>
                  <a:lnTo>
                    <a:pt x="2149208" y="473875"/>
                  </a:lnTo>
                  <a:lnTo>
                    <a:pt x="2150326" y="473405"/>
                  </a:lnTo>
                  <a:lnTo>
                    <a:pt x="2152192" y="471551"/>
                  </a:lnTo>
                  <a:lnTo>
                    <a:pt x="2152650" y="470433"/>
                  </a:lnTo>
                  <a:lnTo>
                    <a:pt x="2152650" y="467791"/>
                  </a:lnTo>
                  <a:close/>
                </a:path>
                <a:path w="3629025" h="1866900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3629025" h="1866900">
                  <a:moveTo>
                    <a:pt x="2200275" y="1860829"/>
                  </a:moveTo>
                  <a:lnTo>
                    <a:pt x="2199817" y="1859711"/>
                  </a:lnTo>
                  <a:lnTo>
                    <a:pt x="2197951" y="1857844"/>
                  </a:lnTo>
                  <a:lnTo>
                    <a:pt x="2196833" y="1857375"/>
                  </a:lnTo>
                  <a:lnTo>
                    <a:pt x="2194204" y="1857375"/>
                  </a:lnTo>
                  <a:lnTo>
                    <a:pt x="2193086" y="1857844"/>
                  </a:lnTo>
                  <a:lnTo>
                    <a:pt x="2191220" y="1859711"/>
                  </a:lnTo>
                  <a:lnTo>
                    <a:pt x="2190750" y="1860829"/>
                  </a:lnTo>
                  <a:lnTo>
                    <a:pt x="2190750" y="1863458"/>
                  </a:lnTo>
                  <a:lnTo>
                    <a:pt x="2191220" y="1864575"/>
                  </a:lnTo>
                  <a:lnTo>
                    <a:pt x="2193086" y="1866442"/>
                  </a:lnTo>
                  <a:lnTo>
                    <a:pt x="2194204" y="1866900"/>
                  </a:lnTo>
                  <a:lnTo>
                    <a:pt x="2196833" y="1866900"/>
                  </a:lnTo>
                  <a:lnTo>
                    <a:pt x="2197951" y="1866442"/>
                  </a:lnTo>
                  <a:lnTo>
                    <a:pt x="2199817" y="1864575"/>
                  </a:lnTo>
                  <a:lnTo>
                    <a:pt x="2200275" y="1863458"/>
                  </a:lnTo>
                  <a:lnTo>
                    <a:pt x="2200275" y="1860829"/>
                  </a:lnTo>
                  <a:close/>
                </a:path>
                <a:path w="3629025" h="1866900">
                  <a:moveTo>
                    <a:pt x="2200275" y="1396479"/>
                  </a:moveTo>
                  <a:lnTo>
                    <a:pt x="2199817" y="1395361"/>
                  </a:lnTo>
                  <a:lnTo>
                    <a:pt x="2197951" y="1393507"/>
                  </a:lnTo>
                  <a:lnTo>
                    <a:pt x="2196833" y="1393037"/>
                  </a:lnTo>
                  <a:lnTo>
                    <a:pt x="2194204" y="1393037"/>
                  </a:lnTo>
                  <a:lnTo>
                    <a:pt x="2193086" y="1393507"/>
                  </a:lnTo>
                  <a:lnTo>
                    <a:pt x="2191220" y="1395361"/>
                  </a:lnTo>
                  <a:lnTo>
                    <a:pt x="2190750" y="1396479"/>
                  </a:lnTo>
                  <a:lnTo>
                    <a:pt x="2190750" y="1399120"/>
                  </a:lnTo>
                  <a:lnTo>
                    <a:pt x="2191220" y="1400238"/>
                  </a:lnTo>
                  <a:lnTo>
                    <a:pt x="2193086" y="1402092"/>
                  </a:lnTo>
                  <a:lnTo>
                    <a:pt x="2194204" y="1402562"/>
                  </a:lnTo>
                  <a:lnTo>
                    <a:pt x="2196833" y="1402562"/>
                  </a:lnTo>
                  <a:lnTo>
                    <a:pt x="2197951" y="1402092"/>
                  </a:lnTo>
                  <a:lnTo>
                    <a:pt x="2199817" y="1400238"/>
                  </a:lnTo>
                  <a:lnTo>
                    <a:pt x="2200275" y="1399120"/>
                  </a:lnTo>
                  <a:lnTo>
                    <a:pt x="2200275" y="1396479"/>
                  </a:lnTo>
                  <a:close/>
                </a:path>
                <a:path w="3629025" h="1866900">
                  <a:moveTo>
                    <a:pt x="2200275" y="932141"/>
                  </a:moveTo>
                  <a:lnTo>
                    <a:pt x="2199817" y="931024"/>
                  </a:lnTo>
                  <a:lnTo>
                    <a:pt x="2197951" y="929157"/>
                  </a:lnTo>
                  <a:lnTo>
                    <a:pt x="2196833" y="928687"/>
                  </a:lnTo>
                  <a:lnTo>
                    <a:pt x="2194204" y="928687"/>
                  </a:lnTo>
                  <a:lnTo>
                    <a:pt x="2193086" y="929157"/>
                  </a:lnTo>
                  <a:lnTo>
                    <a:pt x="2191220" y="931024"/>
                  </a:lnTo>
                  <a:lnTo>
                    <a:pt x="2190750" y="932141"/>
                  </a:lnTo>
                  <a:lnTo>
                    <a:pt x="2190750" y="934770"/>
                  </a:lnTo>
                  <a:lnTo>
                    <a:pt x="2191220" y="935888"/>
                  </a:lnTo>
                  <a:lnTo>
                    <a:pt x="2193086" y="937755"/>
                  </a:lnTo>
                  <a:lnTo>
                    <a:pt x="2194204" y="938212"/>
                  </a:lnTo>
                  <a:lnTo>
                    <a:pt x="2196833" y="938212"/>
                  </a:lnTo>
                  <a:lnTo>
                    <a:pt x="2197951" y="937755"/>
                  </a:lnTo>
                  <a:lnTo>
                    <a:pt x="2199817" y="935888"/>
                  </a:lnTo>
                  <a:lnTo>
                    <a:pt x="2200275" y="934770"/>
                  </a:lnTo>
                  <a:lnTo>
                    <a:pt x="2200275" y="932141"/>
                  </a:lnTo>
                  <a:close/>
                </a:path>
                <a:path w="3629025" h="1866900">
                  <a:moveTo>
                    <a:pt x="2200275" y="467791"/>
                  </a:moveTo>
                  <a:lnTo>
                    <a:pt x="2199817" y="466674"/>
                  </a:lnTo>
                  <a:lnTo>
                    <a:pt x="2197951" y="464820"/>
                  </a:lnTo>
                  <a:lnTo>
                    <a:pt x="2196833" y="464350"/>
                  </a:lnTo>
                  <a:lnTo>
                    <a:pt x="2194204" y="464350"/>
                  </a:lnTo>
                  <a:lnTo>
                    <a:pt x="2193086" y="464820"/>
                  </a:lnTo>
                  <a:lnTo>
                    <a:pt x="2191220" y="466674"/>
                  </a:lnTo>
                  <a:lnTo>
                    <a:pt x="2190750" y="467791"/>
                  </a:lnTo>
                  <a:lnTo>
                    <a:pt x="2190750" y="470433"/>
                  </a:lnTo>
                  <a:lnTo>
                    <a:pt x="2191220" y="471551"/>
                  </a:lnTo>
                  <a:lnTo>
                    <a:pt x="2193086" y="473405"/>
                  </a:lnTo>
                  <a:lnTo>
                    <a:pt x="2194204" y="473875"/>
                  </a:lnTo>
                  <a:lnTo>
                    <a:pt x="2196833" y="473875"/>
                  </a:lnTo>
                  <a:lnTo>
                    <a:pt x="2197951" y="473405"/>
                  </a:lnTo>
                  <a:lnTo>
                    <a:pt x="2199817" y="471551"/>
                  </a:lnTo>
                  <a:lnTo>
                    <a:pt x="2200275" y="470433"/>
                  </a:lnTo>
                  <a:lnTo>
                    <a:pt x="2200275" y="467791"/>
                  </a:lnTo>
                  <a:close/>
                </a:path>
                <a:path w="3629025" h="1866900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3629025" h="1866900">
                  <a:moveTo>
                    <a:pt x="2247900" y="1860829"/>
                  </a:moveTo>
                  <a:lnTo>
                    <a:pt x="2247442" y="1859711"/>
                  </a:lnTo>
                  <a:lnTo>
                    <a:pt x="2245576" y="1857844"/>
                  </a:lnTo>
                  <a:lnTo>
                    <a:pt x="2244458" y="1857375"/>
                  </a:lnTo>
                  <a:lnTo>
                    <a:pt x="2241829" y="1857375"/>
                  </a:lnTo>
                  <a:lnTo>
                    <a:pt x="2240711" y="1857844"/>
                  </a:lnTo>
                  <a:lnTo>
                    <a:pt x="2238845" y="1859711"/>
                  </a:lnTo>
                  <a:lnTo>
                    <a:pt x="2238375" y="1860829"/>
                  </a:lnTo>
                  <a:lnTo>
                    <a:pt x="2238375" y="1863458"/>
                  </a:lnTo>
                  <a:lnTo>
                    <a:pt x="2238845" y="1864575"/>
                  </a:lnTo>
                  <a:lnTo>
                    <a:pt x="2240711" y="1866442"/>
                  </a:lnTo>
                  <a:lnTo>
                    <a:pt x="2241829" y="1866900"/>
                  </a:lnTo>
                  <a:lnTo>
                    <a:pt x="2244458" y="1866900"/>
                  </a:lnTo>
                  <a:lnTo>
                    <a:pt x="2245576" y="1866442"/>
                  </a:lnTo>
                  <a:lnTo>
                    <a:pt x="2247442" y="1864575"/>
                  </a:lnTo>
                  <a:lnTo>
                    <a:pt x="2247900" y="1863458"/>
                  </a:lnTo>
                  <a:lnTo>
                    <a:pt x="2247900" y="1860829"/>
                  </a:lnTo>
                  <a:close/>
                </a:path>
                <a:path w="3629025" h="1866900">
                  <a:moveTo>
                    <a:pt x="2247900" y="1396479"/>
                  </a:moveTo>
                  <a:lnTo>
                    <a:pt x="2247442" y="1395361"/>
                  </a:lnTo>
                  <a:lnTo>
                    <a:pt x="2245576" y="1393507"/>
                  </a:lnTo>
                  <a:lnTo>
                    <a:pt x="2244458" y="1393037"/>
                  </a:lnTo>
                  <a:lnTo>
                    <a:pt x="2241829" y="1393037"/>
                  </a:lnTo>
                  <a:lnTo>
                    <a:pt x="2240711" y="1393507"/>
                  </a:lnTo>
                  <a:lnTo>
                    <a:pt x="2238845" y="1395361"/>
                  </a:lnTo>
                  <a:lnTo>
                    <a:pt x="2238375" y="1396479"/>
                  </a:lnTo>
                  <a:lnTo>
                    <a:pt x="2238375" y="1399120"/>
                  </a:lnTo>
                  <a:lnTo>
                    <a:pt x="2238845" y="1400238"/>
                  </a:lnTo>
                  <a:lnTo>
                    <a:pt x="2240711" y="1402092"/>
                  </a:lnTo>
                  <a:lnTo>
                    <a:pt x="2241829" y="1402562"/>
                  </a:lnTo>
                  <a:lnTo>
                    <a:pt x="2244458" y="1402562"/>
                  </a:lnTo>
                  <a:lnTo>
                    <a:pt x="2245576" y="1402092"/>
                  </a:lnTo>
                  <a:lnTo>
                    <a:pt x="2247442" y="1400238"/>
                  </a:lnTo>
                  <a:lnTo>
                    <a:pt x="2247900" y="1399120"/>
                  </a:lnTo>
                  <a:lnTo>
                    <a:pt x="2247900" y="1396479"/>
                  </a:lnTo>
                  <a:close/>
                </a:path>
                <a:path w="3629025" h="1866900">
                  <a:moveTo>
                    <a:pt x="2247900" y="932141"/>
                  </a:moveTo>
                  <a:lnTo>
                    <a:pt x="2247442" y="931024"/>
                  </a:lnTo>
                  <a:lnTo>
                    <a:pt x="2245576" y="929157"/>
                  </a:lnTo>
                  <a:lnTo>
                    <a:pt x="2244458" y="928687"/>
                  </a:lnTo>
                  <a:lnTo>
                    <a:pt x="2241829" y="928687"/>
                  </a:lnTo>
                  <a:lnTo>
                    <a:pt x="2240711" y="929157"/>
                  </a:lnTo>
                  <a:lnTo>
                    <a:pt x="2238845" y="931024"/>
                  </a:lnTo>
                  <a:lnTo>
                    <a:pt x="2238375" y="932141"/>
                  </a:lnTo>
                  <a:lnTo>
                    <a:pt x="2238375" y="934770"/>
                  </a:lnTo>
                  <a:lnTo>
                    <a:pt x="2238845" y="935888"/>
                  </a:lnTo>
                  <a:lnTo>
                    <a:pt x="2240711" y="937755"/>
                  </a:lnTo>
                  <a:lnTo>
                    <a:pt x="2241829" y="938212"/>
                  </a:lnTo>
                  <a:lnTo>
                    <a:pt x="2244458" y="938212"/>
                  </a:lnTo>
                  <a:lnTo>
                    <a:pt x="2245576" y="937755"/>
                  </a:lnTo>
                  <a:lnTo>
                    <a:pt x="2247442" y="935888"/>
                  </a:lnTo>
                  <a:lnTo>
                    <a:pt x="2247900" y="934770"/>
                  </a:lnTo>
                  <a:lnTo>
                    <a:pt x="2247900" y="932141"/>
                  </a:lnTo>
                  <a:close/>
                </a:path>
                <a:path w="3629025" h="1866900">
                  <a:moveTo>
                    <a:pt x="2247900" y="467791"/>
                  </a:moveTo>
                  <a:lnTo>
                    <a:pt x="2247442" y="466674"/>
                  </a:lnTo>
                  <a:lnTo>
                    <a:pt x="2245576" y="464820"/>
                  </a:lnTo>
                  <a:lnTo>
                    <a:pt x="2244458" y="464350"/>
                  </a:lnTo>
                  <a:lnTo>
                    <a:pt x="2241829" y="464350"/>
                  </a:lnTo>
                  <a:lnTo>
                    <a:pt x="2240711" y="464820"/>
                  </a:lnTo>
                  <a:lnTo>
                    <a:pt x="2238845" y="466674"/>
                  </a:lnTo>
                  <a:lnTo>
                    <a:pt x="2238375" y="467791"/>
                  </a:lnTo>
                  <a:lnTo>
                    <a:pt x="2238375" y="470433"/>
                  </a:lnTo>
                  <a:lnTo>
                    <a:pt x="2238845" y="471551"/>
                  </a:lnTo>
                  <a:lnTo>
                    <a:pt x="2240711" y="473405"/>
                  </a:lnTo>
                  <a:lnTo>
                    <a:pt x="2241829" y="473875"/>
                  </a:lnTo>
                  <a:lnTo>
                    <a:pt x="2244458" y="473875"/>
                  </a:lnTo>
                  <a:lnTo>
                    <a:pt x="2245576" y="473405"/>
                  </a:lnTo>
                  <a:lnTo>
                    <a:pt x="2247442" y="471551"/>
                  </a:lnTo>
                  <a:lnTo>
                    <a:pt x="2247900" y="470433"/>
                  </a:lnTo>
                  <a:lnTo>
                    <a:pt x="2247900" y="467791"/>
                  </a:lnTo>
                  <a:close/>
                </a:path>
                <a:path w="3629025" h="1866900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3629025" h="1866900">
                  <a:moveTo>
                    <a:pt x="2295525" y="1860829"/>
                  </a:moveTo>
                  <a:lnTo>
                    <a:pt x="2295067" y="1859711"/>
                  </a:lnTo>
                  <a:lnTo>
                    <a:pt x="2293201" y="1857844"/>
                  </a:lnTo>
                  <a:lnTo>
                    <a:pt x="2292083" y="1857375"/>
                  </a:lnTo>
                  <a:lnTo>
                    <a:pt x="2289454" y="1857375"/>
                  </a:lnTo>
                  <a:lnTo>
                    <a:pt x="2288336" y="1857844"/>
                  </a:lnTo>
                  <a:lnTo>
                    <a:pt x="2286470" y="1859711"/>
                  </a:lnTo>
                  <a:lnTo>
                    <a:pt x="2286000" y="1860829"/>
                  </a:lnTo>
                  <a:lnTo>
                    <a:pt x="2286000" y="1863458"/>
                  </a:lnTo>
                  <a:lnTo>
                    <a:pt x="2286470" y="1864575"/>
                  </a:lnTo>
                  <a:lnTo>
                    <a:pt x="2288336" y="1866442"/>
                  </a:lnTo>
                  <a:lnTo>
                    <a:pt x="2289454" y="1866900"/>
                  </a:lnTo>
                  <a:lnTo>
                    <a:pt x="2292083" y="1866900"/>
                  </a:lnTo>
                  <a:lnTo>
                    <a:pt x="2293201" y="1866442"/>
                  </a:lnTo>
                  <a:lnTo>
                    <a:pt x="2295067" y="1864575"/>
                  </a:lnTo>
                  <a:lnTo>
                    <a:pt x="2295525" y="1863458"/>
                  </a:lnTo>
                  <a:lnTo>
                    <a:pt x="2295525" y="1860829"/>
                  </a:lnTo>
                  <a:close/>
                </a:path>
                <a:path w="3629025" h="1866900">
                  <a:moveTo>
                    <a:pt x="2295525" y="1396479"/>
                  </a:moveTo>
                  <a:lnTo>
                    <a:pt x="2295067" y="1395361"/>
                  </a:lnTo>
                  <a:lnTo>
                    <a:pt x="2293201" y="1393507"/>
                  </a:lnTo>
                  <a:lnTo>
                    <a:pt x="2292083" y="1393037"/>
                  </a:lnTo>
                  <a:lnTo>
                    <a:pt x="2289454" y="1393037"/>
                  </a:lnTo>
                  <a:lnTo>
                    <a:pt x="2288336" y="1393507"/>
                  </a:lnTo>
                  <a:lnTo>
                    <a:pt x="2286470" y="1395361"/>
                  </a:lnTo>
                  <a:lnTo>
                    <a:pt x="2286000" y="1396479"/>
                  </a:lnTo>
                  <a:lnTo>
                    <a:pt x="2286000" y="1399120"/>
                  </a:lnTo>
                  <a:lnTo>
                    <a:pt x="2286470" y="1400238"/>
                  </a:lnTo>
                  <a:lnTo>
                    <a:pt x="2288336" y="1402092"/>
                  </a:lnTo>
                  <a:lnTo>
                    <a:pt x="2289454" y="1402562"/>
                  </a:lnTo>
                  <a:lnTo>
                    <a:pt x="2292083" y="1402562"/>
                  </a:lnTo>
                  <a:lnTo>
                    <a:pt x="2293201" y="1402092"/>
                  </a:lnTo>
                  <a:lnTo>
                    <a:pt x="2295067" y="1400238"/>
                  </a:lnTo>
                  <a:lnTo>
                    <a:pt x="2295525" y="1399120"/>
                  </a:lnTo>
                  <a:lnTo>
                    <a:pt x="2295525" y="1396479"/>
                  </a:lnTo>
                  <a:close/>
                </a:path>
                <a:path w="3629025" h="1866900">
                  <a:moveTo>
                    <a:pt x="2295525" y="932141"/>
                  </a:moveTo>
                  <a:lnTo>
                    <a:pt x="2295067" y="931024"/>
                  </a:lnTo>
                  <a:lnTo>
                    <a:pt x="2293201" y="929157"/>
                  </a:lnTo>
                  <a:lnTo>
                    <a:pt x="2292083" y="928687"/>
                  </a:lnTo>
                  <a:lnTo>
                    <a:pt x="2289454" y="928687"/>
                  </a:lnTo>
                  <a:lnTo>
                    <a:pt x="2288336" y="929157"/>
                  </a:lnTo>
                  <a:lnTo>
                    <a:pt x="2286470" y="931024"/>
                  </a:lnTo>
                  <a:lnTo>
                    <a:pt x="2286000" y="932141"/>
                  </a:lnTo>
                  <a:lnTo>
                    <a:pt x="2286000" y="934770"/>
                  </a:lnTo>
                  <a:lnTo>
                    <a:pt x="2286470" y="935888"/>
                  </a:lnTo>
                  <a:lnTo>
                    <a:pt x="2288336" y="937755"/>
                  </a:lnTo>
                  <a:lnTo>
                    <a:pt x="2289454" y="938212"/>
                  </a:lnTo>
                  <a:lnTo>
                    <a:pt x="2292083" y="938212"/>
                  </a:lnTo>
                  <a:lnTo>
                    <a:pt x="2293201" y="937755"/>
                  </a:lnTo>
                  <a:lnTo>
                    <a:pt x="2295067" y="935888"/>
                  </a:lnTo>
                  <a:lnTo>
                    <a:pt x="2295525" y="934770"/>
                  </a:lnTo>
                  <a:lnTo>
                    <a:pt x="2295525" y="932141"/>
                  </a:lnTo>
                  <a:close/>
                </a:path>
                <a:path w="3629025" h="1866900">
                  <a:moveTo>
                    <a:pt x="2295525" y="467791"/>
                  </a:moveTo>
                  <a:lnTo>
                    <a:pt x="2295067" y="466674"/>
                  </a:lnTo>
                  <a:lnTo>
                    <a:pt x="2293201" y="464820"/>
                  </a:lnTo>
                  <a:lnTo>
                    <a:pt x="2292083" y="464350"/>
                  </a:lnTo>
                  <a:lnTo>
                    <a:pt x="2289454" y="464350"/>
                  </a:lnTo>
                  <a:lnTo>
                    <a:pt x="2288336" y="464820"/>
                  </a:lnTo>
                  <a:lnTo>
                    <a:pt x="2286470" y="466674"/>
                  </a:lnTo>
                  <a:lnTo>
                    <a:pt x="2286000" y="467791"/>
                  </a:lnTo>
                  <a:lnTo>
                    <a:pt x="2286000" y="470433"/>
                  </a:lnTo>
                  <a:lnTo>
                    <a:pt x="2286470" y="471551"/>
                  </a:lnTo>
                  <a:lnTo>
                    <a:pt x="2288336" y="473405"/>
                  </a:lnTo>
                  <a:lnTo>
                    <a:pt x="2289454" y="473875"/>
                  </a:lnTo>
                  <a:lnTo>
                    <a:pt x="2292083" y="473875"/>
                  </a:lnTo>
                  <a:lnTo>
                    <a:pt x="2293201" y="473405"/>
                  </a:lnTo>
                  <a:lnTo>
                    <a:pt x="2295067" y="471551"/>
                  </a:lnTo>
                  <a:lnTo>
                    <a:pt x="2295525" y="470433"/>
                  </a:lnTo>
                  <a:lnTo>
                    <a:pt x="2295525" y="467791"/>
                  </a:lnTo>
                  <a:close/>
                </a:path>
                <a:path w="3629025" h="1866900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3629025" h="1866900">
                  <a:moveTo>
                    <a:pt x="2343150" y="1860829"/>
                  </a:moveTo>
                  <a:lnTo>
                    <a:pt x="2342692" y="1859711"/>
                  </a:lnTo>
                  <a:lnTo>
                    <a:pt x="2340826" y="1857844"/>
                  </a:lnTo>
                  <a:lnTo>
                    <a:pt x="2339708" y="1857375"/>
                  </a:lnTo>
                  <a:lnTo>
                    <a:pt x="2337079" y="1857375"/>
                  </a:lnTo>
                  <a:lnTo>
                    <a:pt x="2335961" y="1857844"/>
                  </a:lnTo>
                  <a:lnTo>
                    <a:pt x="2334095" y="1859711"/>
                  </a:lnTo>
                  <a:lnTo>
                    <a:pt x="2333625" y="1860829"/>
                  </a:lnTo>
                  <a:lnTo>
                    <a:pt x="2333625" y="1863458"/>
                  </a:lnTo>
                  <a:lnTo>
                    <a:pt x="2334095" y="1864575"/>
                  </a:lnTo>
                  <a:lnTo>
                    <a:pt x="2335961" y="1866442"/>
                  </a:lnTo>
                  <a:lnTo>
                    <a:pt x="2337079" y="1866900"/>
                  </a:lnTo>
                  <a:lnTo>
                    <a:pt x="2339708" y="1866900"/>
                  </a:lnTo>
                  <a:lnTo>
                    <a:pt x="2340826" y="1866442"/>
                  </a:lnTo>
                  <a:lnTo>
                    <a:pt x="2342692" y="1864575"/>
                  </a:lnTo>
                  <a:lnTo>
                    <a:pt x="2343150" y="1863458"/>
                  </a:lnTo>
                  <a:lnTo>
                    <a:pt x="2343150" y="1860829"/>
                  </a:lnTo>
                  <a:close/>
                </a:path>
                <a:path w="3629025" h="1866900">
                  <a:moveTo>
                    <a:pt x="2343150" y="1396479"/>
                  </a:moveTo>
                  <a:lnTo>
                    <a:pt x="2342692" y="1395361"/>
                  </a:lnTo>
                  <a:lnTo>
                    <a:pt x="2340826" y="1393507"/>
                  </a:lnTo>
                  <a:lnTo>
                    <a:pt x="2339708" y="1393037"/>
                  </a:lnTo>
                  <a:lnTo>
                    <a:pt x="2337079" y="1393037"/>
                  </a:lnTo>
                  <a:lnTo>
                    <a:pt x="2335961" y="1393507"/>
                  </a:lnTo>
                  <a:lnTo>
                    <a:pt x="2334095" y="1395361"/>
                  </a:lnTo>
                  <a:lnTo>
                    <a:pt x="2333625" y="1396479"/>
                  </a:lnTo>
                  <a:lnTo>
                    <a:pt x="2333625" y="1399120"/>
                  </a:lnTo>
                  <a:lnTo>
                    <a:pt x="2334095" y="1400238"/>
                  </a:lnTo>
                  <a:lnTo>
                    <a:pt x="2335961" y="1402092"/>
                  </a:lnTo>
                  <a:lnTo>
                    <a:pt x="2337079" y="1402562"/>
                  </a:lnTo>
                  <a:lnTo>
                    <a:pt x="2339708" y="1402562"/>
                  </a:lnTo>
                  <a:lnTo>
                    <a:pt x="2340826" y="1402092"/>
                  </a:lnTo>
                  <a:lnTo>
                    <a:pt x="2342692" y="1400238"/>
                  </a:lnTo>
                  <a:lnTo>
                    <a:pt x="2343150" y="1399120"/>
                  </a:lnTo>
                  <a:lnTo>
                    <a:pt x="2343150" y="1396479"/>
                  </a:lnTo>
                  <a:close/>
                </a:path>
                <a:path w="3629025" h="1866900">
                  <a:moveTo>
                    <a:pt x="2343150" y="932141"/>
                  </a:moveTo>
                  <a:lnTo>
                    <a:pt x="2342692" y="931024"/>
                  </a:lnTo>
                  <a:lnTo>
                    <a:pt x="2340826" y="929157"/>
                  </a:lnTo>
                  <a:lnTo>
                    <a:pt x="2339708" y="928687"/>
                  </a:lnTo>
                  <a:lnTo>
                    <a:pt x="2337079" y="928687"/>
                  </a:lnTo>
                  <a:lnTo>
                    <a:pt x="2335961" y="929157"/>
                  </a:lnTo>
                  <a:lnTo>
                    <a:pt x="2334095" y="931024"/>
                  </a:lnTo>
                  <a:lnTo>
                    <a:pt x="2333625" y="932141"/>
                  </a:lnTo>
                  <a:lnTo>
                    <a:pt x="2333625" y="934770"/>
                  </a:lnTo>
                  <a:lnTo>
                    <a:pt x="2334095" y="935888"/>
                  </a:lnTo>
                  <a:lnTo>
                    <a:pt x="2335961" y="937755"/>
                  </a:lnTo>
                  <a:lnTo>
                    <a:pt x="2337079" y="938212"/>
                  </a:lnTo>
                  <a:lnTo>
                    <a:pt x="2339708" y="938212"/>
                  </a:lnTo>
                  <a:lnTo>
                    <a:pt x="2340826" y="937755"/>
                  </a:lnTo>
                  <a:lnTo>
                    <a:pt x="2342692" y="935888"/>
                  </a:lnTo>
                  <a:lnTo>
                    <a:pt x="2343150" y="934770"/>
                  </a:lnTo>
                  <a:lnTo>
                    <a:pt x="2343150" y="932141"/>
                  </a:lnTo>
                  <a:close/>
                </a:path>
                <a:path w="3629025" h="1866900">
                  <a:moveTo>
                    <a:pt x="2343150" y="467791"/>
                  </a:moveTo>
                  <a:lnTo>
                    <a:pt x="2342692" y="466674"/>
                  </a:lnTo>
                  <a:lnTo>
                    <a:pt x="2340826" y="464820"/>
                  </a:lnTo>
                  <a:lnTo>
                    <a:pt x="2339708" y="464350"/>
                  </a:lnTo>
                  <a:lnTo>
                    <a:pt x="2337079" y="464350"/>
                  </a:lnTo>
                  <a:lnTo>
                    <a:pt x="2335961" y="464820"/>
                  </a:lnTo>
                  <a:lnTo>
                    <a:pt x="2334095" y="466674"/>
                  </a:lnTo>
                  <a:lnTo>
                    <a:pt x="2333625" y="467791"/>
                  </a:lnTo>
                  <a:lnTo>
                    <a:pt x="2333625" y="470433"/>
                  </a:lnTo>
                  <a:lnTo>
                    <a:pt x="2334095" y="471551"/>
                  </a:lnTo>
                  <a:lnTo>
                    <a:pt x="2335961" y="473405"/>
                  </a:lnTo>
                  <a:lnTo>
                    <a:pt x="2337079" y="473875"/>
                  </a:lnTo>
                  <a:lnTo>
                    <a:pt x="2339708" y="473875"/>
                  </a:lnTo>
                  <a:lnTo>
                    <a:pt x="2340826" y="473405"/>
                  </a:lnTo>
                  <a:lnTo>
                    <a:pt x="2342692" y="471551"/>
                  </a:lnTo>
                  <a:lnTo>
                    <a:pt x="2343150" y="470433"/>
                  </a:lnTo>
                  <a:lnTo>
                    <a:pt x="2343150" y="467791"/>
                  </a:lnTo>
                  <a:close/>
                </a:path>
                <a:path w="3629025" h="1866900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3629025" h="1866900">
                  <a:moveTo>
                    <a:pt x="2390775" y="1860829"/>
                  </a:moveTo>
                  <a:lnTo>
                    <a:pt x="2390317" y="1859711"/>
                  </a:lnTo>
                  <a:lnTo>
                    <a:pt x="2388451" y="1857844"/>
                  </a:lnTo>
                  <a:lnTo>
                    <a:pt x="2387333" y="1857375"/>
                  </a:lnTo>
                  <a:lnTo>
                    <a:pt x="2384704" y="1857375"/>
                  </a:lnTo>
                  <a:lnTo>
                    <a:pt x="2383586" y="1857844"/>
                  </a:lnTo>
                  <a:lnTo>
                    <a:pt x="2381720" y="1859711"/>
                  </a:lnTo>
                  <a:lnTo>
                    <a:pt x="2381250" y="1860829"/>
                  </a:lnTo>
                  <a:lnTo>
                    <a:pt x="2381250" y="1863458"/>
                  </a:lnTo>
                  <a:lnTo>
                    <a:pt x="2381720" y="1864575"/>
                  </a:lnTo>
                  <a:lnTo>
                    <a:pt x="2383586" y="1866442"/>
                  </a:lnTo>
                  <a:lnTo>
                    <a:pt x="2384704" y="1866900"/>
                  </a:lnTo>
                  <a:lnTo>
                    <a:pt x="2387333" y="1866900"/>
                  </a:lnTo>
                  <a:lnTo>
                    <a:pt x="2388451" y="1866442"/>
                  </a:lnTo>
                  <a:lnTo>
                    <a:pt x="2390317" y="1864575"/>
                  </a:lnTo>
                  <a:lnTo>
                    <a:pt x="2390775" y="1863458"/>
                  </a:lnTo>
                  <a:lnTo>
                    <a:pt x="2390775" y="1860829"/>
                  </a:lnTo>
                  <a:close/>
                </a:path>
                <a:path w="3629025" h="1866900">
                  <a:moveTo>
                    <a:pt x="2390775" y="1396479"/>
                  </a:moveTo>
                  <a:lnTo>
                    <a:pt x="2390317" y="1395361"/>
                  </a:lnTo>
                  <a:lnTo>
                    <a:pt x="2388451" y="1393507"/>
                  </a:lnTo>
                  <a:lnTo>
                    <a:pt x="2387333" y="1393037"/>
                  </a:lnTo>
                  <a:lnTo>
                    <a:pt x="2384704" y="1393037"/>
                  </a:lnTo>
                  <a:lnTo>
                    <a:pt x="2383586" y="1393507"/>
                  </a:lnTo>
                  <a:lnTo>
                    <a:pt x="2381720" y="1395361"/>
                  </a:lnTo>
                  <a:lnTo>
                    <a:pt x="2381250" y="1396479"/>
                  </a:lnTo>
                  <a:lnTo>
                    <a:pt x="2381250" y="1399120"/>
                  </a:lnTo>
                  <a:lnTo>
                    <a:pt x="2381720" y="1400238"/>
                  </a:lnTo>
                  <a:lnTo>
                    <a:pt x="2383586" y="1402092"/>
                  </a:lnTo>
                  <a:lnTo>
                    <a:pt x="2384704" y="1402562"/>
                  </a:lnTo>
                  <a:lnTo>
                    <a:pt x="2387333" y="1402562"/>
                  </a:lnTo>
                  <a:lnTo>
                    <a:pt x="2388451" y="1402092"/>
                  </a:lnTo>
                  <a:lnTo>
                    <a:pt x="2390317" y="1400238"/>
                  </a:lnTo>
                  <a:lnTo>
                    <a:pt x="2390775" y="1399120"/>
                  </a:lnTo>
                  <a:lnTo>
                    <a:pt x="2390775" y="1396479"/>
                  </a:lnTo>
                  <a:close/>
                </a:path>
                <a:path w="3629025" h="1866900">
                  <a:moveTo>
                    <a:pt x="2390775" y="932141"/>
                  </a:moveTo>
                  <a:lnTo>
                    <a:pt x="2390317" y="931024"/>
                  </a:lnTo>
                  <a:lnTo>
                    <a:pt x="2388451" y="929157"/>
                  </a:lnTo>
                  <a:lnTo>
                    <a:pt x="2387333" y="928687"/>
                  </a:lnTo>
                  <a:lnTo>
                    <a:pt x="2384704" y="928687"/>
                  </a:lnTo>
                  <a:lnTo>
                    <a:pt x="2383586" y="929157"/>
                  </a:lnTo>
                  <a:lnTo>
                    <a:pt x="2381720" y="931024"/>
                  </a:lnTo>
                  <a:lnTo>
                    <a:pt x="2381250" y="932141"/>
                  </a:lnTo>
                  <a:lnTo>
                    <a:pt x="2381250" y="934770"/>
                  </a:lnTo>
                  <a:lnTo>
                    <a:pt x="2381720" y="935888"/>
                  </a:lnTo>
                  <a:lnTo>
                    <a:pt x="2383586" y="937755"/>
                  </a:lnTo>
                  <a:lnTo>
                    <a:pt x="2384704" y="938212"/>
                  </a:lnTo>
                  <a:lnTo>
                    <a:pt x="2387333" y="938212"/>
                  </a:lnTo>
                  <a:lnTo>
                    <a:pt x="2388451" y="937755"/>
                  </a:lnTo>
                  <a:lnTo>
                    <a:pt x="2390317" y="935888"/>
                  </a:lnTo>
                  <a:lnTo>
                    <a:pt x="2390775" y="934770"/>
                  </a:lnTo>
                  <a:lnTo>
                    <a:pt x="2390775" y="932141"/>
                  </a:lnTo>
                  <a:close/>
                </a:path>
                <a:path w="3629025" h="1866900">
                  <a:moveTo>
                    <a:pt x="2390775" y="467791"/>
                  </a:moveTo>
                  <a:lnTo>
                    <a:pt x="2390317" y="466674"/>
                  </a:lnTo>
                  <a:lnTo>
                    <a:pt x="2388451" y="464820"/>
                  </a:lnTo>
                  <a:lnTo>
                    <a:pt x="2387333" y="464350"/>
                  </a:lnTo>
                  <a:lnTo>
                    <a:pt x="2384704" y="464350"/>
                  </a:lnTo>
                  <a:lnTo>
                    <a:pt x="2383586" y="464820"/>
                  </a:lnTo>
                  <a:lnTo>
                    <a:pt x="2381720" y="466674"/>
                  </a:lnTo>
                  <a:lnTo>
                    <a:pt x="2381250" y="467791"/>
                  </a:lnTo>
                  <a:lnTo>
                    <a:pt x="2381250" y="470433"/>
                  </a:lnTo>
                  <a:lnTo>
                    <a:pt x="2381720" y="471551"/>
                  </a:lnTo>
                  <a:lnTo>
                    <a:pt x="2383586" y="473405"/>
                  </a:lnTo>
                  <a:lnTo>
                    <a:pt x="2384704" y="473875"/>
                  </a:lnTo>
                  <a:lnTo>
                    <a:pt x="2387333" y="473875"/>
                  </a:lnTo>
                  <a:lnTo>
                    <a:pt x="2388451" y="473405"/>
                  </a:lnTo>
                  <a:lnTo>
                    <a:pt x="2390317" y="471551"/>
                  </a:lnTo>
                  <a:lnTo>
                    <a:pt x="2390775" y="470433"/>
                  </a:lnTo>
                  <a:lnTo>
                    <a:pt x="2390775" y="467791"/>
                  </a:lnTo>
                  <a:close/>
                </a:path>
                <a:path w="3629025" h="1866900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3629025" h="1866900">
                  <a:moveTo>
                    <a:pt x="2438400" y="1860829"/>
                  </a:moveTo>
                  <a:lnTo>
                    <a:pt x="2437942" y="1859711"/>
                  </a:lnTo>
                  <a:lnTo>
                    <a:pt x="2436076" y="1857844"/>
                  </a:lnTo>
                  <a:lnTo>
                    <a:pt x="2434958" y="1857375"/>
                  </a:lnTo>
                  <a:lnTo>
                    <a:pt x="2432329" y="1857375"/>
                  </a:lnTo>
                  <a:lnTo>
                    <a:pt x="2431211" y="1857844"/>
                  </a:lnTo>
                  <a:lnTo>
                    <a:pt x="2429345" y="1859711"/>
                  </a:lnTo>
                  <a:lnTo>
                    <a:pt x="2428875" y="1860829"/>
                  </a:lnTo>
                  <a:lnTo>
                    <a:pt x="2428875" y="1863458"/>
                  </a:lnTo>
                  <a:lnTo>
                    <a:pt x="2429345" y="1864575"/>
                  </a:lnTo>
                  <a:lnTo>
                    <a:pt x="2431211" y="1866442"/>
                  </a:lnTo>
                  <a:lnTo>
                    <a:pt x="2432329" y="1866900"/>
                  </a:lnTo>
                  <a:lnTo>
                    <a:pt x="2434958" y="1866900"/>
                  </a:lnTo>
                  <a:lnTo>
                    <a:pt x="2436076" y="1866442"/>
                  </a:lnTo>
                  <a:lnTo>
                    <a:pt x="2437942" y="1864575"/>
                  </a:lnTo>
                  <a:lnTo>
                    <a:pt x="2438400" y="1863458"/>
                  </a:lnTo>
                  <a:lnTo>
                    <a:pt x="2438400" y="1860829"/>
                  </a:lnTo>
                  <a:close/>
                </a:path>
                <a:path w="3629025" h="1866900">
                  <a:moveTo>
                    <a:pt x="2438400" y="1396479"/>
                  </a:moveTo>
                  <a:lnTo>
                    <a:pt x="2437942" y="1395361"/>
                  </a:lnTo>
                  <a:lnTo>
                    <a:pt x="2436076" y="1393507"/>
                  </a:lnTo>
                  <a:lnTo>
                    <a:pt x="2434958" y="1393037"/>
                  </a:lnTo>
                  <a:lnTo>
                    <a:pt x="2432329" y="1393037"/>
                  </a:lnTo>
                  <a:lnTo>
                    <a:pt x="2431211" y="1393507"/>
                  </a:lnTo>
                  <a:lnTo>
                    <a:pt x="2429345" y="1395361"/>
                  </a:lnTo>
                  <a:lnTo>
                    <a:pt x="2428875" y="1396479"/>
                  </a:lnTo>
                  <a:lnTo>
                    <a:pt x="2428875" y="1399120"/>
                  </a:lnTo>
                  <a:lnTo>
                    <a:pt x="2429345" y="1400238"/>
                  </a:lnTo>
                  <a:lnTo>
                    <a:pt x="2431211" y="1402092"/>
                  </a:lnTo>
                  <a:lnTo>
                    <a:pt x="2432329" y="1402562"/>
                  </a:lnTo>
                  <a:lnTo>
                    <a:pt x="2434958" y="1402562"/>
                  </a:lnTo>
                  <a:lnTo>
                    <a:pt x="2436076" y="1402092"/>
                  </a:lnTo>
                  <a:lnTo>
                    <a:pt x="2437942" y="1400238"/>
                  </a:lnTo>
                  <a:lnTo>
                    <a:pt x="2438400" y="1399120"/>
                  </a:lnTo>
                  <a:lnTo>
                    <a:pt x="2438400" y="1396479"/>
                  </a:lnTo>
                  <a:close/>
                </a:path>
                <a:path w="3629025" h="1866900">
                  <a:moveTo>
                    <a:pt x="2438400" y="932141"/>
                  </a:moveTo>
                  <a:lnTo>
                    <a:pt x="2437942" y="931024"/>
                  </a:lnTo>
                  <a:lnTo>
                    <a:pt x="2436076" y="929157"/>
                  </a:lnTo>
                  <a:lnTo>
                    <a:pt x="2434958" y="928687"/>
                  </a:lnTo>
                  <a:lnTo>
                    <a:pt x="2432329" y="928687"/>
                  </a:lnTo>
                  <a:lnTo>
                    <a:pt x="2431211" y="929157"/>
                  </a:lnTo>
                  <a:lnTo>
                    <a:pt x="2429345" y="931024"/>
                  </a:lnTo>
                  <a:lnTo>
                    <a:pt x="2428875" y="932141"/>
                  </a:lnTo>
                  <a:lnTo>
                    <a:pt x="2428875" y="934770"/>
                  </a:lnTo>
                  <a:lnTo>
                    <a:pt x="2429345" y="935888"/>
                  </a:lnTo>
                  <a:lnTo>
                    <a:pt x="2431211" y="937755"/>
                  </a:lnTo>
                  <a:lnTo>
                    <a:pt x="2432329" y="938212"/>
                  </a:lnTo>
                  <a:lnTo>
                    <a:pt x="2434958" y="938212"/>
                  </a:lnTo>
                  <a:lnTo>
                    <a:pt x="2436076" y="937755"/>
                  </a:lnTo>
                  <a:lnTo>
                    <a:pt x="2437942" y="935888"/>
                  </a:lnTo>
                  <a:lnTo>
                    <a:pt x="2438400" y="934770"/>
                  </a:lnTo>
                  <a:lnTo>
                    <a:pt x="2438400" y="932141"/>
                  </a:lnTo>
                  <a:close/>
                </a:path>
                <a:path w="3629025" h="1866900">
                  <a:moveTo>
                    <a:pt x="2438400" y="467791"/>
                  </a:moveTo>
                  <a:lnTo>
                    <a:pt x="2437942" y="466674"/>
                  </a:lnTo>
                  <a:lnTo>
                    <a:pt x="2436076" y="464820"/>
                  </a:lnTo>
                  <a:lnTo>
                    <a:pt x="2434958" y="464350"/>
                  </a:lnTo>
                  <a:lnTo>
                    <a:pt x="2432329" y="464350"/>
                  </a:lnTo>
                  <a:lnTo>
                    <a:pt x="2431211" y="464820"/>
                  </a:lnTo>
                  <a:lnTo>
                    <a:pt x="2429345" y="466674"/>
                  </a:lnTo>
                  <a:lnTo>
                    <a:pt x="2428875" y="467791"/>
                  </a:lnTo>
                  <a:lnTo>
                    <a:pt x="2428875" y="470433"/>
                  </a:lnTo>
                  <a:lnTo>
                    <a:pt x="2429345" y="471551"/>
                  </a:lnTo>
                  <a:lnTo>
                    <a:pt x="2431211" y="473405"/>
                  </a:lnTo>
                  <a:lnTo>
                    <a:pt x="2432329" y="473875"/>
                  </a:lnTo>
                  <a:lnTo>
                    <a:pt x="2434958" y="473875"/>
                  </a:lnTo>
                  <a:lnTo>
                    <a:pt x="2436076" y="473405"/>
                  </a:lnTo>
                  <a:lnTo>
                    <a:pt x="2437942" y="471551"/>
                  </a:lnTo>
                  <a:lnTo>
                    <a:pt x="2438400" y="470433"/>
                  </a:lnTo>
                  <a:lnTo>
                    <a:pt x="2438400" y="467791"/>
                  </a:lnTo>
                  <a:close/>
                </a:path>
                <a:path w="3629025" h="1866900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3629025" h="1866900">
                  <a:moveTo>
                    <a:pt x="2486025" y="1860829"/>
                  </a:moveTo>
                  <a:lnTo>
                    <a:pt x="2485567" y="1859711"/>
                  </a:lnTo>
                  <a:lnTo>
                    <a:pt x="2483701" y="1857844"/>
                  </a:lnTo>
                  <a:lnTo>
                    <a:pt x="2482583" y="1857375"/>
                  </a:lnTo>
                  <a:lnTo>
                    <a:pt x="2479954" y="1857375"/>
                  </a:lnTo>
                  <a:lnTo>
                    <a:pt x="2478836" y="1857844"/>
                  </a:lnTo>
                  <a:lnTo>
                    <a:pt x="2476970" y="1859711"/>
                  </a:lnTo>
                  <a:lnTo>
                    <a:pt x="2476500" y="1860829"/>
                  </a:lnTo>
                  <a:lnTo>
                    <a:pt x="2476500" y="1863458"/>
                  </a:lnTo>
                  <a:lnTo>
                    <a:pt x="2476970" y="1864575"/>
                  </a:lnTo>
                  <a:lnTo>
                    <a:pt x="2478836" y="1866442"/>
                  </a:lnTo>
                  <a:lnTo>
                    <a:pt x="2479954" y="1866900"/>
                  </a:lnTo>
                  <a:lnTo>
                    <a:pt x="2482583" y="1866900"/>
                  </a:lnTo>
                  <a:lnTo>
                    <a:pt x="2483701" y="1866442"/>
                  </a:lnTo>
                  <a:lnTo>
                    <a:pt x="2485567" y="1864575"/>
                  </a:lnTo>
                  <a:lnTo>
                    <a:pt x="2486025" y="1863458"/>
                  </a:lnTo>
                  <a:lnTo>
                    <a:pt x="2486025" y="1860829"/>
                  </a:lnTo>
                  <a:close/>
                </a:path>
                <a:path w="3629025" h="1866900">
                  <a:moveTo>
                    <a:pt x="2486025" y="1396479"/>
                  </a:moveTo>
                  <a:lnTo>
                    <a:pt x="2485567" y="1395361"/>
                  </a:lnTo>
                  <a:lnTo>
                    <a:pt x="2483701" y="1393507"/>
                  </a:lnTo>
                  <a:lnTo>
                    <a:pt x="2482583" y="1393037"/>
                  </a:lnTo>
                  <a:lnTo>
                    <a:pt x="2479954" y="1393037"/>
                  </a:lnTo>
                  <a:lnTo>
                    <a:pt x="2478836" y="1393507"/>
                  </a:lnTo>
                  <a:lnTo>
                    <a:pt x="2476970" y="1395361"/>
                  </a:lnTo>
                  <a:lnTo>
                    <a:pt x="2476500" y="1396479"/>
                  </a:lnTo>
                  <a:lnTo>
                    <a:pt x="2476500" y="1399120"/>
                  </a:lnTo>
                  <a:lnTo>
                    <a:pt x="2476970" y="1400238"/>
                  </a:lnTo>
                  <a:lnTo>
                    <a:pt x="2478836" y="1402092"/>
                  </a:lnTo>
                  <a:lnTo>
                    <a:pt x="2479954" y="1402562"/>
                  </a:lnTo>
                  <a:lnTo>
                    <a:pt x="2482583" y="1402562"/>
                  </a:lnTo>
                  <a:lnTo>
                    <a:pt x="2483701" y="1402092"/>
                  </a:lnTo>
                  <a:lnTo>
                    <a:pt x="2485567" y="1400238"/>
                  </a:lnTo>
                  <a:lnTo>
                    <a:pt x="2486025" y="1399120"/>
                  </a:lnTo>
                  <a:lnTo>
                    <a:pt x="2486025" y="1396479"/>
                  </a:lnTo>
                  <a:close/>
                </a:path>
                <a:path w="3629025" h="1866900">
                  <a:moveTo>
                    <a:pt x="2486025" y="932141"/>
                  </a:moveTo>
                  <a:lnTo>
                    <a:pt x="2485567" y="931024"/>
                  </a:lnTo>
                  <a:lnTo>
                    <a:pt x="2483701" y="929157"/>
                  </a:lnTo>
                  <a:lnTo>
                    <a:pt x="2482583" y="928687"/>
                  </a:lnTo>
                  <a:lnTo>
                    <a:pt x="2479954" y="928687"/>
                  </a:lnTo>
                  <a:lnTo>
                    <a:pt x="2478836" y="929157"/>
                  </a:lnTo>
                  <a:lnTo>
                    <a:pt x="2476970" y="931024"/>
                  </a:lnTo>
                  <a:lnTo>
                    <a:pt x="2476500" y="932141"/>
                  </a:lnTo>
                  <a:lnTo>
                    <a:pt x="2476500" y="934770"/>
                  </a:lnTo>
                  <a:lnTo>
                    <a:pt x="2476970" y="935888"/>
                  </a:lnTo>
                  <a:lnTo>
                    <a:pt x="2478836" y="937755"/>
                  </a:lnTo>
                  <a:lnTo>
                    <a:pt x="2479954" y="938212"/>
                  </a:lnTo>
                  <a:lnTo>
                    <a:pt x="2482583" y="938212"/>
                  </a:lnTo>
                  <a:lnTo>
                    <a:pt x="2483701" y="937755"/>
                  </a:lnTo>
                  <a:lnTo>
                    <a:pt x="2485567" y="935888"/>
                  </a:lnTo>
                  <a:lnTo>
                    <a:pt x="2486025" y="934770"/>
                  </a:lnTo>
                  <a:lnTo>
                    <a:pt x="2486025" y="932141"/>
                  </a:lnTo>
                  <a:close/>
                </a:path>
                <a:path w="3629025" h="1866900">
                  <a:moveTo>
                    <a:pt x="2486025" y="467791"/>
                  </a:moveTo>
                  <a:lnTo>
                    <a:pt x="2485567" y="466674"/>
                  </a:lnTo>
                  <a:lnTo>
                    <a:pt x="2483701" y="464820"/>
                  </a:lnTo>
                  <a:lnTo>
                    <a:pt x="2482583" y="464350"/>
                  </a:lnTo>
                  <a:lnTo>
                    <a:pt x="2479954" y="464350"/>
                  </a:lnTo>
                  <a:lnTo>
                    <a:pt x="2478836" y="464820"/>
                  </a:lnTo>
                  <a:lnTo>
                    <a:pt x="2476970" y="466674"/>
                  </a:lnTo>
                  <a:lnTo>
                    <a:pt x="2476500" y="467791"/>
                  </a:lnTo>
                  <a:lnTo>
                    <a:pt x="2476500" y="470433"/>
                  </a:lnTo>
                  <a:lnTo>
                    <a:pt x="2476970" y="471551"/>
                  </a:lnTo>
                  <a:lnTo>
                    <a:pt x="2478836" y="473405"/>
                  </a:lnTo>
                  <a:lnTo>
                    <a:pt x="2479954" y="473875"/>
                  </a:lnTo>
                  <a:lnTo>
                    <a:pt x="2482583" y="473875"/>
                  </a:lnTo>
                  <a:lnTo>
                    <a:pt x="2483701" y="473405"/>
                  </a:lnTo>
                  <a:lnTo>
                    <a:pt x="2485567" y="471551"/>
                  </a:lnTo>
                  <a:lnTo>
                    <a:pt x="2486025" y="470433"/>
                  </a:lnTo>
                  <a:lnTo>
                    <a:pt x="2486025" y="467791"/>
                  </a:lnTo>
                  <a:close/>
                </a:path>
                <a:path w="3629025" h="1866900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3629025" h="1866900">
                  <a:moveTo>
                    <a:pt x="2533650" y="1860829"/>
                  </a:moveTo>
                  <a:lnTo>
                    <a:pt x="2533192" y="1859711"/>
                  </a:lnTo>
                  <a:lnTo>
                    <a:pt x="2531326" y="1857844"/>
                  </a:lnTo>
                  <a:lnTo>
                    <a:pt x="2530208" y="1857375"/>
                  </a:lnTo>
                  <a:lnTo>
                    <a:pt x="2527579" y="1857375"/>
                  </a:lnTo>
                  <a:lnTo>
                    <a:pt x="2526461" y="1857844"/>
                  </a:lnTo>
                  <a:lnTo>
                    <a:pt x="2524595" y="1859711"/>
                  </a:lnTo>
                  <a:lnTo>
                    <a:pt x="2524125" y="1860829"/>
                  </a:lnTo>
                  <a:lnTo>
                    <a:pt x="2524125" y="1863458"/>
                  </a:lnTo>
                  <a:lnTo>
                    <a:pt x="2524595" y="1864575"/>
                  </a:lnTo>
                  <a:lnTo>
                    <a:pt x="2526461" y="1866442"/>
                  </a:lnTo>
                  <a:lnTo>
                    <a:pt x="2527579" y="1866900"/>
                  </a:lnTo>
                  <a:lnTo>
                    <a:pt x="2530208" y="1866900"/>
                  </a:lnTo>
                  <a:lnTo>
                    <a:pt x="2531326" y="1866442"/>
                  </a:lnTo>
                  <a:lnTo>
                    <a:pt x="2533192" y="1864575"/>
                  </a:lnTo>
                  <a:lnTo>
                    <a:pt x="2533650" y="1863458"/>
                  </a:lnTo>
                  <a:lnTo>
                    <a:pt x="2533650" y="1860829"/>
                  </a:lnTo>
                  <a:close/>
                </a:path>
                <a:path w="3629025" h="1866900">
                  <a:moveTo>
                    <a:pt x="2533650" y="1396479"/>
                  </a:moveTo>
                  <a:lnTo>
                    <a:pt x="2533192" y="1395361"/>
                  </a:lnTo>
                  <a:lnTo>
                    <a:pt x="2531326" y="1393507"/>
                  </a:lnTo>
                  <a:lnTo>
                    <a:pt x="2530208" y="1393037"/>
                  </a:lnTo>
                  <a:lnTo>
                    <a:pt x="2527579" y="1393037"/>
                  </a:lnTo>
                  <a:lnTo>
                    <a:pt x="2526461" y="1393507"/>
                  </a:lnTo>
                  <a:lnTo>
                    <a:pt x="2524595" y="1395361"/>
                  </a:lnTo>
                  <a:lnTo>
                    <a:pt x="2524125" y="1396479"/>
                  </a:lnTo>
                  <a:lnTo>
                    <a:pt x="2524125" y="1399120"/>
                  </a:lnTo>
                  <a:lnTo>
                    <a:pt x="2524595" y="1400238"/>
                  </a:lnTo>
                  <a:lnTo>
                    <a:pt x="2526461" y="1402092"/>
                  </a:lnTo>
                  <a:lnTo>
                    <a:pt x="2527579" y="1402562"/>
                  </a:lnTo>
                  <a:lnTo>
                    <a:pt x="2530208" y="1402562"/>
                  </a:lnTo>
                  <a:lnTo>
                    <a:pt x="2531326" y="1402092"/>
                  </a:lnTo>
                  <a:lnTo>
                    <a:pt x="2533192" y="1400238"/>
                  </a:lnTo>
                  <a:lnTo>
                    <a:pt x="2533650" y="1399120"/>
                  </a:lnTo>
                  <a:lnTo>
                    <a:pt x="2533650" y="1396479"/>
                  </a:lnTo>
                  <a:close/>
                </a:path>
                <a:path w="3629025" h="1866900">
                  <a:moveTo>
                    <a:pt x="2533650" y="932141"/>
                  </a:moveTo>
                  <a:lnTo>
                    <a:pt x="2533192" y="931024"/>
                  </a:lnTo>
                  <a:lnTo>
                    <a:pt x="2531326" y="929157"/>
                  </a:lnTo>
                  <a:lnTo>
                    <a:pt x="2530208" y="928687"/>
                  </a:lnTo>
                  <a:lnTo>
                    <a:pt x="2527579" y="928687"/>
                  </a:lnTo>
                  <a:lnTo>
                    <a:pt x="2526461" y="929157"/>
                  </a:lnTo>
                  <a:lnTo>
                    <a:pt x="2524595" y="931024"/>
                  </a:lnTo>
                  <a:lnTo>
                    <a:pt x="2524125" y="932141"/>
                  </a:lnTo>
                  <a:lnTo>
                    <a:pt x="2524125" y="934770"/>
                  </a:lnTo>
                  <a:lnTo>
                    <a:pt x="2524595" y="935888"/>
                  </a:lnTo>
                  <a:lnTo>
                    <a:pt x="2526461" y="937755"/>
                  </a:lnTo>
                  <a:lnTo>
                    <a:pt x="2527579" y="938212"/>
                  </a:lnTo>
                  <a:lnTo>
                    <a:pt x="2530208" y="938212"/>
                  </a:lnTo>
                  <a:lnTo>
                    <a:pt x="2531326" y="937755"/>
                  </a:lnTo>
                  <a:lnTo>
                    <a:pt x="2533192" y="935888"/>
                  </a:lnTo>
                  <a:lnTo>
                    <a:pt x="2533650" y="934770"/>
                  </a:lnTo>
                  <a:lnTo>
                    <a:pt x="2533650" y="932141"/>
                  </a:lnTo>
                  <a:close/>
                </a:path>
                <a:path w="3629025" h="1866900">
                  <a:moveTo>
                    <a:pt x="2533650" y="467791"/>
                  </a:moveTo>
                  <a:lnTo>
                    <a:pt x="2533192" y="466674"/>
                  </a:lnTo>
                  <a:lnTo>
                    <a:pt x="2531326" y="464820"/>
                  </a:lnTo>
                  <a:lnTo>
                    <a:pt x="2530208" y="464350"/>
                  </a:lnTo>
                  <a:lnTo>
                    <a:pt x="2527579" y="464350"/>
                  </a:lnTo>
                  <a:lnTo>
                    <a:pt x="2526461" y="464820"/>
                  </a:lnTo>
                  <a:lnTo>
                    <a:pt x="2524595" y="466674"/>
                  </a:lnTo>
                  <a:lnTo>
                    <a:pt x="2524125" y="467791"/>
                  </a:lnTo>
                  <a:lnTo>
                    <a:pt x="2524125" y="470433"/>
                  </a:lnTo>
                  <a:lnTo>
                    <a:pt x="2524595" y="471551"/>
                  </a:lnTo>
                  <a:lnTo>
                    <a:pt x="2526461" y="473405"/>
                  </a:lnTo>
                  <a:lnTo>
                    <a:pt x="2527579" y="473875"/>
                  </a:lnTo>
                  <a:lnTo>
                    <a:pt x="2530208" y="473875"/>
                  </a:lnTo>
                  <a:lnTo>
                    <a:pt x="2531326" y="473405"/>
                  </a:lnTo>
                  <a:lnTo>
                    <a:pt x="2533192" y="471551"/>
                  </a:lnTo>
                  <a:lnTo>
                    <a:pt x="2533650" y="470433"/>
                  </a:lnTo>
                  <a:lnTo>
                    <a:pt x="2533650" y="467791"/>
                  </a:lnTo>
                  <a:close/>
                </a:path>
                <a:path w="3629025" h="1866900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3629025" h="1866900">
                  <a:moveTo>
                    <a:pt x="2581275" y="1860829"/>
                  </a:moveTo>
                  <a:lnTo>
                    <a:pt x="2580817" y="1859711"/>
                  </a:lnTo>
                  <a:lnTo>
                    <a:pt x="2578951" y="1857844"/>
                  </a:lnTo>
                  <a:lnTo>
                    <a:pt x="2577833" y="1857375"/>
                  </a:lnTo>
                  <a:lnTo>
                    <a:pt x="2575204" y="1857375"/>
                  </a:lnTo>
                  <a:lnTo>
                    <a:pt x="2574086" y="1857844"/>
                  </a:lnTo>
                  <a:lnTo>
                    <a:pt x="2572220" y="1859711"/>
                  </a:lnTo>
                  <a:lnTo>
                    <a:pt x="2571750" y="1860829"/>
                  </a:lnTo>
                  <a:lnTo>
                    <a:pt x="2571750" y="1863458"/>
                  </a:lnTo>
                  <a:lnTo>
                    <a:pt x="2572220" y="1864575"/>
                  </a:lnTo>
                  <a:lnTo>
                    <a:pt x="2574086" y="1866442"/>
                  </a:lnTo>
                  <a:lnTo>
                    <a:pt x="2575204" y="1866900"/>
                  </a:lnTo>
                  <a:lnTo>
                    <a:pt x="2577833" y="1866900"/>
                  </a:lnTo>
                  <a:lnTo>
                    <a:pt x="2578951" y="1866442"/>
                  </a:lnTo>
                  <a:lnTo>
                    <a:pt x="2580817" y="1864575"/>
                  </a:lnTo>
                  <a:lnTo>
                    <a:pt x="2581275" y="1863458"/>
                  </a:lnTo>
                  <a:lnTo>
                    <a:pt x="2581275" y="1860829"/>
                  </a:lnTo>
                  <a:close/>
                </a:path>
                <a:path w="3629025" h="1866900">
                  <a:moveTo>
                    <a:pt x="2581275" y="1396479"/>
                  </a:moveTo>
                  <a:lnTo>
                    <a:pt x="2580817" y="1395361"/>
                  </a:lnTo>
                  <a:lnTo>
                    <a:pt x="2578951" y="1393507"/>
                  </a:lnTo>
                  <a:lnTo>
                    <a:pt x="2577833" y="1393037"/>
                  </a:lnTo>
                  <a:lnTo>
                    <a:pt x="2575204" y="1393037"/>
                  </a:lnTo>
                  <a:lnTo>
                    <a:pt x="2574086" y="1393507"/>
                  </a:lnTo>
                  <a:lnTo>
                    <a:pt x="2572220" y="1395361"/>
                  </a:lnTo>
                  <a:lnTo>
                    <a:pt x="2571750" y="1396479"/>
                  </a:lnTo>
                  <a:lnTo>
                    <a:pt x="2571750" y="1399120"/>
                  </a:lnTo>
                  <a:lnTo>
                    <a:pt x="2572220" y="1400238"/>
                  </a:lnTo>
                  <a:lnTo>
                    <a:pt x="2574086" y="1402092"/>
                  </a:lnTo>
                  <a:lnTo>
                    <a:pt x="2575204" y="1402562"/>
                  </a:lnTo>
                  <a:lnTo>
                    <a:pt x="2577833" y="1402562"/>
                  </a:lnTo>
                  <a:lnTo>
                    <a:pt x="2578951" y="1402092"/>
                  </a:lnTo>
                  <a:lnTo>
                    <a:pt x="2580817" y="1400238"/>
                  </a:lnTo>
                  <a:lnTo>
                    <a:pt x="2581275" y="1399120"/>
                  </a:lnTo>
                  <a:lnTo>
                    <a:pt x="2581275" y="1396479"/>
                  </a:lnTo>
                  <a:close/>
                </a:path>
                <a:path w="3629025" h="1866900">
                  <a:moveTo>
                    <a:pt x="2581275" y="932141"/>
                  </a:moveTo>
                  <a:lnTo>
                    <a:pt x="2580817" y="931024"/>
                  </a:lnTo>
                  <a:lnTo>
                    <a:pt x="2578951" y="929157"/>
                  </a:lnTo>
                  <a:lnTo>
                    <a:pt x="2577833" y="928687"/>
                  </a:lnTo>
                  <a:lnTo>
                    <a:pt x="2575204" y="928687"/>
                  </a:lnTo>
                  <a:lnTo>
                    <a:pt x="2574086" y="929157"/>
                  </a:lnTo>
                  <a:lnTo>
                    <a:pt x="2572220" y="931024"/>
                  </a:lnTo>
                  <a:lnTo>
                    <a:pt x="2571750" y="932141"/>
                  </a:lnTo>
                  <a:lnTo>
                    <a:pt x="2571750" y="934770"/>
                  </a:lnTo>
                  <a:lnTo>
                    <a:pt x="2572220" y="935888"/>
                  </a:lnTo>
                  <a:lnTo>
                    <a:pt x="2574086" y="937755"/>
                  </a:lnTo>
                  <a:lnTo>
                    <a:pt x="2575204" y="938212"/>
                  </a:lnTo>
                  <a:lnTo>
                    <a:pt x="2577833" y="938212"/>
                  </a:lnTo>
                  <a:lnTo>
                    <a:pt x="2578951" y="937755"/>
                  </a:lnTo>
                  <a:lnTo>
                    <a:pt x="2580817" y="935888"/>
                  </a:lnTo>
                  <a:lnTo>
                    <a:pt x="2581275" y="934770"/>
                  </a:lnTo>
                  <a:lnTo>
                    <a:pt x="2581275" y="932141"/>
                  </a:lnTo>
                  <a:close/>
                </a:path>
                <a:path w="3629025" h="1866900">
                  <a:moveTo>
                    <a:pt x="2581275" y="467791"/>
                  </a:moveTo>
                  <a:lnTo>
                    <a:pt x="2580817" y="466674"/>
                  </a:lnTo>
                  <a:lnTo>
                    <a:pt x="2578951" y="464820"/>
                  </a:lnTo>
                  <a:lnTo>
                    <a:pt x="2577833" y="464350"/>
                  </a:lnTo>
                  <a:lnTo>
                    <a:pt x="2575204" y="464350"/>
                  </a:lnTo>
                  <a:lnTo>
                    <a:pt x="2574086" y="464820"/>
                  </a:lnTo>
                  <a:lnTo>
                    <a:pt x="2572220" y="466674"/>
                  </a:lnTo>
                  <a:lnTo>
                    <a:pt x="2571750" y="467791"/>
                  </a:lnTo>
                  <a:lnTo>
                    <a:pt x="2571750" y="470433"/>
                  </a:lnTo>
                  <a:lnTo>
                    <a:pt x="2572220" y="471551"/>
                  </a:lnTo>
                  <a:lnTo>
                    <a:pt x="2574086" y="473405"/>
                  </a:lnTo>
                  <a:lnTo>
                    <a:pt x="2575204" y="473875"/>
                  </a:lnTo>
                  <a:lnTo>
                    <a:pt x="2577833" y="473875"/>
                  </a:lnTo>
                  <a:lnTo>
                    <a:pt x="2578951" y="473405"/>
                  </a:lnTo>
                  <a:lnTo>
                    <a:pt x="2580817" y="471551"/>
                  </a:lnTo>
                  <a:lnTo>
                    <a:pt x="2581275" y="470433"/>
                  </a:lnTo>
                  <a:lnTo>
                    <a:pt x="2581275" y="467791"/>
                  </a:lnTo>
                  <a:close/>
                </a:path>
                <a:path w="3629025" h="1866900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3629025" h="1866900">
                  <a:moveTo>
                    <a:pt x="2628900" y="1860829"/>
                  </a:moveTo>
                  <a:lnTo>
                    <a:pt x="2628442" y="1859711"/>
                  </a:lnTo>
                  <a:lnTo>
                    <a:pt x="2626576" y="1857844"/>
                  </a:lnTo>
                  <a:lnTo>
                    <a:pt x="2625458" y="1857375"/>
                  </a:lnTo>
                  <a:lnTo>
                    <a:pt x="2622829" y="1857375"/>
                  </a:lnTo>
                  <a:lnTo>
                    <a:pt x="2621711" y="1857844"/>
                  </a:lnTo>
                  <a:lnTo>
                    <a:pt x="2619845" y="1859711"/>
                  </a:lnTo>
                  <a:lnTo>
                    <a:pt x="2619375" y="1860829"/>
                  </a:lnTo>
                  <a:lnTo>
                    <a:pt x="2619375" y="1863458"/>
                  </a:lnTo>
                  <a:lnTo>
                    <a:pt x="2619845" y="1864575"/>
                  </a:lnTo>
                  <a:lnTo>
                    <a:pt x="2621711" y="1866442"/>
                  </a:lnTo>
                  <a:lnTo>
                    <a:pt x="2622829" y="1866900"/>
                  </a:lnTo>
                  <a:lnTo>
                    <a:pt x="2625458" y="1866900"/>
                  </a:lnTo>
                  <a:lnTo>
                    <a:pt x="2626576" y="1866442"/>
                  </a:lnTo>
                  <a:lnTo>
                    <a:pt x="2628442" y="1864575"/>
                  </a:lnTo>
                  <a:lnTo>
                    <a:pt x="2628900" y="1863458"/>
                  </a:lnTo>
                  <a:lnTo>
                    <a:pt x="2628900" y="1860829"/>
                  </a:lnTo>
                  <a:close/>
                </a:path>
                <a:path w="3629025" h="1866900">
                  <a:moveTo>
                    <a:pt x="2628900" y="1396479"/>
                  </a:moveTo>
                  <a:lnTo>
                    <a:pt x="2628442" y="1395361"/>
                  </a:lnTo>
                  <a:lnTo>
                    <a:pt x="2626576" y="1393507"/>
                  </a:lnTo>
                  <a:lnTo>
                    <a:pt x="2625458" y="1393037"/>
                  </a:lnTo>
                  <a:lnTo>
                    <a:pt x="2622829" y="1393037"/>
                  </a:lnTo>
                  <a:lnTo>
                    <a:pt x="2621711" y="1393507"/>
                  </a:lnTo>
                  <a:lnTo>
                    <a:pt x="2619845" y="1395361"/>
                  </a:lnTo>
                  <a:lnTo>
                    <a:pt x="2619375" y="1396479"/>
                  </a:lnTo>
                  <a:lnTo>
                    <a:pt x="2619375" y="1399120"/>
                  </a:lnTo>
                  <a:lnTo>
                    <a:pt x="2619845" y="1400238"/>
                  </a:lnTo>
                  <a:lnTo>
                    <a:pt x="2621711" y="1402092"/>
                  </a:lnTo>
                  <a:lnTo>
                    <a:pt x="2622829" y="1402562"/>
                  </a:lnTo>
                  <a:lnTo>
                    <a:pt x="2625458" y="1402562"/>
                  </a:lnTo>
                  <a:lnTo>
                    <a:pt x="2626576" y="1402092"/>
                  </a:lnTo>
                  <a:lnTo>
                    <a:pt x="2628442" y="1400238"/>
                  </a:lnTo>
                  <a:lnTo>
                    <a:pt x="2628900" y="1399120"/>
                  </a:lnTo>
                  <a:lnTo>
                    <a:pt x="2628900" y="1396479"/>
                  </a:lnTo>
                  <a:close/>
                </a:path>
                <a:path w="3629025" h="1866900">
                  <a:moveTo>
                    <a:pt x="2628900" y="932141"/>
                  </a:moveTo>
                  <a:lnTo>
                    <a:pt x="2628442" y="931024"/>
                  </a:lnTo>
                  <a:lnTo>
                    <a:pt x="2626576" y="929157"/>
                  </a:lnTo>
                  <a:lnTo>
                    <a:pt x="2625458" y="928687"/>
                  </a:lnTo>
                  <a:lnTo>
                    <a:pt x="2622829" y="928687"/>
                  </a:lnTo>
                  <a:lnTo>
                    <a:pt x="2621711" y="929157"/>
                  </a:lnTo>
                  <a:lnTo>
                    <a:pt x="2619845" y="931024"/>
                  </a:lnTo>
                  <a:lnTo>
                    <a:pt x="2619375" y="932141"/>
                  </a:lnTo>
                  <a:lnTo>
                    <a:pt x="2619375" y="934770"/>
                  </a:lnTo>
                  <a:lnTo>
                    <a:pt x="2619845" y="935888"/>
                  </a:lnTo>
                  <a:lnTo>
                    <a:pt x="2621711" y="937755"/>
                  </a:lnTo>
                  <a:lnTo>
                    <a:pt x="2622829" y="938212"/>
                  </a:lnTo>
                  <a:lnTo>
                    <a:pt x="2625458" y="938212"/>
                  </a:lnTo>
                  <a:lnTo>
                    <a:pt x="2626576" y="937755"/>
                  </a:lnTo>
                  <a:lnTo>
                    <a:pt x="2628442" y="935888"/>
                  </a:lnTo>
                  <a:lnTo>
                    <a:pt x="2628900" y="934770"/>
                  </a:lnTo>
                  <a:lnTo>
                    <a:pt x="2628900" y="932141"/>
                  </a:lnTo>
                  <a:close/>
                </a:path>
                <a:path w="3629025" h="1866900">
                  <a:moveTo>
                    <a:pt x="2628900" y="467791"/>
                  </a:moveTo>
                  <a:lnTo>
                    <a:pt x="2628442" y="466674"/>
                  </a:lnTo>
                  <a:lnTo>
                    <a:pt x="2626576" y="464820"/>
                  </a:lnTo>
                  <a:lnTo>
                    <a:pt x="2625458" y="464350"/>
                  </a:lnTo>
                  <a:lnTo>
                    <a:pt x="2622829" y="464350"/>
                  </a:lnTo>
                  <a:lnTo>
                    <a:pt x="2621711" y="464820"/>
                  </a:lnTo>
                  <a:lnTo>
                    <a:pt x="2619845" y="466674"/>
                  </a:lnTo>
                  <a:lnTo>
                    <a:pt x="2619375" y="467791"/>
                  </a:lnTo>
                  <a:lnTo>
                    <a:pt x="2619375" y="470433"/>
                  </a:lnTo>
                  <a:lnTo>
                    <a:pt x="2619845" y="471551"/>
                  </a:lnTo>
                  <a:lnTo>
                    <a:pt x="2621711" y="473405"/>
                  </a:lnTo>
                  <a:lnTo>
                    <a:pt x="2622829" y="473875"/>
                  </a:lnTo>
                  <a:lnTo>
                    <a:pt x="2625458" y="473875"/>
                  </a:lnTo>
                  <a:lnTo>
                    <a:pt x="2626576" y="473405"/>
                  </a:lnTo>
                  <a:lnTo>
                    <a:pt x="2628442" y="471551"/>
                  </a:lnTo>
                  <a:lnTo>
                    <a:pt x="2628900" y="470433"/>
                  </a:lnTo>
                  <a:lnTo>
                    <a:pt x="2628900" y="467791"/>
                  </a:lnTo>
                  <a:close/>
                </a:path>
                <a:path w="3629025" h="1866900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3629025" h="1866900">
                  <a:moveTo>
                    <a:pt x="2676525" y="1860829"/>
                  </a:moveTo>
                  <a:lnTo>
                    <a:pt x="2676067" y="1859711"/>
                  </a:lnTo>
                  <a:lnTo>
                    <a:pt x="2674201" y="1857844"/>
                  </a:lnTo>
                  <a:lnTo>
                    <a:pt x="2673083" y="1857375"/>
                  </a:lnTo>
                  <a:lnTo>
                    <a:pt x="2670454" y="1857375"/>
                  </a:lnTo>
                  <a:lnTo>
                    <a:pt x="2669336" y="1857844"/>
                  </a:lnTo>
                  <a:lnTo>
                    <a:pt x="2667470" y="1859711"/>
                  </a:lnTo>
                  <a:lnTo>
                    <a:pt x="2667000" y="1860829"/>
                  </a:lnTo>
                  <a:lnTo>
                    <a:pt x="2667000" y="1863458"/>
                  </a:lnTo>
                  <a:lnTo>
                    <a:pt x="2667470" y="1864575"/>
                  </a:lnTo>
                  <a:lnTo>
                    <a:pt x="2669336" y="1866442"/>
                  </a:lnTo>
                  <a:lnTo>
                    <a:pt x="2670454" y="1866900"/>
                  </a:lnTo>
                  <a:lnTo>
                    <a:pt x="2673083" y="1866900"/>
                  </a:lnTo>
                  <a:lnTo>
                    <a:pt x="2674201" y="1866442"/>
                  </a:lnTo>
                  <a:lnTo>
                    <a:pt x="2676067" y="1864575"/>
                  </a:lnTo>
                  <a:lnTo>
                    <a:pt x="2676525" y="1863458"/>
                  </a:lnTo>
                  <a:lnTo>
                    <a:pt x="2676525" y="1860829"/>
                  </a:lnTo>
                  <a:close/>
                </a:path>
                <a:path w="3629025" h="1866900">
                  <a:moveTo>
                    <a:pt x="2676525" y="1396479"/>
                  </a:moveTo>
                  <a:lnTo>
                    <a:pt x="2676067" y="1395361"/>
                  </a:lnTo>
                  <a:lnTo>
                    <a:pt x="2674201" y="1393507"/>
                  </a:lnTo>
                  <a:lnTo>
                    <a:pt x="2673083" y="1393037"/>
                  </a:lnTo>
                  <a:lnTo>
                    <a:pt x="2670454" y="1393037"/>
                  </a:lnTo>
                  <a:lnTo>
                    <a:pt x="2669336" y="1393507"/>
                  </a:lnTo>
                  <a:lnTo>
                    <a:pt x="2667470" y="1395361"/>
                  </a:lnTo>
                  <a:lnTo>
                    <a:pt x="2667000" y="1396479"/>
                  </a:lnTo>
                  <a:lnTo>
                    <a:pt x="2667000" y="1399120"/>
                  </a:lnTo>
                  <a:lnTo>
                    <a:pt x="2667470" y="1400238"/>
                  </a:lnTo>
                  <a:lnTo>
                    <a:pt x="2669336" y="1402092"/>
                  </a:lnTo>
                  <a:lnTo>
                    <a:pt x="2670454" y="1402562"/>
                  </a:lnTo>
                  <a:lnTo>
                    <a:pt x="2673083" y="1402562"/>
                  </a:lnTo>
                  <a:lnTo>
                    <a:pt x="2674201" y="1402092"/>
                  </a:lnTo>
                  <a:lnTo>
                    <a:pt x="2676067" y="1400238"/>
                  </a:lnTo>
                  <a:lnTo>
                    <a:pt x="2676525" y="1399120"/>
                  </a:lnTo>
                  <a:lnTo>
                    <a:pt x="2676525" y="1396479"/>
                  </a:lnTo>
                  <a:close/>
                </a:path>
                <a:path w="3629025" h="1866900">
                  <a:moveTo>
                    <a:pt x="2676525" y="932141"/>
                  </a:moveTo>
                  <a:lnTo>
                    <a:pt x="2676067" y="931024"/>
                  </a:lnTo>
                  <a:lnTo>
                    <a:pt x="2674201" y="929157"/>
                  </a:lnTo>
                  <a:lnTo>
                    <a:pt x="2673083" y="928687"/>
                  </a:lnTo>
                  <a:lnTo>
                    <a:pt x="2670454" y="928687"/>
                  </a:lnTo>
                  <a:lnTo>
                    <a:pt x="2669336" y="929157"/>
                  </a:lnTo>
                  <a:lnTo>
                    <a:pt x="2667470" y="931024"/>
                  </a:lnTo>
                  <a:lnTo>
                    <a:pt x="2667000" y="932141"/>
                  </a:lnTo>
                  <a:lnTo>
                    <a:pt x="2667000" y="934770"/>
                  </a:lnTo>
                  <a:lnTo>
                    <a:pt x="2667470" y="935888"/>
                  </a:lnTo>
                  <a:lnTo>
                    <a:pt x="2669336" y="937755"/>
                  </a:lnTo>
                  <a:lnTo>
                    <a:pt x="2670454" y="938212"/>
                  </a:lnTo>
                  <a:lnTo>
                    <a:pt x="2673083" y="938212"/>
                  </a:lnTo>
                  <a:lnTo>
                    <a:pt x="2674201" y="937755"/>
                  </a:lnTo>
                  <a:lnTo>
                    <a:pt x="2676067" y="935888"/>
                  </a:lnTo>
                  <a:lnTo>
                    <a:pt x="2676525" y="934770"/>
                  </a:lnTo>
                  <a:lnTo>
                    <a:pt x="2676525" y="932141"/>
                  </a:lnTo>
                  <a:close/>
                </a:path>
                <a:path w="3629025" h="1866900">
                  <a:moveTo>
                    <a:pt x="2676525" y="467791"/>
                  </a:moveTo>
                  <a:lnTo>
                    <a:pt x="2676067" y="466674"/>
                  </a:lnTo>
                  <a:lnTo>
                    <a:pt x="2674201" y="464820"/>
                  </a:lnTo>
                  <a:lnTo>
                    <a:pt x="2673083" y="464350"/>
                  </a:lnTo>
                  <a:lnTo>
                    <a:pt x="2670454" y="464350"/>
                  </a:lnTo>
                  <a:lnTo>
                    <a:pt x="2669336" y="464820"/>
                  </a:lnTo>
                  <a:lnTo>
                    <a:pt x="2667470" y="466674"/>
                  </a:lnTo>
                  <a:lnTo>
                    <a:pt x="2667000" y="467791"/>
                  </a:lnTo>
                  <a:lnTo>
                    <a:pt x="2667000" y="470433"/>
                  </a:lnTo>
                  <a:lnTo>
                    <a:pt x="2667470" y="471551"/>
                  </a:lnTo>
                  <a:lnTo>
                    <a:pt x="2669336" y="473405"/>
                  </a:lnTo>
                  <a:lnTo>
                    <a:pt x="2670454" y="473875"/>
                  </a:lnTo>
                  <a:lnTo>
                    <a:pt x="2673083" y="473875"/>
                  </a:lnTo>
                  <a:lnTo>
                    <a:pt x="2674201" y="473405"/>
                  </a:lnTo>
                  <a:lnTo>
                    <a:pt x="2676067" y="471551"/>
                  </a:lnTo>
                  <a:lnTo>
                    <a:pt x="2676525" y="470433"/>
                  </a:lnTo>
                  <a:lnTo>
                    <a:pt x="2676525" y="467791"/>
                  </a:lnTo>
                  <a:close/>
                </a:path>
                <a:path w="3629025" h="1866900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3629025" h="1866900">
                  <a:moveTo>
                    <a:pt x="2724150" y="1860829"/>
                  </a:moveTo>
                  <a:lnTo>
                    <a:pt x="2723692" y="1859711"/>
                  </a:lnTo>
                  <a:lnTo>
                    <a:pt x="2721826" y="1857844"/>
                  </a:lnTo>
                  <a:lnTo>
                    <a:pt x="2720708" y="1857375"/>
                  </a:lnTo>
                  <a:lnTo>
                    <a:pt x="2718079" y="1857375"/>
                  </a:lnTo>
                  <a:lnTo>
                    <a:pt x="2716961" y="1857844"/>
                  </a:lnTo>
                  <a:lnTo>
                    <a:pt x="2715095" y="1859711"/>
                  </a:lnTo>
                  <a:lnTo>
                    <a:pt x="2714625" y="1860829"/>
                  </a:lnTo>
                  <a:lnTo>
                    <a:pt x="2714625" y="1863458"/>
                  </a:lnTo>
                  <a:lnTo>
                    <a:pt x="2715095" y="1864575"/>
                  </a:lnTo>
                  <a:lnTo>
                    <a:pt x="2716961" y="1866442"/>
                  </a:lnTo>
                  <a:lnTo>
                    <a:pt x="2718079" y="1866900"/>
                  </a:lnTo>
                  <a:lnTo>
                    <a:pt x="2720708" y="1866900"/>
                  </a:lnTo>
                  <a:lnTo>
                    <a:pt x="2721826" y="1866442"/>
                  </a:lnTo>
                  <a:lnTo>
                    <a:pt x="2723692" y="1864575"/>
                  </a:lnTo>
                  <a:lnTo>
                    <a:pt x="2724150" y="1863458"/>
                  </a:lnTo>
                  <a:lnTo>
                    <a:pt x="2724150" y="1860829"/>
                  </a:lnTo>
                  <a:close/>
                </a:path>
                <a:path w="3629025" h="1866900">
                  <a:moveTo>
                    <a:pt x="2724150" y="1396479"/>
                  </a:moveTo>
                  <a:lnTo>
                    <a:pt x="2723692" y="1395361"/>
                  </a:lnTo>
                  <a:lnTo>
                    <a:pt x="2721826" y="1393507"/>
                  </a:lnTo>
                  <a:lnTo>
                    <a:pt x="2720708" y="1393037"/>
                  </a:lnTo>
                  <a:lnTo>
                    <a:pt x="2718079" y="1393037"/>
                  </a:lnTo>
                  <a:lnTo>
                    <a:pt x="2716961" y="1393507"/>
                  </a:lnTo>
                  <a:lnTo>
                    <a:pt x="2715095" y="1395361"/>
                  </a:lnTo>
                  <a:lnTo>
                    <a:pt x="2714625" y="1396479"/>
                  </a:lnTo>
                  <a:lnTo>
                    <a:pt x="2714625" y="1399120"/>
                  </a:lnTo>
                  <a:lnTo>
                    <a:pt x="2715095" y="1400238"/>
                  </a:lnTo>
                  <a:lnTo>
                    <a:pt x="2716961" y="1402092"/>
                  </a:lnTo>
                  <a:lnTo>
                    <a:pt x="2718079" y="1402562"/>
                  </a:lnTo>
                  <a:lnTo>
                    <a:pt x="2720708" y="1402562"/>
                  </a:lnTo>
                  <a:lnTo>
                    <a:pt x="2721826" y="1402092"/>
                  </a:lnTo>
                  <a:lnTo>
                    <a:pt x="2723692" y="1400238"/>
                  </a:lnTo>
                  <a:lnTo>
                    <a:pt x="2724150" y="1399120"/>
                  </a:lnTo>
                  <a:lnTo>
                    <a:pt x="2724150" y="1396479"/>
                  </a:lnTo>
                  <a:close/>
                </a:path>
                <a:path w="3629025" h="1866900">
                  <a:moveTo>
                    <a:pt x="2724150" y="932141"/>
                  </a:moveTo>
                  <a:lnTo>
                    <a:pt x="2723692" y="931024"/>
                  </a:lnTo>
                  <a:lnTo>
                    <a:pt x="2721826" y="929157"/>
                  </a:lnTo>
                  <a:lnTo>
                    <a:pt x="2720708" y="928687"/>
                  </a:lnTo>
                  <a:lnTo>
                    <a:pt x="2718079" y="928687"/>
                  </a:lnTo>
                  <a:lnTo>
                    <a:pt x="2716961" y="929157"/>
                  </a:lnTo>
                  <a:lnTo>
                    <a:pt x="2715095" y="931024"/>
                  </a:lnTo>
                  <a:lnTo>
                    <a:pt x="2714625" y="932141"/>
                  </a:lnTo>
                  <a:lnTo>
                    <a:pt x="2714625" y="934770"/>
                  </a:lnTo>
                  <a:lnTo>
                    <a:pt x="2715095" y="935888"/>
                  </a:lnTo>
                  <a:lnTo>
                    <a:pt x="2716961" y="937755"/>
                  </a:lnTo>
                  <a:lnTo>
                    <a:pt x="2718079" y="938212"/>
                  </a:lnTo>
                  <a:lnTo>
                    <a:pt x="2720708" y="938212"/>
                  </a:lnTo>
                  <a:lnTo>
                    <a:pt x="2721826" y="937755"/>
                  </a:lnTo>
                  <a:lnTo>
                    <a:pt x="2723692" y="935888"/>
                  </a:lnTo>
                  <a:lnTo>
                    <a:pt x="2724150" y="934770"/>
                  </a:lnTo>
                  <a:lnTo>
                    <a:pt x="2724150" y="932141"/>
                  </a:lnTo>
                  <a:close/>
                </a:path>
                <a:path w="3629025" h="1866900">
                  <a:moveTo>
                    <a:pt x="2724150" y="467791"/>
                  </a:moveTo>
                  <a:lnTo>
                    <a:pt x="2723692" y="466674"/>
                  </a:lnTo>
                  <a:lnTo>
                    <a:pt x="2721826" y="464820"/>
                  </a:lnTo>
                  <a:lnTo>
                    <a:pt x="2720708" y="464350"/>
                  </a:lnTo>
                  <a:lnTo>
                    <a:pt x="2718079" y="464350"/>
                  </a:lnTo>
                  <a:lnTo>
                    <a:pt x="2716961" y="464820"/>
                  </a:lnTo>
                  <a:lnTo>
                    <a:pt x="2715095" y="466674"/>
                  </a:lnTo>
                  <a:lnTo>
                    <a:pt x="2714625" y="467791"/>
                  </a:lnTo>
                  <a:lnTo>
                    <a:pt x="2714625" y="470433"/>
                  </a:lnTo>
                  <a:lnTo>
                    <a:pt x="2715095" y="471551"/>
                  </a:lnTo>
                  <a:lnTo>
                    <a:pt x="2716961" y="473405"/>
                  </a:lnTo>
                  <a:lnTo>
                    <a:pt x="2718079" y="473875"/>
                  </a:lnTo>
                  <a:lnTo>
                    <a:pt x="2720708" y="473875"/>
                  </a:lnTo>
                  <a:lnTo>
                    <a:pt x="2721826" y="473405"/>
                  </a:lnTo>
                  <a:lnTo>
                    <a:pt x="2723692" y="471551"/>
                  </a:lnTo>
                  <a:lnTo>
                    <a:pt x="2724150" y="470433"/>
                  </a:lnTo>
                  <a:lnTo>
                    <a:pt x="2724150" y="467791"/>
                  </a:lnTo>
                  <a:close/>
                </a:path>
                <a:path w="3629025" h="1866900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3629025" h="1866900">
                  <a:moveTo>
                    <a:pt x="2771775" y="1860829"/>
                  </a:moveTo>
                  <a:lnTo>
                    <a:pt x="2771317" y="1859711"/>
                  </a:lnTo>
                  <a:lnTo>
                    <a:pt x="2769451" y="1857844"/>
                  </a:lnTo>
                  <a:lnTo>
                    <a:pt x="2768333" y="1857375"/>
                  </a:lnTo>
                  <a:lnTo>
                    <a:pt x="2765704" y="1857375"/>
                  </a:lnTo>
                  <a:lnTo>
                    <a:pt x="2764586" y="1857844"/>
                  </a:lnTo>
                  <a:lnTo>
                    <a:pt x="2762720" y="1859711"/>
                  </a:lnTo>
                  <a:lnTo>
                    <a:pt x="2762250" y="1860829"/>
                  </a:lnTo>
                  <a:lnTo>
                    <a:pt x="2762250" y="1863458"/>
                  </a:lnTo>
                  <a:lnTo>
                    <a:pt x="2762720" y="1864575"/>
                  </a:lnTo>
                  <a:lnTo>
                    <a:pt x="2764586" y="1866442"/>
                  </a:lnTo>
                  <a:lnTo>
                    <a:pt x="2765704" y="1866900"/>
                  </a:lnTo>
                  <a:lnTo>
                    <a:pt x="2768333" y="1866900"/>
                  </a:lnTo>
                  <a:lnTo>
                    <a:pt x="2769451" y="1866442"/>
                  </a:lnTo>
                  <a:lnTo>
                    <a:pt x="2771317" y="1864575"/>
                  </a:lnTo>
                  <a:lnTo>
                    <a:pt x="2771775" y="1863458"/>
                  </a:lnTo>
                  <a:lnTo>
                    <a:pt x="2771775" y="1860829"/>
                  </a:lnTo>
                  <a:close/>
                </a:path>
                <a:path w="3629025" h="1866900">
                  <a:moveTo>
                    <a:pt x="2771775" y="1396479"/>
                  </a:moveTo>
                  <a:lnTo>
                    <a:pt x="2771317" y="1395361"/>
                  </a:lnTo>
                  <a:lnTo>
                    <a:pt x="2769451" y="1393507"/>
                  </a:lnTo>
                  <a:lnTo>
                    <a:pt x="2768333" y="1393037"/>
                  </a:lnTo>
                  <a:lnTo>
                    <a:pt x="2765704" y="1393037"/>
                  </a:lnTo>
                  <a:lnTo>
                    <a:pt x="2764586" y="1393507"/>
                  </a:lnTo>
                  <a:lnTo>
                    <a:pt x="2762720" y="1395361"/>
                  </a:lnTo>
                  <a:lnTo>
                    <a:pt x="2762250" y="1396479"/>
                  </a:lnTo>
                  <a:lnTo>
                    <a:pt x="2762250" y="1399120"/>
                  </a:lnTo>
                  <a:lnTo>
                    <a:pt x="2762720" y="1400238"/>
                  </a:lnTo>
                  <a:lnTo>
                    <a:pt x="2764586" y="1402092"/>
                  </a:lnTo>
                  <a:lnTo>
                    <a:pt x="2765704" y="1402562"/>
                  </a:lnTo>
                  <a:lnTo>
                    <a:pt x="2768333" y="1402562"/>
                  </a:lnTo>
                  <a:lnTo>
                    <a:pt x="2769451" y="1402092"/>
                  </a:lnTo>
                  <a:lnTo>
                    <a:pt x="2771317" y="1400238"/>
                  </a:lnTo>
                  <a:lnTo>
                    <a:pt x="2771775" y="1399120"/>
                  </a:lnTo>
                  <a:lnTo>
                    <a:pt x="2771775" y="1396479"/>
                  </a:lnTo>
                  <a:close/>
                </a:path>
                <a:path w="3629025" h="1866900">
                  <a:moveTo>
                    <a:pt x="2771775" y="932141"/>
                  </a:moveTo>
                  <a:lnTo>
                    <a:pt x="2771317" y="931024"/>
                  </a:lnTo>
                  <a:lnTo>
                    <a:pt x="2769451" y="929157"/>
                  </a:lnTo>
                  <a:lnTo>
                    <a:pt x="2768333" y="928687"/>
                  </a:lnTo>
                  <a:lnTo>
                    <a:pt x="2765704" y="928687"/>
                  </a:lnTo>
                  <a:lnTo>
                    <a:pt x="2764586" y="929157"/>
                  </a:lnTo>
                  <a:lnTo>
                    <a:pt x="2762720" y="931024"/>
                  </a:lnTo>
                  <a:lnTo>
                    <a:pt x="2762250" y="932141"/>
                  </a:lnTo>
                  <a:lnTo>
                    <a:pt x="2762250" y="934770"/>
                  </a:lnTo>
                  <a:lnTo>
                    <a:pt x="2762720" y="935888"/>
                  </a:lnTo>
                  <a:lnTo>
                    <a:pt x="2764586" y="937755"/>
                  </a:lnTo>
                  <a:lnTo>
                    <a:pt x="2765704" y="938212"/>
                  </a:lnTo>
                  <a:lnTo>
                    <a:pt x="2768333" y="938212"/>
                  </a:lnTo>
                  <a:lnTo>
                    <a:pt x="2769451" y="937755"/>
                  </a:lnTo>
                  <a:lnTo>
                    <a:pt x="2771317" y="935888"/>
                  </a:lnTo>
                  <a:lnTo>
                    <a:pt x="2771775" y="934770"/>
                  </a:lnTo>
                  <a:lnTo>
                    <a:pt x="2771775" y="932141"/>
                  </a:lnTo>
                  <a:close/>
                </a:path>
                <a:path w="3629025" h="1866900">
                  <a:moveTo>
                    <a:pt x="2771775" y="467791"/>
                  </a:moveTo>
                  <a:lnTo>
                    <a:pt x="2771317" y="466674"/>
                  </a:lnTo>
                  <a:lnTo>
                    <a:pt x="2769451" y="464820"/>
                  </a:lnTo>
                  <a:lnTo>
                    <a:pt x="2768333" y="464350"/>
                  </a:lnTo>
                  <a:lnTo>
                    <a:pt x="2765704" y="464350"/>
                  </a:lnTo>
                  <a:lnTo>
                    <a:pt x="2764586" y="464820"/>
                  </a:lnTo>
                  <a:lnTo>
                    <a:pt x="2762720" y="466674"/>
                  </a:lnTo>
                  <a:lnTo>
                    <a:pt x="2762250" y="467791"/>
                  </a:lnTo>
                  <a:lnTo>
                    <a:pt x="2762250" y="470433"/>
                  </a:lnTo>
                  <a:lnTo>
                    <a:pt x="2762720" y="471551"/>
                  </a:lnTo>
                  <a:lnTo>
                    <a:pt x="2764586" y="473405"/>
                  </a:lnTo>
                  <a:lnTo>
                    <a:pt x="2765704" y="473875"/>
                  </a:lnTo>
                  <a:lnTo>
                    <a:pt x="2768333" y="473875"/>
                  </a:lnTo>
                  <a:lnTo>
                    <a:pt x="2769451" y="473405"/>
                  </a:lnTo>
                  <a:lnTo>
                    <a:pt x="2771317" y="471551"/>
                  </a:lnTo>
                  <a:lnTo>
                    <a:pt x="2771775" y="470433"/>
                  </a:lnTo>
                  <a:lnTo>
                    <a:pt x="2771775" y="467791"/>
                  </a:lnTo>
                  <a:close/>
                </a:path>
                <a:path w="3629025" h="1866900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3629025" h="1866900">
                  <a:moveTo>
                    <a:pt x="2819400" y="1860829"/>
                  </a:moveTo>
                  <a:lnTo>
                    <a:pt x="2818942" y="1859711"/>
                  </a:lnTo>
                  <a:lnTo>
                    <a:pt x="2817076" y="1857844"/>
                  </a:lnTo>
                  <a:lnTo>
                    <a:pt x="2815958" y="1857375"/>
                  </a:lnTo>
                  <a:lnTo>
                    <a:pt x="2813329" y="1857375"/>
                  </a:lnTo>
                  <a:lnTo>
                    <a:pt x="2812211" y="1857844"/>
                  </a:lnTo>
                  <a:lnTo>
                    <a:pt x="2810345" y="1859711"/>
                  </a:lnTo>
                  <a:lnTo>
                    <a:pt x="2809875" y="1860829"/>
                  </a:lnTo>
                  <a:lnTo>
                    <a:pt x="2809875" y="1863458"/>
                  </a:lnTo>
                  <a:lnTo>
                    <a:pt x="2810345" y="1864575"/>
                  </a:lnTo>
                  <a:lnTo>
                    <a:pt x="2812211" y="1866442"/>
                  </a:lnTo>
                  <a:lnTo>
                    <a:pt x="2813329" y="1866900"/>
                  </a:lnTo>
                  <a:lnTo>
                    <a:pt x="2815958" y="1866900"/>
                  </a:lnTo>
                  <a:lnTo>
                    <a:pt x="2817076" y="1866442"/>
                  </a:lnTo>
                  <a:lnTo>
                    <a:pt x="2818942" y="1864575"/>
                  </a:lnTo>
                  <a:lnTo>
                    <a:pt x="2819400" y="1863458"/>
                  </a:lnTo>
                  <a:lnTo>
                    <a:pt x="2819400" y="1860829"/>
                  </a:lnTo>
                  <a:close/>
                </a:path>
                <a:path w="3629025" h="1866900">
                  <a:moveTo>
                    <a:pt x="2819400" y="1396479"/>
                  </a:moveTo>
                  <a:lnTo>
                    <a:pt x="2818942" y="1395361"/>
                  </a:lnTo>
                  <a:lnTo>
                    <a:pt x="2817076" y="1393507"/>
                  </a:lnTo>
                  <a:lnTo>
                    <a:pt x="2815958" y="1393037"/>
                  </a:lnTo>
                  <a:lnTo>
                    <a:pt x="2813329" y="1393037"/>
                  </a:lnTo>
                  <a:lnTo>
                    <a:pt x="2812211" y="1393507"/>
                  </a:lnTo>
                  <a:lnTo>
                    <a:pt x="2810345" y="1395361"/>
                  </a:lnTo>
                  <a:lnTo>
                    <a:pt x="2809875" y="1396479"/>
                  </a:lnTo>
                  <a:lnTo>
                    <a:pt x="2809875" y="1399120"/>
                  </a:lnTo>
                  <a:lnTo>
                    <a:pt x="2810345" y="1400238"/>
                  </a:lnTo>
                  <a:lnTo>
                    <a:pt x="2812211" y="1402092"/>
                  </a:lnTo>
                  <a:lnTo>
                    <a:pt x="2813329" y="1402562"/>
                  </a:lnTo>
                  <a:lnTo>
                    <a:pt x="2815958" y="1402562"/>
                  </a:lnTo>
                  <a:lnTo>
                    <a:pt x="2817076" y="1402092"/>
                  </a:lnTo>
                  <a:lnTo>
                    <a:pt x="2818942" y="1400238"/>
                  </a:lnTo>
                  <a:lnTo>
                    <a:pt x="2819400" y="1399120"/>
                  </a:lnTo>
                  <a:lnTo>
                    <a:pt x="2819400" y="1396479"/>
                  </a:lnTo>
                  <a:close/>
                </a:path>
                <a:path w="3629025" h="1866900">
                  <a:moveTo>
                    <a:pt x="2819400" y="932141"/>
                  </a:moveTo>
                  <a:lnTo>
                    <a:pt x="2818942" y="931024"/>
                  </a:lnTo>
                  <a:lnTo>
                    <a:pt x="2817076" y="929157"/>
                  </a:lnTo>
                  <a:lnTo>
                    <a:pt x="2815958" y="928687"/>
                  </a:lnTo>
                  <a:lnTo>
                    <a:pt x="2813329" y="928687"/>
                  </a:lnTo>
                  <a:lnTo>
                    <a:pt x="2812211" y="929157"/>
                  </a:lnTo>
                  <a:lnTo>
                    <a:pt x="2810345" y="931024"/>
                  </a:lnTo>
                  <a:lnTo>
                    <a:pt x="2809875" y="932141"/>
                  </a:lnTo>
                  <a:lnTo>
                    <a:pt x="2809875" y="934770"/>
                  </a:lnTo>
                  <a:lnTo>
                    <a:pt x="2810345" y="935888"/>
                  </a:lnTo>
                  <a:lnTo>
                    <a:pt x="2812211" y="937755"/>
                  </a:lnTo>
                  <a:lnTo>
                    <a:pt x="2813329" y="938212"/>
                  </a:lnTo>
                  <a:lnTo>
                    <a:pt x="2815958" y="938212"/>
                  </a:lnTo>
                  <a:lnTo>
                    <a:pt x="2817076" y="937755"/>
                  </a:lnTo>
                  <a:lnTo>
                    <a:pt x="2818942" y="935888"/>
                  </a:lnTo>
                  <a:lnTo>
                    <a:pt x="2819400" y="934770"/>
                  </a:lnTo>
                  <a:lnTo>
                    <a:pt x="2819400" y="932141"/>
                  </a:lnTo>
                  <a:close/>
                </a:path>
                <a:path w="3629025" h="1866900">
                  <a:moveTo>
                    <a:pt x="2819400" y="467791"/>
                  </a:moveTo>
                  <a:lnTo>
                    <a:pt x="2818942" y="466674"/>
                  </a:lnTo>
                  <a:lnTo>
                    <a:pt x="2817076" y="464820"/>
                  </a:lnTo>
                  <a:lnTo>
                    <a:pt x="2815958" y="464350"/>
                  </a:lnTo>
                  <a:lnTo>
                    <a:pt x="2813329" y="464350"/>
                  </a:lnTo>
                  <a:lnTo>
                    <a:pt x="2812211" y="464820"/>
                  </a:lnTo>
                  <a:lnTo>
                    <a:pt x="2810345" y="466674"/>
                  </a:lnTo>
                  <a:lnTo>
                    <a:pt x="2809875" y="467791"/>
                  </a:lnTo>
                  <a:lnTo>
                    <a:pt x="2809875" y="470433"/>
                  </a:lnTo>
                  <a:lnTo>
                    <a:pt x="2810345" y="471551"/>
                  </a:lnTo>
                  <a:lnTo>
                    <a:pt x="2812211" y="473405"/>
                  </a:lnTo>
                  <a:lnTo>
                    <a:pt x="2813329" y="473875"/>
                  </a:lnTo>
                  <a:lnTo>
                    <a:pt x="2815958" y="473875"/>
                  </a:lnTo>
                  <a:lnTo>
                    <a:pt x="2817076" y="473405"/>
                  </a:lnTo>
                  <a:lnTo>
                    <a:pt x="2818942" y="471551"/>
                  </a:lnTo>
                  <a:lnTo>
                    <a:pt x="2819400" y="470433"/>
                  </a:lnTo>
                  <a:lnTo>
                    <a:pt x="2819400" y="467791"/>
                  </a:lnTo>
                  <a:close/>
                </a:path>
                <a:path w="3629025" h="1866900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3629025" h="1866900">
                  <a:moveTo>
                    <a:pt x="2867025" y="1860829"/>
                  </a:moveTo>
                  <a:lnTo>
                    <a:pt x="2866567" y="1859711"/>
                  </a:lnTo>
                  <a:lnTo>
                    <a:pt x="2864701" y="1857844"/>
                  </a:lnTo>
                  <a:lnTo>
                    <a:pt x="2863583" y="1857375"/>
                  </a:lnTo>
                  <a:lnTo>
                    <a:pt x="2860954" y="1857375"/>
                  </a:lnTo>
                  <a:lnTo>
                    <a:pt x="2859836" y="1857844"/>
                  </a:lnTo>
                  <a:lnTo>
                    <a:pt x="2857970" y="1859711"/>
                  </a:lnTo>
                  <a:lnTo>
                    <a:pt x="2857500" y="1860829"/>
                  </a:lnTo>
                  <a:lnTo>
                    <a:pt x="2857500" y="1863458"/>
                  </a:lnTo>
                  <a:lnTo>
                    <a:pt x="2857970" y="1864575"/>
                  </a:lnTo>
                  <a:lnTo>
                    <a:pt x="2859836" y="1866442"/>
                  </a:lnTo>
                  <a:lnTo>
                    <a:pt x="2860954" y="1866900"/>
                  </a:lnTo>
                  <a:lnTo>
                    <a:pt x="2863583" y="1866900"/>
                  </a:lnTo>
                  <a:lnTo>
                    <a:pt x="2864701" y="1866442"/>
                  </a:lnTo>
                  <a:lnTo>
                    <a:pt x="2866567" y="1864575"/>
                  </a:lnTo>
                  <a:lnTo>
                    <a:pt x="2867025" y="1863458"/>
                  </a:lnTo>
                  <a:lnTo>
                    <a:pt x="2867025" y="1860829"/>
                  </a:lnTo>
                  <a:close/>
                </a:path>
                <a:path w="3629025" h="1866900">
                  <a:moveTo>
                    <a:pt x="2867025" y="1396479"/>
                  </a:moveTo>
                  <a:lnTo>
                    <a:pt x="2866567" y="1395361"/>
                  </a:lnTo>
                  <a:lnTo>
                    <a:pt x="2864701" y="1393507"/>
                  </a:lnTo>
                  <a:lnTo>
                    <a:pt x="2863583" y="1393037"/>
                  </a:lnTo>
                  <a:lnTo>
                    <a:pt x="2860954" y="1393037"/>
                  </a:lnTo>
                  <a:lnTo>
                    <a:pt x="2859836" y="1393507"/>
                  </a:lnTo>
                  <a:lnTo>
                    <a:pt x="2857970" y="1395361"/>
                  </a:lnTo>
                  <a:lnTo>
                    <a:pt x="2857500" y="1396479"/>
                  </a:lnTo>
                  <a:lnTo>
                    <a:pt x="2857500" y="1399120"/>
                  </a:lnTo>
                  <a:lnTo>
                    <a:pt x="2857970" y="1400238"/>
                  </a:lnTo>
                  <a:lnTo>
                    <a:pt x="2859836" y="1402092"/>
                  </a:lnTo>
                  <a:lnTo>
                    <a:pt x="2860954" y="1402562"/>
                  </a:lnTo>
                  <a:lnTo>
                    <a:pt x="2863583" y="1402562"/>
                  </a:lnTo>
                  <a:lnTo>
                    <a:pt x="2864701" y="1402092"/>
                  </a:lnTo>
                  <a:lnTo>
                    <a:pt x="2866567" y="1400238"/>
                  </a:lnTo>
                  <a:lnTo>
                    <a:pt x="2867025" y="1399120"/>
                  </a:lnTo>
                  <a:lnTo>
                    <a:pt x="2867025" y="1396479"/>
                  </a:lnTo>
                  <a:close/>
                </a:path>
                <a:path w="3629025" h="1866900">
                  <a:moveTo>
                    <a:pt x="2867025" y="932141"/>
                  </a:moveTo>
                  <a:lnTo>
                    <a:pt x="2866567" y="931024"/>
                  </a:lnTo>
                  <a:lnTo>
                    <a:pt x="2864701" y="929157"/>
                  </a:lnTo>
                  <a:lnTo>
                    <a:pt x="2863583" y="928687"/>
                  </a:lnTo>
                  <a:lnTo>
                    <a:pt x="2860954" y="928687"/>
                  </a:lnTo>
                  <a:lnTo>
                    <a:pt x="2859836" y="929157"/>
                  </a:lnTo>
                  <a:lnTo>
                    <a:pt x="2857970" y="931024"/>
                  </a:lnTo>
                  <a:lnTo>
                    <a:pt x="2857500" y="932141"/>
                  </a:lnTo>
                  <a:lnTo>
                    <a:pt x="2857500" y="934770"/>
                  </a:lnTo>
                  <a:lnTo>
                    <a:pt x="2857970" y="935888"/>
                  </a:lnTo>
                  <a:lnTo>
                    <a:pt x="2859836" y="937755"/>
                  </a:lnTo>
                  <a:lnTo>
                    <a:pt x="2860954" y="938212"/>
                  </a:lnTo>
                  <a:lnTo>
                    <a:pt x="2863583" y="938212"/>
                  </a:lnTo>
                  <a:lnTo>
                    <a:pt x="2864701" y="937755"/>
                  </a:lnTo>
                  <a:lnTo>
                    <a:pt x="2866567" y="935888"/>
                  </a:lnTo>
                  <a:lnTo>
                    <a:pt x="2867025" y="934770"/>
                  </a:lnTo>
                  <a:lnTo>
                    <a:pt x="2867025" y="932141"/>
                  </a:lnTo>
                  <a:close/>
                </a:path>
                <a:path w="3629025" h="1866900">
                  <a:moveTo>
                    <a:pt x="2867025" y="467791"/>
                  </a:moveTo>
                  <a:lnTo>
                    <a:pt x="2866567" y="466674"/>
                  </a:lnTo>
                  <a:lnTo>
                    <a:pt x="2864701" y="464820"/>
                  </a:lnTo>
                  <a:lnTo>
                    <a:pt x="2863583" y="464350"/>
                  </a:lnTo>
                  <a:lnTo>
                    <a:pt x="2860954" y="464350"/>
                  </a:lnTo>
                  <a:lnTo>
                    <a:pt x="2859836" y="464820"/>
                  </a:lnTo>
                  <a:lnTo>
                    <a:pt x="2857970" y="466674"/>
                  </a:lnTo>
                  <a:lnTo>
                    <a:pt x="2857500" y="467791"/>
                  </a:lnTo>
                  <a:lnTo>
                    <a:pt x="2857500" y="470433"/>
                  </a:lnTo>
                  <a:lnTo>
                    <a:pt x="2857970" y="471551"/>
                  </a:lnTo>
                  <a:lnTo>
                    <a:pt x="2859836" y="473405"/>
                  </a:lnTo>
                  <a:lnTo>
                    <a:pt x="2860954" y="473875"/>
                  </a:lnTo>
                  <a:lnTo>
                    <a:pt x="2863583" y="473875"/>
                  </a:lnTo>
                  <a:lnTo>
                    <a:pt x="2864701" y="473405"/>
                  </a:lnTo>
                  <a:lnTo>
                    <a:pt x="2866567" y="471551"/>
                  </a:lnTo>
                  <a:lnTo>
                    <a:pt x="2867025" y="470433"/>
                  </a:lnTo>
                  <a:lnTo>
                    <a:pt x="2867025" y="467791"/>
                  </a:lnTo>
                  <a:close/>
                </a:path>
                <a:path w="3629025" h="1866900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3629025" h="1866900">
                  <a:moveTo>
                    <a:pt x="2914650" y="1860829"/>
                  </a:moveTo>
                  <a:lnTo>
                    <a:pt x="2914192" y="1859711"/>
                  </a:lnTo>
                  <a:lnTo>
                    <a:pt x="2912326" y="1857844"/>
                  </a:lnTo>
                  <a:lnTo>
                    <a:pt x="2911208" y="1857375"/>
                  </a:lnTo>
                  <a:lnTo>
                    <a:pt x="2908579" y="1857375"/>
                  </a:lnTo>
                  <a:lnTo>
                    <a:pt x="2907461" y="1857844"/>
                  </a:lnTo>
                  <a:lnTo>
                    <a:pt x="2905595" y="1859711"/>
                  </a:lnTo>
                  <a:lnTo>
                    <a:pt x="2905125" y="1860829"/>
                  </a:lnTo>
                  <a:lnTo>
                    <a:pt x="2905125" y="1863458"/>
                  </a:lnTo>
                  <a:lnTo>
                    <a:pt x="2905595" y="1864575"/>
                  </a:lnTo>
                  <a:lnTo>
                    <a:pt x="2907461" y="1866442"/>
                  </a:lnTo>
                  <a:lnTo>
                    <a:pt x="2908579" y="1866900"/>
                  </a:lnTo>
                  <a:lnTo>
                    <a:pt x="2911208" y="1866900"/>
                  </a:lnTo>
                  <a:lnTo>
                    <a:pt x="2912326" y="1866442"/>
                  </a:lnTo>
                  <a:lnTo>
                    <a:pt x="2914192" y="1864575"/>
                  </a:lnTo>
                  <a:lnTo>
                    <a:pt x="2914650" y="1863458"/>
                  </a:lnTo>
                  <a:lnTo>
                    <a:pt x="2914650" y="1860829"/>
                  </a:lnTo>
                  <a:close/>
                </a:path>
                <a:path w="3629025" h="1866900">
                  <a:moveTo>
                    <a:pt x="2914650" y="1396479"/>
                  </a:moveTo>
                  <a:lnTo>
                    <a:pt x="2914192" y="1395361"/>
                  </a:lnTo>
                  <a:lnTo>
                    <a:pt x="2912326" y="1393507"/>
                  </a:lnTo>
                  <a:lnTo>
                    <a:pt x="2911208" y="1393037"/>
                  </a:lnTo>
                  <a:lnTo>
                    <a:pt x="2908579" y="1393037"/>
                  </a:lnTo>
                  <a:lnTo>
                    <a:pt x="2907461" y="1393507"/>
                  </a:lnTo>
                  <a:lnTo>
                    <a:pt x="2905595" y="1395361"/>
                  </a:lnTo>
                  <a:lnTo>
                    <a:pt x="2905125" y="1396479"/>
                  </a:lnTo>
                  <a:lnTo>
                    <a:pt x="2905125" y="1399120"/>
                  </a:lnTo>
                  <a:lnTo>
                    <a:pt x="2905595" y="1400238"/>
                  </a:lnTo>
                  <a:lnTo>
                    <a:pt x="2907461" y="1402092"/>
                  </a:lnTo>
                  <a:lnTo>
                    <a:pt x="2908579" y="1402562"/>
                  </a:lnTo>
                  <a:lnTo>
                    <a:pt x="2911208" y="1402562"/>
                  </a:lnTo>
                  <a:lnTo>
                    <a:pt x="2912326" y="1402092"/>
                  </a:lnTo>
                  <a:lnTo>
                    <a:pt x="2914192" y="1400238"/>
                  </a:lnTo>
                  <a:lnTo>
                    <a:pt x="2914650" y="1399120"/>
                  </a:lnTo>
                  <a:lnTo>
                    <a:pt x="2914650" y="1396479"/>
                  </a:lnTo>
                  <a:close/>
                </a:path>
                <a:path w="3629025" h="1866900">
                  <a:moveTo>
                    <a:pt x="2914650" y="932141"/>
                  </a:moveTo>
                  <a:lnTo>
                    <a:pt x="2914192" y="931024"/>
                  </a:lnTo>
                  <a:lnTo>
                    <a:pt x="2912326" y="929157"/>
                  </a:lnTo>
                  <a:lnTo>
                    <a:pt x="2911208" y="928687"/>
                  </a:lnTo>
                  <a:lnTo>
                    <a:pt x="2908579" y="928687"/>
                  </a:lnTo>
                  <a:lnTo>
                    <a:pt x="2907461" y="929157"/>
                  </a:lnTo>
                  <a:lnTo>
                    <a:pt x="2905595" y="931024"/>
                  </a:lnTo>
                  <a:lnTo>
                    <a:pt x="2905125" y="932141"/>
                  </a:lnTo>
                  <a:lnTo>
                    <a:pt x="2905125" y="934770"/>
                  </a:lnTo>
                  <a:lnTo>
                    <a:pt x="2905595" y="935888"/>
                  </a:lnTo>
                  <a:lnTo>
                    <a:pt x="2907461" y="937755"/>
                  </a:lnTo>
                  <a:lnTo>
                    <a:pt x="2908579" y="938212"/>
                  </a:lnTo>
                  <a:lnTo>
                    <a:pt x="2911208" y="938212"/>
                  </a:lnTo>
                  <a:lnTo>
                    <a:pt x="2912326" y="937755"/>
                  </a:lnTo>
                  <a:lnTo>
                    <a:pt x="2914192" y="935888"/>
                  </a:lnTo>
                  <a:lnTo>
                    <a:pt x="2914650" y="934770"/>
                  </a:lnTo>
                  <a:lnTo>
                    <a:pt x="2914650" y="932141"/>
                  </a:lnTo>
                  <a:close/>
                </a:path>
                <a:path w="3629025" h="1866900">
                  <a:moveTo>
                    <a:pt x="2914650" y="467791"/>
                  </a:moveTo>
                  <a:lnTo>
                    <a:pt x="2914192" y="466674"/>
                  </a:lnTo>
                  <a:lnTo>
                    <a:pt x="2912326" y="464820"/>
                  </a:lnTo>
                  <a:lnTo>
                    <a:pt x="2911208" y="464350"/>
                  </a:lnTo>
                  <a:lnTo>
                    <a:pt x="2908579" y="464350"/>
                  </a:lnTo>
                  <a:lnTo>
                    <a:pt x="2907461" y="464820"/>
                  </a:lnTo>
                  <a:lnTo>
                    <a:pt x="2905595" y="466674"/>
                  </a:lnTo>
                  <a:lnTo>
                    <a:pt x="2905125" y="467791"/>
                  </a:lnTo>
                  <a:lnTo>
                    <a:pt x="2905125" y="470433"/>
                  </a:lnTo>
                  <a:lnTo>
                    <a:pt x="2905595" y="471551"/>
                  </a:lnTo>
                  <a:lnTo>
                    <a:pt x="2907461" y="473405"/>
                  </a:lnTo>
                  <a:lnTo>
                    <a:pt x="2908579" y="473875"/>
                  </a:lnTo>
                  <a:lnTo>
                    <a:pt x="2911208" y="473875"/>
                  </a:lnTo>
                  <a:lnTo>
                    <a:pt x="2912326" y="473405"/>
                  </a:lnTo>
                  <a:lnTo>
                    <a:pt x="2914192" y="471551"/>
                  </a:lnTo>
                  <a:lnTo>
                    <a:pt x="2914650" y="470433"/>
                  </a:lnTo>
                  <a:lnTo>
                    <a:pt x="2914650" y="467791"/>
                  </a:lnTo>
                  <a:close/>
                </a:path>
                <a:path w="3629025" h="1866900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3629025" h="1866900">
                  <a:moveTo>
                    <a:pt x="2962275" y="1860829"/>
                  </a:moveTo>
                  <a:lnTo>
                    <a:pt x="2961817" y="1859711"/>
                  </a:lnTo>
                  <a:lnTo>
                    <a:pt x="2959951" y="1857844"/>
                  </a:lnTo>
                  <a:lnTo>
                    <a:pt x="2958833" y="1857375"/>
                  </a:lnTo>
                  <a:lnTo>
                    <a:pt x="2956204" y="1857375"/>
                  </a:lnTo>
                  <a:lnTo>
                    <a:pt x="2955086" y="1857844"/>
                  </a:lnTo>
                  <a:lnTo>
                    <a:pt x="2953220" y="1859711"/>
                  </a:lnTo>
                  <a:lnTo>
                    <a:pt x="2952750" y="1860829"/>
                  </a:lnTo>
                  <a:lnTo>
                    <a:pt x="2952750" y="1863458"/>
                  </a:lnTo>
                  <a:lnTo>
                    <a:pt x="2953220" y="1864575"/>
                  </a:lnTo>
                  <a:lnTo>
                    <a:pt x="2955086" y="1866442"/>
                  </a:lnTo>
                  <a:lnTo>
                    <a:pt x="2956204" y="1866900"/>
                  </a:lnTo>
                  <a:lnTo>
                    <a:pt x="2958833" y="1866900"/>
                  </a:lnTo>
                  <a:lnTo>
                    <a:pt x="2959951" y="1866442"/>
                  </a:lnTo>
                  <a:lnTo>
                    <a:pt x="2961817" y="1864575"/>
                  </a:lnTo>
                  <a:lnTo>
                    <a:pt x="2962275" y="1863458"/>
                  </a:lnTo>
                  <a:lnTo>
                    <a:pt x="2962275" y="1860829"/>
                  </a:lnTo>
                  <a:close/>
                </a:path>
                <a:path w="3629025" h="1866900">
                  <a:moveTo>
                    <a:pt x="2962275" y="1396479"/>
                  </a:moveTo>
                  <a:lnTo>
                    <a:pt x="2961817" y="1395361"/>
                  </a:lnTo>
                  <a:lnTo>
                    <a:pt x="2959951" y="1393507"/>
                  </a:lnTo>
                  <a:lnTo>
                    <a:pt x="2958833" y="1393037"/>
                  </a:lnTo>
                  <a:lnTo>
                    <a:pt x="2956204" y="1393037"/>
                  </a:lnTo>
                  <a:lnTo>
                    <a:pt x="2955086" y="1393507"/>
                  </a:lnTo>
                  <a:lnTo>
                    <a:pt x="2953220" y="1395361"/>
                  </a:lnTo>
                  <a:lnTo>
                    <a:pt x="2952750" y="1396479"/>
                  </a:lnTo>
                  <a:lnTo>
                    <a:pt x="2952750" y="1399120"/>
                  </a:lnTo>
                  <a:lnTo>
                    <a:pt x="2953220" y="1400238"/>
                  </a:lnTo>
                  <a:lnTo>
                    <a:pt x="2955086" y="1402092"/>
                  </a:lnTo>
                  <a:lnTo>
                    <a:pt x="2956204" y="1402562"/>
                  </a:lnTo>
                  <a:lnTo>
                    <a:pt x="2958833" y="1402562"/>
                  </a:lnTo>
                  <a:lnTo>
                    <a:pt x="2959951" y="1402092"/>
                  </a:lnTo>
                  <a:lnTo>
                    <a:pt x="2961817" y="1400238"/>
                  </a:lnTo>
                  <a:lnTo>
                    <a:pt x="2962275" y="1399120"/>
                  </a:lnTo>
                  <a:lnTo>
                    <a:pt x="2962275" y="1396479"/>
                  </a:lnTo>
                  <a:close/>
                </a:path>
                <a:path w="3629025" h="1866900">
                  <a:moveTo>
                    <a:pt x="2962275" y="932141"/>
                  </a:moveTo>
                  <a:lnTo>
                    <a:pt x="2961817" y="931024"/>
                  </a:lnTo>
                  <a:lnTo>
                    <a:pt x="2959951" y="929157"/>
                  </a:lnTo>
                  <a:lnTo>
                    <a:pt x="2958833" y="928687"/>
                  </a:lnTo>
                  <a:lnTo>
                    <a:pt x="2956204" y="928687"/>
                  </a:lnTo>
                  <a:lnTo>
                    <a:pt x="2955086" y="929157"/>
                  </a:lnTo>
                  <a:lnTo>
                    <a:pt x="2953220" y="931024"/>
                  </a:lnTo>
                  <a:lnTo>
                    <a:pt x="2952750" y="932141"/>
                  </a:lnTo>
                  <a:lnTo>
                    <a:pt x="2952750" y="934770"/>
                  </a:lnTo>
                  <a:lnTo>
                    <a:pt x="2953220" y="935888"/>
                  </a:lnTo>
                  <a:lnTo>
                    <a:pt x="2955086" y="937755"/>
                  </a:lnTo>
                  <a:lnTo>
                    <a:pt x="2956204" y="938212"/>
                  </a:lnTo>
                  <a:lnTo>
                    <a:pt x="2958833" y="938212"/>
                  </a:lnTo>
                  <a:lnTo>
                    <a:pt x="2959951" y="937755"/>
                  </a:lnTo>
                  <a:lnTo>
                    <a:pt x="2961817" y="935888"/>
                  </a:lnTo>
                  <a:lnTo>
                    <a:pt x="2962275" y="934770"/>
                  </a:lnTo>
                  <a:lnTo>
                    <a:pt x="2962275" y="932141"/>
                  </a:lnTo>
                  <a:close/>
                </a:path>
                <a:path w="3629025" h="1866900">
                  <a:moveTo>
                    <a:pt x="2962275" y="467791"/>
                  </a:moveTo>
                  <a:lnTo>
                    <a:pt x="2961817" y="466674"/>
                  </a:lnTo>
                  <a:lnTo>
                    <a:pt x="2959951" y="464820"/>
                  </a:lnTo>
                  <a:lnTo>
                    <a:pt x="2958833" y="464350"/>
                  </a:lnTo>
                  <a:lnTo>
                    <a:pt x="2956204" y="464350"/>
                  </a:lnTo>
                  <a:lnTo>
                    <a:pt x="2955086" y="464820"/>
                  </a:lnTo>
                  <a:lnTo>
                    <a:pt x="2953220" y="466674"/>
                  </a:lnTo>
                  <a:lnTo>
                    <a:pt x="2952750" y="467791"/>
                  </a:lnTo>
                  <a:lnTo>
                    <a:pt x="2952750" y="470433"/>
                  </a:lnTo>
                  <a:lnTo>
                    <a:pt x="2953220" y="471551"/>
                  </a:lnTo>
                  <a:lnTo>
                    <a:pt x="2955086" y="473405"/>
                  </a:lnTo>
                  <a:lnTo>
                    <a:pt x="2956204" y="473875"/>
                  </a:lnTo>
                  <a:lnTo>
                    <a:pt x="2958833" y="473875"/>
                  </a:lnTo>
                  <a:lnTo>
                    <a:pt x="2959951" y="473405"/>
                  </a:lnTo>
                  <a:lnTo>
                    <a:pt x="2961817" y="471551"/>
                  </a:lnTo>
                  <a:lnTo>
                    <a:pt x="2962275" y="470433"/>
                  </a:lnTo>
                  <a:lnTo>
                    <a:pt x="2962275" y="467791"/>
                  </a:lnTo>
                  <a:close/>
                </a:path>
                <a:path w="3629025" h="1866900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3629025" h="1866900">
                  <a:moveTo>
                    <a:pt x="3009900" y="1860829"/>
                  </a:moveTo>
                  <a:lnTo>
                    <a:pt x="3009442" y="1859711"/>
                  </a:lnTo>
                  <a:lnTo>
                    <a:pt x="3007576" y="1857844"/>
                  </a:lnTo>
                  <a:lnTo>
                    <a:pt x="3006458" y="1857375"/>
                  </a:lnTo>
                  <a:lnTo>
                    <a:pt x="3003829" y="1857375"/>
                  </a:lnTo>
                  <a:lnTo>
                    <a:pt x="3002711" y="1857844"/>
                  </a:lnTo>
                  <a:lnTo>
                    <a:pt x="3000845" y="1859711"/>
                  </a:lnTo>
                  <a:lnTo>
                    <a:pt x="3000375" y="1860829"/>
                  </a:lnTo>
                  <a:lnTo>
                    <a:pt x="3000375" y="1863458"/>
                  </a:lnTo>
                  <a:lnTo>
                    <a:pt x="3000845" y="1864575"/>
                  </a:lnTo>
                  <a:lnTo>
                    <a:pt x="3002711" y="1866442"/>
                  </a:lnTo>
                  <a:lnTo>
                    <a:pt x="3003829" y="1866900"/>
                  </a:lnTo>
                  <a:lnTo>
                    <a:pt x="3006458" y="1866900"/>
                  </a:lnTo>
                  <a:lnTo>
                    <a:pt x="3007576" y="1866442"/>
                  </a:lnTo>
                  <a:lnTo>
                    <a:pt x="3009442" y="1864575"/>
                  </a:lnTo>
                  <a:lnTo>
                    <a:pt x="3009900" y="1863458"/>
                  </a:lnTo>
                  <a:lnTo>
                    <a:pt x="3009900" y="1860829"/>
                  </a:lnTo>
                  <a:close/>
                </a:path>
                <a:path w="3629025" h="1866900">
                  <a:moveTo>
                    <a:pt x="3009900" y="1396479"/>
                  </a:moveTo>
                  <a:lnTo>
                    <a:pt x="3009442" y="1395361"/>
                  </a:lnTo>
                  <a:lnTo>
                    <a:pt x="3007576" y="1393507"/>
                  </a:lnTo>
                  <a:lnTo>
                    <a:pt x="3006458" y="1393037"/>
                  </a:lnTo>
                  <a:lnTo>
                    <a:pt x="3003829" y="1393037"/>
                  </a:lnTo>
                  <a:lnTo>
                    <a:pt x="3002711" y="1393507"/>
                  </a:lnTo>
                  <a:lnTo>
                    <a:pt x="3000845" y="1395361"/>
                  </a:lnTo>
                  <a:lnTo>
                    <a:pt x="3000375" y="1396479"/>
                  </a:lnTo>
                  <a:lnTo>
                    <a:pt x="3000375" y="1399120"/>
                  </a:lnTo>
                  <a:lnTo>
                    <a:pt x="3000845" y="1400238"/>
                  </a:lnTo>
                  <a:lnTo>
                    <a:pt x="3002711" y="1402092"/>
                  </a:lnTo>
                  <a:lnTo>
                    <a:pt x="3003829" y="1402562"/>
                  </a:lnTo>
                  <a:lnTo>
                    <a:pt x="3006458" y="1402562"/>
                  </a:lnTo>
                  <a:lnTo>
                    <a:pt x="3007576" y="1402092"/>
                  </a:lnTo>
                  <a:lnTo>
                    <a:pt x="3009442" y="1400238"/>
                  </a:lnTo>
                  <a:lnTo>
                    <a:pt x="3009900" y="1399120"/>
                  </a:lnTo>
                  <a:lnTo>
                    <a:pt x="3009900" y="1396479"/>
                  </a:lnTo>
                  <a:close/>
                </a:path>
                <a:path w="3629025" h="1866900">
                  <a:moveTo>
                    <a:pt x="3009900" y="932141"/>
                  </a:moveTo>
                  <a:lnTo>
                    <a:pt x="3009442" y="931024"/>
                  </a:lnTo>
                  <a:lnTo>
                    <a:pt x="3007576" y="929157"/>
                  </a:lnTo>
                  <a:lnTo>
                    <a:pt x="3006458" y="928687"/>
                  </a:lnTo>
                  <a:lnTo>
                    <a:pt x="3003829" y="928687"/>
                  </a:lnTo>
                  <a:lnTo>
                    <a:pt x="3002711" y="929157"/>
                  </a:lnTo>
                  <a:lnTo>
                    <a:pt x="3000845" y="931024"/>
                  </a:lnTo>
                  <a:lnTo>
                    <a:pt x="3000375" y="932141"/>
                  </a:lnTo>
                  <a:lnTo>
                    <a:pt x="3000375" y="934770"/>
                  </a:lnTo>
                  <a:lnTo>
                    <a:pt x="3000845" y="935888"/>
                  </a:lnTo>
                  <a:lnTo>
                    <a:pt x="3002711" y="937755"/>
                  </a:lnTo>
                  <a:lnTo>
                    <a:pt x="3003829" y="938212"/>
                  </a:lnTo>
                  <a:lnTo>
                    <a:pt x="3006458" y="938212"/>
                  </a:lnTo>
                  <a:lnTo>
                    <a:pt x="3007576" y="937755"/>
                  </a:lnTo>
                  <a:lnTo>
                    <a:pt x="3009442" y="935888"/>
                  </a:lnTo>
                  <a:lnTo>
                    <a:pt x="3009900" y="934770"/>
                  </a:lnTo>
                  <a:lnTo>
                    <a:pt x="3009900" y="932141"/>
                  </a:lnTo>
                  <a:close/>
                </a:path>
                <a:path w="3629025" h="1866900">
                  <a:moveTo>
                    <a:pt x="3009900" y="467791"/>
                  </a:moveTo>
                  <a:lnTo>
                    <a:pt x="3009442" y="466674"/>
                  </a:lnTo>
                  <a:lnTo>
                    <a:pt x="3007576" y="464820"/>
                  </a:lnTo>
                  <a:lnTo>
                    <a:pt x="3006458" y="464350"/>
                  </a:lnTo>
                  <a:lnTo>
                    <a:pt x="3003829" y="464350"/>
                  </a:lnTo>
                  <a:lnTo>
                    <a:pt x="3002711" y="464820"/>
                  </a:lnTo>
                  <a:lnTo>
                    <a:pt x="3000845" y="466674"/>
                  </a:lnTo>
                  <a:lnTo>
                    <a:pt x="3000375" y="467791"/>
                  </a:lnTo>
                  <a:lnTo>
                    <a:pt x="3000375" y="470433"/>
                  </a:lnTo>
                  <a:lnTo>
                    <a:pt x="3000845" y="471551"/>
                  </a:lnTo>
                  <a:lnTo>
                    <a:pt x="3002711" y="473405"/>
                  </a:lnTo>
                  <a:lnTo>
                    <a:pt x="3003829" y="473875"/>
                  </a:lnTo>
                  <a:lnTo>
                    <a:pt x="3006458" y="473875"/>
                  </a:lnTo>
                  <a:lnTo>
                    <a:pt x="3007576" y="473405"/>
                  </a:lnTo>
                  <a:lnTo>
                    <a:pt x="3009442" y="471551"/>
                  </a:lnTo>
                  <a:lnTo>
                    <a:pt x="3009900" y="470433"/>
                  </a:lnTo>
                  <a:lnTo>
                    <a:pt x="3009900" y="467791"/>
                  </a:lnTo>
                  <a:close/>
                </a:path>
                <a:path w="3629025" h="1866900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3629025" h="1866900">
                  <a:moveTo>
                    <a:pt x="3057525" y="1860829"/>
                  </a:moveTo>
                  <a:lnTo>
                    <a:pt x="3057067" y="1859711"/>
                  </a:lnTo>
                  <a:lnTo>
                    <a:pt x="3055201" y="1857844"/>
                  </a:lnTo>
                  <a:lnTo>
                    <a:pt x="3054083" y="1857375"/>
                  </a:lnTo>
                  <a:lnTo>
                    <a:pt x="3051454" y="1857375"/>
                  </a:lnTo>
                  <a:lnTo>
                    <a:pt x="3050336" y="1857844"/>
                  </a:lnTo>
                  <a:lnTo>
                    <a:pt x="3048470" y="1859711"/>
                  </a:lnTo>
                  <a:lnTo>
                    <a:pt x="3048000" y="1860829"/>
                  </a:lnTo>
                  <a:lnTo>
                    <a:pt x="3048000" y="1863458"/>
                  </a:lnTo>
                  <a:lnTo>
                    <a:pt x="3048470" y="1864575"/>
                  </a:lnTo>
                  <a:lnTo>
                    <a:pt x="3050336" y="1866442"/>
                  </a:lnTo>
                  <a:lnTo>
                    <a:pt x="3051454" y="1866900"/>
                  </a:lnTo>
                  <a:lnTo>
                    <a:pt x="3054083" y="1866900"/>
                  </a:lnTo>
                  <a:lnTo>
                    <a:pt x="3055201" y="1866442"/>
                  </a:lnTo>
                  <a:lnTo>
                    <a:pt x="3057067" y="1864575"/>
                  </a:lnTo>
                  <a:lnTo>
                    <a:pt x="3057525" y="1863458"/>
                  </a:lnTo>
                  <a:lnTo>
                    <a:pt x="3057525" y="1860829"/>
                  </a:lnTo>
                  <a:close/>
                </a:path>
                <a:path w="3629025" h="1866900">
                  <a:moveTo>
                    <a:pt x="3057525" y="1396479"/>
                  </a:moveTo>
                  <a:lnTo>
                    <a:pt x="3057067" y="1395361"/>
                  </a:lnTo>
                  <a:lnTo>
                    <a:pt x="3055201" y="1393507"/>
                  </a:lnTo>
                  <a:lnTo>
                    <a:pt x="3054083" y="1393037"/>
                  </a:lnTo>
                  <a:lnTo>
                    <a:pt x="3051454" y="1393037"/>
                  </a:lnTo>
                  <a:lnTo>
                    <a:pt x="3050336" y="1393507"/>
                  </a:lnTo>
                  <a:lnTo>
                    <a:pt x="3048470" y="1395361"/>
                  </a:lnTo>
                  <a:lnTo>
                    <a:pt x="3048000" y="1396479"/>
                  </a:lnTo>
                  <a:lnTo>
                    <a:pt x="3048000" y="1399120"/>
                  </a:lnTo>
                  <a:lnTo>
                    <a:pt x="3048470" y="1400238"/>
                  </a:lnTo>
                  <a:lnTo>
                    <a:pt x="3050336" y="1402092"/>
                  </a:lnTo>
                  <a:lnTo>
                    <a:pt x="3051454" y="1402562"/>
                  </a:lnTo>
                  <a:lnTo>
                    <a:pt x="3054083" y="1402562"/>
                  </a:lnTo>
                  <a:lnTo>
                    <a:pt x="3055201" y="1402092"/>
                  </a:lnTo>
                  <a:lnTo>
                    <a:pt x="3057067" y="1400238"/>
                  </a:lnTo>
                  <a:lnTo>
                    <a:pt x="3057525" y="1399120"/>
                  </a:lnTo>
                  <a:lnTo>
                    <a:pt x="3057525" y="1396479"/>
                  </a:lnTo>
                  <a:close/>
                </a:path>
                <a:path w="3629025" h="1866900">
                  <a:moveTo>
                    <a:pt x="3057525" y="932141"/>
                  </a:moveTo>
                  <a:lnTo>
                    <a:pt x="3057067" y="931024"/>
                  </a:lnTo>
                  <a:lnTo>
                    <a:pt x="3055201" y="929157"/>
                  </a:lnTo>
                  <a:lnTo>
                    <a:pt x="3054083" y="928687"/>
                  </a:lnTo>
                  <a:lnTo>
                    <a:pt x="3051454" y="928687"/>
                  </a:lnTo>
                  <a:lnTo>
                    <a:pt x="3050336" y="929157"/>
                  </a:lnTo>
                  <a:lnTo>
                    <a:pt x="3048470" y="931024"/>
                  </a:lnTo>
                  <a:lnTo>
                    <a:pt x="3048000" y="932141"/>
                  </a:lnTo>
                  <a:lnTo>
                    <a:pt x="3048000" y="934770"/>
                  </a:lnTo>
                  <a:lnTo>
                    <a:pt x="3048470" y="935888"/>
                  </a:lnTo>
                  <a:lnTo>
                    <a:pt x="3050336" y="937755"/>
                  </a:lnTo>
                  <a:lnTo>
                    <a:pt x="3051454" y="938212"/>
                  </a:lnTo>
                  <a:lnTo>
                    <a:pt x="3054083" y="938212"/>
                  </a:lnTo>
                  <a:lnTo>
                    <a:pt x="3055201" y="937755"/>
                  </a:lnTo>
                  <a:lnTo>
                    <a:pt x="3057067" y="935888"/>
                  </a:lnTo>
                  <a:lnTo>
                    <a:pt x="3057525" y="934770"/>
                  </a:lnTo>
                  <a:lnTo>
                    <a:pt x="3057525" y="932141"/>
                  </a:lnTo>
                  <a:close/>
                </a:path>
                <a:path w="3629025" h="1866900">
                  <a:moveTo>
                    <a:pt x="3057525" y="467791"/>
                  </a:moveTo>
                  <a:lnTo>
                    <a:pt x="3057067" y="466674"/>
                  </a:lnTo>
                  <a:lnTo>
                    <a:pt x="3055201" y="464820"/>
                  </a:lnTo>
                  <a:lnTo>
                    <a:pt x="3054083" y="464350"/>
                  </a:lnTo>
                  <a:lnTo>
                    <a:pt x="3051454" y="464350"/>
                  </a:lnTo>
                  <a:lnTo>
                    <a:pt x="3050336" y="464820"/>
                  </a:lnTo>
                  <a:lnTo>
                    <a:pt x="3048470" y="466674"/>
                  </a:lnTo>
                  <a:lnTo>
                    <a:pt x="3048000" y="467791"/>
                  </a:lnTo>
                  <a:lnTo>
                    <a:pt x="3048000" y="470433"/>
                  </a:lnTo>
                  <a:lnTo>
                    <a:pt x="3048470" y="471551"/>
                  </a:lnTo>
                  <a:lnTo>
                    <a:pt x="3050336" y="473405"/>
                  </a:lnTo>
                  <a:lnTo>
                    <a:pt x="3051454" y="473875"/>
                  </a:lnTo>
                  <a:lnTo>
                    <a:pt x="3054083" y="473875"/>
                  </a:lnTo>
                  <a:lnTo>
                    <a:pt x="3055201" y="473405"/>
                  </a:lnTo>
                  <a:lnTo>
                    <a:pt x="3057067" y="471551"/>
                  </a:lnTo>
                  <a:lnTo>
                    <a:pt x="3057525" y="470433"/>
                  </a:lnTo>
                  <a:lnTo>
                    <a:pt x="3057525" y="467791"/>
                  </a:lnTo>
                  <a:close/>
                </a:path>
                <a:path w="3629025" h="1866900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3629025" h="1866900">
                  <a:moveTo>
                    <a:pt x="3105150" y="1860829"/>
                  </a:moveTo>
                  <a:lnTo>
                    <a:pt x="3104692" y="1859711"/>
                  </a:lnTo>
                  <a:lnTo>
                    <a:pt x="3102826" y="1857844"/>
                  </a:lnTo>
                  <a:lnTo>
                    <a:pt x="3101708" y="1857375"/>
                  </a:lnTo>
                  <a:lnTo>
                    <a:pt x="3099079" y="1857375"/>
                  </a:lnTo>
                  <a:lnTo>
                    <a:pt x="3097961" y="1857844"/>
                  </a:lnTo>
                  <a:lnTo>
                    <a:pt x="3096095" y="1859711"/>
                  </a:lnTo>
                  <a:lnTo>
                    <a:pt x="3095625" y="1860829"/>
                  </a:lnTo>
                  <a:lnTo>
                    <a:pt x="3095625" y="1863458"/>
                  </a:lnTo>
                  <a:lnTo>
                    <a:pt x="3096095" y="1864575"/>
                  </a:lnTo>
                  <a:lnTo>
                    <a:pt x="3097961" y="1866442"/>
                  </a:lnTo>
                  <a:lnTo>
                    <a:pt x="3099079" y="1866900"/>
                  </a:lnTo>
                  <a:lnTo>
                    <a:pt x="3101708" y="1866900"/>
                  </a:lnTo>
                  <a:lnTo>
                    <a:pt x="3102826" y="1866442"/>
                  </a:lnTo>
                  <a:lnTo>
                    <a:pt x="3104692" y="1864575"/>
                  </a:lnTo>
                  <a:lnTo>
                    <a:pt x="3105150" y="1863458"/>
                  </a:lnTo>
                  <a:lnTo>
                    <a:pt x="3105150" y="1860829"/>
                  </a:lnTo>
                  <a:close/>
                </a:path>
                <a:path w="3629025" h="1866900">
                  <a:moveTo>
                    <a:pt x="3105150" y="1396479"/>
                  </a:moveTo>
                  <a:lnTo>
                    <a:pt x="3104692" y="1395361"/>
                  </a:lnTo>
                  <a:lnTo>
                    <a:pt x="3102826" y="1393507"/>
                  </a:lnTo>
                  <a:lnTo>
                    <a:pt x="3101708" y="1393037"/>
                  </a:lnTo>
                  <a:lnTo>
                    <a:pt x="3099079" y="1393037"/>
                  </a:lnTo>
                  <a:lnTo>
                    <a:pt x="3097961" y="1393507"/>
                  </a:lnTo>
                  <a:lnTo>
                    <a:pt x="3096095" y="1395361"/>
                  </a:lnTo>
                  <a:lnTo>
                    <a:pt x="3095625" y="1396479"/>
                  </a:lnTo>
                  <a:lnTo>
                    <a:pt x="3095625" y="1399120"/>
                  </a:lnTo>
                  <a:lnTo>
                    <a:pt x="3096095" y="1400238"/>
                  </a:lnTo>
                  <a:lnTo>
                    <a:pt x="3097961" y="1402092"/>
                  </a:lnTo>
                  <a:lnTo>
                    <a:pt x="3099079" y="1402562"/>
                  </a:lnTo>
                  <a:lnTo>
                    <a:pt x="3101708" y="1402562"/>
                  </a:lnTo>
                  <a:lnTo>
                    <a:pt x="3102826" y="1402092"/>
                  </a:lnTo>
                  <a:lnTo>
                    <a:pt x="3104692" y="1400238"/>
                  </a:lnTo>
                  <a:lnTo>
                    <a:pt x="3105150" y="1399120"/>
                  </a:lnTo>
                  <a:lnTo>
                    <a:pt x="3105150" y="1396479"/>
                  </a:lnTo>
                  <a:close/>
                </a:path>
                <a:path w="3629025" h="1866900">
                  <a:moveTo>
                    <a:pt x="3105150" y="932141"/>
                  </a:moveTo>
                  <a:lnTo>
                    <a:pt x="3104692" y="931024"/>
                  </a:lnTo>
                  <a:lnTo>
                    <a:pt x="3102826" y="929157"/>
                  </a:lnTo>
                  <a:lnTo>
                    <a:pt x="3101708" y="928687"/>
                  </a:lnTo>
                  <a:lnTo>
                    <a:pt x="3099079" y="928687"/>
                  </a:lnTo>
                  <a:lnTo>
                    <a:pt x="3097961" y="929157"/>
                  </a:lnTo>
                  <a:lnTo>
                    <a:pt x="3096095" y="931024"/>
                  </a:lnTo>
                  <a:lnTo>
                    <a:pt x="3095625" y="932141"/>
                  </a:lnTo>
                  <a:lnTo>
                    <a:pt x="3095625" y="934770"/>
                  </a:lnTo>
                  <a:lnTo>
                    <a:pt x="3096095" y="935888"/>
                  </a:lnTo>
                  <a:lnTo>
                    <a:pt x="3097961" y="937755"/>
                  </a:lnTo>
                  <a:lnTo>
                    <a:pt x="3099079" y="938212"/>
                  </a:lnTo>
                  <a:lnTo>
                    <a:pt x="3101708" y="938212"/>
                  </a:lnTo>
                  <a:lnTo>
                    <a:pt x="3102826" y="937755"/>
                  </a:lnTo>
                  <a:lnTo>
                    <a:pt x="3104692" y="935888"/>
                  </a:lnTo>
                  <a:lnTo>
                    <a:pt x="3105150" y="934770"/>
                  </a:lnTo>
                  <a:lnTo>
                    <a:pt x="3105150" y="932141"/>
                  </a:lnTo>
                  <a:close/>
                </a:path>
                <a:path w="3629025" h="1866900">
                  <a:moveTo>
                    <a:pt x="3105150" y="467791"/>
                  </a:moveTo>
                  <a:lnTo>
                    <a:pt x="3104692" y="466674"/>
                  </a:lnTo>
                  <a:lnTo>
                    <a:pt x="3102826" y="464820"/>
                  </a:lnTo>
                  <a:lnTo>
                    <a:pt x="3101708" y="464350"/>
                  </a:lnTo>
                  <a:lnTo>
                    <a:pt x="3099079" y="464350"/>
                  </a:lnTo>
                  <a:lnTo>
                    <a:pt x="3097961" y="464820"/>
                  </a:lnTo>
                  <a:lnTo>
                    <a:pt x="3096095" y="466674"/>
                  </a:lnTo>
                  <a:lnTo>
                    <a:pt x="3095625" y="467791"/>
                  </a:lnTo>
                  <a:lnTo>
                    <a:pt x="3095625" y="470433"/>
                  </a:lnTo>
                  <a:lnTo>
                    <a:pt x="3096095" y="471551"/>
                  </a:lnTo>
                  <a:lnTo>
                    <a:pt x="3097961" y="473405"/>
                  </a:lnTo>
                  <a:lnTo>
                    <a:pt x="3099079" y="473875"/>
                  </a:lnTo>
                  <a:lnTo>
                    <a:pt x="3101708" y="473875"/>
                  </a:lnTo>
                  <a:lnTo>
                    <a:pt x="3102826" y="473405"/>
                  </a:lnTo>
                  <a:lnTo>
                    <a:pt x="3104692" y="471551"/>
                  </a:lnTo>
                  <a:lnTo>
                    <a:pt x="3105150" y="470433"/>
                  </a:lnTo>
                  <a:lnTo>
                    <a:pt x="3105150" y="467791"/>
                  </a:lnTo>
                  <a:close/>
                </a:path>
                <a:path w="3629025" h="1866900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3629025" h="1866900">
                  <a:moveTo>
                    <a:pt x="3152775" y="1860829"/>
                  </a:moveTo>
                  <a:lnTo>
                    <a:pt x="3152317" y="1859711"/>
                  </a:lnTo>
                  <a:lnTo>
                    <a:pt x="3150451" y="1857844"/>
                  </a:lnTo>
                  <a:lnTo>
                    <a:pt x="3149333" y="1857375"/>
                  </a:lnTo>
                  <a:lnTo>
                    <a:pt x="3146704" y="1857375"/>
                  </a:lnTo>
                  <a:lnTo>
                    <a:pt x="3145586" y="1857844"/>
                  </a:lnTo>
                  <a:lnTo>
                    <a:pt x="3143720" y="1859711"/>
                  </a:lnTo>
                  <a:lnTo>
                    <a:pt x="3143250" y="1860829"/>
                  </a:lnTo>
                  <a:lnTo>
                    <a:pt x="3143250" y="1863458"/>
                  </a:lnTo>
                  <a:lnTo>
                    <a:pt x="3143720" y="1864575"/>
                  </a:lnTo>
                  <a:lnTo>
                    <a:pt x="3145586" y="1866442"/>
                  </a:lnTo>
                  <a:lnTo>
                    <a:pt x="3146704" y="1866900"/>
                  </a:lnTo>
                  <a:lnTo>
                    <a:pt x="3149333" y="1866900"/>
                  </a:lnTo>
                  <a:lnTo>
                    <a:pt x="3150451" y="1866442"/>
                  </a:lnTo>
                  <a:lnTo>
                    <a:pt x="3152317" y="1864575"/>
                  </a:lnTo>
                  <a:lnTo>
                    <a:pt x="3152775" y="1863458"/>
                  </a:lnTo>
                  <a:lnTo>
                    <a:pt x="3152775" y="1860829"/>
                  </a:lnTo>
                  <a:close/>
                </a:path>
                <a:path w="3629025" h="1866900">
                  <a:moveTo>
                    <a:pt x="3152775" y="1396479"/>
                  </a:moveTo>
                  <a:lnTo>
                    <a:pt x="3152317" y="1395361"/>
                  </a:lnTo>
                  <a:lnTo>
                    <a:pt x="3150451" y="1393507"/>
                  </a:lnTo>
                  <a:lnTo>
                    <a:pt x="3149333" y="1393037"/>
                  </a:lnTo>
                  <a:lnTo>
                    <a:pt x="3146704" y="1393037"/>
                  </a:lnTo>
                  <a:lnTo>
                    <a:pt x="3145586" y="1393507"/>
                  </a:lnTo>
                  <a:lnTo>
                    <a:pt x="3143720" y="1395361"/>
                  </a:lnTo>
                  <a:lnTo>
                    <a:pt x="3143250" y="1396479"/>
                  </a:lnTo>
                  <a:lnTo>
                    <a:pt x="3143250" y="1399120"/>
                  </a:lnTo>
                  <a:lnTo>
                    <a:pt x="3143720" y="1400238"/>
                  </a:lnTo>
                  <a:lnTo>
                    <a:pt x="3145586" y="1402092"/>
                  </a:lnTo>
                  <a:lnTo>
                    <a:pt x="3146704" y="1402562"/>
                  </a:lnTo>
                  <a:lnTo>
                    <a:pt x="3149333" y="1402562"/>
                  </a:lnTo>
                  <a:lnTo>
                    <a:pt x="3150451" y="1402092"/>
                  </a:lnTo>
                  <a:lnTo>
                    <a:pt x="3152317" y="1400238"/>
                  </a:lnTo>
                  <a:lnTo>
                    <a:pt x="3152775" y="1399120"/>
                  </a:lnTo>
                  <a:lnTo>
                    <a:pt x="3152775" y="1396479"/>
                  </a:lnTo>
                  <a:close/>
                </a:path>
                <a:path w="3629025" h="1866900">
                  <a:moveTo>
                    <a:pt x="3152775" y="932141"/>
                  </a:moveTo>
                  <a:lnTo>
                    <a:pt x="3152317" y="931024"/>
                  </a:lnTo>
                  <a:lnTo>
                    <a:pt x="3150451" y="929157"/>
                  </a:lnTo>
                  <a:lnTo>
                    <a:pt x="3149333" y="928687"/>
                  </a:lnTo>
                  <a:lnTo>
                    <a:pt x="3146704" y="928687"/>
                  </a:lnTo>
                  <a:lnTo>
                    <a:pt x="3145586" y="929157"/>
                  </a:lnTo>
                  <a:lnTo>
                    <a:pt x="3143720" y="931024"/>
                  </a:lnTo>
                  <a:lnTo>
                    <a:pt x="3143250" y="932141"/>
                  </a:lnTo>
                  <a:lnTo>
                    <a:pt x="3143250" y="934770"/>
                  </a:lnTo>
                  <a:lnTo>
                    <a:pt x="3143720" y="935888"/>
                  </a:lnTo>
                  <a:lnTo>
                    <a:pt x="3145586" y="937755"/>
                  </a:lnTo>
                  <a:lnTo>
                    <a:pt x="3146704" y="938212"/>
                  </a:lnTo>
                  <a:lnTo>
                    <a:pt x="3149333" y="938212"/>
                  </a:lnTo>
                  <a:lnTo>
                    <a:pt x="3150451" y="937755"/>
                  </a:lnTo>
                  <a:lnTo>
                    <a:pt x="3152317" y="935888"/>
                  </a:lnTo>
                  <a:lnTo>
                    <a:pt x="3152775" y="934770"/>
                  </a:lnTo>
                  <a:lnTo>
                    <a:pt x="3152775" y="932141"/>
                  </a:lnTo>
                  <a:close/>
                </a:path>
                <a:path w="3629025" h="1866900">
                  <a:moveTo>
                    <a:pt x="3152775" y="467791"/>
                  </a:moveTo>
                  <a:lnTo>
                    <a:pt x="3152317" y="466674"/>
                  </a:lnTo>
                  <a:lnTo>
                    <a:pt x="3150451" y="464820"/>
                  </a:lnTo>
                  <a:lnTo>
                    <a:pt x="3149333" y="464350"/>
                  </a:lnTo>
                  <a:lnTo>
                    <a:pt x="3146704" y="464350"/>
                  </a:lnTo>
                  <a:lnTo>
                    <a:pt x="3145586" y="464820"/>
                  </a:lnTo>
                  <a:lnTo>
                    <a:pt x="3143720" y="466674"/>
                  </a:lnTo>
                  <a:lnTo>
                    <a:pt x="3143250" y="467791"/>
                  </a:lnTo>
                  <a:lnTo>
                    <a:pt x="3143250" y="470433"/>
                  </a:lnTo>
                  <a:lnTo>
                    <a:pt x="3143720" y="471551"/>
                  </a:lnTo>
                  <a:lnTo>
                    <a:pt x="3145586" y="473405"/>
                  </a:lnTo>
                  <a:lnTo>
                    <a:pt x="3146704" y="473875"/>
                  </a:lnTo>
                  <a:lnTo>
                    <a:pt x="3149333" y="473875"/>
                  </a:lnTo>
                  <a:lnTo>
                    <a:pt x="3150451" y="473405"/>
                  </a:lnTo>
                  <a:lnTo>
                    <a:pt x="3152317" y="471551"/>
                  </a:lnTo>
                  <a:lnTo>
                    <a:pt x="3152775" y="470433"/>
                  </a:lnTo>
                  <a:lnTo>
                    <a:pt x="3152775" y="467791"/>
                  </a:lnTo>
                  <a:close/>
                </a:path>
                <a:path w="3629025" h="1866900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3629025" h="1866900">
                  <a:moveTo>
                    <a:pt x="3200400" y="1860829"/>
                  </a:moveTo>
                  <a:lnTo>
                    <a:pt x="3199942" y="1859711"/>
                  </a:lnTo>
                  <a:lnTo>
                    <a:pt x="3198076" y="1857844"/>
                  </a:lnTo>
                  <a:lnTo>
                    <a:pt x="3196958" y="1857375"/>
                  </a:lnTo>
                  <a:lnTo>
                    <a:pt x="3194329" y="1857375"/>
                  </a:lnTo>
                  <a:lnTo>
                    <a:pt x="3193211" y="1857844"/>
                  </a:lnTo>
                  <a:lnTo>
                    <a:pt x="3191345" y="1859711"/>
                  </a:lnTo>
                  <a:lnTo>
                    <a:pt x="3190875" y="1860829"/>
                  </a:lnTo>
                  <a:lnTo>
                    <a:pt x="3190875" y="1863458"/>
                  </a:lnTo>
                  <a:lnTo>
                    <a:pt x="3191345" y="1864575"/>
                  </a:lnTo>
                  <a:lnTo>
                    <a:pt x="3193211" y="1866442"/>
                  </a:lnTo>
                  <a:lnTo>
                    <a:pt x="3194329" y="1866900"/>
                  </a:lnTo>
                  <a:lnTo>
                    <a:pt x="3196958" y="1866900"/>
                  </a:lnTo>
                  <a:lnTo>
                    <a:pt x="3198076" y="1866442"/>
                  </a:lnTo>
                  <a:lnTo>
                    <a:pt x="3199942" y="1864575"/>
                  </a:lnTo>
                  <a:lnTo>
                    <a:pt x="3200400" y="1863458"/>
                  </a:lnTo>
                  <a:lnTo>
                    <a:pt x="3200400" y="1860829"/>
                  </a:lnTo>
                  <a:close/>
                </a:path>
                <a:path w="3629025" h="1866900">
                  <a:moveTo>
                    <a:pt x="3200400" y="1396479"/>
                  </a:moveTo>
                  <a:lnTo>
                    <a:pt x="3199942" y="1395361"/>
                  </a:lnTo>
                  <a:lnTo>
                    <a:pt x="3198076" y="1393507"/>
                  </a:lnTo>
                  <a:lnTo>
                    <a:pt x="3196958" y="1393037"/>
                  </a:lnTo>
                  <a:lnTo>
                    <a:pt x="3194329" y="1393037"/>
                  </a:lnTo>
                  <a:lnTo>
                    <a:pt x="3193211" y="1393507"/>
                  </a:lnTo>
                  <a:lnTo>
                    <a:pt x="3191345" y="1395361"/>
                  </a:lnTo>
                  <a:lnTo>
                    <a:pt x="3190875" y="1396479"/>
                  </a:lnTo>
                  <a:lnTo>
                    <a:pt x="3190875" y="1399120"/>
                  </a:lnTo>
                  <a:lnTo>
                    <a:pt x="3191345" y="1400238"/>
                  </a:lnTo>
                  <a:lnTo>
                    <a:pt x="3193211" y="1402092"/>
                  </a:lnTo>
                  <a:lnTo>
                    <a:pt x="3194329" y="1402562"/>
                  </a:lnTo>
                  <a:lnTo>
                    <a:pt x="3196958" y="1402562"/>
                  </a:lnTo>
                  <a:lnTo>
                    <a:pt x="3198076" y="1402092"/>
                  </a:lnTo>
                  <a:lnTo>
                    <a:pt x="3199942" y="1400238"/>
                  </a:lnTo>
                  <a:lnTo>
                    <a:pt x="3200400" y="1399120"/>
                  </a:lnTo>
                  <a:lnTo>
                    <a:pt x="3200400" y="1396479"/>
                  </a:lnTo>
                  <a:close/>
                </a:path>
                <a:path w="3629025" h="1866900">
                  <a:moveTo>
                    <a:pt x="3200400" y="932141"/>
                  </a:moveTo>
                  <a:lnTo>
                    <a:pt x="3199942" y="931024"/>
                  </a:lnTo>
                  <a:lnTo>
                    <a:pt x="3198076" y="929157"/>
                  </a:lnTo>
                  <a:lnTo>
                    <a:pt x="3196958" y="928687"/>
                  </a:lnTo>
                  <a:lnTo>
                    <a:pt x="3194329" y="928687"/>
                  </a:lnTo>
                  <a:lnTo>
                    <a:pt x="3193211" y="929157"/>
                  </a:lnTo>
                  <a:lnTo>
                    <a:pt x="3191345" y="931024"/>
                  </a:lnTo>
                  <a:lnTo>
                    <a:pt x="3190875" y="932141"/>
                  </a:lnTo>
                  <a:lnTo>
                    <a:pt x="3190875" y="934770"/>
                  </a:lnTo>
                  <a:lnTo>
                    <a:pt x="3191345" y="935888"/>
                  </a:lnTo>
                  <a:lnTo>
                    <a:pt x="3193211" y="937755"/>
                  </a:lnTo>
                  <a:lnTo>
                    <a:pt x="3194329" y="938212"/>
                  </a:lnTo>
                  <a:lnTo>
                    <a:pt x="3196958" y="938212"/>
                  </a:lnTo>
                  <a:lnTo>
                    <a:pt x="3198076" y="937755"/>
                  </a:lnTo>
                  <a:lnTo>
                    <a:pt x="3199942" y="935888"/>
                  </a:lnTo>
                  <a:lnTo>
                    <a:pt x="3200400" y="934770"/>
                  </a:lnTo>
                  <a:lnTo>
                    <a:pt x="3200400" y="932141"/>
                  </a:lnTo>
                  <a:close/>
                </a:path>
                <a:path w="3629025" h="1866900">
                  <a:moveTo>
                    <a:pt x="3200400" y="467791"/>
                  </a:moveTo>
                  <a:lnTo>
                    <a:pt x="3199942" y="466674"/>
                  </a:lnTo>
                  <a:lnTo>
                    <a:pt x="3198076" y="464820"/>
                  </a:lnTo>
                  <a:lnTo>
                    <a:pt x="3196958" y="464350"/>
                  </a:lnTo>
                  <a:lnTo>
                    <a:pt x="3194329" y="464350"/>
                  </a:lnTo>
                  <a:lnTo>
                    <a:pt x="3193211" y="464820"/>
                  </a:lnTo>
                  <a:lnTo>
                    <a:pt x="3191345" y="466674"/>
                  </a:lnTo>
                  <a:lnTo>
                    <a:pt x="3190875" y="467791"/>
                  </a:lnTo>
                  <a:lnTo>
                    <a:pt x="3190875" y="470433"/>
                  </a:lnTo>
                  <a:lnTo>
                    <a:pt x="3191345" y="471551"/>
                  </a:lnTo>
                  <a:lnTo>
                    <a:pt x="3193211" y="473405"/>
                  </a:lnTo>
                  <a:lnTo>
                    <a:pt x="3194329" y="473875"/>
                  </a:lnTo>
                  <a:lnTo>
                    <a:pt x="3196958" y="473875"/>
                  </a:lnTo>
                  <a:lnTo>
                    <a:pt x="3198076" y="473405"/>
                  </a:lnTo>
                  <a:lnTo>
                    <a:pt x="3199942" y="471551"/>
                  </a:lnTo>
                  <a:lnTo>
                    <a:pt x="3200400" y="470433"/>
                  </a:lnTo>
                  <a:lnTo>
                    <a:pt x="3200400" y="467791"/>
                  </a:lnTo>
                  <a:close/>
                </a:path>
                <a:path w="3629025" h="1866900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3629025" h="1866900">
                  <a:moveTo>
                    <a:pt x="3248025" y="1860829"/>
                  </a:moveTo>
                  <a:lnTo>
                    <a:pt x="3247567" y="1859711"/>
                  </a:lnTo>
                  <a:lnTo>
                    <a:pt x="3245701" y="1857844"/>
                  </a:lnTo>
                  <a:lnTo>
                    <a:pt x="3244583" y="1857375"/>
                  </a:lnTo>
                  <a:lnTo>
                    <a:pt x="3241954" y="1857375"/>
                  </a:lnTo>
                  <a:lnTo>
                    <a:pt x="3240836" y="1857844"/>
                  </a:lnTo>
                  <a:lnTo>
                    <a:pt x="3238970" y="1859711"/>
                  </a:lnTo>
                  <a:lnTo>
                    <a:pt x="3238500" y="1860829"/>
                  </a:lnTo>
                  <a:lnTo>
                    <a:pt x="3238500" y="1863458"/>
                  </a:lnTo>
                  <a:lnTo>
                    <a:pt x="3238970" y="1864575"/>
                  </a:lnTo>
                  <a:lnTo>
                    <a:pt x="3240836" y="1866442"/>
                  </a:lnTo>
                  <a:lnTo>
                    <a:pt x="3241954" y="1866900"/>
                  </a:lnTo>
                  <a:lnTo>
                    <a:pt x="3244583" y="1866900"/>
                  </a:lnTo>
                  <a:lnTo>
                    <a:pt x="3245701" y="1866442"/>
                  </a:lnTo>
                  <a:lnTo>
                    <a:pt x="3247567" y="1864575"/>
                  </a:lnTo>
                  <a:lnTo>
                    <a:pt x="3248025" y="1863458"/>
                  </a:lnTo>
                  <a:lnTo>
                    <a:pt x="3248025" y="1860829"/>
                  </a:lnTo>
                  <a:close/>
                </a:path>
                <a:path w="3629025" h="1866900">
                  <a:moveTo>
                    <a:pt x="3248025" y="1396479"/>
                  </a:moveTo>
                  <a:lnTo>
                    <a:pt x="3247567" y="1395361"/>
                  </a:lnTo>
                  <a:lnTo>
                    <a:pt x="3245701" y="1393507"/>
                  </a:lnTo>
                  <a:lnTo>
                    <a:pt x="3244583" y="1393037"/>
                  </a:lnTo>
                  <a:lnTo>
                    <a:pt x="3241954" y="1393037"/>
                  </a:lnTo>
                  <a:lnTo>
                    <a:pt x="3240836" y="1393507"/>
                  </a:lnTo>
                  <a:lnTo>
                    <a:pt x="3238970" y="1395361"/>
                  </a:lnTo>
                  <a:lnTo>
                    <a:pt x="3238500" y="1396479"/>
                  </a:lnTo>
                  <a:lnTo>
                    <a:pt x="3238500" y="1399120"/>
                  </a:lnTo>
                  <a:lnTo>
                    <a:pt x="3238970" y="1400238"/>
                  </a:lnTo>
                  <a:lnTo>
                    <a:pt x="3240836" y="1402092"/>
                  </a:lnTo>
                  <a:lnTo>
                    <a:pt x="3241954" y="1402562"/>
                  </a:lnTo>
                  <a:lnTo>
                    <a:pt x="3244583" y="1402562"/>
                  </a:lnTo>
                  <a:lnTo>
                    <a:pt x="3245701" y="1402092"/>
                  </a:lnTo>
                  <a:lnTo>
                    <a:pt x="3247567" y="1400238"/>
                  </a:lnTo>
                  <a:lnTo>
                    <a:pt x="3248025" y="1399120"/>
                  </a:lnTo>
                  <a:lnTo>
                    <a:pt x="3248025" y="1396479"/>
                  </a:lnTo>
                  <a:close/>
                </a:path>
                <a:path w="3629025" h="1866900">
                  <a:moveTo>
                    <a:pt x="3248025" y="932141"/>
                  </a:moveTo>
                  <a:lnTo>
                    <a:pt x="3247567" y="931024"/>
                  </a:lnTo>
                  <a:lnTo>
                    <a:pt x="3245701" y="929157"/>
                  </a:lnTo>
                  <a:lnTo>
                    <a:pt x="3244583" y="928687"/>
                  </a:lnTo>
                  <a:lnTo>
                    <a:pt x="3241954" y="928687"/>
                  </a:lnTo>
                  <a:lnTo>
                    <a:pt x="3240836" y="929157"/>
                  </a:lnTo>
                  <a:lnTo>
                    <a:pt x="3238970" y="931024"/>
                  </a:lnTo>
                  <a:lnTo>
                    <a:pt x="3238500" y="932141"/>
                  </a:lnTo>
                  <a:lnTo>
                    <a:pt x="3238500" y="934770"/>
                  </a:lnTo>
                  <a:lnTo>
                    <a:pt x="3238970" y="935888"/>
                  </a:lnTo>
                  <a:lnTo>
                    <a:pt x="3240836" y="937755"/>
                  </a:lnTo>
                  <a:lnTo>
                    <a:pt x="3241954" y="938212"/>
                  </a:lnTo>
                  <a:lnTo>
                    <a:pt x="3244583" y="938212"/>
                  </a:lnTo>
                  <a:lnTo>
                    <a:pt x="3245701" y="937755"/>
                  </a:lnTo>
                  <a:lnTo>
                    <a:pt x="3247567" y="935888"/>
                  </a:lnTo>
                  <a:lnTo>
                    <a:pt x="3248025" y="934770"/>
                  </a:lnTo>
                  <a:lnTo>
                    <a:pt x="3248025" y="932141"/>
                  </a:lnTo>
                  <a:close/>
                </a:path>
                <a:path w="3629025" h="1866900">
                  <a:moveTo>
                    <a:pt x="3248025" y="467791"/>
                  </a:moveTo>
                  <a:lnTo>
                    <a:pt x="3247567" y="466674"/>
                  </a:lnTo>
                  <a:lnTo>
                    <a:pt x="3245701" y="464820"/>
                  </a:lnTo>
                  <a:lnTo>
                    <a:pt x="3244583" y="464350"/>
                  </a:lnTo>
                  <a:lnTo>
                    <a:pt x="3241954" y="464350"/>
                  </a:lnTo>
                  <a:lnTo>
                    <a:pt x="3240836" y="464820"/>
                  </a:lnTo>
                  <a:lnTo>
                    <a:pt x="3238970" y="466674"/>
                  </a:lnTo>
                  <a:lnTo>
                    <a:pt x="3238500" y="467791"/>
                  </a:lnTo>
                  <a:lnTo>
                    <a:pt x="3238500" y="470433"/>
                  </a:lnTo>
                  <a:lnTo>
                    <a:pt x="3238970" y="471551"/>
                  </a:lnTo>
                  <a:lnTo>
                    <a:pt x="3240836" y="473405"/>
                  </a:lnTo>
                  <a:lnTo>
                    <a:pt x="3241954" y="473875"/>
                  </a:lnTo>
                  <a:lnTo>
                    <a:pt x="3244583" y="473875"/>
                  </a:lnTo>
                  <a:lnTo>
                    <a:pt x="3245701" y="473405"/>
                  </a:lnTo>
                  <a:lnTo>
                    <a:pt x="3247567" y="471551"/>
                  </a:lnTo>
                  <a:lnTo>
                    <a:pt x="3248025" y="470433"/>
                  </a:lnTo>
                  <a:lnTo>
                    <a:pt x="3248025" y="467791"/>
                  </a:lnTo>
                  <a:close/>
                </a:path>
                <a:path w="3629025" h="1866900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3629025" h="1866900">
                  <a:moveTo>
                    <a:pt x="3295650" y="1860829"/>
                  </a:moveTo>
                  <a:lnTo>
                    <a:pt x="3295192" y="1859711"/>
                  </a:lnTo>
                  <a:lnTo>
                    <a:pt x="3293326" y="1857844"/>
                  </a:lnTo>
                  <a:lnTo>
                    <a:pt x="3292208" y="1857375"/>
                  </a:lnTo>
                  <a:lnTo>
                    <a:pt x="3289579" y="1857375"/>
                  </a:lnTo>
                  <a:lnTo>
                    <a:pt x="3288461" y="1857844"/>
                  </a:lnTo>
                  <a:lnTo>
                    <a:pt x="3286595" y="1859711"/>
                  </a:lnTo>
                  <a:lnTo>
                    <a:pt x="3286125" y="1860829"/>
                  </a:lnTo>
                  <a:lnTo>
                    <a:pt x="3286125" y="1863458"/>
                  </a:lnTo>
                  <a:lnTo>
                    <a:pt x="3286595" y="1864575"/>
                  </a:lnTo>
                  <a:lnTo>
                    <a:pt x="3288461" y="1866442"/>
                  </a:lnTo>
                  <a:lnTo>
                    <a:pt x="3289579" y="1866900"/>
                  </a:lnTo>
                  <a:lnTo>
                    <a:pt x="3292208" y="1866900"/>
                  </a:lnTo>
                  <a:lnTo>
                    <a:pt x="3293326" y="1866442"/>
                  </a:lnTo>
                  <a:lnTo>
                    <a:pt x="3295192" y="1864575"/>
                  </a:lnTo>
                  <a:lnTo>
                    <a:pt x="3295650" y="1863458"/>
                  </a:lnTo>
                  <a:lnTo>
                    <a:pt x="3295650" y="1860829"/>
                  </a:lnTo>
                  <a:close/>
                </a:path>
                <a:path w="3629025" h="1866900">
                  <a:moveTo>
                    <a:pt x="3295650" y="1396479"/>
                  </a:moveTo>
                  <a:lnTo>
                    <a:pt x="3295192" y="1395361"/>
                  </a:lnTo>
                  <a:lnTo>
                    <a:pt x="3293326" y="1393507"/>
                  </a:lnTo>
                  <a:lnTo>
                    <a:pt x="3292208" y="1393037"/>
                  </a:lnTo>
                  <a:lnTo>
                    <a:pt x="3289579" y="1393037"/>
                  </a:lnTo>
                  <a:lnTo>
                    <a:pt x="3288461" y="1393507"/>
                  </a:lnTo>
                  <a:lnTo>
                    <a:pt x="3286595" y="1395361"/>
                  </a:lnTo>
                  <a:lnTo>
                    <a:pt x="3286125" y="1396479"/>
                  </a:lnTo>
                  <a:lnTo>
                    <a:pt x="3286125" y="1399120"/>
                  </a:lnTo>
                  <a:lnTo>
                    <a:pt x="3286595" y="1400238"/>
                  </a:lnTo>
                  <a:lnTo>
                    <a:pt x="3288461" y="1402092"/>
                  </a:lnTo>
                  <a:lnTo>
                    <a:pt x="3289579" y="1402562"/>
                  </a:lnTo>
                  <a:lnTo>
                    <a:pt x="3292208" y="1402562"/>
                  </a:lnTo>
                  <a:lnTo>
                    <a:pt x="3293326" y="1402092"/>
                  </a:lnTo>
                  <a:lnTo>
                    <a:pt x="3295192" y="1400238"/>
                  </a:lnTo>
                  <a:lnTo>
                    <a:pt x="3295650" y="1399120"/>
                  </a:lnTo>
                  <a:lnTo>
                    <a:pt x="3295650" y="1396479"/>
                  </a:lnTo>
                  <a:close/>
                </a:path>
                <a:path w="3629025" h="1866900">
                  <a:moveTo>
                    <a:pt x="3295650" y="932141"/>
                  </a:moveTo>
                  <a:lnTo>
                    <a:pt x="3295192" y="931024"/>
                  </a:lnTo>
                  <a:lnTo>
                    <a:pt x="3293326" y="929157"/>
                  </a:lnTo>
                  <a:lnTo>
                    <a:pt x="3292208" y="928687"/>
                  </a:lnTo>
                  <a:lnTo>
                    <a:pt x="3289579" y="928687"/>
                  </a:lnTo>
                  <a:lnTo>
                    <a:pt x="3288461" y="929157"/>
                  </a:lnTo>
                  <a:lnTo>
                    <a:pt x="3286595" y="931024"/>
                  </a:lnTo>
                  <a:lnTo>
                    <a:pt x="3286125" y="932141"/>
                  </a:lnTo>
                  <a:lnTo>
                    <a:pt x="3286125" y="934770"/>
                  </a:lnTo>
                  <a:lnTo>
                    <a:pt x="3286595" y="935888"/>
                  </a:lnTo>
                  <a:lnTo>
                    <a:pt x="3288461" y="937755"/>
                  </a:lnTo>
                  <a:lnTo>
                    <a:pt x="3289579" y="938212"/>
                  </a:lnTo>
                  <a:lnTo>
                    <a:pt x="3292208" y="938212"/>
                  </a:lnTo>
                  <a:lnTo>
                    <a:pt x="3293326" y="937755"/>
                  </a:lnTo>
                  <a:lnTo>
                    <a:pt x="3295192" y="935888"/>
                  </a:lnTo>
                  <a:lnTo>
                    <a:pt x="3295650" y="934770"/>
                  </a:lnTo>
                  <a:lnTo>
                    <a:pt x="3295650" y="932141"/>
                  </a:lnTo>
                  <a:close/>
                </a:path>
                <a:path w="3629025" h="1866900">
                  <a:moveTo>
                    <a:pt x="3295650" y="467791"/>
                  </a:moveTo>
                  <a:lnTo>
                    <a:pt x="3295192" y="466674"/>
                  </a:lnTo>
                  <a:lnTo>
                    <a:pt x="3293326" y="464820"/>
                  </a:lnTo>
                  <a:lnTo>
                    <a:pt x="3292208" y="464350"/>
                  </a:lnTo>
                  <a:lnTo>
                    <a:pt x="3289579" y="464350"/>
                  </a:lnTo>
                  <a:lnTo>
                    <a:pt x="3288461" y="464820"/>
                  </a:lnTo>
                  <a:lnTo>
                    <a:pt x="3286595" y="466674"/>
                  </a:lnTo>
                  <a:lnTo>
                    <a:pt x="3286125" y="467791"/>
                  </a:lnTo>
                  <a:lnTo>
                    <a:pt x="3286125" y="470433"/>
                  </a:lnTo>
                  <a:lnTo>
                    <a:pt x="3286595" y="471551"/>
                  </a:lnTo>
                  <a:lnTo>
                    <a:pt x="3288461" y="473405"/>
                  </a:lnTo>
                  <a:lnTo>
                    <a:pt x="3289579" y="473875"/>
                  </a:lnTo>
                  <a:lnTo>
                    <a:pt x="3292208" y="473875"/>
                  </a:lnTo>
                  <a:lnTo>
                    <a:pt x="3293326" y="473405"/>
                  </a:lnTo>
                  <a:lnTo>
                    <a:pt x="3295192" y="471551"/>
                  </a:lnTo>
                  <a:lnTo>
                    <a:pt x="3295650" y="470433"/>
                  </a:lnTo>
                  <a:lnTo>
                    <a:pt x="3295650" y="467791"/>
                  </a:lnTo>
                  <a:close/>
                </a:path>
                <a:path w="3629025" h="1866900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3629025" h="1866900">
                  <a:moveTo>
                    <a:pt x="3343275" y="1860829"/>
                  </a:moveTo>
                  <a:lnTo>
                    <a:pt x="3342817" y="1859711"/>
                  </a:lnTo>
                  <a:lnTo>
                    <a:pt x="3340951" y="1857844"/>
                  </a:lnTo>
                  <a:lnTo>
                    <a:pt x="3339833" y="1857375"/>
                  </a:lnTo>
                  <a:lnTo>
                    <a:pt x="3337204" y="1857375"/>
                  </a:lnTo>
                  <a:lnTo>
                    <a:pt x="3336074" y="1857844"/>
                  </a:lnTo>
                  <a:lnTo>
                    <a:pt x="3334220" y="1859711"/>
                  </a:lnTo>
                  <a:lnTo>
                    <a:pt x="3333750" y="1860829"/>
                  </a:lnTo>
                  <a:lnTo>
                    <a:pt x="3333750" y="1863458"/>
                  </a:lnTo>
                  <a:lnTo>
                    <a:pt x="3334220" y="1864575"/>
                  </a:lnTo>
                  <a:lnTo>
                    <a:pt x="3336074" y="1866442"/>
                  </a:lnTo>
                  <a:lnTo>
                    <a:pt x="3337204" y="1866900"/>
                  </a:lnTo>
                  <a:lnTo>
                    <a:pt x="3339833" y="1866900"/>
                  </a:lnTo>
                  <a:lnTo>
                    <a:pt x="3340951" y="1866442"/>
                  </a:lnTo>
                  <a:lnTo>
                    <a:pt x="3342817" y="1864575"/>
                  </a:lnTo>
                  <a:lnTo>
                    <a:pt x="3343275" y="1863458"/>
                  </a:lnTo>
                  <a:lnTo>
                    <a:pt x="3343275" y="1860829"/>
                  </a:lnTo>
                  <a:close/>
                </a:path>
                <a:path w="3629025" h="1866900">
                  <a:moveTo>
                    <a:pt x="3343275" y="1396479"/>
                  </a:moveTo>
                  <a:lnTo>
                    <a:pt x="3342817" y="1395361"/>
                  </a:lnTo>
                  <a:lnTo>
                    <a:pt x="3340951" y="1393507"/>
                  </a:lnTo>
                  <a:lnTo>
                    <a:pt x="3339833" y="1393037"/>
                  </a:lnTo>
                  <a:lnTo>
                    <a:pt x="3337204" y="1393037"/>
                  </a:lnTo>
                  <a:lnTo>
                    <a:pt x="3336074" y="1393507"/>
                  </a:lnTo>
                  <a:lnTo>
                    <a:pt x="3334220" y="1395361"/>
                  </a:lnTo>
                  <a:lnTo>
                    <a:pt x="3333750" y="1396479"/>
                  </a:lnTo>
                  <a:lnTo>
                    <a:pt x="3333750" y="1399120"/>
                  </a:lnTo>
                  <a:lnTo>
                    <a:pt x="3334220" y="1400238"/>
                  </a:lnTo>
                  <a:lnTo>
                    <a:pt x="3336074" y="1402092"/>
                  </a:lnTo>
                  <a:lnTo>
                    <a:pt x="3337204" y="1402562"/>
                  </a:lnTo>
                  <a:lnTo>
                    <a:pt x="3339833" y="1402562"/>
                  </a:lnTo>
                  <a:lnTo>
                    <a:pt x="3340951" y="1402092"/>
                  </a:lnTo>
                  <a:lnTo>
                    <a:pt x="3342817" y="1400238"/>
                  </a:lnTo>
                  <a:lnTo>
                    <a:pt x="3343275" y="1399120"/>
                  </a:lnTo>
                  <a:lnTo>
                    <a:pt x="3343275" y="1396479"/>
                  </a:lnTo>
                  <a:close/>
                </a:path>
                <a:path w="3629025" h="1866900">
                  <a:moveTo>
                    <a:pt x="3343275" y="932141"/>
                  </a:moveTo>
                  <a:lnTo>
                    <a:pt x="3342817" y="931024"/>
                  </a:lnTo>
                  <a:lnTo>
                    <a:pt x="3340951" y="929157"/>
                  </a:lnTo>
                  <a:lnTo>
                    <a:pt x="3339833" y="928687"/>
                  </a:lnTo>
                  <a:lnTo>
                    <a:pt x="3337204" y="928687"/>
                  </a:lnTo>
                  <a:lnTo>
                    <a:pt x="3336074" y="929157"/>
                  </a:lnTo>
                  <a:lnTo>
                    <a:pt x="3334220" y="931024"/>
                  </a:lnTo>
                  <a:lnTo>
                    <a:pt x="3333750" y="932141"/>
                  </a:lnTo>
                  <a:lnTo>
                    <a:pt x="3333750" y="934770"/>
                  </a:lnTo>
                  <a:lnTo>
                    <a:pt x="3334220" y="935888"/>
                  </a:lnTo>
                  <a:lnTo>
                    <a:pt x="3336074" y="937755"/>
                  </a:lnTo>
                  <a:lnTo>
                    <a:pt x="3337204" y="938212"/>
                  </a:lnTo>
                  <a:lnTo>
                    <a:pt x="3339833" y="938212"/>
                  </a:lnTo>
                  <a:lnTo>
                    <a:pt x="3340951" y="937755"/>
                  </a:lnTo>
                  <a:lnTo>
                    <a:pt x="3342817" y="935888"/>
                  </a:lnTo>
                  <a:lnTo>
                    <a:pt x="3343275" y="934770"/>
                  </a:lnTo>
                  <a:lnTo>
                    <a:pt x="3343275" y="932141"/>
                  </a:lnTo>
                  <a:close/>
                </a:path>
                <a:path w="3629025" h="1866900">
                  <a:moveTo>
                    <a:pt x="3343275" y="467791"/>
                  </a:moveTo>
                  <a:lnTo>
                    <a:pt x="3342817" y="466674"/>
                  </a:lnTo>
                  <a:lnTo>
                    <a:pt x="3340951" y="464820"/>
                  </a:lnTo>
                  <a:lnTo>
                    <a:pt x="3339833" y="464350"/>
                  </a:lnTo>
                  <a:lnTo>
                    <a:pt x="3337204" y="464350"/>
                  </a:lnTo>
                  <a:lnTo>
                    <a:pt x="3336074" y="464820"/>
                  </a:lnTo>
                  <a:lnTo>
                    <a:pt x="3334220" y="466674"/>
                  </a:lnTo>
                  <a:lnTo>
                    <a:pt x="3333750" y="467791"/>
                  </a:lnTo>
                  <a:lnTo>
                    <a:pt x="3333750" y="470433"/>
                  </a:lnTo>
                  <a:lnTo>
                    <a:pt x="3334220" y="471551"/>
                  </a:lnTo>
                  <a:lnTo>
                    <a:pt x="3336074" y="473405"/>
                  </a:lnTo>
                  <a:lnTo>
                    <a:pt x="3337204" y="473875"/>
                  </a:lnTo>
                  <a:lnTo>
                    <a:pt x="3339833" y="473875"/>
                  </a:lnTo>
                  <a:lnTo>
                    <a:pt x="3340951" y="473405"/>
                  </a:lnTo>
                  <a:lnTo>
                    <a:pt x="3342817" y="471551"/>
                  </a:lnTo>
                  <a:lnTo>
                    <a:pt x="3343275" y="470433"/>
                  </a:lnTo>
                  <a:lnTo>
                    <a:pt x="3343275" y="467791"/>
                  </a:lnTo>
                  <a:close/>
                </a:path>
                <a:path w="3629025" h="1866900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3629025" h="1866900">
                  <a:moveTo>
                    <a:pt x="3390900" y="1860829"/>
                  </a:moveTo>
                  <a:lnTo>
                    <a:pt x="3390442" y="1859711"/>
                  </a:lnTo>
                  <a:lnTo>
                    <a:pt x="3388576" y="1857844"/>
                  </a:lnTo>
                  <a:lnTo>
                    <a:pt x="3387458" y="1857375"/>
                  </a:lnTo>
                  <a:lnTo>
                    <a:pt x="3384829" y="1857375"/>
                  </a:lnTo>
                  <a:lnTo>
                    <a:pt x="3383699" y="1857844"/>
                  </a:lnTo>
                  <a:lnTo>
                    <a:pt x="3381845" y="1859711"/>
                  </a:lnTo>
                  <a:lnTo>
                    <a:pt x="3381375" y="1860829"/>
                  </a:lnTo>
                  <a:lnTo>
                    <a:pt x="3381375" y="1863458"/>
                  </a:lnTo>
                  <a:lnTo>
                    <a:pt x="3381845" y="1864575"/>
                  </a:lnTo>
                  <a:lnTo>
                    <a:pt x="3383699" y="1866442"/>
                  </a:lnTo>
                  <a:lnTo>
                    <a:pt x="3384829" y="1866900"/>
                  </a:lnTo>
                  <a:lnTo>
                    <a:pt x="3387458" y="1866900"/>
                  </a:lnTo>
                  <a:lnTo>
                    <a:pt x="3388576" y="1866442"/>
                  </a:lnTo>
                  <a:lnTo>
                    <a:pt x="3390442" y="1864575"/>
                  </a:lnTo>
                  <a:lnTo>
                    <a:pt x="3390900" y="1863458"/>
                  </a:lnTo>
                  <a:lnTo>
                    <a:pt x="3390900" y="1860829"/>
                  </a:lnTo>
                  <a:close/>
                </a:path>
                <a:path w="3629025" h="1866900">
                  <a:moveTo>
                    <a:pt x="3390900" y="1396479"/>
                  </a:moveTo>
                  <a:lnTo>
                    <a:pt x="3390442" y="1395361"/>
                  </a:lnTo>
                  <a:lnTo>
                    <a:pt x="3388576" y="1393507"/>
                  </a:lnTo>
                  <a:lnTo>
                    <a:pt x="3387458" y="1393037"/>
                  </a:lnTo>
                  <a:lnTo>
                    <a:pt x="3384829" y="1393037"/>
                  </a:lnTo>
                  <a:lnTo>
                    <a:pt x="3383699" y="1393507"/>
                  </a:lnTo>
                  <a:lnTo>
                    <a:pt x="3381845" y="1395361"/>
                  </a:lnTo>
                  <a:lnTo>
                    <a:pt x="3381375" y="1396479"/>
                  </a:lnTo>
                  <a:lnTo>
                    <a:pt x="3381375" y="1399120"/>
                  </a:lnTo>
                  <a:lnTo>
                    <a:pt x="3381845" y="1400238"/>
                  </a:lnTo>
                  <a:lnTo>
                    <a:pt x="3383699" y="1402092"/>
                  </a:lnTo>
                  <a:lnTo>
                    <a:pt x="3384829" y="1402562"/>
                  </a:lnTo>
                  <a:lnTo>
                    <a:pt x="3387458" y="1402562"/>
                  </a:lnTo>
                  <a:lnTo>
                    <a:pt x="3388576" y="1402092"/>
                  </a:lnTo>
                  <a:lnTo>
                    <a:pt x="3390442" y="1400238"/>
                  </a:lnTo>
                  <a:lnTo>
                    <a:pt x="3390900" y="1399120"/>
                  </a:lnTo>
                  <a:lnTo>
                    <a:pt x="3390900" y="1396479"/>
                  </a:lnTo>
                  <a:close/>
                </a:path>
                <a:path w="3629025" h="1866900">
                  <a:moveTo>
                    <a:pt x="3390900" y="932141"/>
                  </a:moveTo>
                  <a:lnTo>
                    <a:pt x="3390442" y="931024"/>
                  </a:lnTo>
                  <a:lnTo>
                    <a:pt x="3388576" y="929157"/>
                  </a:lnTo>
                  <a:lnTo>
                    <a:pt x="3387458" y="928687"/>
                  </a:lnTo>
                  <a:lnTo>
                    <a:pt x="3384829" y="928687"/>
                  </a:lnTo>
                  <a:lnTo>
                    <a:pt x="3383699" y="929157"/>
                  </a:lnTo>
                  <a:lnTo>
                    <a:pt x="3381845" y="931024"/>
                  </a:lnTo>
                  <a:lnTo>
                    <a:pt x="3381375" y="932141"/>
                  </a:lnTo>
                  <a:lnTo>
                    <a:pt x="3381375" y="934770"/>
                  </a:lnTo>
                  <a:lnTo>
                    <a:pt x="3381845" y="935888"/>
                  </a:lnTo>
                  <a:lnTo>
                    <a:pt x="3383699" y="937755"/>
                  </a:lnTo>
                  <a:lnTo>
                    <a:pt x="3384829" y="938212"/>
                  </a:lnTo>
                  <a:lnTo>
                    <a:pt x="3387458" y="938212"/>
                  </a:lnTo>
                  <a:lnTo>
                    <a:pt x="3388576" y="937755"/>
                  </a:lnTo>
                  <a:lnTo>
                    <a:pt x="3390442" y="935888"/>
                  </a:lnTo>
                  <a:lnTo>
                    <a:pt x="3390900" y="934770"/>
                  </a:lnTo>
                  <a:lnTo>
                    <a:pt x="3390900" y="932141"/>
                  </a:lnTo>
                  <a:close/>
                </a:path>
                <a:path w="3629025" h="1866900">
                  <a:moveTo>
                    <a:pt x="3390900" y="467791"/>
                  </a:moveTo>
                  <a:lnTo>
                    <a:pt x="3390442" y="466674"/>
                  </a:lnTo>
                  <a:lnTo>
                    <a:pt x="3388576" y="464820"/>
                  </a:lnTo>
                  <a:lnTo>
                    <a:pt x="3387458" y="464350"/>
                  </a:lnTo>
                  <a:lnTo>
                    <a:pt x="3384829" y="464350"/>
                  </a:lnTo>
                  <a:lnTo>
                    <a:pt x="3383699" y="464820"/>
                  </a:lnTo>
                  <a:lnTo>
                    <a:pt x="3381845" y="466674"/>
                  </a:lnTo>
                  <a:lnTo>
                    <a:pt x="3381375" y="467791"/>
                  </a:lnTo>
                  <a:lnTo>
                    <a:pt x="3381375" y="470433"/>
                  </a:lnTo>
                  <a:lnTo>
                    <a:pt x="3381845" y="471551"/>
                  </a:lnTo>
                  <a:lnTo>
                    <a:pt x="3383699" y="473405"/>
                  </a:lnTo>
                  <a:lnTo>
                    <a:pt x="3384829" y="473875"/>
                  </a:lnTo>
                  <a:lnTo>
                    <a:pt x="3387458" y="473875"/>
                  </a:lnTo>
                  <a:lnTo>
                    <a:pt x="3388576" y="473405"/>
                  </a:lnTo>
                  <a:lnTo>
                    <a:pt x="3390442" y="471551"/>
                  </a:lnTo>
                  <a:lnTo>
                    <a:pt x="3390900" y="470433"/>
                  </a:lnTo>
                  <a:lnTo>
                    <a:pt x="3390900" y="467791"/>
                  </a:lnTo>
                  <a:close/>
                </a:path>
                <a:path w="3629025" h="1866900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3629025" h="1866900">
                  <a:moveTo>
                    <a:pt x="3438525" y="1860829"/>
                  </a:moveTo>
                  <a:lnTo>
                    <a:pt x="3438067" y="1859711"/>
                  </a:lnTo>
                  <a:lnTo>
                    <a:pt x="3436201" y="1857844"/>
                  </a:lnTo>
                  <a:lnTo>
                    <a:pt x="3435083" y="1857375"/>
                  </a:lnTo>
                  <a:lnTo>
                    <a:pt x="3432454" y="1857375"/>
                  </a:lnTo>
                  <a:lnTo>
                    <a:pt x="3431336" y="1857844"/>
                  </a:lnTo>
                  <a:lnTo>
                    <a:pt x="3429470" y="1859711"/>
                  </a:lnTo>
                  <a:lnTo>
                    <a:pt x="3429000" y="1860829"/>
                  </a:lnTo>
                  <a:lnTo>
                    <a:pt x="3429000" y="1863458"/>
                  </a:lnTo>
                  <a:lnTo>
                    <a:pt x="3429470" y="1864575"/>
                  </a:lnTo>
                  <a:lnTo>
                    <a:pt x="3431336" y="1866442"/>
                  </a:lnTo>
                  <a:lnTo>
                    <a:pt x="3432454" y="1866900"/>
                  </a:lnTo>
                  <a:lnTo>
                    <a:pt x="3435083" y="1866900"/>
                  </a:lnTo>
                  <a:lnTo>
                    <a:pt x="3436201" y="1866442"/>
                  </a:lnTo>
                  <a:lnTo>
                    <a:pt x="3438067" y="1864575"/>
                  </a:lnTo>
                  <a:lnTo>
                    <a:pt x="3438525" y="1863458"/>
                  </a:lnTo>
                  <a:lnTo>
                    <a:pt x="3438525" y="1860829"/>
                  </a:lnTo>
                  <a:close/>
                </a:path>
                <a:path w="3629025" h="1866900">
                  <a:moveTo>
                    <a:pt x="3438525" y="1396479"/>
                  </a:moveTo>
                  <a:lnTo>
                    <a:pt x="3438067" y="1395361"/>
                  </a:lnTo>
                  <a:lnTo>
                    <a:pt x="3436201" y="1393507"/>
                  </a:lnTo>
                  <a:lnTo>
                    <a:pt x="3435083" y="1393037"/>
                  </a:lnTo>
                  <a:lnTo>
                    <a:pt x="3432454" y="1393037"/>
                  </a:lnTo>
                  <a:lnTo>
                    <a:pt x="3431336" y="1393507"/>
                  </a:lnTo>
                  <a:lnTo>
                    <a:pt x="3429470" y="1395361"/>
                  </a:lnTo>
                  <a:lnTo>
                    <a:pt x="3429000" y="1396479"/>
                  </a:lnTo>
                  <a:lnTo>
                    <a:pt x="3429000" y="1399120"/>
                  </a:lnTo>
                  <a:lnTo>
                    <a:pt x="3429470" y="1400238"/>
                  </a:lnTo>
                  <a:lnTo>
                    <a:pt x="3431336" y="1402092"/>
                  </a:lnTo>
                  <a:lnTo>
                    <a:pt x="3432454" y="1402562"/>
                  </a:lnTo>
                  <a:lnTo>
                    <a:pt x="3435083" y="1402562"/>
                  </a:lnTo>
                  <a:lnTo>
                    <a:pt x="3436201" y="1402092"/>
                  </a:lnTo>
                  <a:lnTo>
                    <a:pt x="3438067" y="1400238"/>
                  </a:lnTo>
                  <a:lnTo>
                    <a:pt x="3438525" y="1399120"/>
                  </a:lnTo>
                  <a:lnTo>
                    <a:pt x="3438525" y="1396479"/>
                  </a:lnTo>
                  <a:close/>
                </a:path>
                <a:path w="3629025" h="1866900">
                  <a:moveTo>
                    <a:pt x="3438525" y="932141"/>
                  </a:moveTo>
                  <a:lnTo>
                    <a:pt x="3438067" y="931024"/>
                  </a:lnTo>
                  <a:lnTo>
                    <a:pt x="3436201" y="929157"/>
                  </a:lnTo>
                  <a:lnTo>
                    <a:pt x="3435083" y="928687"/>
                  </a:lnTo>
                  <a:lnTo>
                    <a:pt x="3432454" y="928687"/>
                  </a:lnTo>
                  <a:lnTo>
                    <a:pt x="3431336" y="929157"/>
                  </a:lnTo>
                  <a:lnTo>
                    <a:pt x="3429470" y="931024"/>
                  </a:lnTo>
                  <a:lnTo>
                    <a:pt x="3429000" y="932141"/>
                  </a:lnTo>
                  <a:lnTo>
                    <a:pt x="3429000" y="934770"/>
                  </a:lnTo>
                  <a:lnTo>
                    <a:pt x="3429470" y="935888"/>
                  </a:lnTo>
                  <a:lnTo>
                    <a:pt x="3431336" y="937755"/>
                  </a:lnTo>
                  <a:lnTo>
                    <a:pt x="3432454" y="938212"/>
                  </a:lnTo>
                  <a:lnTo>
                    <a:pt x="3435083" y="938212"/>
                  </a:lnTo>
                  <a:lnTo>
                    <a:pt x="3436201" y="937755"/>
                  </a:lnTo>
                  <a:lnTo>
                    <a:pt x="3438067" y="935888"/>
                  </a:lnTo>
                  <a:lnTo>
                    <a:pt x="3438525" y="934770"/>
                  </a:lnTo>
                  <a:lnTo>
                    <a:pt x="3438525" y="932141"/>
                  </a:lnTo>
                  <a:close/>
                </a:path>
                <a:path w="3629025" h="1866900">
                  <a:moveTo>
                    <a:pt x="3438525" y="467791"/>
                  </a:moveTo>
                  <a:lnTo>
                    <a:pt x="3438067" y="466674"/>
                  </a:lnTo>
                  <a:lnTo>
                    <a:pt x="3436201" y="464820"/>
                  </a:lnTo>
                  <a:lnTo>
                    <a:pt x="3435083" y="464350"/>
                  </a:lnTo>
                  <a:lnTo>
                    <a:pt x="3432454" y="464350"/>
                  </a:lnTo>
                  <a:lnTo>
                    <a:pt x="3431336" y="464820"/>
                  </a:lnTo>
                  <a:lnTo>
                    <a:pt x="3429470" y="466674"/>
                  </a:lnTo>
                  <a:lnTo>
                    <a:pt x="3429000" y="467791"/>
                  </a:lnTo>
                  <a:lnTo>
                    <a:pt x="3429000" y="470433"/>
                  </a:lnTo>
                  <a:lnTo>
                    <a:pt x="3429470" y="471551"/>
                  </a:lnTo>
                  <a:lnTo>
                    <a:pt x="3431336" y="473405"/>
                  </a:lnTo>
                  <a:lnTo>
                    <a:pt x="3432454" y="473875"/>
                  </a:lnTo>
                  <a:lnTo>
                    <a:pt x="3435083" y="473875"/>
                  </a:lnTo>
                  <a:lnTo>
                    <a:pt x="3436201" y="473405"/>
                  </a:lnTo>
                  <a:lnTo>
                    <a:pt x="3438067" y="471551"/>
                  </a:lnTo>
                  <a:lnTo>
                    <a:pt x="3438525" y="470433"/>
                  </a:lnTo>
                  <a:lnTo>
                    <a:pt x="3438525" y="467791"/>
                  </a:lnTo>
                  <a:close/>
                </a:path>
                <a:path w="3629025" h="1866900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3629025" h="1866900">
                  <a:moveTo>
                    <a:pt x="3486150" y="1860829"/>
                  </a:moveTo>
                  <a:lnTo>
                    <a:pt x="3485692" y="1859711"/>
                  </a:lnTo>
                  <a:lnTo>
                    <a:pt x="3483826" y="1857844"/>
                  </a:lnTo>
                  <a:lnTo>
                    <a:pt x="3482708" y="1857375"/>
                  </a:lnTo>
                  <a:lnTo>
                    <a:pt x="3480079" y="1857375"/>
                  </a:lnTo>
                  <a:lnTo>
                    <a:pt x="3478961" y="1857844"/>
                  </a:lnTo>
                  <a:lnTo>
                    <a:pt x="3477095" y="1859711"/>
                  </a:lnTo>
                  <a:lnTo>
                    <a:pt x="3476625" y="1860829"/>
                  </a:lnTo>
                  <a:lnTo>
                    <a:pt x="3476625" y="1863458"/>
                  </a:lnTo>
                  <a:lnTo>
                    <a:pt x="3477095" y="1864575"/>
                  </a:lnTo>
                  <a:lnTo>
                    <a:pt x="3478961" y="1866442"/>
                  </a:lnTo>
                  <a:lnTo>
                    <a:pt x="3480079" y="1866900"/>
                  </a:lnTo>
                  <a:lnTo>
                    <a:pt x="3482708" y="1866900"/>
                  </a:lnTo>
                  <a:lnTo>
                    <a:pt x="3483826" y="1866442"/>
                  </a:lnTo>
                  <a:lnTo>
                    <a:pt x="3485692" y="1864575"/>
                  </a:lnTo>
                  <a:lnTo>
                    <a:pt x="3486150" y="1863458"/>
                  </a:lnTo>
                  <a:lnTo>
                    <a:pt x="3486150" y="1860829"/>
                  </a:lnTo>
                  <a:close/>
                </a:path>
                <a:path w="3629025" h="1866900">
                  <a:moveTo>
                    <a:pt x="3486150" y="1396479"/>
                  </a:moveTo>
                  <a:lnTo>
                    <a:pt x="3485692" y="1395361"/>
                  </a:lnTo>
                  <a:lnTo>
                    <a:pt x="3483826" y="1393507"/>
                  </a:lnTo>
                  <a:lnTo>
                    <a:pt x="3482708" y="1393037"/>
                  </a:lnTo>
                  <a:lnTo>
                    <a:pt x="3480079" y="1393037"/>
                  </a:lnTo>
                  <a:lnTo>
                    <a:pt x="3478961" y="1393507"/>
                  </a:lnTo>
                  <a:lnTo>
                    <a:pt x="3477095" y="1395361"/>
                  </a:lnTo>
                  <a:lnTo>
                    <a:pt x="3476625" y="1396479"/>
                  </a:lnTo>
                  <a:lnTo>
                    <a:pt x="3476625" y="1399120"/>
                  </a:lnTo>
                  <a:lnTo>
                    <a:pt x="3477095" y="1400238"/>
                  </a:lnTo>
                  <a:lnTo>
                    <a:pt x="3478961" y="1402092"/>
                  </a:lnTo>
                  <a:lnTo>
                    <a:pt x="3480079" y="1402562"/>
                  </a:lnTo>
                  <a:lnTo>
                    <a:pt x="3482708" y="1402562"/>
                  </a:lnTo>
                  <a:lnTo>
                    <a:pt x="3483826" y="1402092"/>
                  </a:lnTo>
                  <a:lnTo>
                    <a:pt x="3485692" y="1400238"/>
                  </a:lnTo>
                  <a:lnTo>
                    <a:pt x="3486150" y="1399120"/>
                  </a:lnTo>
                  <a:lnTo>
                    <a:pt x="3486150" y="1396479"/>
                  </a:lnTo>
                  <a:close/>
                </a:path>
                <a:path w="3629025" h="1866900">
                  <a:moveTo>
                    <a:pt x="3486150" y="932141"/>
                  </a:moveTo>
                  <a:lnTo>
                    <a:pt x="3485692" y="931024"/>
                  </a:lnTo>
                  <a:lnTo>
                    <a:pt x="3483826" y="929157"/>
                  </a:lnTo>
                  <a:lnTo>
                    <a:pt x="3482708" y="928687"/>
                  </a:lnTo>
                  <a:lnTo>
                    <a:pt x="3480079" y="928687"/>
                  </a:lnTo>
                  <a:lnTo>
                    <a:pt x="3478961" y="929157"/>
                  </a:lnTo>
                  <a:lnTo>
                    <a:pt x="3477095" y="931024"/>
                  </a:lnTo>
                  <a:lnTo>
                    <a:pt x="3476625" y="932141"/>
                  </a:lnTo>
                  <a:lnTo>
                    <a:pt x="3476625" y="934770"/>
                  </a:lnTo>
                  <a:lnTo>
                    <a:pt x="3477095" y="935888"/>
                  </a:lnTo>
                  <a:lnTo>
                    <a:pt x="3478961" y="937755"/>
                  </a:lnTo>
                  <a:lnTo>
                    <a:pt x="3480079" y="938212"/>
                  </a:lnTo>
                  <a:lnTo>
                    <a:pt x="3482708" y="938212"/>
                  </a:lnTo>
                  <a:lnTo>
                    <a:pt x="3483826" y="937755"/>
                  </a:lnTo>
                  <a:lnTo>
                    <a:pt x="3485692" y="935888"/>
                  </a:lnTo>
                  <a:lnTo>
                    <a:pt x="3486150" y="934770"/>
                  </a:lnTo>
                  <a:lnTo>
                    <a:pt x="3486150" y="932141"/>
                  </a:lnTo>
                  <a:close/>
                </a:path>
                <a:path w="3629025" h="1866900">
                  <a:moveTo>
                    <a:pt x="3486150" y="467791"/>
                  </a:moveTo>
                  <a:lnTo>
                    <a:pt x="3485692" y="466674"/>
                  </a:lnTo>
                  <a:lnTo>
                    <a:pt x="3483826" y="464820"/>
                  </a:lnTo>
                  <a:lnTo>
                    <a:pt x="3482708" y="464350"/>
                  </a:lnTo>
                  <a:lnTo>
                    <a:pt x="3480079" y="464350"/>
                  </a:lnTo>
                  <a:lnTo>
                    <a:pt x="3478961" y="464820"/>
                  </a:lnTo>
                  <a:lnTo>
                    <a:pt x="3477095" y="466674"/>
                  </a:lnTo>
                  <a:lnTo>
                    <a:pt x="3476625" y="467791"/>
                  </a:lnTo>
                  <a:lnTo>
                    <a:pt x="3476625" y="470433"/>
                  </a:lnTo>
                  <a:lnTo>
                    <a:pt x="3477095" y="471551"/>
                  </a:lnTo>
                  <a:lnTo>
                    <a:pt x="3478961" y="473405"/>
                  </a:lnTo>
                  <a:lnTo>
                    <a:pt x="3480079" y="473875"/>
                  </a:lnTo>
                  <a:lnTo>
                    <a:pt x="3482708" y="473875"/>
                  </a:lnTo>
                  <a:lnTo>
                    <a:pt x="3483826" y="473405"/>
                  </a:lnTo>
                  <a:lnTo>
                    <a:pt x="3485692" y="471551"/>
                  </a:lnTo>
                  <a:lnTo>
                    <a:pt x="3486150" y="470433"/>
                  </a:lnTo>
                  <a:lnTo>
                    <a:pt x="3486150" y="467791"/>
                  </a:lnTo>
                  <a:close/>
                </a:path>
                <a:path w="3629025" h="1866900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3629025" h="1866900">
                  <a:moveTo>
                    <a:pt x="3533775" y="1860829"/>
                  </a:moveTo>
                  <a:lnTo>
                    <a:pt x="3533317" y="1859711"/>
                  </a:lnTo>
                  <a:lnTo>
                    <a:pt x="3531451" y="1857844"/>
                  </a:lnTo>
                  <a:lnTo>
                    <a:pt x="3530333" y="1857375"/>
                  </a:lnTo>
                  <a:lnTo>
                    <a:pt x="3527704" y="1857375"/>
                  </a:lnTo>
                  <a:lnTo>
                    <a:pt x="3526586" y="1857844"/>
                  </a:lnTo>
                  <a:lnTo>
                    <a:pt x="3524720" y="1859711"/>
                  </a:lnTo>
                  <a:lnTo>
                    <a:pt x="3524250" y="1860829"/>
                  </a:lnTo>
                  <a:lnTo>
                    <a:pt x="3524250" y="1863458"/>
                  </a:lnTo>
                  <a:lnTo>
                    <a:pt x="3524720" y="1864575"/>
                  </a:lnTo>
                  <a:lnTo>
                    <a:pt x="3526586" y="1866442"/>
                  </a:lnTo>
                  <a:lnTo>
                    <a:pt x="3527704" y="1866900"/>
                  </a:lnTo>
                  <a:lnTo>
                    <a:pt x="3530333" y="1866900"/>
                  </a:lnTo>
                  <a:lnTo>
                    <a:pt x="3531451" y="1866442"/>
                  </a:lnTo>
                  <a:lnTo>
                    <a:pt x="3533317" y="1864575"/>
                  </a:lnTo>
                  <a:lnTo>
                    <a:pt x="3533775" y="1863458"/>
                  </a:lnTo>
                  <a:lnTo>
                    <a:pt x="3533775" y="1860829"/>
                  </a:lnTo>
                  <a:close/>
                </a:path>
                <a:path w="3629025" h="1866900">
                  <a:moveTo>
                    <a:pt x="3533775" y="1396479"/>
                  </a:moveTo>
                  <a:lnTo>
                    <a:pt x="3533317" y="1395361"/>
                  </a:lnTo>
                  <a:lnTo>
                    <a:pt x="3531451" y="1393507"/>
                  </a:lnTo>
                  <a:lnTo>
                    <a:pt x="3530333" y="1393037"/>
                  </a:lnTo>
                  <a:lnTo>
                    <a:pt x="3527704" y="1393037"/>
                  </a:lnTo>
                  <a:lnTo>
                    <a:pt x="3526586" y="1393507"/>
                  </a:lnTo>
                  <a:lnTo>
                    <a:pt x="3524720" y="1395361"/>
                  </a:lnTo>
                  <a:lnTo>
                    <a:pt x="3524250" y="1396479"/>
                  </a:lnTo>
                  <a:lnTo>
                    <a:pt x="3524250" y="1399120"/>
                  </a:lnTo>
                  <a:lnTo>
                    <a:pt x="3524720" y="1400238"/>
                  </a:lnTo>
                  <a:lnTo>
                    <a:pt x="3526586" y="1402092"/>
                  </a:lnTo>
                  <a:lnTo>
                    <a:pt x="3527704" y="1402562"/>
                  </a:lnTo>
                  <a:lnTo>
                    <a:pt x="3530333" y="1402562"/>
                  </a:lnTo>
                  <a:lnTo>
                    <a:pt x="3531451" y="1402092"/>
                  </a:lnTo>
                  <a:lnTo>
                    <a:pt x="3533317" y="1400238"/>
                  </a:lnTo>
                  <a:lnTo>
                    <a:pt x="3533775" y="1399120"/>
                  </a:lnTo>
                  <a:lnTo>
                    <a:pt x="3533775" y="1396479"/>
                  </a:lnTo>
                  <a:close/>
                </a:path>
                <a:path w="3629025" h="1866900">
                  <a:moveTo>
                    <a:pt x="3533775" y="932141"/>
                  </a:moveTo>
                  <a:lnTo>
                    <a:pt x="3533317" y="931024"/>
                  </a:lnTo>
                  <a:lnTo>
                    <a:pt x="3531451" y="929157"/>
                  </a:lnTo>
                  <a:lnTo>
                    <a:pt x="3530333" y="928687"/>
                  </a:lnTo>
                  <a:lnTo>
                    <a:pt x="3527704" y="928687"/>
                  </a:lnTo>
                  <a:lnTo>
                    <a:pt x="3526586" y="929157"/>
                  </a:lnTo>
                  <a:lnTo>
                    <a:pt x="3524720" y="931024"/>
                  </a:lnTo>
                  <a:lnTo>
                    <a:pt x="3524250" y="932141"/>
                  </a:lnTo>
                  <a:lnTo>
                    <a:pt x="3524250" y="934770"/>
                  </a:lnTo>
                  <a:lnTo>
                    <a:pt x="3524720" y="935888"/>
                  </a:lnTo>
                  <a:lnTo>
                    <a:pt x="3526586" y="937755"/>
                  </a:lnTo>
                  <a:lnTo>
                    <a:pt x="3527704" y="938212"/>
                  </a:lnTo>
                  <a:lnTo>
                    <a:pt x="3530333" y="938212"/>
                  </a:lnTo>
                  <a:lnTo>
                    <a:pt x="3531451" y="937755"/>
                  </a:lnTo>
                  <a:lnTo>
                    <a:pt x="3533317" y="935888"/>
                  </a:lnTo>
                  <a:lnTo>
                    <a:pt x="3533775" y="934770"/>
                  </a:lnTo>
                  <a:lnTo>
                    <a:pt x="3533775" y="932141"/>
                  </a:lnTo>
                  <a:close/>
                </a:path>
                <a:path w="3629025" h="1866900">
                  <a:moveTo>
                    <a:pt x="3533775" y="467791"/>
                  </a:moveTo>
                  <a:lnTo>
                    <a:pt x="3533317" y="466674"/>
                  </a:lnTo>
                  <a:lnTo>
                    <a:pt x="3531451" y="464820"/>
                  </a:lnTo>
                  <a:lnTo>
                    <a:pt x="3530333" y="464350"/>
                  </a:lnTo>
                  <a:lnTo>
                    <a:pt x="3527704" y="464350"/>
                  </a:lnTo>
                  <a:lnTo>
                    <a:pt x="3526586" y="464820"/>
                  </a:lnTo>
                  <a:lnTo>
                    <a:pt x="3524720" y="466674"/>
                  </a:lnTo>
                  <a:lnTo>
                    <a:pt x="3524250" y="467791"/>
                  </a:lnTo>
                  <a:lnTo>
                    <a:pt x="3524250" y="470433"/>
                  </a:lnTo>
                  <a:lnTo>
                    <a:pt x="3524720" y="471551"/>
                  </a:lnTo>
                  <a:lnTo>
                    <a:pt x="3526586" y="473405"/>
                  </a:lnTo>
                  <a:lnTo>
                    <a:pt x="3527704" y="473875"/>
                  </a:lnTo>
                  <a:lnTo>
                    <a:pt x="3530333" y="473875"/>
                  </a:lnTo>
                  <a:lnTo>
                    <a:pt x="3531451" y="473405"/>
                  </a:lnTo>
                  <a:lnTo>
                    <a:pt x="3533317" y="471551"/>
                  </a:lnTo>
                  <a:lnTo>
                    <a:pt x="3533775" y="470433"/>
                  </a:lnTo>
                  <a:lnTo>
                    <a:pt x="3533775" y="467791"/>
                  </a:lnTo>
                  <a:close/>
                </a:path>
                <a:path w="3629025" h="1866900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3629025" h="1866900">
                  <a:moveTo>
                    <a:pt x="3581400" y="1860829"/>
                  </a:moveTo>
                  <a:lnTo>
                    <a:pt x="3580942" y="1859711"/>
                  </a:lnTo>
                  <a:lnTo>
                    <a:pt x="3579076" y="1857844"/>
                  </a:lnTo>
                  <a:lnTo>
                    <a:pt x="3577958" y="1857375"/>
                  </a:lnTo>
                  <a:lnTo>
                    <a:pt x="3575329" y="1857375"/>
                  </a:lnTo>
                  <a:lnTo>
                    <a:pt x="3574211" y="1857844"/>
                  </a:lnTo>
                  <a:lnTo>
                    <a:pt x="3572345" y="1859711"/>
                  </a:lnTo>
                  <a:lnTo>
                    <a:pt x="3571875" y="1860829"/>
                  </a:lnTo>
                  <a:lnTo>
                    <a:pt x="3571875" y="1863458"/>
                  </a:lnTo>
                  <a:lnTo>
                    <a:pt x="3572345" y="1864575"/>
                  </a:lnTo>
                  <a:lnTo>
                    <a:pt x="3574211" y="1866442"/>
                  </a:lnTo>
                  <a:lnTo>
                    <a:pt x="3575329" y="1866900"/>
                  </a:lnTo>
                  <a:lnTo>
                    <a:pt x="3577958" y="1866900"/>
                  </a:lnTo>
                  <a:lnTo>
                    <a:pt x="3579076" y="1866442"/>
                  </a:lnTo>
                  <a:lnTo>
                    <a:pt x="3580942" y="1864575"/>
                  </a:lnTo>
                  <a:lnTo>
                    <a:pt x="3581400" y="1863458"/>
                  </a:lnTo>
                  <a:lnTo>
                    <a:pt x="3581400" y="1860829"/>
                  </a:lnTo>
                  <a:close/>
                </a:path>
                <a:path w="3629025" h="1866900">
                  <a:moveTo>
                    <a:pt x="3581400" y="1396479"/>
                  </a:moveTo>
                  <a:lnTo>
                    <a:pt x="3580942" y="1395361"/>
                  </a:lnTo>
                  <a:lnTo>
                    <a:pt x="3579076" y="1393507"/>
                  </a:lnTo>
                  <a:lnTo>
                    <a:pt x="3577958" y="1393037"/>
                  </a:lnTo>
                  <a:lnTo>
                    <a:pt x="3575329" y="1393037"/>
                  </a:lnTo>
                  <a:lnTo>
                    <a:pt x="3574211" y="1393507"/>
                  </a:lnTo>
                  <a:lnTo>
                    <a:pt x="3572345" y="1395361"/>
                  </a:lnTo>
                  <a:lnTo>
                    <a:pt x="3571875" y="1396479"/>
                  </a:lnTo>
                  <a:lnTo>
                    <a:pt x="3571875" y="1399120"/>
                  </a:lnTo>
                  <a:lnTo>
                    <a:pt x="3572345" y="1400238"/>
                  </a:lnTo>
                  <a:lnTo>
                    <a:pt x="3574211" y="1402092"/>
                  </a:lnTo>
                  <a:lnTo>
                    <a:pt x="3575329" y="1402562"/>
                  </a:lnTo>
                  <a:lnTo>
                    <a:pt x="3577958" y="1402562"/>
                  </a:lnTo>
                  <a:lnTo>
                    <a:pt x="3579076" y="1402092"/>
                  </a:lnTo>
                  <a:lnTo>
                    <a:pt x="3580942" y="1400238"/>
                  </a:lnTo>
                  <a:lnTo>
                    <a:pt x="3581400" y="1399120"/>
                  </a:lnTo>
                  <a:lnTo>
                    <a:pt x="3581400" y="1396479"/>
                  </a:lnTo>
                  <a:close/>
                </a:path>
                <a:path w="3629025" h="1866900">
                  <a:moveTo>
                    <a:pt x="3581400" y="932141"/>
                  </a:moveTo>
                  <a:lnTo>
                    <a:pt x="3580942" y="931024"/>
                  </a:lnTo>
                  <a:lnTo>
                    <a:pt x="3579076" y="929157"/>
                  </a:lnTo>
                  <a:lnTo>
                    <a:pt x="3577958" y="928687"/>
                  </a:lnTo>
                  <a:lnTo>
                    <a:pt x="3575329" y="928687"/>
                  </a:lnTo>
                  <a:lnTo>
                    <a:pt x="3574211" y="929157"/>
                  </a:lnTo>
                  <a:lnTo>
                    <a:pt x="3572345" y="931024"/>
                  </a:lnTo>
                  <a:lnTo>
                    <a:pt x="3571875" y="932141"/>
                  </a:lnTo>
                  <a:lnTo>
                    <a:pt x="3571875" y="934770"/>
                  </a:lnTo>
                  <a:lnTo>
                    <a:pt x="3572345" y="935888"/>
                  </a:lnTo>
                  <a:lnTo>
                    <a:pt x="3574211" y="937755"/>
                  </a:lnTo>
                  <a:lnTo>
                    <a:pt x="3575329" y="938212"/>
                  </a:lnTo>
                  <a:lnTo>
                    <a:pt x="3577958" y="938212"/>
                  </a:lnTo>
                  <a:lnTo>
                    <a:pt x="3579076" y="937755"/>
                  </a:lnTo>
                  <a:lnTo>
                    <a:pt x="3580942" y="935888"/>
                  </a:lnTo>
                  <a:lnTo>
                    <a:pt x="3581400" y="934770"/>
                  </a:lnTo>
                  <a:lnTo>
                    <a:pt x="3581400" y="932141"/>
                  </a:lnTo>
                  <a:close/>
                </a:path>
                <a:path w="3629025" h="1866900">
                  <a:moveTo>
                    <a:pt x="3581400" y="467791"/>
                  </a:moveTo>
                  <a:lnTo>
                    <a:pt x="3580942" y="466674"/>
                  </a:lnTo>
                  <a:lnTo>
                    <a:pt x="3579076" y="464820"/>
                  </a:lnTo>
                  <a:lnTo>
                    <a:pt x="3577958" y="464350"/>
                  </a:lnTo>
                  <a:lnTo>
                    <a:pt x="3575329" y="464350"/>
                  </a:lnTo>
                  <a:lnTo>
                    <a:pt x="3574211" y="464820"/>
                  </a:lnTo>
                  <a:lnTo>
                    <a:pt x="3572345" y="466674"/>
                  </a:lnTo>
                  <a:lnTo>
                    <a:pt x="3571875" y="467791"/>
                  </a:lnTo>
                  <a:lnTo>
                    <a:pt x="3571875" y="470433"/>
                  </a:lnTo>
                  <a:lnTo>
                    <a:pt x="3572345" y="471551"/>
                  </a:lnTo>
                  <a:lnTo>
                    <a:pt x="3574211" y="473405"/>
                  </a:lnTo>
                  <a:lnTo>
                    <a:pt x="3575329" y="473875"/>
                  </a:lnTo>
                  <a:lnTo>
                    <a:pt x="3577958" y="473875"/>
                  </a:lnTo>
                  <a:lnTo>
                    <a:pt x="3579076" y="473405"/>
                  </a:lnTo>
                  <a:lnTo>
                    <a:pt x="3580942" y="471551"/>
                  </a:lnTo>
                  <a:lnTo>
                    <a:pt x="3581400" y="470433"/>
                  </a:lnTo>
                  <a:lnTo>
                    <a:pt x="3581400" y="467791"/>
                  </a:lnTo>
                  <a:close/>
                </a:path>
                <a:path w="3629025" h="1866900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3629025" h="1866900">
                  <a:moveTo>
                    <a:pt x="3629025" y="1860829"/>
                  </a:moveTo>
                  <a:lnTo>
                    <a:pt x="3628567" y="1859711"/>
                  </a:lnTo>
                  <a:lnTo>
                    <a:pt x="3626701" y="1857844"/>
                  </a:lnTo>
                  <a:lnTo>
                    <a:pt x="3625583" y="1857375"/>
                  </a:lnTo>
                  <a:lnTo>
                    <a:pt x="3622954" y="1857375"/>
                  </a:lnTo>
                  <a:lnTo>
                    <a:pt x="3621836" y="1857844"/>
                  </a:lnTo>
                  <a:lnTo>
                    <a:pt x="3619970" y="1859711"/>
                  </a:lnTo>
                  <a:lnTo>
                    <a:pt x="3619500" y="1860829"/>
                  </a:lnTo>
                  <a:lnTo>
                    <a:pt x="3619500" y="1863458"/>
                  </a:lnTo>
                  <a:lnTo>
                    <a:pt x="3619970" y="1864575"/>
                  </a:lnTo>
                  <a:lnTo>
                    <a:pt x="3621836" y="1866442"/>
                  </a:lnTo>
                  <a:lnTo>
                    <a:pt x="3622954" y="1866900"/>
                  </a:lnTo>
                  <a:lnTo>
                    <a:pt x="3625583" y="1866900"/>
                  </a:lnTo>
                  <a:lnTo>
                    <a:pt x="3626701" y="1866442"/>
                  </a:lnTo>
                  <a:lnTo>
                    <a:pt x="3628567" y="1864575"/>
                  </a:lnTo>
                  <a:lnTo>
                    <a:pt x="3629025" y="1863458"/>
                  </a:lnTo>
                  <a:lnTo>
                    <a:pt x="3629025" y="1860829"/>
                  </a:lnTo>
                  <a:close/>
                </a:path>
                <a:path w="3629025" h="1866900">
                  <a:moveTo>
                    <a:pt x="3629025" y="1396479"/>
                  </a:moveTo>
                  <a:lnTo>
                    <a:pt x="3628567" y="1395361"/>
                  </a:lnTo>
                  <a:lnTo>
                    <a:pt x="3626701" y="1393507"/>
                  </a:lnTo>
                  <a:lnTo>
                    <a:pt x="3625583" y="1393037"/>
                  </a:lnTo>
                  <a:lnTo>
                    <a:pt x="3622954" y="1393037"/>
                  </a:lnTo>
                  <a:lnTo>
                    <a:pt x="3621836" y="1393507"/>
                  </a:lnTo>
                  <a:lnTo>
                    <a:pt x="3619970" y="1395361"/>
                  </a:lnTo>
                  <a:lnTo>
                    <a:pt x="3619500" y="1396479"/>
                  </a:lnTo>
                  <a:lnTo>
                    <a:pt x="3619500" y="1399120"/>
                  </a:lnTo>
                  <a:lnTo>
                    <a:pt x="3619970" y="1400238"/>
                  </a:lnTo>
                  <a:lnTo>
                    <a:pt x="3621836" y="1402092"/>
                  </a:lnTo>
                  <a:lnTo>
                    <a:pt x="3622954" y="1402562"/>
                  </a:lnTo>
                  <a:lnTo>
                    <a:pt x="3625583" y="1402562"/>
                  </a:lnTo>
                  <a:lnTo>
                    <a:pt x="3626701" y="1402092"/>
                  </a:lnTo>
                  <a:lnTo>
                    <a:pt x="3628567" y="1400238"/>
                  </a:lnTo>
                  <a:lnTo>
                    <a:pt x="3629025" y="1399120"/>
                  </a:lnTo>
                  <a:lnTo>
                    <a:pt x="3629025" y="1396479"/>
                  </a:lnTo>
                  <a:close/>
                </a:path>
                <a:path w="3629025" h="1866900">
                  <a:moveTo>
                    <a:pt x="3629025" y="932141"/>
                  </a:moveTo>
                  <a:lnTo>
                    <a:pt x="3628567" y="931024"/>
                  </a:lnTo>
                  <a:lnTo>
                    <a:pt x="3626701" y="929157"/>
                  </a:lnTo>
                  <a:lnTo>
                    <a:pt x="3625583" y="928687"/>
                  </a:lnTo>
                  <a:lnTo>
                    <a:pt x="3622954" y="928687"/>
                  </a:lnTo>
                  <a:lnTo>
                    <a:pt x="3621836" y="929157"/>
                  </a:lnTo>
                  <a:lnTo>
                    <a:pt x="3619970" y="931024"/>
                  </a:lnTo>
                  <a:lnTo>
                    <a:pt x="3619500" y="932141"/>
                  </a:lnTo>
                  <a:lnTo>
                    <a:pt x="3619500" y="934770"/>
                  </a:lnTo>
                  <a:lnTo>
                    <a:pt x="3619970" y="935888"/>
                  </a:lnTo>
                  <a:lnTo>
                    <a:pt x="3621836" y="937755"/>
                  </a:lnTo>
                  <a:lnTo>
                    <a:pt x="3622954" y="938212"/>
                  </a:lnTo>
                  <a:lnTo>
                    <a:pt x="3625583" y="938212"/>
                  </a:lnTo>
                  <a:lnTo>
                    <a:pt x="3626701" y="937755"/>
                  </a:lnTo>
                  <a:lnTo>
                    <a:pt x="3628567" y="935888"/>
                  </a:lnTo>
                  <a:lnTo>
                    <a:pt x="3629025" y="934770"/>
                  </a:lnTo>
                  <a:lnTo>
                    <a:pt x="3629025" y="932141"/>
                  </a:lnTo>
                  <a:close/>
                </a:path>
                <a:path w="3629025" h="1866900">
                  <a:moveTo>
                    <a:pt x="3629025" y="467791"/>
                  </a:moveTo>
                  <a:lnTo>
                    <a:pt x="3628567" y="466674"/>
                  </a:lnTo>
                  <a:lnTo>
                    <a:pt x="3626701" y="464820"/>
                  </a:lnTo>
                  <a:lnTo>
                    <a:pt x="3625583" y="464350"/>
                  </a:lnTo>
                  <a:lnTo>
                    <a:pt x="3622954" y="464350"/>
                  </a:lnTo>
                  <a:lnTo>
                    <a:pt x="3621836" y="464820"/>
                  </a:lnTo>
                  <a:lnTo>
                    <a:pt x="3619970" y="466674"/>
                  </a:lnTo>
                  <a:lnTo>
                    <a:pt x="3619500" y="467791"/>
                  </a:lnTo>
                  <a:lnTo>
                    <a:pt x="3619500" y="470433"/>
                  </a:lnTo>
                  <a:lnTo>
                    <a:pt x="3619970" y="471551"/>
                  </a:lnTo>
                  <a:lnTo>
                    <a:pt x="3621836" y="473405"/>
                  </a:lnTo>
                  <a:lnTo>
                    <a:pt x="3622954" y="473875"/>
                  </a:lnTo>
                  <a:lnTo>
                    <a:pt x="3625583" y="473875"/>
                  </a:lnTo>
                  <a:lnTo>
                    <a:pt x="3626701" y="473405"/>
                  </a:lnTo>
                  <a:lnTo>
                    <a:pt x="3628567" y="471551"/>
                  </a:lnTo>
                  <a:lnTo>
                    <a:pt x="3629025" y="470433"/>
                  </a:lnTo>
                  <a:lnTo>
                    <a:pt x="3629025" y="467791"/>
                  </a:lnTo>
                  <a:close/>
                </a:path>
                <a:path w="3629025" h="1866900">
                  <a:moveTo>
                    <a:pt x="3629025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36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68" name="object 24"/>
          <p:cNvSpPr/>
          <p:nvPr/>
        </p:nvSpPr>
        <p:spPr>
          <a:xfrm>
            <a:off x="6213240" y="417204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70K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object 25"/>
          <p:cNvSpPr/>
          <p:nvPr/>
        </p:nvSpPr>
        <p:spPr>
          <a:xfrm>
            <a:off x="6213240" y="370764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75K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object 26"/>
          <p:cNvSpPr/>
          <p:nvPr/>
        </p:nvSpPr>
        <p:spPr>
          <a:xfrm>
            <a:off x="6213240" y="324324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80K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object 27"/>
          <p:cNvSpPr/>
          <p:nvPr/>
        </p:nvSpPr>
        <p:spPr>
          <a:xfrm>
            <a:off x="6213240" y="277884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85K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object 28"/>
          <p:cNvSpPr/>
          <p:nvPr/>
        </p:nvSpPr>
        <p:spPr>
          <a:xfrm>
            <a:off x="5997600" y="1916280"/>
            <a:ext cx="186768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4920" bIns="0" anchor="t">
            <a:spAutoFit/>
          </a:bodyPr>
          <a:p>
            <a:pPr marL="12600">
              <a:lnSpc>
                <a:spcPct val="100000"/>
              </a:lnSpc>
              <a:spcBef>
                <a:spcPts val="984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Electricity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per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year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227880">
              <a:lnSpc>
                <a:spcPct val="100000"/>
              </a:lnSpc>
              <a:spcBef>
                <a:spcPts val="570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90K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object 29"/>
          <p:cNvSpPr/>
          <p:nvPr/>
        </p:nvSpPr>
        <p:spPr>
          <a:xfrm>
            <a:off x="8186760" y="4416480"/>
            <a:ext cx="3330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object 30"/>
          <p:cNvSpPr/>
          <p:nvPr/>
        </p:nvSpPr>
        <p:spPr>
          <a:xfrm>
            <a:off x="5983560" y="2392920"/>
            <a:ext cx="195840" cy="18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>
            <a:noAutofit/>
          </a:bodyPr>
          <a:p>
            <a:pPr marL="12600">
              <a:lnSpc>
                <a:spcPts val="1426"/>
              </a:lnSpc>
            </a:pP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Electricity usage per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capi…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75" name="object 31" descr=""/>
          <p:cNvPicPr/>
          <p:nvPr/>
        </p:nvPicPr>
        <p:blipFill>
          <a:blip r:embed="rId9"/>
          <a:stretch/>
        </p:blipFill>
        <p:spPr>
          <a:xfrm>
            <a:off x="7313400" y="2405160"/>
            <a:ext cx="9000" cy="1866600"/>
          </a:xfrm>
          <a:prstGeom prst="rect">
            <a:avLst/>
          </a:prstGeom>
          <a:ln w="0">
            <a:noFill/>
          </a:ln>
        </p:spPr>
      </p:pic>
      <p:sp>
        <p:nvSpPr>
          <p:cNvPr id="276" name="object 32"/>
          <p:cNvSpPr/>
          <p:nvPr/>
        </p:nvSpPr>
        <p:spPr>
          <a:xfrm>
            <a:off x="7178400" y="428292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77" name="object 33"/>
          <p:cNvGrpSpPr/>
          <p:nvPr/>
        </p:nvGrpSpPr>
        <p:grpSpPr>
          <a:xfrm>
            <a:off x="8700120" y="2405160"/>
            <a:ext cx="1395720" cy="1866600"/>
            <a:chOff x="8700120" y="2405160"/>
            <a:chExt cx="1395720" cy="1866600"/>
          </a:xfrm>
        </p:grpSpPr>
        <p:pic>
          <p:nvPicPr>
            <p:cNvPr id="278" name="object 34" descr=""/>
            <p:cNvPicPr/>
            <p:nvPr/>
          </p:nvPicPr>
          <p:blipFill>
            <a:blip r:embed="rId10"/>
            <a:stretch/>
          </p:blipFill>
          <p:spPr>
            <a:xfrm>
              <a:off x="8700120" y="2405160"/>
              <a:ext cx="9000" cy="18666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79" name="object 35" descr=""/>
            <p:cNvPicPr/>
            <p:nvPr/>
          </p:nvPicPr>
          <p:blipFill>
            <a:blip r:embed="rId11"/>
            <a:stretch/>
          </p:blipFill>
          <p:spPr>
            <a:xfrm>
              <a:off x="10086840" y="2405160"/>
              <a:ext cx="9000" cy="18666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80" name="object 36"/>
          <p:cNvSpPr/>
          <p:nvPr/>
        </p:nvSpPr>
        <p:spPr>
          <a:xfrm>
            <a:off x="8565120" y="428292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2022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object 37"/>
          <p:cNvSpPr/>
          <p:nvPr/>
        </p:nvSpPr>
        <p:spPr>
          <a:xfrm>
            <a:off x="9951840" y="428292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2024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82" name="object 38"/>
          <p:cNvGrpSpPr/>
          <p:nvPr/>
        </p:nvGrpSpPr>
        <p:grpSpPr>
          <a:xfrm>
            <a:off x="1204920" y="2788560"/>
            <a:ext cx="8881920" cy="3549960"/>
            <a:chOff x="1204920" y="2788560"/>
            <a:chExt cx="8881920" cy="3549960"/>
          </a:xfrm>
        </p:grpSpPr>
        <p:sp>
          <p:nvSpPr>
            <p:cNvPr id="283" name="object 39"/>
            <p:cNvSpPr/>
            <p:nvPr/>
          </p:nvSpPr>
          <p:spPr>
            <a:xfrm>
              <a:off x="6620040" y="2788560"/>
              <a:ext cx="3466800" cy="1478520"/>
            </a:xfrm>
            <a:custGeom>
              <a:avLst/>
              <a:gdLst>
                <a:gd name="textAreaLeft" fmla="*/ 0 w 3466800"/>
                <a:gd name="textAreaRight" fmla="*/ 3467160 w 3466800"/>
                <a:gd name="textAreaTop" fmla="*/ 0 h 1478520"/>
                <a:gd name="textAreaBottom" fmla="*/ 1478880 h 1478520"/>
              </a:gdLst>
              <a:ahLst/>
              <a:rect l="textAreaLeft" t="textAreaTop" r="textAreaRight" b="textAreaBottom"/>
              <a:pathLst>
                <a:path w="3467100" h="1478914">
                  <a:moveTo>
                    <a:pt x="3467099" y="1478722"/>
                  </a:moveTo>
                  <a:lnTo>
                    <a:pt x="0" y="1478722"/>
                  </a:lnTo>
                  <a:lnTo>
                    <a:pt x="0" y="540505"/>
                  </a:lnTo>
                  <a:lnTo>
                    <a:pt x="693419" y="1402314"/>
                  </a:lnTo>
                  <a:lnTo>
                    <a:pt x="1386839" y="1297819"/>
                  </a:lnTo>
                  <a:lnTo>
                    <a:pt x="2080259" y="0"/>
                  </a:lnTo>
                  <a:lnTo>
                    <a:pt x="2773679" y="1205879"/>
                  </a:lnTo>
                  <a:lnTo>
                    <a:pt x="3467099" y="779736"/>
                  </a:lnTo>
                  <a:lnTo>
                    <a:pt x="3467099" y="1478722"/>
                  </a:lnTo>
                  <a:close/>
                </a:path>
              </a:pathLst>
            </a:custGeom>
            <a:solidFill>
              <a:srgbClr val="6fb0df">
                <a:alpha val="40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4" name="object 40"/>
            <p:cNvSpPr/>
            <p:nvPr/>
          </p:nvSpPr>
          <p:spPr>
            <a:xfrm>
              <a:off x="6620040" y="2788560"/>
              <a:ext cx="3466800" cy="1402200"/>
            </a:xfrm>
            <a:custGeom>
              <a:avLst/>
              <a:gdLst>
                <a:gd name="textAreaLeft" fmla="*/ 0 w 3466800"/>
                <a:gd name="textAreaRight" fmla="*/ 3467160 w 3466800"/>
                <a:gd name="textAreaTop" fmla="*/ 0 h 1402200"/>
                <a:gd name="textAreaBottom" fmla="*/ 1402560 h 1402200"/>
              </a:gdLst>
              <a:ahLst/>
              <a:rect l="textAreaLeft" t="textAreaTop" r="textAreaRight" b="textAreaBottom"/>
              <a:pathLst>
                <a:path w="3467100" h="1402714">
                  <a:moveTo>
                    <a:pt x="0" y="540505"/>
                  </a:moveTo>
                  <a:lnTo>
                    <a:pt x="693419" y="1402314"/>
                  </a:lnTo>
                  <a:lnTo>
                    <a:pt x="1386839" y="1297819"/>
                  </a:lnTo>
                  <a:lnTo>
                    <a:pt x="2080259" y="0"/>
                  </a:lnTo>
                  <a:lnTo>
                    <a:pt x="2773679" y="1205879"/>
                  </a:lnTo>
                  <a:lnTo>
                    <a:pt x="3467099" y="779736"/>
                  </a:lnTo>
                </a:path>
              </a:pathLst>
            </a:custGeom>
            <a:noFill/>
            <a:ln w="28574">
              <a:solidFill>
                <a:srgbClr val="6fb0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5" name="object 41"/>
            <p:cNvSpPr/>
            <p:nvPr/>
          </p:nvSpPr>
          <p:spPr>
            <a:xfrm>
              <a:off x="1204920" y="5400720"/>
              <a:ext cx="4228920" cy="933120"/>
            </a:xfrm>
            <a:custGeom>
              <a:avLst/>
              <a:gdLst>
                <a:gd name="textAreaLeft" fmla="*/ 0 w 4228920"/>
                <a:gd name="textAreaRight" fmla="*/ 4229280 w 4228920"/>
                <a:gd name="textAreaTop" fmla="*/ 0 h 933120"/>
                <a:gd name="textAreaBottom" fmla="*/ 933480 h 933120"/>
              </a:gdLst>
              <a:ahLst/>
              <a:rect l="textAreaLeft" t="textAreaTop" r="textAreaRight" b="textAreaBottom"/>
              <a:pathLst>
                <a:path w="4229100" h="933450">
                  <a:moveTo>
                    <a:pt x="9525" y="619404"/>
                  </a:moveTo>
                  <a:lnTo>
                    <a:pt x="9067" y="618286"/>
                  </a:lnTo>
                  <a:lnTo>
                    <a:pt x="7200" y="616419"/>
                  </a:lnTo>
                  <a:lnTo>
                    <a:pt x="6083" y="615950"/>
                  </a:lnTo>
                  <a:lnTo>
                    <a:pt x="3454" y="615950"/>
                  </a:lnTo>
                  <a:lnTo>
                    <a:pt x="2336" y="616419"/>
                  </a:lnTo>
                  <a:lnTo>
                    <a:pt x="469" y="618286"/>
                  </a:lnTo>
                  <a:lnTo>
                    <a:pt x="0" y="619404"/>
                  </a:lnTo>
                  <a:lnTo>
                    <a:pt x="0" y="622033"/>
                  </a:lnTo>
                  <a:lnTo>
                    <a:pt x="469" y="623150"/>
                  </a:lnTo>
                  <a:lnTo>
                    <a:pt x="2336" y="625017"/>
                  </a:lnTo>
                  <a:lnTo>
                    <a:pt x="3454" y="625475"/>
                  </a:lnTo>
                  <a:lnTo>
                    <a:pt x="6083" y="625475"/>
                  </a:lnTo>
                  <a:lnTo>
                    <a:pt x="7200" y="625017"/>
                  </a:lnTo>
                  <a:lnTo>
                    <a:pt x="9067" y="623150"/>
                  </a:lnTo>
                  <a:lnTo>
                    <a:pt x="9525" y="622033"/>
                  </a:lnTo>
                  <a:lnTo>
                    <a:pt x="9525" y="619404"/>
                  </a:lnTo>
                  <a:close/>
                </a:path>
                <a:path w="4229100" h="933450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4229100" h="933450">
                  <a:moveTo>
                    <a:pt x="57150" y="619404"/>
                  </a:moveTo>
                  <a:lnTo>
                    <a:pt x="56692" y="618286"/>
                  </a:lnTo>
                  <a:lnTo>
                    <a:pt x="54825" y="616419"/>
                  </a:lnTo>
                  <a:lnTo>
                    <a:pt x="53708" y="615950"/>
                  </a:lnTo>
                  <a:lnTo>
                    <a:pt x="51079" y="615950"/>
                  </a:lnTo>
                  <a:lnTo>
                    <a:pt x="49961" y="616419"/>
                  </a:lnTo>
                  <a:lnTo>
                    <a:pt x="48094" y="618286"/>
                  </a:lnTo>
                  <a:lnTo>
                    <a:pt x="47625" y="619404"/>
                  </a:lnTo>
                  <a:lnTo>
                    <a:pt x="47625" y="622033"/>
                  </a:lnTo>
                  <a:lnTo>
                    <a:pt x="48094" y="623150"/>
                  </a:lnTo>
                  <a:lnTo>
                    <a:pt x="49961" y="625017"/>
                  </a:lnTo>
                  <a:lnTo>
                    <a:pt x="51079" y="625475"/>
                  </a:lnTo>
                  <a:lnTo>
                    <a:pt x="53708" y="625475"/>
                  </a:lnTo>
                  <a:lnTo>
                    <a:pt x="54825" y="625017"/>
                  </a:lnTo>
                  <a:lnTo>
                    <a:pt x="56692" y="623150"/>
                  </a:lnTo>
                  <a:lnTo>
                    <a:pt x="57150" y="622033"/>
                  </a:lnTo>
                  <a:lnTo>
                    <a:pt x="57150" y="619404"/>
                  </a:lnTo>
                  <a:close/>
                </a:path>
                <a:path w="4229100" h="933450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4229100" h="933450">
                  <a:moveTo>
                    <a:pt x="104775" y="619404"/>
                  </a:moveTo>
                  <a:lnTo>
                    <a:pt x="104317" y="618286"/>
                  </a:lnTo>
                  <a:lnTo>
                    <a:pt x="102450" y="616419"/>
                  </a:lnTo>
                  <a:lnTo>
                    <a:pt x="101333" y="615950"/>
                  </a:lnTo>
                  <a:lnTo>
                    <a:pt x="98704" y="615950"/>
                  </a:lnTo>
                  <a:lnTo>
                    <a:pt x="97586" y="616419"/>
                  </a:lnTo>
                  <a:lnTo>
                    <a:pt x="95719" y="618286"/>
                  </a:lnTo>
                  <a:lnTo>
                    <a:pt x="95250" y="619404"/>
                  </a:lnTo>
                  <a:lnTo>
                    <a:pt x="95250" y="622033"/>
                  </a:lnTo>
                  <a:lnTo>
                    <a:pt x="95719" y="623150"/>
                  </a:lnTo>
                  <a:lnTo>
                    <a:pt x="97586" y="625017"/>
                  </a:lnTo>
                  <a:lnTo>
                    <a:pt x="98704" y="625475"/>
                  </a:lnTo>
                  <a:lnTo>
                    <a:pt x="101333" y="625475"/>
                  </a:lnTo>
                  <a:lnTo>
                    <a:pt x="102450" y="625017"/>
                  </a:lnTo>
                  <a:lnTo>
                    <a:pt x="104317" y="623150"/>
                  </a:lnTo>
                  <a:lnTo>
                    <a:pt x="104775" y="622033"/>
                  </a:lnTo>
                  <a:lnTo>
                    <a:pt x="104775" y="619404"/>
                  </a:lnTo>
                  <a:close/>
                </a:path>
                <a:path w="4229100" h="933450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4229100" h="933450">
                  <a:moveTo>
                    <a:pt x="152400" y="619404"/>
                  </a:moveTo>
                  <a:lnTo>
                    <a:pt x="151942" y="618286"/>
                  </a:lnTo>
                  <a:lnTo>
                    <a:pt x="150075" y="616419"/>
                  </a:lnTo>
                  <a:lnTo>
                    <a:pt x="148958" y="615950"/>
                  </a:lnTo>
                  <a:lnTo>
                    <a:pt x="146329" y="615950"/>
                  </a:lnTo>
                  <a:lnTo>
                    <a:pt x="145211" y="616419"/>
                  </a:lnTo>
                  <a:lnTo>
                    <a:pt x="143344" y="618286"/>
                  </a:lnTo>
                  <a:lnTo>
                    <a:pt x="142875" y="619404"/>
                  </a:lnTo>
                  <a:lnTo>
                    <a:pt x="142875" y="622033"/>
                  </a:lnTo>
                  <a:lnTo>
                    <a:pt x="143344" y="623150"/>
                  </a:lnTo>
                  <a:lnTo>
                    <a:pt x="145211" y="625017"/>
                  </a:lnTo>
                  <a:lnTo>
                    <a:pt x="146329" y="625475"/>
                  </a:lnTo>
                  <a:lnTo>
                    <a:pt x="148958" y="625475"/>
                  </a:lnTo>
                  <a:lnTo>
                    <a:pt x="150075" y="625017"/>
                  </a:lnTo>
                  <a:lnTo>
                    <a:pt x="151942" y="623150"/>
                  </a:lnTo>
                  <a:lnTo>
                    <a:pt x="152400" y="622033"/>
                  </a:lnTo>
                  <a:lnTo>
                    <a:pt x="152400" y="619404"/>
                  </a:lnTo>
                  <a:close/>
                </a:path>
                <a:path w="4229100" h="933450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4229100" h="933450">
                  <a:moveTo>
                    <a:pt x="200025" y="619404"/>
                  </a:moveTo>
                  <a:lnTo>
                    <a:pt x="199567" y="618286"/>
                  </a:lnTo>
                  <a:lnTo>
                    <a:pt x="197700" y="616419"/>
                  </a:lnTo>
                  <a:lnTo>
                    <a:pt x="196583" y="615950"/>
                  </a:lnTo>
                  <a:lnTo>
                    <a:pt x="193954" y="615950"/>
                  </a:lnTo>
                  <a:lnTo>
                    <a:pt x="192836" y="616419"/>
                  </a:lnTo>
                  <a:lnTo>
                    <a:pt x="190969" y="618286"/>
                  </a:lnTo>
                  <a:lnTo>
                    <a:pt x="190500" y="619404"/>
                  </a:lnTo>
                  <a:lnTo>
                    <a:pt x="190500" y="622033"/>
                  </a:lnTo>
                  <a:lnTo>
                    <a:pt x="190969" y="623150"/>
                  </a:lnTo>
                  <a:lnTo>
                    <a:pt x="192836" y="625017"/>
                  </a:lnTo>
                  <a:lnTo>
                    <a:pt x="193954" y="625475"/>
                  </a:lnTo>
                  <a:lnTo>
                    <a:pt x="196583" y="625475"/>
                  </a:lnTo>
                  <a:lnTo>
                    <a:pt x="197700" y="625017"/>
                  </a:lnTo>
                  <a:lnTo>
                    <a:pt x="199567" y="623150"/>
                  </a:lnTo>
                  <a:lnTo>
                    <a:pt x="200025" y="622033"/>
                  </a:lnTo>
                  <a:lnTo>
                    <a:pt x="200025" y="619404"/>
                  </a:lnTo>
                  <a:close/>
                </a:path>
                <a:path w="4229100" h="933450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4229100" h="933450">
                  <a:moveTo>
                    <a:pt x="247650" y="619404"/>
                  </a:moveTo>
                  <a:lnTo>
                    <a:pt x="247192" y="618286"/>
                  </a:lnTo>
                  <a:lnTo>
                    <a:pt x="245325" y="616419"/>
                  </a:lnTo>
                  <a:lnTo>
                    <a:pt x="244208" y="615950"/>
                  </a:lnTo>
                  <a:lnTo>
                    <a:pt x="241579" y="615950"/>
                  </a:lnTo>
                  <a:lnTo>
                    <a:pt x="240461" y="616419"/>
                  </a:lnTo>
                  <a:lnTo>
                    <a:pt x="238594" y="618286"/>
                  </a:lnTo>
                  <a:lnTo>
                    <a:pt x="238125" y="619404"/>
                  </a:lnTo>
                  <a:lnTo>
                    <a:pt x="238125" y="622033"/>
                  </a:lnTo>
                  <a:lnTo>
                    <a:pt x="238594" y="623150"/>
                  </a:lnTo>
                  <a:lnTo>
                    <a:pt x="240461" y="625017"/>
                  </a:lnTo>
                  <a:lnTo>
                    <a:pt x="241579" y="625475"/>
                  </a:lnTo>
                  <a:lnTo>
                    <a:pt x="244208" y="625475"/>
                  </a:lnTo>
                  <a:lnTo>
                    <a:pt x="245325" y="625017"/>
                  </a:lnTo>
                  <a:lnTo>
                    <a:pt x="247192" y="623150"/>
                  </a:lnTo>
                  <a:lnTo>
                    <a:pt x="247650" y="622033"/>
                  </a:lnTo>
                  <a:lnTo>
                    <a:pt x="247650" y="619404"/>
                  </a:lnTo>
                  <a:close/>
                </a:path>
                <a:path w="4229100" h="933450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4229100" h="933450">
                  <a:moveTo>
                    <a:pt x="295275" y="619404"/>
                  </a:moveTo>
                  <a:lnTo>
                    <a:pt x="294817" y="618286"/>
                  </a:lnTo>
                  <a:lnTo>
                    <a:pt x="292950" y="616419"/>
                  </a:lnTo>
                  <a:lnTo>
                    <a:pt x="291833" y="615950"/>
                  </a:lnTo>
                  <a:lnTo>
                    <a:pt x="289204" y="615950"/>
                  </a:lnTo>
                  <a:lnTo>
                    <a:pt x="288086" y="616419"/>
                  </a:lnTo>
                  <a:lnTo>
                    <a:pt x="286219" y="618286"/>
                  </a:lnTo>
                  <a:lnTo>
                    <a:pt x="285750" y="619404"/>
                  </a:lnTo>
                  <a:lnTo>
                    <a:pt x="285750" y="622033"/>
                  </a:lnTo>
                  <a:lnTo>
                    <a:pt x="286219" y="623150"/>
                  </a:lnTo>
                  <a:lnTo>
                    <a:pt x="288086" y="625017"/>
                  </a:lnTo>
                  <a:lnTo>
                    <a:pt x="289204" y="625475"/>
                  </a:lnTo>
                  <a:lnTo>
                    <a:pt x="291833" y="625475"/>
                  </a:lnTo>
                  <a:lnTo>
                    <a:pt x="292950" y="625017"/>
                  </a:lnTo>
                  <a:lnTo>
                    <a:pt x="294817" y="623150"/>
                  </a:lnTo>
                  <a:lnTo>
                    <a:pt x="295275" y="622033"/>
                  </a:lnTo>
                  <a:lnTo>
                    <a:pt x="295275" y="619404"/>
                  </a:lnTo>
                  <a:close/>
                </a:path>
                <a:path w="4229100" h="933450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4229100" h="933450">
                  <a:moveTo>
                    <a:pt x="342900" y="619404"/>
                  </a:moveTo>
                  <a:lnTo>
                    <a:pt x="342442" y="618286"/>
                  </a:lnTo>
                  <a:lnTo>
                    <a:pt x="340575" y="616419"/>
                  </a:lnTo>
                  <a:lnTo>
                    <a:pt x="339458" y="615950"/>
                  </a:lnTo>
                  <a:lnTo>
                    <a:pt x="336829" y="615950"/>
                  </a:lnTo>
                  <a:lnTo>
                    <a:pt x="335711" y="616419"/>
                  </a:lnTo>
                  <a:lnTo>
                    <a:pt x="333844" y="618286"/>
                  </a:lnTo>
                  <a:lnTo>
                    <a:pt x="333375" y="619404"/>
                  </a:lnTo>
                  <a:lnTo>
                    <a:pt x="333375" y="622033"/>
                  </a:lnTo>
                  <a:lnTo>
                    <a:pt x="333844" y="623150"/>
                  </a:lnTo>
                  <a:lnTo>
                    <a:pt x="335711" y="625017"/>
                  </a:lnTo>
                  <a:lnTo>
                    <a:pt x="336829" y="625475"/>
                  </a:lnTo>
                  <a:lnTo>
                    <a:pt x="339458" y="625475"/>
                  </a:lnTo>
                  <a:lnTo>
                    <a:pt x="340575" y="625017"/>
                  </a:lnTo>
                  <a:lnTo>
                    <a:pt x="342442" y="623150"/>
                  </a:lnTo>
                  <a:lnTo>
                    <a:pt x="342900" y="622033"/>
                  </a:lnTo>
                  <a:lnTo>
                    <a:pt x="342900" y="619404"/>
                  </a:lnTo>
                  <a:close/>
                </a:path>
                <a:path w="4229100" h="933450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4229100" h="933450">
                  <a:moveTo>
                    <a:pt x="390525" y="619404"/>
                  </a:moveTo>
                  <a:lnTo>
                    <a:pt x="390067" y="618286"/>
                  </a:lnTo>
                  <a:lnTo>
                    <a:pt x="388200" y="616419"/>
                  </a:lnTo>
                  <a:lnTo>
                    <a:pt x="387083" y="615950"/>
                  </a:lnTo>
                  <a:lnTo>
                    <a:pt x="384454" y="615950"/>
                  </a:lnTo>
                  <a:lnTo>
                    <a:pt x="383336" y="616419"/>
                  </a:lnTo>
                  <a:lnTo>
                    <a:pt x="381469" y="618286"/>
                  </a:lnTo>
                  <a:lnTo>
                    <a:pt x="381000" y="619404"/>
                  </a:lnTo>
                  <a:lnTo>
                    <a:pt x="381000" y="622033"/>
                  </a:lnTo>
                  <a:lnTo>
                    <a:pt x="381469" y="623150"/>
                  </a:lnTo>
                  <a:lnTo>
                    <a:pt x="383336" y="625017"/>
                  </a:lnTo>
                  <a:lnTo>
                    <a:pt x="384454" y="625475"/>
                  </a:lnTo>
                  <a:lnTo>
                    <a:pt x="387083" y="625475"/>
                  </a:lnTo>
                  <a:lnTo>
                    <a:pt x="388200" y="625017"/>
                  </a:lnTo>
                  <a:lnTo>
                    <a:pt x="390067" y="623150"/>
                  </a:lnTo>
                  <a:lnTo>
                    <a:pt x="390525" y="622033"/>
                  </a:lnTo>
                  <a:lnTo>
                    <a:pt x="390525" y="619404"/>
                  </a:lnTo>
                  <a:close/>
                </a:path>
                <a:path w="4229100" h="933450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4229100" h="933450">
                  <a:moveTo>
                    <a:pt x="438150" y="619404"/>
                  </a:moveTo>
                  <a:lnTo>
                    <a:pt x="437692" y="618286"/>
                  </a:lnTo>
                  <a:lnTo>
                    <a:pt x="435825" y="616419"/>
                  </a:lnTo>
                  <a:lnTo>
                    <a:pt x="434708" y="615950"/>
                  </a:lnTo>
                  <a:lnTo>
                    <a:pt x="432079" y="615950"/>
                  </a:lnTo>
                  <a:lnTo>
                    <a:pt x="430961" y="616419"/>
                  </a:lnTo>
                  <a:lnTo>
                    <a:pt x="429094" y="618286"/>
                  </a:lnTo>
                  <a:lnTo>
                    <a:pt x="428625" y="619404"/>
                  </a:lnTo>
                  <a:lnTo>
                    <a:pt x="428625" y="622033"/>
                  </a:lnTo>
                  <a:lnTo>
                    <a:pt x="429094" y="623150"/>
                  </a:lnTo>
                  <a:lnTo>
                    <a:pt x="430961" y="625017"/>
                  </a:lnTo>
                  <a:lnTo>
                    <a:pt x="432079" y="625475"/>
                  </a:lnTo>
                  <a:lnTo>
                    <a:pt x="434708" y="625475"/>
                  </a:lnTo>
                  <a:lnTo>
                    <a:pt x="435825" y="625017"/>
                  </a:lnTo>
                  <a:lnTo>
                    <a:pt x="437692" y="623150"/>
                  </a:lnTo>
                  <a:lnTo>
                    <a:pt x="438150" y="622033"/>
                  </a:lnTo>
                  <a:lnTo>
                    <a:pt x="438150" y="619404"/>
                  </a:lnTo>
                  <a:close/>
                </a:path>
                <a:path w="4229100" h="933450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4229100" h="933450">
                  <a:moveTo>
                    <a:pt x="485775" y="619404"/>
                  </a:moveTo>
                  <a:lnTo>
                    <a:pt x="485317" y="618286"/>
                  </a:lnTo>
                  <a:lnTo>
                    <a:pt x="483450" y="616419"/>
                  </a:lnTo>
                  <a:lnTo>
                    <a:pt x="482333" y="615950"/>
                  </a:lnTo>
                  <a:lnTo>
                    <a:pt x="479704" y="615950"/>
                  </a:lnTo>
                  <a:lnTo>
                    <a:pt x="478586" y="616419"/>
                  </a:lnTo>
                  <a:lnTo>
                    <a:pt x="476719" y="618286"/>
                  </a:lnTo>
                  <a:lnTo>
                    <a:pt x="476250" y="619404"/>
                  </a:lnTo>
                  <a:lnTo>
                    <a:pt x="476250" y="622033"/>
                  </a:lnTo>
                  <a:lnTo>
                    <a:pt x="476719" y="623150"/>
                  </a:lnTo>
                  <a:lnTo>
                    <a:pt x="478586" y="625017"/>
                  </a:lnTo>
                  <a:lnTo>
                    <a:pt x="479704" y="625475"/>
                  </a:lnTo>
                  <a:lnTo>
                    <a:pt x="482333" y="625475"/>
                  </a:lnTo>
                  <a:lnTo>
                    <a:pt x="483450" y="625017"/>
                  </a:lnTo>
                  <a:lnTo>
                    <a:pt x="485317" y="623150"/>
                  </a:lnTo>
                  <a:lnTo>
                    <a:pt x="485775" y="622033"/>
                  </a:lnTo>
                  <a:lnTo>
                    <a:pt x="485775" y="619404"/>
                  </a:lnTo>
                  <a:close/>
                </a:path>
                <a:path w="4229100" h="933450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4229100" h="933450">
                  <a:moveTo>
                    <a:pt x="533400" y="619404"/>
                  </a:moveTo>
                  <a:lnTo>
                    <a:pt x="532942" y="618286"/>
                  </a:lnTo>
                  <a:lnTo>
                    <a:pt x="531075" y="616419"/>
                  </a:lnTo>
                  <a:lnTo>
                    <a:pt x="529958" y="615950"/>
                  </a:lnTo>
                  <a:lnTo>
                    <a:pt x="527329" y="615950"/>
                  </a:lnTo>
                  <a:lnTo>
                    <a:pt x="526211" y="616419"/>
                  </a:lnTo>
                  <a:lnTo>
                    <a:pt x="524344" y="618286"/>
                  </a:lnTo>
                  <a:lnTo>
                    <a:pt x="523875" y="619404"/>
                  </a:lnTo>
                  <a:lnTo>
                    <a:pt x="523875" y="622033"/>
                  </a:lnTo>
                  <a:lnTo>
                    <a:pt x="524344" y="623150"/>
                  </a:lnTo>
                  <a:lnTo>
                    <a:pt x="526211" y="625017"/>
                  </a:lnTo>
                  <a:lnTo>
                    <a:pt x="527329" y="625475"/>
                  </a:lnTo>
                  <a:lnTo>
                    <a:pt x="529958" y="625475"/>
                  </a:lnTo>
                  <a:lnTo>
                    <a:pt x="531075" y="625017"/>
                  </a:lnTo>
                  <a:lnTo>
                    <a:pt x="532942" y="623150"/>
                  </a:lnTo>
                  <a:lnTo>
                    <a:pt x="533400" y="622033"/>
                  </a:lnTo>
                  <a:lnTo>
                    <a:pt x="533400" y="619404"/>
                  </a:lnTo>
                  <a:close/>
                </a:path>
                <a:path w="4229100" h="933450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4229100" h="933450">
                  <a:moveTo>
                    <a:pt x="581025" y="619404"/>
                  </a:moveTo>
                  <a:lnTo>
                    <a:pt x="580567" y="618286"/>
                  </a:lnTo>
                  <a:lnTo>
                    <a:pt x="578700" y="616419"/>
                  </a:lnTo>
                  <a:lnTo>
                    <a:pt x="577583" y="615950"/>
                  </a:lnTo>
                  <a:lnTo>
                    <a:pt x="574954" y="615950"/>
                  </a:lnTo>
                  <a:lnTo>
                    <a:pt x="573836" y="616419"/>
                  </a:lnTo>
                  <a:lnTo>
                    <a:pt x="571969" y="618286"/>
                  </a:lnTo>
                  <a:lnTo>
                    <a:pt x="571500" y="619404"/>
                  </a:lnTo>
                  <a:lnTo>
                    <a:pt x="571500" y="622033"/>
                  </a:lnTo>
                  <a:lnTo>
                    <a:pt x="571969" y="623150"/>
                  </a:lnTo>
                  <a:lnTo>
                    <a:pt x="573836" y="625017"/>
                  </a:lnTo>
                  <a:lnTo>
                    <a:pt x="574954" y="625475"/>
                  </a:lnTo>
                  <a:lnTo>
                    <a:pt x="577583" y="625475"/>
                  </a:lnTo>
                  <a:lnTo>
                    <a:pt x="578700" y="625017"/>
                  </a:lnTo>
                  <a:lnTo>
                    <a:pt x="580567" y="623150"/>
                  </a:lnTo>
                  <a:lnTo>
                    <a:pt x="581025" y="622033"/>
                  </a:lnTo>
                  <a:lnTo>
                    <a:pt x="581025" y="619404"/>
                  </a:lnTo>
                  <a:close/>
                </a:path>
                <a:path w="4229100" h="933450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4229100" h="933450">
                  <a:moveTo>
                    <a:pt x="628650" y="619404"/>
                  </a:moveTo>
                  <a:lnTo>
                    <a:pt x="628192" y="618286"/>
                  </a:lnTo>
                  <a:lnTo>
                    <a:pt x="626325" y="616419"/>
                  </a:lnTo>
                  <a:lnTo>
                    <a:pt x="625208" y="615950"/>
                  </a:lnTo>
                  <a:lnTo>
                    <a:pt x="622579" y="615950"/>
                  </a:lnTo>
                  <a:lnTo>
                    <a:pt x="621461" y="616419"/>
                  </a:lnTo>
                  <a:lnTo>
                    <a:pt x="619594" y="618286"/>
                  </a:lnTo>
                  <a:lnTo>
                    <a:pt x="619125" y="619404"/>
                  </a:lnTo>
                  <a:lnTo>
                    <a:pt x="619125" y="622033"/>
                  </a:lnTo>
                  <a:lnTo>
                    <a:pt x="619594" y="623150"/>
                  </a:lnTo>
                  <a:lnTo>
                    <a:pt x="621461" y="625017"/>
                  </a:lnTo>
                  <a:lnTo>
                    <a:pt x="622579" y="625475"/>
                  </a:lnTo>
                  <a:lnTo>
                    <a:pt x="625208" y="625475"/>
                  </a:lnTo>
                  <a:lnTo>
                    <a:pt x="626325" y="625017"/>
                  </a:lnTo>
                  <a:lnTo>
                    <a:pt x="628192" y="623150"/>
                  </a:lnTo>
                  <a:lnTo>
                    <a:pt x="628650" y="622033"/>
                  </a:lnTo>
                  <a:lnTo>
                    <a:pt x="628650" y="619404"/>
                  </a:lnTo>
                  <a:close/>
                </a:path>
                <a:path w="4229100" h="933450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4229100" h="933450">
                  <a:moveTo>
                    <a:pt x="676275" y="619404"/>
                  </a:moveTo>
                  <a:lnTo>
                    <a:pt x="675817" y="618286"/>
                  </a:lnTo>
                  <a:lnTo>
                    <a:pt x="673950" y="616419"/>
                  </a:lnTo>
                  <a:lnTo>
                    <a:pt x="672833" y="615950"/>
                  </a:lnTo>
                  <a:lnTo>
                    <a:pt x="670204" y="615950"/>
                  </a:lnTo>
                  <a:lnTo>
                    <a:pt x="669086" y="616419"/>
                  </a:lnTo>
                  <a:lnTo>
                    <a:pt x="667219" y="618286"/>
                  </a:lnTo>
                  <a:lnTo>
                    <a:pt x="666750" y="619404"/>
                  </a:lnTo>
                  <a:lnTo>
                    <a:pt x="666750" y="622033"/>
                  </a:lnTo>
                  <a:lnTo>
                    <a:pt x="667219" y="623150"/>
                  </a:lnTo>
                  <a:lnTo>
                    <a:pt x="669086" y="625017"/>
                  </a:lnTo>
                  <a:lnTo>
                    <a:pt x="670204" y="625475"/>
                  </a:lnTo>
                  <a:lnTo>
                    <a:pt x="672833" y="625475"/>
                  </a:lnTo>
                  <a:lnTo>
                    <a:pt x="673950" y="625017"/>
                  </a:lnTo>
                  <a:lnTo>
                    <a:pt x="675817" y="623150"/>
                  </a:lnTo>
                  <a:lnTo>
                    <a:pt x="676275" y="622033"/>
                  </a:lnTo>
                  <a:lnTo>
                    <a:pt x="676275" y="619404"/>
                  </a:lnTo>
                  <a:close/>
                </a:path>
                <a:path w="4229100" h="933450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4229100" h="933450">
                  <a:moveTo>
                    <a:pt x="723900" y="619404"/>
                  </a:moveTo>
                  <a:lnTo>
                    <a:pt x="723442" y="618286"/>
                  </a:lnTo>
                  <a:lnTo>
                    <a:pt x="721575" y="616419"/>
                  </a:lnTo>
                  <a:lnTo>
                    <a:pt x="720458" y="615950"/>
                  </a:lnTo>
                  <a:lnTo>
                    <a:pt x="717829" y="615950"/>
                  </a:lnTo>
                  <a:lnTo>
                    <a:pt x="716711" y="616419"/>
                  </a:lnTo>
                  <a:lnTo>
                    <a:pt x="714844" y="618286"/>
                  </a:lnTo>
                  <a:lnTo>
                    <a:pt x="714375" y="619404"/>
                  </a:lnTo>
                  <a:lnTo>
                    <a:pt x="714375" y="622033"/>
                  </a:lnTo>
                  <a:lnTo>
                    <a:pt x="714844" y="623150"/>
                  </a:lnTo>
                  <a:lnTo>
                    <a:pt x="716711" y="625017"/>
                  </a:lnTo>
                  <a:lnTo>
                    <a:pt x="717829" y="625475"/>
                  </a:lnTo>
                  <a:lnTo>
                    <a:pt x="720458" y="625475"/>
                  </a:lnTo>
                  <a:lnTo>
                    <a:pt x="721575" y="625017"/>
                  </a:lnTo>
                  <a:lnTo>
                    <a:pt x="723442" y="623150"/>
                  </a:lnTo>
                  <a:lnTo>
                    <a:pt x="723900" y="622033"/>
                  </a:lnTo>
                  <a:lnTo>
                    <a:pt x="723900" y="619404"/>
                  </a:lnTo>
                  <a:close/>
                </a:path>
                <a:path w="4229100" h="933450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4229100" h="933450">
                  <a:moveTo>
                    <a:pt x="771525" y="619404"/>
                  </a:moveTo>
                  <a:lnTo>
                    <a:pt x="771067" y="618286"/>
                  </a:lnTo>
                  <a:lnTo>
                    <a:pt x="769200" y="616419"/>
                  </a:lnTo>
                  <a:lnTo>
                    <a:pt x="768083" y="615950"/>
                  </a:lnTo>
                  <a:lnTo>
                    <a:pt x="765454" y="615950"/>
                  </a:lnTo>
                  <a:lnTo>
                    <a:pt x="764336" y="616419"/>
                  </a:lnTo>
                  <a:lnTo>
                    <a:pt x="762469" y="618286"/>
                  </a:lnTo>
                  <a:lnTo>
                    <a:pt x="762000" y="619404"/>
                  </a:lnTo>
                  <a:lnTo>
                    <a:pt x="762000" y="622033"/>
                  </a:lnTo>
                  <a:lnTo>
                    <a:pt x="762469" y="623150"/>
                  </a:lnTo>
                  <a:lnTo>
                    <a:pt x="764336" y="625017"/>
                  </a:lnTo>
                  <a:lnTo>
                    <a:pt x="765454" y="625475"/>
                  </a:lnTo>
                  <a:lnTo>
                    <a:pt x="768083" y="625475"/>
                  </a:lnTo>
                  <a:lnTo>
                    <a:pt x="769200" y="625017"/>
                  </a:lnTo>
                  <a:lnTo>
                    <a:pt x="771067" y="623150"/>
                  </a:lnTo>
                  <a:lnTo>
                    <a:pt x="771525" y="622033"/>
                  </a:lnTo>
                  <a:lnTo>
                    <a:pt x="771525" y="619404"/>
                  </a:lnTo>
                  <a:close/>
                </a:path>
                <a:path w="4229100" h="933450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4229100" h="933450">
                  <a:moveTo>
                    <a:pt x="819150" y="619404"/>
                  </a:moveTo>
                  <a:lnTo>
                    <a:pt x="818692" y="618286"/>
                  </a:lnTo>
                  <a:lnTo>
                    <a:pt x="816825" y="616419"/>
                  </a:lnTo>
                  <a:lnTo>
                    <a:pt x="815708" y="615950"/>
                  </a:lnTo>
                  <a:lnTo>
                    <a:pt x="813079" y="615950"/>
                  </a:lnTo>
                  <a:lnTo>
                    <a:pt x="811961" y="616419"/>
                  </a:lnTo>
                  <a:lnTo>
                    <a:pt x="810094" y="618286"/>
                  </a:lnTo>
                  <a:lnTo>
                    <a:pt x="809625" y="619404"/>
                  </a:lnTo>
                  <a:lnTo>
                    <a:pt x="809625" y="622033"/>
                  </a:lnTo>
                  <a:lnTo>
                    <a:pt x="810094" y="623150"/>
                  </a:lnTo>
                  <a:lnTo>
                    <a:pt x="811961" y="625017"/>
                  </a:lnTo>
                  <a:lnTo>
                    <a:pt x="813079" y="625475"/>
                  </a:lnTo>
                  <a:lnTo>
                    <a:pt x="815708" y="625475"/>
                  </a:lnTo>
                  <a:lnTo>
                    <a:pt x="816825" y="625017"/>
                  </a:lnTo>
                  <a:lnTo>
                    <a:pt x="818692" y="623150"/>
                  </a:lnTo>
                  <a:lnTo>
                    <a:pt x="819150" y="622033"/>
                  </a:lnTo>
                  <a:lnTo>
                    <a:pt x="819150" y="619404"/>
                  </a:lnTo>
                  <a:close/>
                </a:path>
                <a:path w="4229100" h="933450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4229100" h="933450">
                  <a:moveTo>
                    <a:pt x="866775" y="619404"/>
                  </a:moveTo>
                  <a:lnTo>
                    <a:pt x="866317" y="618286"/>
                  </a:lnTo>
                  <a:lnTo>
                    <a:pt x="864450" y="616419"/>
                  </a:lnTo>
                  <a:lnTo>
                    <a:pt x="863333" y="615950"/>
                  </a:lnTo>
                  <a:lnTo>
                    <a:pt x="860704" y="615950"/>
                  </a:lnTo>
                  <a:lnTo>
                    <a:pt x="859586" y="616419"/>
                  </a:lnTo>
                  <a:lnTo>
                    <a:pt x="857719" y="618286"/>
                  </a:lnTo>
                  <a:lnTo>
                    <a:pt x="857250" y="619404"/>
                  </a:lnTo>
                  <a:lnTo>
                    <a:pt x="857250" y="622033"/>
                  </a:lnTo>
                  <a:lnTo>
                    <a:pt x="857719" y="623150"/>
                  </a:lnTo>
                  <a:lnTo>
                    <a:pt x="859586" y="625017"/>
                  </a:lnTo>
                  <a:lnTo>
                    <a:pt x="860704" y="625475"/>
                  </a:lnTo>
                  <a:lnTo>
                    <a:pt x="863333" y="625475"/>
                  </a:lnTo>
                  <a:lnTo>
                    <a:pt x="864450" y="625017"/>
                  </a:lnTo>
                  <a:lnTo>
                    <a:pt x="866317" y="623150"/>
                  </a:lnTo>
                  <a:lnTo>
                    <a:pt x="866775" y="622033"/>
                  </a:lnTo>
                  <a:lnTo>
                    <a:pt x="866775" y="619404"/>
                  </a:lnTo>
                  <a:close/>
                </a:path>
                <a:path w="4229100" h="933450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4229100" h="933450">
                  <a:moveTo>
                    <a:pt x="914400" y="619404"/>
                  </a:moveTo>
                  <a:lnTo>
                    <a:pt x="913942" y="618286"/>
                  </a:lnTo>
                  <a:lnTo>
                    <a:pt x="912075" y="616419"/>
                  </a:lnTo>
                  <a:lnTo>
                    <a:pt x="910958" y="615950"/>
                  </a:lnTo>
                  <a:lnTo>
                    <a:pt x="908329" y="615950"/>
                  </a:lnTo>
                  <a:lnTo>
                    <a:pt x="907211" y="616419"/>
                  </a:lnTo>
                  <a:lnTo>
                    <a:pt x="905344" y="618286"/>
                  </a:lnTo>
                  <a:lnTo>
                    <a:pt x="904875" y="619404"/>
                  </a:lnTo>
                  <a:lnTo>
                    <a:pt x="904875" y="622033"/>
                  </a:lnTo>
                  <a:lnTo>
                    <a:pt x="905344" y="623150"/>
                  </a:lnTo>
                  <a:lnTo>
                    <a:pt x="907211" y="625017"/>
                  </a:lnTo>
                  <a:lnTo>
                    <a:pt x="908329" y="625475"/>
                  </a:lnTo>
                  <a:lnTo>
                    <a:pt x="910958" y="625475"/>
                  </a:lnTo>
                  <a:lnTo>
                    <a:pt x="912075" y="625017"/>
                  </a:lnTo>
                  <a:lnTo>
                    <a:pt x="913942" y="623150"/>
                  </a:lnTo>
                  <a:lnTo>
                    <a:pt x="914400" y="622033"/>
                  </a:lnTo>
                  <a:lnTo>
                    <a:pt x="914400" y="619404"/>
                  </a:lnTo>
                  <a:close/>
                </a:path>
                <a:path w="4229100" h="933450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4229100" h="933450">
                  <a:moveTo>
                    <a:pt x="962025" y="619404"/>
                  </a:moveTo>
                  <a:lnTo>
                    <a:pt x="961567" y="618286"/>
                  </a:lnTo>
                  <a:lnTo>
                    <a:pt x="959700" y="616419"/>
                  </a:lnTo>
                  <a:lnTo>
                    <a:pt x="958583" y="615950"/>
                  </a:lnTo>
                  <a:lnTo>
                    <a:pt x="955954" y="615950"/>
                  </a:lnTo>
                  <a:lnTo>
                    <a:pt x="954836" y="616419"/>
                  </a:lnTo>
                  <a:lnTo>
                    <a:pt x="952969" y="618286"/>
                  </a:lnTo>
                  <a:lnTo>
                    <a:pt x="952500" y="619404"/>
                  </a:lnTo>
                  <a:lnTo>
                    <a:pt x="952500" y="622033"/>
                  </a:lnTo>
                  <a:lnTo>
                    <a:pt x="952969" y="623150"/>
                  </a:lnTo>
                  <a:lnTo>
                    <a:pt x="954836" y="625017"/>
                  </a:lnTo>
                  <a:lnTo>
                    <a:pt x="955954" y="625475"/>
                  </a:lnTo>
                  <a:lnTo>
                    <a:pt x="958583" y="625475"/>
                  </a:lnTo>
                  <a:lnTo>
                    <a:pt x="959700" y="625017"/>
                  </a:lnTo>
                  <a:lnTo>
                    <a:pt x="961567" y="623150"/>
                  </a:lnTo>
                  <a:lnTo>
                    <a:pt x="962025" y="622033"/>
                  </a:lnTo>
                  <a:lnTo>
                    <a:pt x="962025" y="619404"/>
                  </a:lnTo>
                  <a:close/>
                </a:path>
                <a:path w="4229100" h="933450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4229100" h="933450">
                  <a:moveTo>
                    <a:pt x="1009650" y="619404"/>
                  </a:moveTo>
                  <a:lnTo>
                    <a:pt x="1009192" y="618286"/>
                  </a:lnTo>
                  <a:lnTo>
                    <a:pt x="1007325" y="616419"/>
                  </a:lnTo>
                  <a:lnTo>
                    <a:pt x="1006208" y="615950"/>
                  </a:lnTo>
                  <a:lnTo>
                    <a:pt x="1003579" y="615950"/>
                  </a:lnTo>
                  <a:lnTo>
                    <a:pt x="1002461" y="616419"/>
                  </a:lnTo>
                  <a:lnTo>
                    <a:pt x="1000594" y="618286"/>
                  </a:lnTo>
                  <a:lnTo>
                    <a:pt x="1000125" y="619404"/>
                  </a:lnTo>
                  <a:lnTo>
                    <a:pt x="1000125" y="622033"/>
                  </a:lnTo>
                  <a:lnTo>
                    <a:pt x="1000594" y="623150"/>
                  </a:lnTo>
                  <a:lnTo>
                    <a:pt x="1002461" y="625017"/>
                  </a:lnTo>
                  <a:lnTo>
                    <a:pt x="1003579" y="625475"/>
                  </a:lnTo>
                  <a:lnTo>
                    <a:pt x="1006208" y="625475"/>
                  </a:lnTo>
                  <a:lnTo>
                    <a:pt x="1007325" y="625017"/>
                  </a:lnTo>
                  <a:lnTo>
                    <a:pt x="1009192" y="623150"/>
                  </a:lnTo>
                  <a:lnTo>
                    <a:pt x="1009650" y="622033"/>
                  </a:lnTo>
                  <a:lnTo>
                    <a:pt x="1009650" y="619404"/>
                  </a:lnTo>
                  <a:close/>
                </a:path>
                <a:path w="4229100" h="933450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4229100" h="933450">
                  <a:moveTo>
                    <a:pt x="1057275" y="619404"/>
                  </a:moveTo>
                  <a:lnTo>
                    <a:pt x="1056817" y="618286"/>
                  </a:lnTo>
                  <a:lnTo>
                    <a:pt x="1054950" y="616419"/>
                  </a:lnTo>
                  <a:lnTo>
                    <a:pt x="1053833" y="615950"/>
                  </a:lnTo>
                  <a:lnTo>
                    <a:pt x="1051204" y="615950"/>
                  </a:lnTo>
                  <a:lnTo>
                    <a:pt x="1050086" y="616419"/>
                  </a:lnTo>
                  <a:lnTo>
                    <a:pt x="1048219" y="618286"/>
                  </a:lnTo>
                  <a:lnTo>
                    <a:pt x="1047750" y="619404"/>
                  </a:lnTo>
                  <a:lnTo>
                    <a:pt x="1047750" y="622033"/>
                  </a:lnTo>
                  <a:lnTo>
                    <a:pt x="1048219" y="623150"/>
                  </a:lnTo>
                  <a:lnTo>
                    <a:pt x="1050086" y="625017"/>
                  </a:lnTo>
                  <a:lnTo>
                    <a:pt x="1051204" y="625475"/>
                  </a:lnTo>
                  <a:lnTo>
                    <a:pt x="1053833" y="625475"/>
                  </a:lnTo>
                  <a:lnTo>
                    <a:pt x="1054950" y="625017"/>
                  </a:lnTo>
                  <a:lnTo>
                    <a:pt x="1056817" y="623150"/>
                  </a:lnTo>
                  <a:lnTo>
                    <a:pt x="1057275" y="622033"/>
                  </a:lnTo>
                  <a:lnTo>
                    <a:pt x="1057275" y="619404"/>
                  </a:lnTo>
                  <a:close/>
                </a:path>
                <a:path w="4229100" h="933450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4229100" h="933450">
                  <a:moveTo>
                    <a:pt x="1104900" y="619404"/>
                  </a:moveTo>
                  <a:lnTo>
                    <a:pt x="1104442" y="618286"/>
                  </a:lnTo>
                  <a:lnTo>
                    <a:pt x="1102575" y="616419"/>
                  </a:lnTo>
                  <a:lnTo>
                    <a:pt x="1101458" y="615950"/>
                  </a:lnTo>
                  <a:lnTo>
                    <a:pt x="1098829" y="615950"/>
                  </a:lnTo>
                  <a:lnTo>
                    <a:pt x="1097711" y="616419"/>
                  </a:lnTo>
                  <a:lnTo>
                    <a:pt x="1095844" y="618286"/>
                  </a:lnTo>
                  <a:lnTo>
                    <a:pt x="1095375" y="619404"/>
                  </a:lnTo>
                  <a:lnTo>
                    <a:pt x="1095375" y="622033"/>
                  </a:lnTo>
                  <a:lnTo>
                    <a:pt x="1095844" y="623150"/>
                  </a:lnTo>
                  <a:lnTo>
                    <a:pt x="1097711" y="625017"/>
                  </a:lnTo>
                  <a:lnTo>
                    <a:pt x="1098829" y="625475"/>
                  </a:lnTo>
                  <a:lnTo>
                    <a:pt x="1101458" y="625475"/>
                  </a:lnTo>
                  <a:lnTo>
                    <a:pt x="1102575" y="625017"/>
                  </a:lnTo>
                  <a:lnTo>
                    <a:pt x="1104442" y="623150"/>
                  </a:lnTo>
                  <a:lnTo>
                    <a:pt x="1104900" y="622033"/>
                  </a:lnTo>
                  <a:lnTo>
                    <a:pt x="1104900" y="619404"/>
                  </a:lnTo>
                  <a:close/>
                </a:path>
                <a:path w="4229100" h="933450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4229100" h="933450">
                  <a:moveTo>
                    <a:pt x="1152525" y="619404"/>
                  </a:moveTo>
                  <a:lnTo>
                    <a:pt x="1152067" y="618286"/>
                  </a:lnTo>
                  <a:lnTo>
                    <a:pt x="1150200" y="616419"/>
                  </a:lnTo>
                  <a:lnTo>
                    <a:pt x="1149083" y="615950"/>
                  </a:lnTo>
                  <a:lnTo>
                    <a:pt x="1146454" y="615950"/>
                  </a:lnTo>
                  <a:lnTo>
                    <a:pt x="1145336" y="616419"/>
                  </a:lnTo>
                  <a:lnTo>
                    <a:pt x="1143469" y="618286"/>
                  </a:lnTo>
                  <a:lnTo>
                    <a:pt x="1143000" y="619404"/>
                  </a:lnTo>
                  <a:lnTo>
                    <a:pt x="1143000" y="622033"/>
                  </a:lnTo>
                  <a:lnTo>
                    <a:pt x="1143469" y="623150"/>
                  </a:lnTo>
                  <a:lnTo>
                    <a:pt x="1145336" y="625017"/>
                  </a:lnTo>
                  <a:lnTo>
                    <a:pt x="1146454" y="625475"/>
                  </a:lnTo>
                  <a:lnTo>
                    <a:pt x="1149083" y="625475"/>
                  </a:lnTo>
                  <a:lnTo>
                    <a:pt x="1150200" y="625017"/>
                  </a:lnTo>
                  <a:lnTo>
                    <a:pt x="1152067" y="623150"/>
                  </a:lnTo>
                  <a:lnTo>
                    <a:pt x="1152525" y="622033"/>
                  </a:lnTo>
                  <a:lnTo>
                    <a:pt x="1152525" y="619404"/>
                  </a:lnTo>
                  <a:close/>
                </a:path>
                <a:path w="4229100" h="933450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4229100" h="933450">
                  <a:moveTo>
                    <a:pt x="1200150" y="619404"/>
                  </a:moveTo>
                  <a:lnTo>
                    <a:pt x="1199692" y="618286"/>
                  </a:lnTo>
                  <a:lnTo>
                    <a:pt x="1197825" y="616419"/>
                  </a:lnTo>
                  <a:lnTo>
                    <a:pt x="1196708" y="615950"/>
                  </a:lnTo>
                  <a:lnTo>
                    <a:pt x="1194079" y="615950"/>
                  </a:lnTo>
                  <a:lnTo>
                    <a:pt x="1192961" y="616419"/>
                  </a:lnTo>
                  <a:lnTo>
                    <a:pt x="1191094" y="618286"/>
                  </a:lnTo>
                  <a:lnTo>
                    <a:pt x="1190625" y="619404"/>
                  </a:lnTo>
                  <a:lnTo>
                    <a:pt x="1190625" y="622033"/>
                  </a:lnTo>
                  <a:lnTo>
                    <a:pt x="1191094" y="623150"/>
                  </a:lnTo>
                  <a:lnTo>
                    <a:pt x="1192961" y="625017"/>
                  </a:lnTo>
                  <a:lnTo>
                    <a:pt x="1194079" y="625475"/>
                  </a:lnTo>
                  <a:lnTo>
                    <a:pt x="1196708" y="625475"/>
                  </a:lnTo>
                  <a:lnTo>
                    <a:pt x="1197825" y="625017"/>
                  </a:lnTo>
                  <a:lnTo>
                    <a:pt x="1199692" y="623150"/>
                  </a:lnTo>
                  <a:lnTo>
                    <a:pt x="1200150" y="622033"/>
                  </a:lnTo>
                  <a:lnTo>
                    <a:pt x="1200150" y="619404"/>
                  </a:lnTo>
                  <a:close/>
                </a:path>
                <a:path w="4229100" h="933450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4229100" h="933450">
                  <a:moveTo>
                    <a:pt x="1247775" y="619404"/>
                  </a:moveTo>
                  <a:lnTo>
                    <a:pt x="1247317" y="618286"/>
                  </a:lnTo>
                  <a:lnTo>
                    <a:pt x="1245450" y="616419"/>
                  </a:lnTo>
                  <a:lnTo>
                    <a:pt x="1244333" y="615950"/>
                  </a:lnTo>
                  <a:lnTo>
                    <a:pt x="1241704" y="615950"/>
                  </a:lnTo>
                  <a:lnTo>
                    <a:pt x="1240586" y="616419"/>
                  </a:lnTo>
                  <a:lnTo>
                    <a:pt x="1238719" y="618286"/>
                  </a:lnTo>
                  <a:lnTo>
                    <a:pt x="1238250" y="619404"/>
                  </a:lnTo>
                  <a:lnTo>
                    <a:pt x="1238250" y="622033"/>
                  </a:lnTo>
                  <a:lnTo>
                    <a:pt x="1238719" y="623150"/>
                  </a:lnTo>
                  <a:lnTo>
                    <a:pt x="1240586" y="625017"/>
                  </a:lnTo>
                  <a:lnTo>
                    <a:pt x="1241704" y="625475"/>
                  </a:lnTo>
                  <a:lnTo>
                    <a:pt x="1244333" y="625475"/>
                  </a:lnTo>
                  <a:lnTo>
                    <a:pt x="1245450" y="625017"/>
                  </a:lnTo>
                  <a:lnTo>
                    <a:pt x="1247317" y="623150"/>
                  </a:lnTo>
                  <a:lnTo>
                    <a:pt x="1247775" y="622033"/>
                  </a:lnTo>
                  <a:lnTo>
                    <a:pt x="1247775" y="619404"/>
                  </a:lnTo>
                  <a:close/>
                </a:path>
                <a:path w="4229100" h="933450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4229100" h="933450">
                  <a:moveTo>
                    <a:pt x="1295400" y="619404"/>
                  </a:moveTo>
                  <a:lnTo>
                    <a:pt x="1294942" y="618286"/>
                  </a:lnTo>
                  <a:lnTo>
                    <a:pt x="1293075" y="616419"/>
                  </a:lnTo>
                  <a:lnTo>
                    <a:pt x="1291958" y="615950"/>
                  </a:lnTo>
                  <a:lnTo>
                    <a:pt x="1289329" y="615950"/>
                  </a:lnTo>
                  <a:lnTo>
                    <a:pt x="1288211" y="616419"/>
                  </a:lnTo>
                  <a:lnTo>
                    <a:pt x="1286344" y="618286"/>
                  </a:lnTo>
                  <a:lnTo>
                    <a:pt x="1285875" y="619404"/>
                  </a:lnTo>
                  <a:lnTo>
                    <a:pt x="1285875" y="622033"/>
                  </a:lnTo>
                  <a:lnTo>
                    <a:pt x="1286344" y="623150"/>
                  </a:lnTo>
                  <a:lnTo>
                    <a:pt x="1288211" y="625017"/>
                  </a:lnTo>
                  <a:lnTo>
                    <a:pt x="1289329" y="625475"/>
                  </a:lnTo>
                  <a:lnTo>
                    <a:pt x="1291958" y="625475"/>
                  </a:lnTo>
                  <a:lnTo>
                    <a:pt x="1293075" y="625017"/>
                  </a:lnTo>
                  <a:lnTo>
                    <a:pt x="1294942" y="623150"/>
                  </a:lnTo>
                  <a:lnTo>
                    <a:pt x="1295400" y="622033"/>
                  </a:lnTo>
                  <a:lnTo>
                    <a:pt x="1295400" y="619404"/>
                  </a:lnTo>
                  <a:close/>
                </a:path>
                <a:path w="4229100" h="933450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4229100" h="933450">
                  <a:moveTo>
                    <a:pt x="1343025" y="619404"/>
                  </a:moveTo>
                  <a:lnTo>
                    <a:pt x="1342567" y="618286"/>
                  </a:lnTo>
                  <a:lnTo>
                    <a:pt x="1340700" y="616419"/>
                  </a:lnTo>
                  <a:lnTo>
                    <a:pt x="1339583" y="615950"/>
                  </a:lnTo>
                  <a:lnTo>
                    <a:pt x="1336954" y="615950"/>
                  </a:lnTo>
                  <a:lnTo>
                    <a:pt x="1335836" y="616419"/>
                  </a:lnTo>
                  <a:lnTo>
                    <a:pt x="1333969" y="618286"/>
                  </a:lnTo>
                  <a:lnTo>
                    <a:pt x="1333500" y="619404"/>
                  </a:lnTo>
                  <a:lnTo>
                    <a:pt x="1333500" y="622033"/>
                  </a:lnTo>
                  <a:lnTo>
                    <a:pt x="1333969" y="623150"/>
                  </a:lnTo>
                  <a:lnTo>
                    <a:pt x="1335836" y="625017"/>
                  </a:lnTo>
                  <a:lnTo>
                    <a:pt x="1336954" y="625475"/>
                  </a:lnTo>
                  <a:lnTo>
                    <a:pt x="1339583" y="625475"/>
                  </a:lnTo>
                  <a:lnTo>
                    <a:pt x="1340700" y="625017"/>
                  </a:lnTo>
                  <a:lnTo>
                    <a:pt x="1342567" y="623150"/>
                  </a:lnTo>
                  <a:lnTo>
                    <a:pt x="1343025" y="622033"/>
                  </a:lnTo>
                  <a:lnTo>
                    <a:pt x="1343025" y="619404"/>
                  </a:lnTo>
                  <a:close/>
                </a:path>
                <a:path w="4229100" h="933450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4229100" h="933450">
                  <a:moveTo>
                    <a:pt x="1390650" y="619404"/>
                  </a:moveTo>
                  <a:lnTo>
                    <a:pt x="1390192" y="618286"/>
                  </a:lnTo>
                  <a:lnTo>
                    <a:pt x="1388325" y="616419"/>
                  </a:lnTo>
                  <a:lnTo>
                    <a:pt x="1387208" y="615950"/>
                  </a:lnTo>
                  <a:lnTo>
                    <a:pt x="1384579" y="615950"/>
                  </a:lnTo>
                  <a:lnTo>
                    <a:pt x="1383461" y="616419"/>
                  </a:lnTo>
                  <a:lnTo>
                    <a:pt x="1381594" y="618286"/>
                  </a:lnTo>
                  <a:lnTo>
                    <a:pt x="1381125" y="619404"/>
                  </a:lnTo>
                  <a:lnTo>
                    <a:pt x="1381125" y="622033"/>
                  </a:lnTo>
                  <a:lnTo>
                    <a:pt x="1381594" y="623150"/>
                  </a:lnTo>
                  <a:lnTo>
                    <a:pt x="1383461" y="625017"/>
                  </a:lnTo>
                  <a:lnTo>
                    <a:pt x="1384579" y="625475"/>
                  </a:lnTo>
                  <a:lnTo>
                    <a:pt x="1387208" y="625475"/>
                  </a:lnTo>
                  <a:lnTo>
                    <a:pt x="1388325" y="625017"/>
                  </a:lnTo>
                  <a:lnTo>
                    <a:pt x="1390192" y="623150"/>
                  </a:lnTo>
                  <a:lnTo>
                    <a:pt x="1390650" y="622033"/>
                  </a:lnTo>
                  <a:lnTo>
                    <a:pt x="1390650" y="619404"/>
                  </a:lnTo>
                  <a:close/>
                </a:path>
                <a:path w="4229100" h="933450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4229100" h="933450">
                  <a:moveTo>
                    <a:pt x="1438275" y="619404"/>
                  </a:moveTo>
                  <a:lnTo>
                    <a:pt x="1437817" y="618286"/>
                  </a:lnTo>
                  <a:lnTo>
                    <a:pt x="1435950" y="616419"/>
                  </a:lnTo>
                  <a:lnTo>
                    <a:pt x="1434833" y="615950"/>
                  </a:lnTo>
                  <a:lnTo>
                    <a:pt x="1432204" y="615950"/>
                  </a:lnTo>
                  <a:lnTo>
                    <a:pt x="1431086" y="616419"/>
                  </a:lnTo>
                  <a:lnTo>
                    <a:pt x="1429219" y="618286"/>
                  </a:lnTo>
                  <a:lnTo>
                    <a:pt x="1428750" y="619404"/>
                  </a:lnTo>
                  <a:lnTo>
                    <a:pt x="1428750" y="622033"/>
                  </a:lnTo>
                  <a:lnTo>
                    <a:pt x="1429219" y="623150"/>
                  </a:lnTo>
                  <a:lnTo>
                    <a:pt x="1431086" y="625017"/>
                  </a:lnTo>
                  <a:lnTo>
                    <a:pt x="1432204" y="625475"/>
                  </a:lnTo>
                  <a:lnTo>
                    <a:pt x="1434833" y="625475"/>
                  </a:lnTo>
                  <a:lnTo>
                    <a:pt x="1435950" y="625017"/>
                  </a:lnTo>
                  <a:lnTo>
                    <a:pt x="1437817" y="623150"/>
                  </a:lnTo>
                  <a:lnTo>
                    <a:pt x="1438275" y="622033"/>
                  </a:lnTo>
                  <a:lnTo>
                    <a:pt x="1438275" y="619404"/>
                  </a:lnTo>
                  <a:close/>
                </a:path>
                <a:path w="4229100" h="933450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4229100" h="933450">
                  <a:moveTo>
                    <a:pt x="1485900" y="619404"/>
                  </a:moveTo>
                  <a:lnTo>
                    <a:pt x="1485442" y="618286"/>
                  </a:lnTo>
                  <a:lnTo>
                    <a:pt x="1483575" y="616419"/>
                  </a:lnTo>
                  <a:lnTo>
                    <a:pt x="1482458" y="615950"/>
                  </a:lnTo>
                  <a:lnTo>
                    <a:pt x="1479829" y="615950"/>
                  </a:lnTo>
                  <a:lnTo>
                    <a:pt x="1478711" y="616419"/>
                  </a:lnTo>
                  <a:lnTo>
                    <a:pt x="1476844" y="618286"/>
                  </a:lnTo>
                  <a:lnTo>
                    <a:pt x="1476375" y="619404"/>
                  </a:lnTo>
                  <a:lnTo>
                    <a:pt x="1476375" y="622033"/>
                  </a:lnTo>
                  <a:lnTo>
                    <a:pt x="1476844" y="623150"/>
                  </a:lnTo>
                  <a:lnTo>
                    <a:pt x="1478711" y="625017"/>
                  </a:lnTo>
                  <a:lnTo>
                    <a:pt x="1479829" y="625475"/>
                  </a:lnTo>
                  <a:lnTo>
                    <a:pt x="1482458" y="625475"/>
                  </a:lnTo>
                  <a:lnTo>
                    <a:pt x="1483575" y="625017"/>
                  </a:lnTo>
                  <a:lnTo>
                    <a:pt x="1485442" y="623150"/>
                  </a:lnTo>
                  <a:lnTo>
                    <a:pt x="1485900" y="622033"/>
                  </a:lnTo>
                  <a:lnTo>
                    <a:pt x="1485900" y="619404"/>
                  </a:lnTo>
                  <a:close/>
                </a:path>
                <a:path w="4229100" h="933450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4229100" h="933450">
                  <a:moveTo>
                    <a:pt x="1533525" y="619404"/>
                  </a:moveTo>
                  <a:lnTo>
                    <a:pt x="1533067" y="618286"/>
                  </a:lnTo>
                  <a:lnTo>
                    <a:pt x="1531200" y="616419"/>
                  </a:lnTo>
                  <a:lnTo>
                    <a:pt x="1530083" y="615950"/>
                  </a:lnTo>
                  <a:lnTo>
                    <a:pt x="1527454" y="615950"/>
                  </a:lnTo>
                  <a:lnTo>
                    <a:pt x="1526336" y="616419"/>
                  </a:lnTo>
                  <a:lnTo>
                    <a:pt x="1524469" y="618286"/>
                  </a:lnTo>
                  <a:lnTo>
                    <a:pt x="1524000" y="619404"/>
                  </a:lnTo>
                  <a:lnTo>
                    <a:pt x="1524000" y="622033"/>
                  </a:lnTo>
                  <a:lnTo>
                    <a:pt x="1524469" y="623150"/>
                  </a:lnTo>
                  <a:lnTo>
                    <a:pt x="1526336" y="625017"/>
                  </a:lnTo>
                  <a:lnTo>
                    <a:pt x="1527454" y="625475"/>
                  </a:lnTo>
                  <a:lnTo>
                    <a:pt x="1530083" y="625475"/>
                  </a:lnTo>
                  <a:lnTo>
                    <a:pt x="1531200" y="625017"/>
                  </a:lnTo>
                  <a:lnTo>
                    <a:pt x="1533067" y="623150"/>
                  </a:lnTo>
                  <a:lnTo>
                    <a:pt x="1533525" y="622033"/>
                  </a:lnTo>
                  <a:lnTo>
                    <a:pt x="1533525" y="619404"/>
                  </a:lnTo>
                  <a:close/>
                </a:path>
                <a:path w="4229100" h="933450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4229100" h="933450">
                  <a:moveTo>
                    <a:pt x="1581150" y="619404"/>
                  </a:moveTo>
                  <a:lnTo>
                    <a:pt x="1580692" y="618286"/>
                  </a:lnTo>
                  <a:lnTo>
                    <a:pt x="1578825" y="616419"/>
                  </a:lnTo>
                  <a:lnTo>
                    <a:pt x="1577708" y="615950"/>
                  </a:lnTo>
                  <a:lnTo>
                    <a:pt x="1575079" y="615950"/>
                  </a:lnTo>
                  <a:lnTo>
                    <a:pt x="1573961" y="616419"/>
                  </a:lnTo>
                  <a:lnTo>
                    <a:pt x="1572094" y="618286"/>
                  </a:lnTo>
                  <a:lnTo>
                    <a:pt x="1571625" y="619404"/>
                  </a:lnTo>
                  <a:lnTo>
                    <a:pt x="1571625" y="622033"/>
                  </a:lnTo>
                  <a:lnTo>
                    <a:pt x="1572094" y="623150"/>
                  </a:lnTo>
                  <a:lnTo>
                    <a:pt x="1573961" y="625017"/>
                  </a:lnTo>
                  <a:lnTo>
                    <a:pt x="1575079" y="625475"/>
                  </a:lnTo>
                  <a:lnTo>
                    <a:pt x="1577708" y="625475"/>
                  </a:lnTo>
                  <a:lnTo>
                    <a:pt x="1578825" y="625017"/>
                  </a:lnTo>
                  <a:lnTo>
                    <a:pt x="1580692" y="623150"/>
                  </a:lnTo>
                  <a:lnTo>
                    <a:pt x="1581150" y="622033"/>
                  </a:lnTo>
                  <a:lnTo>
                    <a:pt x="1581150" y="619404"/>
                  </a:lnTo>
                  <a:close/>
                </a:path>
                <a:path w="4229100" h="933450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4229100" h="933450">
                  <a:moveTo>
                    <a:pt x="1628775" y="619404"/>
                  </a:moveTo>
                  <a:lnTo>
                    <a:pt x="1628317" y="618286"/>
                  </a:lnTo>
                  <a:lnTo>
                    <a:pt x="1626450" y="616419"/>
                  </a:lnTo>
                  <a:lnTo>
                    <a:pt x="1625333" y="615950"/>
                  </a:lnTo>
                  <a:lnTo>
                    <a:pt x="1622704" y="615950"/>
                  </a:lnTo>
                  <a:lnTo>
                    <a:pt x="1621586" y="616419"/>
                  </a:lnTo>
                  <a:lnTo>
                    <a:pt x="1619719" y="618286"/>
                  </a:lnTo>
                  <a:lnTo>
                    <a:pt x="1619250" y="619404"/>
                  </a:lnTo>
                  <a:lnTo>
                    <a:pt x="1619250" y="622033"/>
                  </a:lnTo>
                  <a:lnTo>
                    <a:pt x="1619719" y="623150"/>
                  </a:lnTo>
                  <a:lnTo>
                    <a:pt x="1621586" y="625017"/>
                  </a:lnTo>
                  <a:lnTo>
                    <a:pt x="1622704" y="625475"/>
                  </a:lnTo>
                  <a:lnTo>
                    <a:pt x="1625333" y="625475"/>
                  </a:lnTo>
                  <a:lnTo>
                    <a:pt x="1626450" y="625017"/>
                  </a:lnTo>
                  <a:lnTo>
                    <a:pt x="1628317" y="623150"/>
                  </a:lnTo>
                  <a:lnTo>
                    <a:pt x="1628775" y="622033"/>
                  </a:lnTo>
                  <a:lnTo>
                    <a:pt x="1628775" y="619404"/>
                  </a:lnTo>
                  <a:close/>
                </a:path>
                <a:path w="4229100" h="933450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4229100" h="933450">
                  <a:moveTo>
                    <a:pt x="1676400" y="619404"/>
                  </a:moveTo>
                  <a:lnTo>
                    <a:pt x="1675942" y="618286"/>
                  </a:lnTo>
                  <a:lnTo>
                    <a:pt x="1674075" y="616419"/>
                  </a:lnTo>
                  <a:lnTo>
                    <a:pt x="1672958" y="615950"/>
                  </a:lnTo>
                  <a:lnTo>
                    <a:pt x="1670329" y="615950"/>
                  </a:lnTo>
                  <a:lnTo>
                    <a:pt x="1669211" y="616419"/>
                  </a:lnTo>
                  <a:lnTo>
                    <a:pt x="1667344" y="618286"/>
                  </a:lnTo>
                  <a:lnTo>
                    <a:pt x="1666875" y="619404"/>
                  </a:lnTo>
                  <a:lnTo>
                    <a:pt x="1666875" y="622033"/>
                  </a:lnTo>
                  <a:lnTo>
                    <a:pt x="1667344" y="623150"/>
                  </a:lnTo>
                  <a:lnTo>
                    <a:pt x="1669211" y="625017"/>
                  </a:lnTo>
                  <a:lnTo>
                    <a:pt x="1670329" y="625475"/>
                  </a:lnTo>
                  <a:lnTo>
                    <a:pt x="1672958" y="625475"/>
                  </a:lnTo>
                  <a:lnTo>
                    <a:pt x="1674075" y="625017"/>
                  </a:lnTo>
                  <a:lnTo>
                    <a:pt x="1675942" y="623150"/>
                  </a:lnTo>
                  <a:lnTo>
                    <a:pt x="1676400" y="622033"/>
                  </a:lnTo>
                  <a:lnTo>
                    <a:pt x="1676400" y="619404"/>
                  </a:lnTo>
                  <a:close/>
                </a:path>
                <a:path w="4229100" h="933450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4229100" h="933450">
                  <a:moveTo>
                    <a:pt x="1724025" y="619404"/>
                  </a:moveTo>
                  <a:lnTo>
                    <a:pt x="1723567" y="618286"/>
                  </a:lnTo>
                  <a:lnTo>
                    <a:pt x="1721700" y="616419"/>
                  </a:lnTo>
                  <a:lnTo>
                    <a:pt x="1720583" y="615950"/>
                  </a:lnTo>
                  <a:lnTo>
                    <a:pt x="1717954" y="615950"/>
                  </a:lnTo>
                  <a:lnTo>
                    <a:pt x="1716836" y="616419"/>
                  </a:lnTo>
                  <a:lnTo>
                    <a:pt x="1714969" y="618286"/>
                  </a:lnTo>
                  <a:lnTo>
                    <a:pt x="1714500" y="619404"/>
                  </a:lnTo>
                  <a:lnTo>
                    <a:pt x="1714500" y="622033"/>
                  </a:lnTo>
                  <a:lnTo>
                    <a:pt x="1714969" y="623150"/>
                  </a:lnTo>
                  <a:lnTo>
                    <a:pt x="1716836" y="625017"/>
                  </a:lnTo>
                  <a:lnTo>
                    <a:pt x="1717954" y="625475"/>
                  </a:lnTo>
                  <a:lnTo>
                    <a:pt x="1720583" y="625475"/>
                  </a:lnTo>
                  <a:lnTo>
                    <a:pt x="1721700" y="625017"/>
                  </a:lnTo>
                  <a:lnTo>
                    <a:pt x="1723567" y="623150"/>
                  </a:lnTo>
                  <a:lnTo>
                    <a:pt x="1724025" y="622033"/>
                  </a:lnTo>
                  <a:lnTo>
                    <a:pt x="1724025" y="619404"/>
                  </a:lnTo>
                  <a:close/>
                </a:path>
                <a:path w="4229100" h="933450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4229100" h="933450">
                  <a:moveTo>
                    <a:pt x="1771650" y="619404"/>
                  </a:moveTo>
                  <a:lnTo>
                    <a:pt x="1771192" y="618286"/>
                  </a:lnTo>
                  <a:lnTo>
                    <a:pt x="1769325" y="616419"/>
                  </a:lnTo>
                  <a:lnTo>
                    <a:pt x="1768208" y="615950"/>
                  </a:lnTo>
                  <a:lnTo>
                    <a:pt x="1765579" y="615950"/>
                  </a:lnTo>
                  <a:lnTo>
                    <a:pt x="1764461" y="616419"/>
                  </a:lnTo>
                  <a:lnTo>
                    <a:pt x="1762594" y="618286"/>
                  </a:lnTo>
                  <a:lnTo>
                    <a:pt x="1762125" y="619404"/>
                  </a:lnTo>
                  <a:lnTo>
                    <a:pt x="1762125" y="622033"/>
                  </a:lnTo>
                  <a:lnTo>
                    <a:pt x="1762594" y="623150"/>
                  </a:lnTo>
                  <a:lnTo>
                    <a:pt x="1764461" y="625017"/>
                  </a:lnTo>
                  <a:lnTo>
                    <a:pt x="1765579" y="625475"/>
                  </a:lnTo>
                  <a:lnTo>
                    <a:pt x="1768208" y="625475"/>
                  </a:lnTo>
                  <a:lnTo>
                    <a:pt x="1769325" y="625017"/>
                  </a:lnTo>
                  <a:lnTo>
                    <a:pt x="1771192" y="623150"/>
                  </a:lnTo>
                  <a:lnTo>
                    <a:pt x="1771650" y="622033"/>
                  </a:lnTo>
                  <a:lnTo>
                    <a:pt x="1771650" y="619404"/>
                  </a:lnTo>
                  <a:close/>
                </a:path>
                <a:path w="4229100" h="933450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4229100" h="933450">
                  <a:moveTo>
                    <a:pt x="1819275" y="619404"/>
                  </a:moveTo>
                  <a:lnTo>
                    <a:pt x="1818817" y="618286"/>
                  </a:lnTo>
                  <a:lnTo>
                    <a:pt x="1816950" y="616419"/>
                  </a:lnTo>
                  <a:lnTo>
                    <a:pt x="1815833" y="615950"/>
                  </a:lnTo>
                  <a:lnTo>
                    <a:pt x="1813204" y="615950"/>
                  </a:lnTo>
                  <a:lnTo>
                    <a:pt x="1812086" y="616419"/>
                  </a:lnTo>
                  <a:lnTo>
                    <a:pt x="1810219" y="618286"/>
                  </a:lnTo>
                  <a:lnTo>
                    <a:pt x="1809750" y="619404"/>
                  </a:lnTo>
                  <a:lnTo>
                    <a:pt x="1809750" y="622033"/>
                  </a:lnTo>
                  <a:lnTo>
                    <a:pt x="1810219" y="623150"/>
                  </a:lnTo>
                  <a:lnTo>
                    <a:pt x="1812086" y="625017"/>
                  </a:lnTo>
                  <a:lnTo>
                    <a:pt x="1813204" y="625475"/>
                  </a:lnTo>
                  <a:lnTo>
                    <a:pt x="1815833" y="625475"/>
                  </a:lnTo>
                  <a:lnTo>
                    <a:pt x="1816950" y="625017"/>
                  </a:lnTo>
                  <a:lnTo>
                    <a:pt x="1818817" y="623150"/>
                  </a:lnTo>
                  <a:lnTo>
                    <a:pt x="1819275" y="622033"/>
                  </a:lnTo>
                  <a:lnTo>
                    <a:pt x="1819275" y="619404"/>
                  </a:lnTo>
                  <a:close/>
                </a:path>
                <a:path w="4229100" h="933450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4229100" h="933450">
                  <a:moveTo>
                    <a:pt x="1866900" y="619404"/>
                  </a:moveTo>
                  <a:lnTo>
                    <a:pt x="1866442" y="618286"/>
                  </a:lnTo>
                  <a:lnTo>
                    <a:pt x="1864575" y="616419"/>
                  </a:lnTo>
                  <a:lnTo>
                    <a:pt x="1863458" y="615950"/>
                  </a:lnTo>
                  <a:lnTo>
                    <a:pt x="1860829" y="615950"/>
                  </a:lnTo>
                  <a:lnTo>
                    <a:pt x="1859711" y="616419"/>
                  </a:lnTo>
                  <a:lnTo>
                    <a:pt x="1857844" y="618286"/>
                  </a:lnTo>
                  <a:lnTo>
                    <a:pt x="1857375" y="619404"/>
                  </a:lnTo>
                  <a:lnTo>
                    <a:pt x="1857375" y="622033"/>
                  </a:lnTo>
                  <a:lnTo>
                    <a:pt x="1857844" y="623150"/>
                  </a:lnTo>
                  <a:lnTo>
                    <a:pt x="1859711" y="625017"/>
                  </a:lnTo>
                  <a:lnTo>
                    <a:pt x="1860829" y="625475"/>
                  </a:lnTo>
                  <a:lnTo>
                    <a:pt x="1863458" y="625475"/>
                  </a:lnTo>
                  <a:lnTo>
                    <a:pt x="1864575" y="625017"/>
                  </a:lnTo>
                  <a:lnTo>
                    <a:pt x="1866442" y="623150"/>
                  </a:lnTo>
                  <a:lnTo>
                    <a:pt x="1866900" y="622033"/>
                  </a:lnTo>
                  <a:lnTo>
                    <a:pt x="1866900" y="619404"/>
                  </a:lnTo>
                  <a:close/>
                </a:path>
                <a:path w="4229100" h="933450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4229100" h="933450">
                  <a:moveTo>
                    <a:pt x="1914525" y="619404"/>
                  </a:moveTo>
                  <a:lnTo>
                    <a:pt x="1914067" y="618286"/>
                  </a:lnTo>
                  <a:lnTo>
                    <a:pt x="1912200" y="616419"/>
                  </a:lnTo>
                  <a:lnTo>
                    <a:pt x="1911083" y="615950"/>
                  </a:lnTo>
                  <a:lnTo>
                    <a:pt x="1908454" y="615950"/>
                  </a:lnTo>
                  <a:lnTo>
                    <a:pt x="1907336" y="616419"/>
                  </a:lnTo>
                  <a:lnTo>
                    <a:pt x="1905469" y="618286"/>
                  </a:lnTo>
                  <a:lnTo>
                    <a:pt x="1905000" y="619404"/>
                  </a:lnTo>
                  <a:lnTo>
                    <a:pt x="1905000" y="622033"/>
                  </a:lnTo>
                  <a:lnTo>
                    <a:pt x="1905469" y="623150"/>
                  </a:lnTo>
                  <a:lnTo>
                    <a:pt x="1907336" y="625017"/>
                  </a:lnTo>
                  <a:lnTo>
                    <a:pt x="1908454" y="625475"/>
                  </a:lnTo>
                  <a:lnTo>
                    <a:pt x="1911083" y="625475"/>
                  </a:lnTo>
                  <a:lnTo>
                    <a:pt x="1912200" y="625017"/>
                  </a:lnTo>
                  <a:lnTo>
                    <a:pt x="1914067" y="623150"/>
                  </a:lnTo>
                  <a:lnTo>
                    <a:pt x="1914525" y="622033"/>
                  </a:lnTo>
                  <a:lnTo>
                    <a:pt x="1914525" y="619404"/>
                  </a:lnTo>
                  <a:close/>
                </a:path>
                <a:path w="4229100" h="933450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4229100" h="933450">
                  <a:moveTo>
                    <a:pt x="1962150" y="619404"/>
                  </a:moveTo>
                  <a:lnTo>
                    <a:pt x="1961692" y="618286"/>
                  </a:lnTo>
                  <a:lnTo>
                    <a:pt x="1959825" y="616419"/>
                  </a:lnTo>
                  <a:lnTo>
                    <a:pt x="1958708" y="615950"/>
                  </a:lnTo>
                  <a:lnTo>
                    <a:pt x="1956079" y="615950"/>
                  </a:lnTo>
                  <a:lnTo>
                    <a:pt x="1954961" y="616419"/>
                  </a:lnTo>
                  <a:lnTo>
                    <a:pt x="1953094" y="618286"/>
                  </a:lnTo>
                  <a:lnTo>
                    <a:pt x="1952625" y="619404"/>
                  </a:lnTo>
                  <a:lnTo>
                    <a:pt x="1952625" y="622033"/>
                  </a:lnTo>
                  <a:lnTo>
                    <a:pt x="1953094" y="623150"/>
                  </a:lnTo>
                  <a:lnTo>
                    <a:pt x="1954961" y="625017"/>
                  </a:lnTo>
                  <a:lnTo>
                    <a:pt x="1956079" y="625475"/>
                  </a:lnTo>
                  <a:lnTo>
                    <a:pt x="1958708" y="625475"/>
                  </a:lnTo>
                  <a:lnTo>
                    <a:pt x="1959825" y="625017"/>
                  </a:lnTo>
                  <a:lnTo>
                    <a:pt x="1961692" y="623150"/>
                  </a:lnTo>
                  <a:lnTo>
                    <a:pt x="1962150" y="622033"/>
                  </a:lnTo>
                  <a:lnTo>
                    <a:pt x="1962150" y="619404"/>
                  </a:lnTo>
                  <a:close/>
                </a:path>
                <a:path w="4229100" h="933450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4229100" h="933450">
                  <a:moveTo>
                    <a:pt x="2009775" y="619404"/>
                  </a:moveTo>
                  <a:lnTo>
                    <a:pt x="2009317" y="618286"/>
                  </a:lnTo>
                  <a:lnTo>
                    <a:pt x="2007450" y="616419"/>
                  </a:lnTo>
                  <a:lnTo>
                    <a:pt x="2006333" y="615950"/>
                  </a:lnTo>
                  <a:lnTo>
                    <a:pt x="2003704" y="615950"/>
                  </a:lnTo>
                  <a:lnTo>
                    <a:pt x="2002586" y="616419"/>
                  </a:lnTo>
                  <a:lnTo>
                    <a:pt x="2000719" y="618286"/>
                  </a:lnTo>
                  <a:lnTo>
                    <a:pt x="2000250" y="619404"/>
                  </a:lnTo>
                  <a:lnTo>
                    <a:pt x="2000250" y="622033"/>
                  </a:lnTo>
                  <a:lnTo>
                    <a:pt x="2000719" y="623150"/>
                  </a:lnTo>
                  <a:lnTo>
                    <a:pt x="2002586" y="625017"/>
                  </a:lnTo>
                  <a:lnTo>
                    <a:pt x="2003704" y="625475"/>
                  </a:lnTo>
                  <a:lnTo>
                    <a:pt x="2006333" y="625475"/>
                  </a:lnTo>
                  <a:lnTo>
                    <a:pt x="2007450" y="625017"/>
                  </a:lnTo>
                  <a:lnTo>
                    <a:pt x="2009317" y="623150"/>
                  </a:lnTo>
                  <a:lnTo>
                    <a:pt x="2009775" y="622033"/>
                  </a:lnTo>
                  <a:lnTo>
                    <a:pt x="2009775" y="619404"/>
                  </a:lnTo>
                  <a:close/>
                </a:path>
                <a:path w="4229100" h="933450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4229100" h="933450">
                  <a:moveTo>
                    <a:pt x="2057400" y="619404"/>
                  </a:moveTo>
                  <a:lnTo>
                    <a:pt x="2056942" y="618286"/>
                  </a:lnTo>
                  <a:lnTo>
                    <a:pt x="2055075" y="616419"/>
                  </a:lnTo>
                  <a:lnTo>
                    <a:pt x="2053958" y="615950"/>
                  </a:lnTo>
                  <a:lnTo>
                    <a:pt x="2051329" y="615950"/>
                  </a:lnTo>
                  <a:lnTo>
                    <a:pt x="2050211" y="616419"/>
                  </a:lnTo>
                  <a:lnTo>
                    <a:pt x="2048344" y="618286"/>
                  </a:lnTo>
                  <a:lnTo>
                    <a:pt x="2047875" y="619404"/>
                  </a:lnTo>
                  <a:lnTo>
                    <a:pt x="2047875" y="622033"/>
                  </a:lnTo>
                  <a:lnTo>
                    <a:pt x="2048344" y="623150"/>
                  </a:lnTo>
                  <a:lnTo>
                    <a:pt x="2050211" y="625017"/>
                  </a:lnTo>
                  <a:lnTo>
                    <a:pt x="2051329" y="625475"/>
                  </a:lnTo>
                  <a:lnTo>
                    <a:pt x="2053958" y="625475"/>
                  </a:lnTo>
                  <a:lnTo>
                    <a:pt x="2055075" y="625017"/>
                  </a:lnTo>
                  <a:lnTo>
                    <a:pt x="2056942" y="623150"/>
                  </a:lnTo>
                  <a:lnTo>
                    <a:pt x="2057400" y="622033"/>
                  </a:lnTo>
                  <a:lnTo>
                    <a:pt x="2057400" y="619404"/>
                  </a:lnTo>
                  <a:close/>
                </a:path>
                <a:path w="4229100" h="933450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4229100" h="933450">
                  <a:moveTo>
                    <a:pt x="2105025" y="619404"/>
                  </a:moveTo>
                  <a:lnTo>
                    <a:pt x="2104567" y="618286"/>
                  </a:lnTo>
                  <a:lnTo>
                    <a:pt x="2102700" y="616419"/>
                  </a:lnTo>
                  <a:lnTo>
                    <a:pt x="2101583" y="615950"/>
                  </a:lnTo>
                  <a:lnTo>
                    <a:pt x="2098954" y="615950"/>
                  </a:lnTo>
                  <a:lnTo>
                    <a:pt x="2097836" y="616419"/>
                  </a:lnTo>
                  <a:lnTo>
                    <a:pt x="2095969" y="618286"/>
                  </a:lnTo>
                  <a:lnTo>
                    <a:pt x="2095500" y="619404"/>
                  </a:lnTo>
                  <a:lnTo>
                    <a:pt x="2095500" y="622033"/>
                  </a:lnTo>
                  <a:lnTo>
                    <a:pt x="2095969" y="623150"/>
                  </a:lnTo>
                  <a:lnTo>
                    <a:pt x="2097836" y="625017"/>
                  </a:lnTo>
                  <a:lnTo>
                    <a:pt x="2098954" y="625475"/>
                  </a:lnTo>
                  <a:lnTo>
                    <a:pt x="2101583" y="625475"/>
                  </a:lnTo>
                  <a:lnTo>
                    <a:pt x="2102700" y="625017"/>
                  </a:lnTo>
                  <a:lnTo>
                    <a:pt x="2104567" y="623150"/>
                  </a:lnTo>
                  <a:lnTo>
                    <a:pt x="2105025" y="622033"/>
                  </a:lnTo>
                  <a:lnTo>
                    <a:pt x="2105025" y="619404"/>
                  </a:lnTo>
                  <a:close/>
                </a:path>
                <a:path w="4229100" h="933450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4229100" h="933450">
                  <a:moveTo>
                    <a:pt x="2152650" y="619404"/>
                  </a:moveTo>
                  <a:lnTo>
                    <a:pt x="2152192" y="618286"/>
                  </a:lnTo>
                  <a:lnTo>
                    <a:pt x="2150326" y="616419"/>
                  </a:lnTo>
                  <a:lnTo>
                    <a:pt x="2149208" y="615950"/>
                  </a:lnTo>
                  <a:lnTo>
                    <a:pt x="2146579" y="615950"/>
                  </a:lnTo>
                  <a:lnTo>
                    <a:pt x="2145461" y="616419"/>
                  </a:lnTo>
                  <a:lnTo>
                    <a:pt x="2143595" y="618286"/>
                  </a:lnTo>
                  <a:lnTo>
                    <a:pt x="2143125" y="619404"/>
                  </a:lnTo>
                  <a:lnTo>
                    <a:pt x="2143125" y="622033"/>
                  </a:lnTo>
                  <a:lnTo>
                    <a:pt x="2143595" y="623150"/>
                  </a:lnTo>
                  <a:lnTo>
                    <a:pt x="2145461" y="625017"/>
                  </a:lnTo>
                  <a:lnTo>
                    <a:pt x="2146579" y="625475"/>
                  </a:lnTo>
                  <a:lnTo>
                    <a:pt x="2149208" y="625475"/>
                  </a:lnTo>
                  <a:lnTo>
                    <a:pt x="2150326" y="625017"/>
                  </a:lnTo>
                  <a:lnTo>
                    <a:pt x="2152192" y="623150"/>
                  </a:lnTo>
                  <a:lnTo>
                    <a:pt x="2152650" y="622033"/>
                  </a:lnTo>
                  <a:lnTo>
                    <a:pt x="2152650" y="619404"/>
                  </a:lnTo>
                  <a:close/>
                </a:path>
                <a:path w="4229100" h="933450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4229100" h="933450">
                  <a:moveTo>
                    <a:pt x="2200275" y="619404"/>
                  </a:moveTo>
                  <a:lnTo>
                    <a:pt x="2199817" y="618286"/>
                  </a:lnTo>
                  <a:lnTo>
                    <a:pt x="2197951" y="616419"/>
                  </a:lnTo>
                  <a:lnTo>
                    <a:pt x="2196833" y="615950"/>
                  </a:lnTo>
                  <a:lnTo>
                    <a:pt x="2194204" y="615950"/>
                  </a:lnTo>
                  <a:lnTo>
                    <a:pt x="2193086" y="616419"/>
                  </a:lnTo>
                  <a:lnTo>
                    <a:pt x="2191220" y="618286"/>
                  </a:lnTo>
                  <a:lnTo>
                    <a:pt x="2190750" y="619404"/>
                  </a:lnTo>
                  <a:lnTo>
                    <a:pt x="2190750" y="622033"/>
                  </a:lnTo>
                  <a:lnTo>
                    <a:pt x="2191220" y="623150"/>
                  </a:lnTo>
                  <a:lnTo>
                    <a:pt x="2193086" y="625017"/>
                  </a:lnTo>
                  <a:lnTo>
                    <a:pt x="2194204" y="625475"/>
                  </a:lnTo>
                  <a:lnTo>
                    <a:pt x="2196833" y="625475"/>
                  </a:lnTo>
                  <a:lnTo>
                    <a:pt x="2197951" y="625017"/>
                  </a:lnTo>
                  <a:lnTo>
                    <a:pt x="2199817" y="623150"/>
                  </a:lnTo>
                  <a:lnTo>
                    <a:pt x="2200275" y="622033"/>
                  </a:lnTo>
                  <a:lnTo>
                    <a:pt x="2200275" y="619404"/>
                  </a:lnTo>
                  <a:close/>
                </a:path>
                <a:path w="4229100" h="933450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4229100" h="933450">
                  <a:moveTo>
                    <a:pt x="2247900" y="619404"/>
                  </a:moveTo>
                  <a:lnTo>
                    <a:pt x="2247442" y="618286"/>
                  </a:lnTo>
                  <a:lnTo>
                    <a:pt x="2245576" y="616419"/>
                  </a:lnTo>
                  <a:lnTo>
                    <a:pt x="2244458" y="615950"/>
                  </a:lnTo>
                  <a:lnTo>
                    <a:pt x="2241829" y="615950"/>
                  </a:lnTo>
                  <a:lnTo>
                    <a:pt x="2240711" y="616419"/>
                  </a:lnTo>
                  <a:lnTo>
                    <a:pt x="2238845" y="618286"/>
                  </a:lnTo>
                  <a:lnTo>
                    <a:pt x="2238375" y="619404"/>
                  </a:lnTo>
                  <a:lnTo>
                    <a:pt x="2238375" y="622033"/>
                  </a:lnTo>
                  <a:lnTo>
                    <a:pt x="2238845" y="623150"/>
                  </a:lnTo>
                  <a:lnTo>
                    <a:pt x="2240711" y="625017"/>
                  </a:lnTo>
                  <a:lnTo>
                    <a:pt x="2241829" y="625475"/>
                  </a:lnTo>
                  <a:lnTo>
                    <a:pt x="2244458" y="625475"/>
                  </a:lnTo>
                  <a:lnTo>
                    <a:pt x="2245576" y="625017"/>
                  </a:lnTo>
                  <a:lnTo>
                    <a:pt x="2247442" y="623150"/>
                  </a:lnTo>
                  <a:lnTo>
                    <a:pt x="2247900" y="622033"/>
                  </a:lnTo>
                  <a:lnTo>
                    <a:pt x="2247900" y="619404"/>
                  </a:lnTo>
                  <a:close/>
                </a:path>
                <a:path w="4229100" h="933450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4229100" h="933450">
                  <a:moveTo>
                    <a:pt x="2295525" y="619404"/>
                  </a:moveTo>
                  <a:lnTo>
                    <a:pt x="2295067" y="618286"/>
                  </a:lnTo>
                  <a:lnTo>
                    <a:pt x="2293201" y="616419"/>
                  </a:lnTo>
                  <a:lnTo>
                    <a:pt x="2292083" y="615950"/>
                  </a:lnTo>
                  <a:lnTo>
                    <a:pt x="2289454" y="615950"/>
                  </a:lnTo>
                  <a:lnTo>
                    <a:pt x="2288336" y="616419"/>
                  </a:lnTo>
                  <a:lnTo>
                    <a:pt x="2286470" y="618286"/>
                  </a:lnTo>
                  <a:lnTo>
                    <a:pt x="2286000" y="619404"/>
                  </a:lnTo>
                  <a:lnTo>
                    <a:pt x="2286000" y="622033"/>
                  </a:lnTo>
                  <a:lnTo>
                    <a:pt x="2286470" y="623150"/>
                  </a:lnTo>
                  <a:lnTo>
                    <a:pt x="2288336" y="625017"/>
                  </a:lnTo>
                  <a:lnTo>
                    <a:pt x="2289454" y="625475"/>
                  </a:lnTo>
                  <a:lnTo>
                    <a:pt x="2292083" y="625475"/>
                  </a:lnTo>
                  <a:lnTo>
                    <a:pt x="2293201" y="625017"/>
                  </a:lnTo>
                  <a:lnTo>
                    <a:pt x="2295067" y="623150"/>
                  </a:lnTo>
                  <a:lnTo>
                    <a:pt x="2295525" y="622033"/>
                  </a:lnTo>
                  <a:lnTo>
                    <a:pt x="2295525" y="619404"/>
                  </a:lnTo>
                  <a:close/>
                </a:path>
                <a:path w="4229100" h="933450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4229100" h="933450">
                  <a:moveTo>
                    <a:pt x="2343150" y="619404"/>
                  </a:moveTo>
                  <a:lnTo>
                    <a:pt x="2342692" y="618286"/>
                  </a:lnTo>
                  <a:lnTo>
                    <a:pt x="2340826" y="616419"/>
                  </a:lnTo>
                  <a:lnTo>
                    <a:pt x="2339708" y="615950"/>
                  </a:lnTo>
                  <a:lnTo>
                    <a:pt x="2337079" y="615950"/>
                  </a:lnTo>
                  <a:lnTo>
                    <a:pt x="2335961" y="616419"/>
                  </a:lnTo>
                  <a:lnTo>
                    <a:pt x="2334095" y="618286"/>
                  </a:lnTo>
                  <a:lnTo>
                    <a:pt x="2333625" y="619404"/>
                  </a:lnTo>
                  <a:lnTo>
                    <a:pt x="2333625" y="622033"/>
                  </a:lnTo>
                  <a:lnTo>
                    <a:pt x="2334095" y="623150"/>
                  </a:lnTo>
                  <a:lnTo>
                    <a:pt x="2335961" y="625017"/>
                  </a:lnTo>
                  <a:lnTo>
                    <a:pt x="2337079" y="625475"/>
                  </a:lnTo>
                  <a:lnTo>
                    <a:pt x="2339708" y="625475"/>
                  </a:lnTo>
                  <a:lnTo>
                    <a:pt x="2340826" y="625017"/>
                  </a:lnTo>
                  <a:lnTo>
                    <a:pt x="2342692" y="623150"/>
                  </a:lnTo>
                  <a:lnTo>
                    <a:pt x="2343150" y="622033"/>
                  </a:lnTo>
                  <a:lnTo>
                    <a:pt x="2343150" y="619404"/>
                  </a:lnTo>
                  <a:close/>
                </a:path>
                <a:path w="4229100" h="933450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4229100" h="933450">
                  <a:moveTo>
                    <a:pt x="2390775" y="619404"/>
                  </a:moveTo>
                  <a:lnTo>
                    <a:pt x="2390317" y="618286"/>
                  </a:lnTo>
                  <a:lnTo>
                    <a:pt x="2388451" y="616419"/>
                  </a:lnTo>
                  <a:lnTo>
                    <a:pt x="2387333" y="615950"/>
                  </a:lnTo>
                  <a:lnTo>
                    <a:pt x="2384704" y="615950"/>
                  </a:lnTo>
                  <a:lnTo>
                    <a:pt x="2383586" y="616419"/>
                  </a:lnTo>
                  <a:lnTo>
                    <a:pt x="2381720" y="618286"/>
                  </a:lnTo>
                  <a:lnTo>
                    <a:pt x="2381250" y="619404"/>
                  </a:lnTo>
                  <a:lnTo>
                    <a:pt x="2381250" y="622033"/>
                  </a:lnTo>
                  <a:lnTo>
                    <a:pt x="2381720" y="623150"/>
                  </a:lnTo>
                  <a:lnTo>
                    <a:pt x="2383586" y="625017"/>
                  </a:lnTo>
                  <a:lnTo>
                    <a:pt x="2384704" y="625475"/>
                  </a:lnTo>
                  <a:lnTo>
                    <a:pt x="2387333" y="625475"/>
                  </a:lnTo>
                  <a:lnTo>
                    <a:pt x="2388451" y="625017"/>
                  </a:lnTo>
                  <a:lnTo>
                    <a:pt x="2390317" y="623150"/>
                  </a:lnTo>
                  <a:lnTo>
                    <a:pt x="2390775" y="622033"/>
                  </a:lnTo>
                  <a:lnTo>
                    <a:pt x="2390775" y="619404"/>
                  </a:lnTo>
                  <a:close/>
                </a:path>
                <a:path w="4229100" h="933450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4229100" h="933450">
                  <a:moveTo>
                    <a:pt x="2438400" y="619404"/>
                  </a:moveTo>
                  <a:lnTo>
                    <a:pt x="2437942" y="618286"/>
                  </a:lnTo>
                  <a:lnTo>
                    <a:pt x="2436076" y="616419"/>
                  </a:lnTo>
                  <a:lnTo>
                    <a:pt x="2434958" y="615950"/>
                  </a:lnTo>
                  <a:lnTo>
                    <a:pt x="2432329" y="615950"/>
                  </a:lnTo>
                  <a:lnTo>
                    <a:pt x="2431211" y="616419"/>
                  </a:lnTo>
                  <a:lnTo>
                    <a:pt x="2429345" y="618286"/>
                  </a:lnTo>
                  <a:lnTo>
                    <a:pt x="2428875" y="619404"/>
                  </a:lnTo>
                  <a:lnTo>
                    <a:pt x="2428875" y="622033"/>
                  </a:lnTo>
                  <a:lnTo>
                    <a:pt x="2429345" y="623150"/>
                  </a:lnTo>
                  <a:lnTo>
                    <a:pt x="2431211" y="625017"/>
                  </a:lnTo>
                  <a:lnTo>
                    <a:pt x="2432329" y="625475"/>
                  </a:lnTo>
                  <a:lnTo>
                    <a:pt x="2434958" y="625475"/>
                  </a:lnTo>
                  <a:lnTo>
                    <a:pt x="2436076" y="625017"/>
                  </a:lnTo>
                  <a:lnTo>
                    <a:pt x="2437942" y="623150"/>
                  </a:lnTo>
                  <a:lnTo>
                    <a:pt x="2438400" y="622033"/>
                  </a:lnTo>
                  <a:lnTo>
                    <a:pt x="2438400" y="619404"/>
                  </a:lnTo>
                  <a:close/>
                </a:path>
                <a:path w="4229100" h="933450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4229100" h="933450">
                  <a:moveTo>
                    <a:pt x="2486025" y="619404"/>
                  </a:moveTo>
                  <a:lnTo>
                    <a:pt x="2485567" y="618286"/>
                  </a:lnTo>
                  <a:lnTo>
                    <a:pt x="2483701" y="616419"/>
                  </a:lnTo>
                  <a:lnTo>
                    <a:pt x="2482583" y="615950"/>
                  </a:lnTo>
                  <a:lnTo>
                    <a:pt x="2479954" y="615950"/>
                  </a:lnTo>
                  <a:lnTo>
                    <a:pt x="2478836" y="616419"/>
                  </a:lnTo>
                  <a:lnTo>
                    <a:pt x="2476970" y="618286"/>
                  </a:lnTo>
                  <a:lnTo>
                    <a:pt x="2476500" y="619404"/>
                  </a:lnTo>
                  <a:lnTo>
                    <a:pt x="2476500" y="622033"/>
                  </a:lnTo>
                  <a:lnTo>
                    <a:pt x="2476970" y="623150"/>
                  </a:lnTo>
                  <a:lnTo>
                    <a:pt x="2478836" y="625017"/>
                  </a:lnTo>
                  <a:lnTo>
                    <a:pt x="2479954" y="625475"/>
                  </a:lnTo>
                  <a:lnTo>
                    <a:pt x="2482583" y="625475"/>
                  </a:lnTo>
                  <a:lnTo>
                    <a:pt x="2483701" y="625017"/>
                  </a:lnTo>
                  <a:lnTo>
                    <a:pt x="2485567" y="623150"/>
                  </a:lnTo>
                  <a:lnTo>
                    <a:pt x="2486025" y="622033"/>
                  </a:lnTo>
                  <a:lnTo>
                    <a:pt x="2486025" y="619404"/>
                  </a:lnTo>
                  <a:close/>
                </a:path>
                <a:path w="4229100" h="933450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4229100" h="933450">
                  <a:moveTo>
                    <a:pt x="2533650" y="619404"/>
                  </a:moveTo>
                  <a:lnTo>
                    <a:pt x="2533192" y="618286"/>
                  </a:lnTo>
                  <a:lnTo>
                    <a:pt x="2531326" y="616419"/>
                  </a:lnTo>
                  <a:lnTo>
                    <a:pt x="2530208" y="615950"/>
                  </a:lnTo>
                  <a:lnTo>
                    <a:pt x="2527579" y="615950"/>
                  </a:lnTo>
                  <a:lnTo>
                    <a:pt x="2526461" y="616419"/>
                  </a:lnTo>
                  <a:lnTo>
                    <a:pt x="2524595" y="618286"/>
                  </a:lnTo>
                  <a:lnTo>
                    <a:pt x="2524125" y="619404"/>
                  </a:lnTo>
                  <a:lnTo>
                    <a:pt x="2524125" y="622033"/>
                  </a:lnTo>
                  <a:lnTo>
                    <a:pt x="2524595" y="623150"/>
                  </a:lnTo>
                  <a:lnTo>
                    <a:pt x="2526461" y="625017"/>
                  </a:lnTo>
                  <a:lnTo>
                    <a:pt x="2527579" y="625475"/>
                  </a:lnTo>
                  <a:lnTo>
                    <a:pt x="2530208" y="625475"/>
                  </a:lnTo>
                  <a:lnTo>
                    <a:pt x="2531326" y="625017"/>
                  </a:lnTo>
                  <a:lnTo>
                    <a:pt x="2533192" y="623150"/>
                  </a:lnTo>
                  <a:lnTo>
                    <a:pt x="2533650" y="622033"/>
                  </a:lnTo>
                  <a:lnTo>
                    <a:pt x="2533650" y="619404"/>
                  </a:lnTo>
                  <a:close/>
                </a:path>
                <a:path w="4229100" h="933450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4229100" h="933450">
                  <a:moveTo>
                    <a:pt x="2581275" y="619404"/>
                  </a:moveTo>
                  <a:lnTo>
                    <a:pt x="2580817" y="618286"/>
                  </a:lnTo>
                  <a:lnTo>
                    <a:pt x="2578951" y="616419"/>
                  </a:lnTo>
                  <a:lnTo>
                    <a:pt x="2577833" y="615950"/>
                  </a:lnTo>
                  <a:lnTo>
                    <a:pt x="2575204" y="615950"/>
                  </a:lnTo>
                  <a:lnTo>
                    <a:pt x="2574086" y="616419"/>
                  </a:lnTo>
                  <a:lnTo>
                    <a:pt x="2572220" y="618286"/>
                  </a:lnTo>
                  <a:lnTo>
                    <a:pt x="2571750" y="619404"/>
                  </a:lnTo>
                  <a:lnTo>
                    <a:pt x="2571750" y="622033"/>
                  </a:lnTo>
                  <a:lnTo>
                    <a:pt x="2572220" y="623150"/>
                  </a:lnTo>
                  <a:lnTo>
                    <a:pt x="2574086" y="625017"/>
                  </a:lnTo>
                  <a:lnTo>
                    <a:pt x="2575204" y="625475"/>
                  </a:lnTo>
                  <a:lnTo>
                    <a:pt x="2577833" y="625475"/>
                  </a:lnTo>
                  <a:lnTo>
                    <a:pt x="2578951" y="625017"/>
                  </a:lnTo>
                  <a:lnTo>
                    <a:pt x="2580817" y="623150"/>
                  </a:lnTo>
                  <a:lnTo>
                    <a:pt x="2581275" y="622033"/>
                  </a:lnTo>
                  <a:lnTo>
                    <a:pt x="2581275" y="619404"/>
                  </a:lnTo>
                  <a:close/>
                </a:path>
                <a:path w="4229100" h="933450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4229100" h="933450">
                  <a:moveTo>
                    <a:pt x="2628900" y="619404"/>
                  </a:moveTo>
                  <a:lnTo>
                    <a:pt x="2628442" y="618286"/>
                  </a:lnTo>
                  <a:lnTo>
                    <a:pt x="2626576" y="616419"/>
                  </a:lnTo>
                  <a:lnTo>
                    <a:pt x="2625458" y="615950"/>
                  </a:lnTo>
                  <a:lnTo>
                    <a:pt x="2622829" y="615950"/>
                  </a:lnTo>
                  <a:lnTo>
                    <a:pt x="2621711" y="616419"/>
                  </a:lnTo>
                  <a:lnTo>
                    <a:pt x="2619845" y="618286"/>
                  </a:lnTo>
                  <a:lnTo>
                    <a:pt x="2619375" y="619404"/>
                  </a:lnTo>
                  <a:lnTo>
                    <a:pt x="2619375" y="622033"/>
                  </a:lnTo>
                  <a:lnTo>
                    <a:pt x="2619845" y="623150"/>
                  </a:lnTo>
                  <a:lnTo>
                    <a:pt x="2621711" y="625017"/>
                  </a:lnTo>
                  <a:lnTo>
                    <a:pt x="2622829" y="625475"/>
                  </a:lnTo>
                  <a:lnTo>
                    <a:pt x="2625458" y="625475"/>
                  </a:lnTo>
                  <a:lnTo>
                    <a:pt x="2626576" y="625017"/>
                  </a:lnTo>
                  <a:lnTo>
                    <a:pt x="2628442" y="623150"/>
                  </a:lnTo>
                  <a:lnTo>
                    <a:pt x="2628900" y="622033"/>
                  </a:lnTo>
                  <a:lnTo>
                    <a:pt x="2628900" y="619404"/>
                  </a:lnTo>
                  <a:close/>
                </a:path>
                <a:path w="4229100" h="933450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4229100" h="933450">
                  <a:moveTo>
                    <a:pt x="2676525" y="619404"/>
                  </a:moveTo>
                  <a:lnTo>
                    <a:pt x="2676067" y="618286"/>
                  </a:lnTo>
                  <a:lnTo>
                    <a:pt x="2674201" y="616419"/>
                  </a:lnTo>
                  <a:lnTo>
                    <a:pt x="2673083" y="615950"/>
                  </a:lnTo>
                  <a:lnTo>
                    <a:pt x="2670454" y="615950"/>
                  </a:lnTo>
                  <a:lnTo>
                    <a:pt x="2669336" y="616419"/>
                  </a:lnTo>
                  <a:lnTo>
                    <a:pt x="2667470" y="618286"/>
                  </a:lnTo>
                  <a:lnTo>
                    <a:pt x="2667000" y="619404"/>
                  </a:lnTo>
                  <a:lnTo>
                    <a:pt x="2667000" y="622033"/>
                  </a:lnTo>
                  <a:lnTo>
                    <a:pt x="2667470" y="623150"/>
                  </a:lnTo>
                  <a:lnTo>
                    <a:pt x="2669336" y="625017"/>
                  </a:lnTo>
                  <a:lnTo>
                    <a:pt x="2670454" y="625475"/>
                  </a:lnTo>
                  <a:lnTo>
                    <a:pt x="2673083" y="625475"/>
                  </a:lnTo>
                  <a:lnTo>
                    <a:pt x="2674201" y="625017"/>
                  </a:lnTo>
                  <a:lnTo>
                    <a:pt x="2676067" y="623150"/>
                  </a:lnTo>
                  <a:lnTo>
                    <a:pt x="2676525" y="622033"/>
                  </a:lnTo>
                  <a:lnTo>
                    <a:pt x="2676525" y="619404"/>
                  </a:lnTo>
                  <a:close/>
                </a:path>
                <a:path w="4229100" h="933450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4229100" h="933450">
                  <a:moveTo>
                    <a:pt x="2724150" y="619404"/>
                  </a:moveTo>
                  <a:lnTo>
                    <a:pt x="2723692" y="618286"/>
                  </a:lnTo>
                  <a:lnTo>
                    <a:pt x="2721826" y="616419"/>
                  </a:lnTo>
                  <a:lnTo>
                    <a:pt x="2720708" y="615950"/>
                  </a:lnTo>
                  <a:lnTo>
                    <a:pt x="2718079" y="615950"/>
                  </a:lnTo>
                  <a:lnTo>
                    <a:pt x="2716961" y="616419"/>
                  </a:lnTo>
                  <a:lnTo>
                    <a:pt x="2715095" y="618286"/>
                  </a:lnTo>
                  <a:lnTo>
                    <a:pt x="2714625" y="619404"/>
                  </a:lnTo>
                  <a:lnTo>
                    <a:pt x="2714625" y="622033"/>
                  </a:lnTo>
                  <a:lnTo>
                    <a:pt x="2715095" y="623150"/>
                  </a:lnTo>
                  <a:lnTo>
                    <a:pt x="2716961" y="625017"/>
                  </a:lnTo>
                  <a:lnTo>
                    <a:pt x="2718079" y="625475"/>
                  </a:lnTo>
                  <a:lnTo>
                    <a:pt x="2720708" y="625475"/>
                  </a:lnTo>
                  <a:lnTo>
                    <a:pt x="2721826" y="625017"/>
                  </a:lnTo>
                  <a:lnTo>
                    <a:pt x="2723692" y="623150"/>
                  </a:lnTo>
                  <a:lnTo>
                    <a:pt x="2724150" y="622033"/>
                  </a:lnTo>
                  <a:lnTo>
                    <a:pt x="2724150" y="619404"/>
                  </a:lnTo>
                  <a:close/>
                </a:path>
                <a:path w="4229100" h="933450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4229100" h="933450">
                  <a:moveTo>
                    <a:pt x="2771775" y="619404"/>
                  </a:moveTo>
                  <a:lnTo>
                    <a:pt x="2771317" y="618286"/>
                  </a:lnTo>
                  <a:lnTo>
                    <a:pt x="2769451" y="616419"/>
                  </a:lnTo>
                  <a:lnTo>
                    <a:pt x="2768333" y="615950"/>
                  </a:lnTo>
                  <a:lnTo>
                    <a:pt x="2765704" y="615950"/>
                  </a:lnTo>
                  <a:lnTo>
                    <a:pt x="2764586" y="616419"/>
                  </a:lnTo>
                  <a:lnTo>
                    <a:pt x="2762720" y="618286"/>
                  </a:lnTo>
                  <a:lnTo>
                    <a:pt x="2762250" y="619404"/>
                  </a:lnTo>
                  <a:lnTo>
                    <a:pt x="2762250" y="622033"/>
                  </a:lnTo>
                  <a:lnTo>
                    <a:pt x="2762720" y="623150"/>
                  </a:lnTo>
                  <a:lnTo>
                    <a:pt x="2764586" y="625017"/>
                  </a:lnTo>
                  <a:lnTo>
                    <a:pt x="2765704" y="625475"/>
                  </a:lnTo>
                  <a:lnTo>
                    <a:pt x="2768333" y="625475"/>
                  </a:lnTo>
                  <a:lnTo>
                    <a:pt x="2769451" y="625017"/>
                  </a:lnTo>
                  <a:lnTo>
                    <a:pt x="2771317" y="623150"/>
                  </a:lnTo>
                  <a:lnTo>
                    <a:pt x="2771775" y="622033"/>
                  </a:lnTo>
                  <a:lnTo>
                    <a:pt x="2771775" y="619404"/>
                  </a:lnTo>
                  <a:close/>
                </a:path>
                <a:path w="4229100" h="933450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4229100" h="933450">
                  <a:moveTo>
                    <a:pt x="2819400" y="619404"/>
                  </a:moveTo>
                  <a:lnTo>
                    <a:pt x="2818942" y="618286"/>
                  </a:lnTo>
                  <a:lnTo>
                    <a:pt x="2817076" y="616419"/>
                  </a:lnTo>
                  <a:lnTo>
                    <a:pt x="2815958" y="615950"/>
                  </a:lnTo>
                  <a:lnTo>
                    <a:pt x="2813329" y="615950"/>
                  </a:lnTo>
                  <a:lnTo>
                    <a:pt x="2812211" y="616419"/>
                  </a:lnTo>
                  <a:lnTo>
                    <a:pt x="2810345" y="618286"/>
                  </a:lnTo>
                  <a:lnTo>
                    <a:pt x="2809875" y="619404"/>
                  </a:lnTo>
                  <a:lnTo>
                    <a:pt x="2809875" y="622033"/>
                  </a:lnTo>
                  <a:lnTo>
                    <a:pt x="2810345" y="623150"/>
                  </a:lnTo>
                  <a:lnTo>
                    <a:pt x="2812211" y="625017"/>
                  </a:lnTo>
                  <a:lnTo>
                    <a:pt x="2813329" y="625475"/>
                  </a:lnTo>
                  <a:lnTo>
                    <a:pt x="2815958" y="625475"/>
                  </a:lnTo>
                  <a:lnTo>
                    <a:pt x="2817076" y="625017"/>
                  </a:lnTo>
                  <a:lnTo>
                    <a:pt x="2818942" y="623150"/>
                  </a:lnTo>
                  <a:lnTo>
                    <a:pt x="2819400" y="622033"/>
                  </a:lnTo>
                  <a:lnTo>
                    <a:pt x="2819400" y="619404"/>
                  </a:lnTo>
                  <a:close/>
                </a:path>
                <a:path w="4229100" h="933450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4229100" h="933450">
                  <a:moveTo>
                    <a:pt x="2867025" y="619404"/>
                  </a:moveTo>
                  <a:lnTo>
                    <a:pt x="2866567" y="618286"/>
                  </a:lnTo>
                  <a:lnTo>
                    <a:pt x="2864701" y="616419"/>
                  </a:lnTo>
                  <a:lnTo>
                    <a:pt x="2863583" y="615950"/>
                  </a:lnTo>
                  <a:lnTo>
                    <a:pt x="2860954" y="615950"/>
                  </a:lnTo>
                  <a:lnTo>
                    <a:pt x="2859836" y="616419"/>
                  </a:lnTo>
                  <a:lnTo>
                    <a:pt x="2857970" y="618286"/>
                  </a:lnTo>
                  <a:lnTo>
                    <a:pt x="2857500" y="619404"/>
                  </a:lnTo>
                  <a:lnTo>
                    <a:pt x="2857500" y="622033"/>
                  </a:lnTo>
                  <a:lnTo>
                    <a:pt x="2857970" y="623150"/>
                  </a:lnTo>
                  <a:lnTo>
                    <a:pt x="2859836" y="625017"/>
                  </a:lnTo>
                  <a:lnTo>
                    <a:pt x="2860954" y="625475"/>
                  </a:lnTo>
                  <a:lnTo>
                    <a:pt x="2863583" y="625475"/>
                  </a:lnTo>
                  <a:lnTo>
                    <a:pt x="2864701" y="625017"/>
                  </a:lnTo>
                  <a:lnTo>
                    <a:pt x="2866567" y="623150"/>
                  </a:lnTo>
                  <a:lnTo>
                    <a:pt x="2867025" y="622033"/>
                  </a:lnTo>
                  <a:lnTo>
                    <a:pt x="2867025" y="619404"/>
                  </a:lnTo>
                  <a:close/>
                </a:path>
                <a:path w="4229100" h="933450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4229100" h="933450">
                  <a:moveTo>
                    <a:pt x="2914650" y="619404"/>
                  </a:moveTo>
                  <a:lnTo>
                    <a:pt x="2914192" y="618286"/>
                  </a:lnTo>
                  <a:lnTo>
                    <a:pt x="2912326" y="616419"/>
                  </a:lnTo>
                  <a:lnTo>
                    <a:pt x="2911208" y="615950"/>
                  </a:lnTo>
                  <a:lnTo>
                    <a:pt x="2908579" y="615950"/>
                  </a:lnTo>
                  <a:lnTo>
                    <a:pt x="2907461" y="616419"/>
                  </a:lnTo>
                  <a:lnTo>
                    <a:pt x="2905595" y="618286"/>
                  </a:lnTo>
                  <a:lnTo>
                    <a:pt x="2905125" y="619404"/>
                  </a:lnTo>
                  <a:lnTo>
                    <a:pt x="2905125" y="622033"/>
                  </a:lnTo>
                  <a:lnTo>
                    <a:pt x="2905595" y="623150"/>
                  </a:lnTo>
                  <a:lnTo>
                    <a:pt x="2907461" y="625017"/>
                  </a:lnTo>
                  <a:lnTo>
                    <a:pt x="2908579" y="625475"/>
                  </a:lnTo>
                  <a:lnTo>
                    <a:pt x="2911208" y="625475"/>
                  </a:lnTo>
                  <a:lnTo>
                    <a:pt x="2912326" y="625017"/>
                  </a:lnTo>
                  <a:lnTo>
                    <a:pt x="2914192" y="623150"/>
                  </a:lnTo>
                  <a:lnTo>
                    <a:pt x="2914650" y="622033"/>
                  </a:lnTo>
                  <a:lnTo>
                    <a:pt x="2914650" y="619404"/>
                  </a:lnTo>
                  <a:close/>
                </a:path>
                <a:path w="4229100" h="933450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4229100" h="933450">
                  <a:moveTo>
                    <a:pt x="2962275" y="619404"/>
                  </a:moveTo>
                  <a:lnTo>
                    <a:pt x="2961817" y="618286"/>
                  </a:lnTo>
                  <a:lnTo>
                    <a:pt x="2959951" y="616419"/>
                  </a:lnTo>
                  <a:lnTo>
                    <a:pt x="2958833" y="615950"/>
                  </a:lnTo>
                  <a:lnTo>
                    <a:pt x="2956204" y="615950"/>
                  </a:lnTo>
                  <a:lnTo>
                    <a:pt x="2955086" y="616419"/>
                  </a:lnTo>
                  <a:lnTo>
                    <a:pt x="2953220" y="618286"/>
                  </a:lnTo>
                  <a:lnTo>
                    <a:pt x="2952750" y="619404"/>
                  </a:lnTo>
                  <a:lnTo>
                    <a:pt x="2952750" y="622033"/>
                  </a:lnTo>
                  <a:lnTo>
                    <a:pt x="2953220" y="623150"/>
                  </a:lnTo>
                  <a:lnTo>
                    <a:pt x="2955086" y="625017"/>
                  </a:lnTo>
                  <a:lnTo>
                    <a:pt x="2956204" y="625475"/>
                  </a:lnTo>
                  <a:lnTo>
                    <a:pt x="2958833" y="625475"/>
                  </a:lnTo>
                  <a:lnTo>
                    <a:pt x="2959951" y="625017"/>
                  </a:lnTo>
                  <a:lnTo>
                    <a:pt x="2961817" y="623150"/>
                  </a:lnTo>
                  <a:lnTo>
                    <a:pt x="2962275" y="622033"/>
                  </a:lnTo>
                  <a:lnTo>
                    <a:pt x="2962275" y="619404"/>
                  </a:lnTo>
                  <a:close/>
                </a:path>
                <a:path w="4229100" h="933450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4229100" h="933450">
                  <a:moveTo>
                    <a:pt x="3009900" y="619404"/>
                  </a:moveTo>
                  <a:lnTo>
                    <a:pt x="3009442" y="618286"/>
                  </a:lnTo>
                  <a:lnTo>
                    <a:pt x="3007576" y="616419"/>
                  </a:lnTo>
                  <a:lnTo>
                    <a:pt x="3006458" y="615950"/>
                  </a:lnTo>
                  <a:lnTo>
                    <a:pt x="3003829" y="615950"/>
                  </a:lnTo>
                  <a:lnTo>
                    <a:pt x="3002711" y="616419"/>
                  </a:lnTo>
                  <a:lnTo>
                    <a:pt x="3000845" y="618286"/>
                  </a:lnTo>
                  <a:lnTo>
                    <a:pt x="3000375" y="619404"/>
                  </a:lnTo>
                  <a:lnTo>
                    <a:pt x="3000375" y="622033"/>
                  </a:lnTo>
                  <a:lnTo>
                    <a:pt x="3000845" y="623150"/>
                  </a:lnTo>
                  <a:lnTo>
                    <a:pt x="3002711" y="625017"/>
                  </a:lnTo>
                  <a:lnTo>
                    <a:pt x="3003829" y="625475"/>
                  </a:lnTo>
                  <a:lnTo>
                    <a:pt x="3006458" y="625475"/>
                  </a:lnTo>
                  <a:lnTo>
                    <a:pt x="3007576" y="625017"/>
                  </a:lnTo>
                  <a:lnTo>
                    <a:pt x="3009442" y="623150"/>
                  </a:lnTo>
                  <a:lnTo>
                    <a:pt x="3009900" y="622033"/>
                  </a:lnTo>
                  <a:lnTo>
                    <a:pt x="3009900" y="619404"/>
                  </a:lnTo>
                  <a:close/>
                </a:path>
                <a:path w="4229100" h="933450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4229100" h="933450">
                  <a:moveTo>
                    <a:pt x="3057525" y="619404"/>
                  </a:moveTo>
                  <a:lnTo>
                    <a:pt x="3057067" y="618286"/>
                  </a:lnTo>
                  <a:lnTo>
                    <a:pt x="3055201" y="616419"/>
                  </a:lnTo>
                  <a:lnTo>
                    <a:pt x="3054083" y="615950"/>
                  </a:lnTo>
                  <a:lnTo>
                    <a:pt x="3051454" y="615950"/>
                  </a:lnTo>
                  <a:lnTo>
                    <a:pt x="3050336" y="616419"/>
                  </a:lnTo>
                  <a:lnTo>
                    <a:pt x="3048470" y="618286"/>
                  </a:lnTo>
                  <a:lnTo>
                    <a:pt x="3048000" y="619404"/>
                  </a:lnTo>
                  <a:lnTo>
                    <a:pt x="3048000" y="622033"/>
                  </a:lnTo>
                  <a:lnTo>
                    <a:pt x="3048470" y="623150"/>
                  </a:lnTo>
                  <a:lnTo>
                    <a:pt x="3050336" y="625017"/>
                  </a:lnTo>
                  <a:lnTo>
                    <a:pt x="3051454" y="625475"/>
                  </a:lnTo>
                  <a:lnTo>
                    <a:pt x="3054083" y="625475"/>
                  </a:lnTo>
                  <a:lnTo>
                    <a:pt x="3055201" y="625017"/>
                  </a:lnTo>
                  <a:lnTo>
                    <a:pt x="3057067" y="623150"/>
                  </a:lnTo>
                  <a:lnTo>
                    <a:pt x="3057525" y="622033"/>
                  </a:lnTo>
                  <a:lnTo>
                    <a:pt x="3057525" y="619404"/>
                  </a:lnTo>
                  <a:close/>
                </a:path>
                <a:path w="4229100" h="933450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4229100" h="933450">
                  <a:moveTo>
                    <a:pt x="3105150" y="619404"/>
                  </a:moveTo>
                  <a:lnTo>
                    <a:pt x="3104692" y="618286"/>
                  </a:lnTo>
                  <a:lnTo>
                    <a:pt x="3102826" y="616419"/>
                  </a:lnTo>
                  <a:lnTo>
                    <a:pt x="3101708" y="615950"/>
                  </a:lnTo>
                  <a:lnTo>
                    <a:pt x="3099079" y="615950"/>
                  </a:lnTo>
                  <a:lnTo>
                    <a:pt x="3097961" y="616419"/>
                  </a:lnTo>
                  <a:lnTo>
                    <a:pt x="3096095" y="618286"/>
                  </a:lnTo>
                  <a:lnTo>
                    <a:pt x="3095625" y="619404"/>
                  </a:lnTo>
                  <a:lnTo>
                    <a:pt x="3095625" y="622033"/>
                  </a:lnTo>
                  <a:lnTo>
                    <a:pt x="3096095" y="623150"/>
                  </a:lnTo>
                  <a:lnTo>
                    <a:pt x="3097961" y="625017"/>
                  </a:lnTo>
                  <a:lnTo>
                    <a:pt x="3099079" y="625475"/>
                  </a:lnTo>
                  <a:lnTo>
                    <a:pt x="3101708" y="625475"/>
                  </a:lnTo>
                  <a:lnTo>
                    <a:pt x="3102826" y="625017"/>
                  </a:lnTo>
                  <a:lnTo>
                    <a:pt x="3104692" y="623150"/>
                  </a:lnTo>
                  <a:lnTo>
                    <a:pt x="3105150" y="622033"/>
                  </a:lnTo>
                  <a:lnTo>
                    <a:pt x="3105150" y="619404"/>
                  </a:lnTo>
                  <a:close/>
                </a:path>
                <a:path w="4229100" h="933450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4229100" h="933450">
                  <a:moveTo>
                    <a:pt x="3152775" y="619404"/>
                  </a:moveTo>
                  <a:lnTo>
                    <a:pt x="3152317" y="618286"/>
                  </a:lnTo>
                  <a:lnTo>
                    <a:pt x="3150451" y="616419"/>
                  </a:lnTo>
                  <a:lnTo>
                    <a:pt x="3149333" y="615950"/>
                  </a:lnTo>
                  <a:lnTo>
                    <a:pt x="3146704" y="615950"/>
                  </a:lnTo>
                  <a:lnTo>
                    <a:pt x="3145586" y="616419"/>
                  </a:lnTo>
                  <a:lnTo>
                    <a:pt x="3143720" y="618286"/>
                  </a:lnTo>
                  <a:lnTo>
                    <a:pt x="3143250" y="619404"/>
                  </a:lnTo>
                  <a:lnTo>
                    <a:pt x="3143250" y="622033"/>
                  </a:lnTo>
                  <a:lnTo>
                    <a:pt x="3143720" y="623150"/>
                  </a:lnTo>
                  <a:lnTo>
                    <a:pt x="3145586" y="625017"/>
                  </a:lnTo>
                  <a:lnTo>
                    <a:pt x="3146704" y="625475"/>
                  </a:lnTo>
                  <a:lnTo>
                    <a:pt x="3149333" y="625475"/>
                  </a:lnTo>
                  <a:lnTo>
                    <a:pt x="3150451" y="625017"/>
                  </a:lnTo>
                  <a:lnTo>
                    <a:pt x="3152317" y="623150"/>
                  </a:lnTo>
                  <a:lnTo>
                    <a:pt x="3152775" y="622033"/>
                  </a:lnTo>
                  <a:lnTo>
                    <a:pt x="3152775" y="619404"/>
                  </a:lnTo>
                  <a:close/>
                </a:path>
                <a:path w="4229100" h="933450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4229100" h="933450">
                  <a:moveTo>
                    <a:pt x="3200400" y="619404"/>
                  </a:moveTo>
                  <a:lnTo>
                    <a:pt x="3199942" y="618286"/>
                  </a:lnTo>
                  <a:lnTo>
                    <a:pt x="3198076" y="616419"/>
                  </a:lnTo>
                  <a:lnTo>
                    <a:pt x="3196958" y="615950"/>
                  </a:lnTo>
                  <a:lnTo>
                    <a:pt x="3194329" y="615950"/>
                  </a:lnTo>
                  <a:lnTo>
                    <a:pt x="3193211" y="616419"/>
                  </a:lnTo>
                  <a:lnTo>
                    <a:pt x="3191345" y="618286"/>
                  </a:lnTo>
                  <a:lnTo>
                    <a:pt x="3190875" y="619404"/>
                  </a:lnTo>
                  <a:lnTo>
                    <a:pt x="3190875" y="622033"/>
                  </a:lnTo>
                  <a:lnTo>
                    <a:pt x="3191345" y="623150"/>
                  </a:lnTo>
                  <a:lnTo>
                    <a:pt x="3193211" y="625017"/>
                  </a:lnTo>
                  <a:lnTo>
                    <a:pt x="3194329" y="625475"/>
                  </a:lnTo>
                  <a:lnTo>
                    <a:pt x="3196958" y="625475"/>
                  </a:lnTo>
                  <a:lnTo>
                    <a:pt x="3198076" y="625017"/>
                  </a:lnTo>
                  <a:lnTo>
                    <a:pt x="3199942" y="623150"/>
                  </a:lnTo>
                  <a:lnTo>
                    <a:pt x="3200400" y="622033"/>
                  </a:lnTo>
                  <a:lnTo>
                    <a:pt x="3200400" y="619404"/>
                  </a:lnTo>
                  <a:close/>
                </a:path>
                <a:path w="4229100" h="933450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4229100" h="933450">
                  <a:moveTo>
                    <a:pt x="3248025" y="619404"/>
                  </a:moveTo>
                  <a:lnTo>
                    <a:pt x="3247567" y="618286"/>
                  </a:lnTo>
                  <a:lnTo>
                    <a:pt x="3245701" y="616419"/>
                  </a:lnTo>
                  <a:lnTo>
                    <a:pt x="3244583" y="615950"/>
                  </a:lnTo>
                  <a:lnTo>
                    <a:pt x="3241954" y="615950"/>
                  </a:lnTo>
                  <a:lnTo>
                    <a:pt x="3240836" y="616419"/>
                  </a:lnTo>
                  <a:lnTo>
                    <a:pt x="3238970" y="618286"/>
                  </a:lnTo>
                  <a:lnTo>
                    <a:pt x="3238500" y="619404"/>
                  </a:lnTo>
                  <a:lnTo>
                    <a:pt x="3238500" y="622033"/>
                  </a:lnTo>
                  <a:lnTo>
                    <a:pt x="3238970" y="623150"/>
                  </a:lnTo>
                  <a:lnTo>
                    <a:pt x="3240836" y="625017"/>
                  </a:lnTo>
                  <a:lnTo>
                    <a:pt x="3241954" y="625475"/>
                  </a:lnTo>
                  <a:lnTo>
                    <a:pt x="3244583" y="625475"/>
                  </a:lnTo>
                  <a:lnTo>
                    <a:pt x="3245701" y="625017"/>
                  </a:lnTo>
                  <a:lnTo>
                    <a:pt x="3247567" y="623150"/>
                  </a:lnTo>
                  <a:lnTo>
                    <a:pt x="3248025" y="622033"/>
                  </a:lnTo>
                  <a:lnTo>
                    <a:pt x="3248025" y="619404"/>
                  </a:lnTo>
                  <a:close/>
                </a:path>
                <a:path w="4229100" h="933450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4229100" h="933450">
                  <a:moveTo>
                    <a:pt x="3295650" y="619404"/>
                  </a:moveTo>
                  <a:lnTo>
                    <a:pt x="3295192" y="618286"/>
                  </a:lnTo>
                  <a:lnTo>
                    <a:pt x="3293326" y="616419"/>
                  </a:lnTo>
                  <a:lnTo>
                    <a:pt x="3292208" y="615950"/>
                  </a:lnTo>
                  <a:lnTo>
                    <a:pt x="3289579" y="615950"/>
                  </a:lnTo>
                  <a:lnTo>
                    <a:pt x="3288461" y="616419"/>
                  </a:lnTo>
                  <a:lnTo>
                    <a:pt x="3286595" y="618286"/>
                  </a:lnTo>
                  <a:lnTo>
                    <a:pt x="3286125" y="619404"/>
                  </a:lnTo>
                  <a:lnTo>
                    <a:pt x="3286125" y="622033"/>
                  </a:lnTo>
                  <a:lnTo>
                    <a:pt x="3286595" y="623150"/>
                  </a:lnTo>
                  <a:lnTo>
                    <a:pt x="3288461" y="625017"/>
                  </a:lnTo>
                  <a:lnTo>
                    <a:pt x="3289579" y="625475"/>
                  </a:lnTo>
                  <a:lnTo>
                    <a:pt x="3292208" y="625475"/>
                  </a:lnTo>
                  <a:lnTo>
                    <a:pt x="3293326" y="625017"/>
                  </a:lnTo>
                  <a:lnTo>
                    <a:pt x="3295192" y="623150"/>
                  </a:lnTo>
                  <a:lnTo>
                    <a:pt x="3295650" y="622033"/>
                  </a:lnTo>
                  <a:lnTo>
                    <a:pt x="3295650" y="619404"/>
                  </a:lnTo>
                  <a:close/>
                </a:path>
                <a:path w="4229100" h="933450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4229100" h="933450">
                  <a:moveTo>
                    <a:pt x="3343275" y="619404"/>
                  </a:moveTo>
                  <a:lnTo>
                    <a:pt x="3342817" y="618286"/>
                  </a:lnTo>
                  <a:lnTo>
                    <a:pt x="3340951" y="616419"/>
                  </a:lnTo>
                  <a:lnTo>
                    <a:pt x="3339833" y="615950"/>
                  </a:lnTo>
                  <a:lnTo>
                    <a:pt x="3337204" y="615950"/>
                  </a:lnTo>
                  <a:lnTo>
                    <a:pt x="3336086" y="616419"/>
                  </a:lnTo>
                  <a:lnTo>
                    <a:pt x="3334220" y="618286"/>
                  </a:lnTo>
                  <a:lnTo>
                    <a:pt x="3333750" y="619404"/>
                  </a:lnTo>
                  <a:lnTo>
                    <a:pt x="3333750" y="622033"/>
                  </a:lnTo>
                  <a:lnTo>
                    <a:pt x="3334220" y="623150"/>
                  </a:lnTo>
                  <a:lnTo>
                    <a:pt x="3336086" y="625017"/>
                  </a:lnTo>
                  <a:lnTo>
                    <a:pt x="3337204" y="625475"/>
                  </a:lnTo>
                  <a:lnTo>
                    <a:pt x="3339833" y="625475"/>
                  </a:lnTo>
                  <a:lnTo>
                    <a:pt x="3340951" y="625017"/>
                  </a:lnTo>
                  <a:lnTo>
                    <a:pt x="3342817" y="623150"/>
                  </a:lnTo>
                  <a:lnTo>
                    <a:pt x="3343275" y="622033"/>
                  </a:lnTo>
                  <a:lnTo>
                    <a:pt x="3343275" y="619404"/>
                  </a:lnTo>
                  <a:close/>
                </a:path>
                <a:path w="4229100" h="933450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86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86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4229100" h="933450">
                  <a:moveTo>
                    <a:pt x="3390900" y="619404"/>
                  </a:moveTo>
                  <a:lnTo>
                    <a:pt x="3390442" y="618286"/>
                  </a:lnTo>
                  <a:lnTo>
                    <a:pt x="3388576" y="616419"/>
                  </a:lnTo>
                  <a:lnTo>
                    <a:pt x="3387458" y="615950"/>
                  </a:lnTo>
                  <a:lnTo>
                    <a:pt x="3384829" y="615950"/>
                  </a:lnTo>
                  <a:lnTo>
                    <a:pt x="3383699" y="616419"/>
                  </a:lnTo>
                  <a:lnTo>
                    <a:pt x="3381845" y="618286"/>
                  </a:lnTo>
                  <a:lnTo>
                    <a:pt x="3381375" y="619404"/>
                  </a:lnTo>
                  <a:lnTo>
                    <a:pt x="3381375" y="622033"/>
                  </a:lnTo>
                  <a:lnTo>
                    <a:pt x="3381845" y="623150"/>
                  </a:lnTo>
                  <a:lnTo>
                    <a:pt x="3383699" y="625017"/>
                  </a:lnTo>
                  <a:lnTo>
                    <a:pt x="3384829" y="625475"/>
                  </a:lnTo>
                  <a:lnTo>
                    <a:pt x="3387458" y="625475"/>
                  </a:lnTo>
                  <a:lnTo>
                    <a:pt x="3388576" y="625017"/>
                  </a:lnTo>
                  <a:lnTo>
                    <a:pt x="3390442" y="623150"/>
                  </a:lnTo>
                  <a:lnTo>
                    <a:pt x="3390900" y="622033"/>
                  </a:lnTo>
                  <a:lnTo>
                    <a:pt x="3390900" y="619404"/>
                  </a:lnTo>
                  <a:close/>
                </a:path>
                <a:path w="4229100" h="933450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4229100" h="933450">
                  <a:moveTo>
                    <a:pt x="3438525" y="619404"/>
                  </a:moveTo>
                  <a:lnTo>
                    <a:pt x="3438067" y="618286"/>
                  </a:lnTo>
                  <a:lnTo>
                    <a:pt x="3436201" y="616419"/>
                  </a:lnTo>
                  <a:lnTo>
                    <a:pt x="3435083" y="615950"/>
                  </a:lnTo>
                  <a:lnTo>
                    <a:pt x="3432454" y="615950"/>
                  </a:lnTo>
                  <a:lnTo>
                    <a:pt x="3431336" y="616419"/>
                  </a:lnTo>
                  <a:lnTo>
                    <a:pt x="3429470" y="618286"/>
                  </a:lnTo>
                  <a:lnTo>
                    <a:pt x="3429000" y="619404"/>
                  </a:lnTo>
                  <a:lnTo>
                    <a:pt x="3429000" y="622033"/>
                  </a:lnTo>
                  <a:lnTo>
                    <a:pt x="3429470" y="623150"/>
                  </a:lnTo>
                  <a:lnTo>
                    <a:pt x="3431336" y="625017"/>
                  </a:lnTo>
                  <a:lnTo>
                    <a:pt x="3432454" y="625475"/>
                  </a:lnTo>
                  <a:lnTo>
                    <a:pt x="3435083" y="625475"/>
                  </a:lnTo>
                  <a:lnTo>
                    <a:pt x="3436201" y="625017"/>
                  </a:lnTo>
                  <a:lnTo>
                    <a:pt x="3438067" y="623150"/>
                  </a:lnTo>
                  <a:lnTo>
                    <a:pt x="3438525" y="622033"/>
                  </a:lnTo>
                  <a:lnTo>
                    <a:pt x="3438525" y="619404"/>
                  </a:lnTo>
                  <a:close/>
                </a:path>
                <a:path w="4229100" h="933450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4229100" h="933450">
                  <a:moveTo>
                    <a:pt x="3486150" y="619404"/>
                  </a:moveTo>
                  <a:lnTo>
                    <a:pt x="3485692" y="618286"/>
                  </a:lnTo>
                  <a:lnTo>
                    <a:pt x="3483826" y="616419"/>
                  </a:lnTo>
                  <a:lnTo>
                    <a:pt x="3482708" y="615950"/>
                  </a:lnTo>
                  <a:lnTo>
                    <a:pt x="3480079" y="615950"/>
                  </a:lnTo>
                  <a:lnTo>
                    <a:pt x="3478961" y="616419"/>
                  </a:lnTo>
                  <a:lnTo>
                    <a:pt x="3477095" y="618286"/>
                  </a:lnTo>
                  <a:lnTo>
                    <a:pt x="3476625" y="619404"/>
                  </a:lnTo>
                  <a:lnTo>
                    <a:pt x="3476625" y="622033"/>
                  </a:lnTo>
                  <a:lnTo>
                    <a:pt x="3477095" y="623150"/>
                  </a:lnTo>
                  <a:lnTo>
                    <a:pt x="3478961" y="625017"/>
                  </a:lnTo>
                  <a:lnTo>
                    <a:pt x="3480079" y="625475"/>
                  </a:lnTo>
                  <a:lnTo>
                    <a:pt x="3482708" y="625475"/>
                  </a:lnTo>
                  <a:lnTo>
                    <a:pt x="3483826" y="625017"/>
                  </a:lnTo>
                  <a:lnTo>
                    <a:pt x="3485692" y="623150"/>
                  </a:lnTo>
                  <a:lnTo>
                    <a:pt x="3486150" y="622033"/>
                  </a:lnTo>
                  <a:lnTo>
                    <a:pt x="3486150" y="619404"/>
                  </a:lnTo>
                  <a:close/>
                </a:path>
                <a:path w="4229100" h="933450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4229100" h="933450">
                  <a:moveTo>
                    <a:pt x="3533775" y="619404"/>
                  </a:moveTo>
                  <a:lnTo>
                    <a:pt x="3533317" y="618286"/>
                  </a:lnTo>
                  <a:lnTo>
                    <a:pt x="3531451" y="616419"/>
                  </a:lnTo>
                  <a:lnTo>
                    <a:pt x="3530333" y="615950"/>
                  </a:lnTo>
                  <a:lnTo>
                    <a:pt x="3527704" y="615950"/>
                  </a:lnTo>
                  <a:lnTo>
                    <a:pt x="3526586" y="616419"/>
                  </a:lnTo>
                  <a:lnTo>
                    <a:pt x="3524720" y="618286"/>
                  </a:lnTo>
                  <a:lnTo>
                    <a:pt x="3524250" y="619404"/>
                  </a:lnTo>
                  <a:lnTo>
                    <a:pt x="3524250" y="622033"/>
                  </a:lnTo>
                  <a:lnTo>
                    <a:pt x="3524720" y="623150"/>
                  </a:lnTo>
                  <a:lnTo>
                    <a:pt x="3526586" y="625017"/>
                  </a:lnTo>
                  <a:lnTo>
                    <a:pt x="3527704" y="625475"/>
                  </a:lnTo>
                  <a:lnTo>
                    <a:pt x="3530333" y="625475"/>
                  </a:lnTo>
                  <a:lnTo>
                    <a:pt x="3531451" y="625017"/>
                  </a:lnTo>
                  <a:lnTo>
                    <a:pt x="3533317" y="623150"/>
                  </a:lnTo>
                  <a:lnTo>
                    <a:pt x="3533775" y="622033"/>
                  </a:lnTo>
                  <a:lnTo>
                    <a:pt x="3533775" y="619404"/>
                  </a:lnTo>
                  <a:close/>
                </a:path>
                <a:path w="4229100" h="933450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4229100" h="933450">
                  <a:moveTo>
                    <a:pt x="3581400" y="619404"/>
                  </a:moveTo>
                  <a:lnTo>
                    <a:pt x="3580942" y="618286"/>
                  </a:lnTo>
                  <a:lnTo>
                    <a:pt x="3579076" y="616419"/>
                  </a:lnTo>
                  <a:lnTo>
                    <a:pt x="3577958" y="615950"/>
                  </a:lnTo>
                  <a:lnTo>
                    <a:pt x="3575329" y="615950"/>
                  </a:lnTo>
                  <a:lnTo>
                    <a:pt x="3574211" y="616419"/>
                  </a:lnTo>
                  <a:lnTo>
                    <a:pt x="3572345" y="618286"/>
                  </a:lnTo>
                  <a:lnTo>
                    <a:pt x="3571875" y="619404"/>
                  </a:lnTo>
                  <a:lnTo>
                    <a:pt x="3571875" y="622033"/>
                  </a:lnTo>
                  <a:lnTo>
                    <a:pt x="3572345" y="623150"/>
                  </a:lnTo>
                  <a:lnTo>
                    <a:pt x="3574211" y="625017"/>
                  </a:lnTo>
                  <a:lnTo>
                    <a:pt x="3575329" y="625475"/>
                  </a:lnTo>
                  <a:lnTo>
                    <a:pt x="3577958" y="625475"/>
                  </a:lnTo>
                  <a:lnTo>
                    <a:pt x="3579076" y="625017"/>
                  </a:lnTo>
                  <a:lnTo>
                    <a:pt x="3580942" y="623150"/>
                  </a:lnTo>
                  <a:lnTo>
                    <a:pt x="3581400" y="622033"/>
                  </a:lnTo>
                  <a:lnTo>
                    <a:pt x="3581400" y="619404"/>
                  </a:lnTo>
                  <a:close/>
                </a:path>
                <a:path w="4229100" h="933450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4229100" h="933450">
                  <a:moveTo>
                    <a:pt x="3629025" y="619404"/>
                  </a:moveTo>
                  <a:lnTo>
                    <a:pt x="3628567" y="618286"/>
                  </a:lnTo>
                  <a:lnTo>
                    <a:pt x="3626701" y="616419"/>
                  </a:lnTo>
                  <a:lnTo>
                    <a:pt x="3625583" y="615950"/>
                  </a:lnTo>
                  <a:lnTo>
                    <a:pt x="3622954" y="615950"/>
                  </a:lnTo>
                  <a:lnTo>
                    <a:pt x="3621836" y="616419"/>
                  </a:lnTo>
                  <a:lnTo>
                    <a:pt x="3619970" y="618286"/>
                  </a:lnTo>
                  <a:lnTo>
                    <a:pt x="3619500" y="619404"/>
                  </a:lnTo>
                  <a:lnTo>
                    <a:pt x="3619500" y="622033"/>
                  </a:lnTo>
                  <a:lnTo>
                    <a:pt x="3619970" y="623150"/>
                  </a:lnTo>
                  <a:lnTo>
                    <a:pt x="3621836" y="625017"/>
                  </a:lnTo>
                  <a:lnTo>
                    <a:pt x="3622954" y="625475"/>
                  </a:lnTo>
                  <a:lnTo>
                    <a:pt x="3625583" y="625475"/>
                  </a:lnTo>
                  <a:lnTo>
                    <a:pt x="3626701" y="625017"/>
                  </a:lnTo>
                  <a:lnTo>
                    <a:pt x="3628567" y="623150"/>
                  </a:lnTo>
                  <a:lnTo>
                    <a:pt x="3629025" y="622033"/>
                  </a:lnTo>
                  <a:lnTo>
                    <a:pt x="3629025" y="619404"/>
                  </a:lnTo>
                  <a:close/>
                </a:path>
                <a:path w="4229100" h="933450">
                  <a:moveTo>
                    <a:pt x="3629025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36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  <a:path w="4229100" h="933450">
                  <a:moveTo>
                    <a:pt x="3676650" y="619404"/>
                  </a:moveTo>
                  <a:lnTo>
                    <a:pt x="3676192" y="618286"/>
                  </a:lnTo>
                  <a:lnTo>
                    <a:pt x="3674326" y="616419"/>
                  </a:lnTo>
                  <a:lnTo>
                    <a:pt x="3673208" y="615950"/>
                  </a:lnTo>
                  <a:lnTo>
                    <a:pt x="3670579" y="615950"/>
                  </a:lnTo>
                  <a:lnTo>
                    <a:pt x="3669461" y="616419"/>
                  </a:lnTo>
                  <a:lnTo>
                    <a:pt x="3667595" y="618286"/>
                  </a:lnTo>
                  <a:lnTo>
                    <a:pt x="3667125" y="619404"/>
                  </a:lnTo>
                  <a:lnTo>
                    <a:pt x="3667125" y="622033"/>
                  </a:lnTo>
                  <a:lnTo>
                    <a:pt x="3667595" y="623150"/>
                  </a:lnTo>
                  <a:lnTo>
                    <a:pt x="3669461" y="625017"/>
                  </a:lnTo>
                  <a:lnTo>
                    <a:pt x="3670579" y="625475"/>
                  </a:lnTo>
                  <a:lnTo>
                    <a:pt x="3673208" y="625475"/>
                  </a:lnTo>
                  <a:lnTo>
                    <a:pt x="3674326" y="625017"/>
                  </a:lnTo>
                  <a:lnTo>
                    <a:pt x="3676192" y="623150"/>
                  </a:lnTo>
                  <a:lnTo>
                    <a:pt x="3676650" y="622033"/>
                  </a:lnTo>
                  <a:lnTo>
                    <a:pt x="3676650" y="619404"/>
                  </a:lnTo>
                  <a:close/>
                </a:path>
                <a:path w="4229100" h="933450">
                  <a:moveTo>
                    <a:pt x="3676650" y="3454"/>
                  </a:moveTo>
                  <a:lnTo>
                    <a:pt x="3676192" y="2336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69"/>
                  </a:lnTo>
                  <a:lnTo>
                    <a:pt x="3667595" y="2336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61" y="9067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67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  <a:path w="4229100" h="933450">
                  <a:moveTo>
                    <a:pt x="3724275" y="619404"/>
                  </a:moveTo>
                  <a:lnTo>
                    <a:pt x="3723817" y="618286"/>
                  </a:lnTo>
                  <a:lnTo>
                    <a:pt x="3721951" y="616419"/>
                  </a:lnTo>
                  <a:lnTo>
                    <a:pt x="3720833" y="615950"/>
                  </a:lnTo>
                  <a:lnTo>
                    <a:pt x="3718204" y="615950"/>
                  </a:lnTo>
                  <a:lnTo>
                    <a:pt x="3717086" y="616419"/>
                  </a:lnTo>
                  <a:lnTo>
                    <a:pt x="3715220" y="618286"/>
                  </a:lnTo>
                  <a:lnTo>
                    <a:pt x="3714750" y="619404"/>
                  </a:lnTo>
                  <a:lnTo>
                    <a:pt x="3714750" y="622033"/>
                  </a:lnTo>
                  <a:lnTo>
                    <a:pt x="3715220" y="623150"/>
                  </a:lnTo>
                  <a:lnTo>
                    <a:pt x="3717086" y="625017"/>
                  </a:lnTo>
                  <a:lnTo>
                    <a:pt x="3718204" y="625475"/>
                  </a:lnTo>
                  <a:lnTo>
                    <a:pt x="3720833" y="625475"/>
                  </a:lnTo>
                  <a:lnTo>
                    <a:pt x="3721951" y="625017"/>
                  </a:lnTo>
                  <a:lnTo>
                    <a:pt x="3723817" y="623150"/>
                  </a:lnTo>
                  <a:lnTo>
                    <a:pt x="3724275" y="622033"/>
                  </a:lnTo>
                  <a:lnTo>
                    <a:pt x="3724275" y="619404"/>
                  </a:lnTo>
                  <a:close/>
                </a:path>
                <a:path w="4229100" h="933450">
                  <a:moveTo>
                    <a:pt x="3724275" y="3454"/>
                  </a:moveTo>
                  <a:lnTo>
                    <a:pt x="3723817" y="2336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69"/>
                  </a:lnTo>
                  <a:lnTo>
                    <a:pt x="3715220" y="2336"/>
                  </a:lnTo>
                  <a:lnTo>
                    <a:pt x="3714750" y="3454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86" y="9067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67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54"/>
                  </a:lnTo>
                  <a:close/>
                </a:path>
                <a:path w="4229100" h="933450">
                  <a:moveTo>
                    <a:pt x="3771900" y="619404"/>
                  </a:moveTo>
                  <a:lnTo>
                    <a:pt x="3771442" y="618286"/>
                  </a:lnTo>
                  <a:lnTo>
                    <a:pt x="3769576" y="616419"/>
                  </a:lnTo>
                  <a:lnTo>
                    <a:pt x="3768458" y="615950"/>
                  </a:lnTo>
                  <a:lnTo>
                    <a:pt x="3765829" y="615950"/>
                  </a:lnTo>
                  <a:lnTo>
                    <a:pt x="3764711" y="616419"/>
                  </a:lnTo>
                  <a:lnTo>
                    <a:pt x="3762845" y="618286"/>
                  </a:lnTo>
                  <a:lnTo>
                    <a:pt x="3762375" y="619404"/>
                  </a:lnTo>
                  <a:lnTo>
                    <a:pt x="3762375" y="622033"/>
                  </a:lnTo>
                  <a:lnTo>
                    <a:pt x="3762845" y="623150"/>
                  </a:lnTo>
                  <a:lnTo>
                    <a:pt x="3764711" y="625017"/>
                  </a:lnTo>
                  <a:lnTo>
                    <a:pt x="3765829" y="625475"/>
                  </a:lnTo>
                  <a:lnTo>
                    <a:pt x="3768458" y="625475"/>
                  </a:lnTo>
                  <a:lnTo>
                    <a:pt x="3769576" y="625017"/>
                  </a:lnTo>
                  <a:lnTo>
                    <a:pt x="3771442" y="623150"/>
                  </a:lnTo>
                  <a:lnTo>
                    <a:pt x="3771900" y="622033"/>
                  </a:lnTo>
                  <a:lnTo>
                    <a:pt x="3771900" y="619404"/>
                  </a:lnTo>
                  <a:close/>
                </a:path>
                <a:path w="4229100" h="933450">
                  <a:moveTo>
                    <a:pt x="3771900" y="3454"/>
                  </a:moveTo>
                  <a:lnTo>
                    <a:pt x="3771442" y="2336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69"/>
                  </a:lnTo>
                  <a:lnTo>
                    <a:pt x="3762845" y="2336"/>
                  </a:lnTo>
                  <a:lnTo>
                    <a:pt x="3762375" y="3454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711" y="9067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67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54"/>
                  </a:lnTo>
                  <a:close/>
                </a:path>
                <a:path w="4229100" h="933450">
                  <a:moveTo>
                    <a:pt x="3819525" y="619404"/>
                  </a:moveTo>
                  <a:lnTo>
                    <a:pt x="3819067" y="618286"/>
                  </a:lnTo>
                  <a:lnTo>
                    <a:pt x="3817201" y="616419"/>
                  </a:lnTo>
                  <a:lnTo>
                    <a:pt x="3816083" y="615950"/>
                  </a:lnTo>
                  <a:lnTo>
                    <a:pt x="3813454" y="615950"/>
                  </a:lnTo>
                  <a:lnTo>
                    <a:pt x="3812336" y="616419"/>
                  </a:lnTo>
                  <a:lnTo>
                    <a:pt x="3810470" y="618286"/>
                  </a:lnTo>
                  <a:lnTo>
                    <a:pt x="3810000" y="619404"/>
                  </a:lnTo>
                  <a:lnTo>
                    <a:pt x="3810000" y="622033"/>
                  </a:lnTo>
                  <a:lnTo>
                    <a:pt x="3810470" y="623150"/>
                  </a:lnTo>
                  <a:lnTo>
                    <a:pt x="3812336" y="625017"/>
                  </a:lnTo>
                  <a:lnTo>
                    <a:pt x="3813454" y="625475"/>
                  </a:lnTo>
                  <a:lnTo>
                    <a:pt x="3816083" y="625475"/>
                  </a:lnTo>
                  <a:lnTo>
                    <a:pt x="3817201" y="625017"/>
                  </a:lnTo>
                  <a:lnTo>
                    <a:pt x="3819067" y="623150"/>
                  </a:lnTo>
                  <a:lnTo>
                    <a:pt x="3819525" y="622033"/>
                  </a:lnTo>
                  <a:lnTo>
                    <a:pt x="3819525" y="619404"/>
                  </a:lnTo>
                  <a:close/>
                </a:path>
                <a:path w="4229100" h="933450">
                  <a:moveTo>
                    <a:pt x="3819525" y="3454"/>
                  </a:moveTo>
                  <a:lnTo>
                    <a:pt x="3819067" y="2336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69"/>
                  </a:lnTo>
                  <a:lnTo>
                    <a:pt x="3810470" y="2336"/>
                  </a:lnTo>
                  <a:lnTo>
                    <a:pt x="3810000" y="3454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36" y="9067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67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54"/>
                  </a:lnTo>
                  <a:close/>
                </a:path>
                <a:path w="4229100" h="933450">
                  <a:moveTo>
                    <a:pt x="3867150" y="619404"/>
                  </a:moveTo>
                  <a:lnTo>
                    <a:pt x="3866692" y="618286"/>
                  </a:lnTo>
                  <a:lnTo>
                    <a:pt x="3864826" y="616419"/>
                  </a:lnTo>
                  <a:lnTo>
                    <a:pt x="3863708" y="615950"/>
                  </a:lnTo>
                  <a:lnTo>
                    <a:pt x="3861079" y="615950"/>
                  </a:lnTo>
                  <a:lnTo>
                    <a:pt x="3859949" y="616419"/>
                  </a:lnTo>
                  <a:lnTo>
                    <a:pt x="3858095" y="618286"/>
                  </a:lnTo>
                  <a:lnTo>
                    <a:pt x="3857625" y="619404"/>
                  </a:lnTo>
                  <a:lnTo>
                    <a:pt x="3857625" y="622033"/>
                  </a:lnTo>
                  <a:lnTo>
                    <a:pt x="3858095" y="623150"/>
                  </a:lnTo>
                  <a:lnTo>
                    <a:pt x="3859949" y="625017"/>
                  </a:lnTo>
                  <a:lnTo>
                    <a:pt x="3861079" y="625475"/>
                  </a:lnTo>
                  <a:lnTo>
                    <a:pt x="3863708" y="625475"/>
                  </a:lnTo>
                  <a:lnTo>
                    <a:pt x="3864826" y="625017"/>
                  </a:lnTo>
                  <a:lnTo>
                    <a:pt x="3866692" y="623150"/>
                  </a:lnTo>
                  <a:lnTo>
                    <a:pt x="3867150" y="622033"/>
                  </a:lnTo>
                  <a:lnTo>
                    <a:pt x="3867150" y="619404"/>
                  </a:lnTo>
                  <a:close/>
                </a:path>
                <a:path w="4229100" h="933450">
                  <a:moveTo>
                    <a:pt x="3867150" y="3454"/>
                  </a:moveTo>
                  <a:lnTo>
                    <a:pt x="3866692" y="2336"/>
                  </a:lnTo>
                  <a:lnTo>
                    <a:pt x="3864826" y="469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69"/>
                  </a:lnTo>
                  <a:lnTo>
                    <a:pt x="3858095" y="2336"/>
                  </a:lnTo>
                  <a:lnTo>
                    <a:pt x="3857625" y="3454"/>
                  </a:lnTo>
                  <a:lnTo>
                    <a:pt x="3857625" y="6083"/>
                  </a:lnTo>
                  <a:lnTo>
                    <a:pt x="3858095" y="7200"/>
                  </a:lnTo>
                  <a:lnTo>
                    <a:pt x="3859949" y="9067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67"/>
                  </a:lnTo>
                  <a:lnTo>
                    <a:pt x="3866692" y="7200"/>
                  </a:lnTo>
                  <a:lnTo>
                    <a:pt x="3867150" y="6083"/>
                  </a:lnTo>
                  <a:lnTo>
                    <a:pt x="3867150" y="3454"/>
                  </a:lnTo>
                  <a:close/>
                </a:path>
                <a:path w="4229100" h="933450">
                  <a:moveTo>
                    <a:pt x="3914775" y="619404"/>
                  </a:moveTo>
                  <a:lnTo>
                    <a:pt x="3914317" y="618286"/>
                  </a:lnTo>
                  <a:lnTo>
                    <a:pt x="3912451" y="616419"/>
                  </a:lnTo>
                  <a:lnTo>
                    <a:pt x="3911333" y="615950"/>
                  </a:lnTo>
                  <a:lnTo>
                    <a:pt x="3908704" y="615950"/>
                  </a:lnTo>
                  <a:lnTo>
                    <a:pt x="3907574" y="616419"/>
                  </a:lnTo>
                  <a:lnTo>
                    <a:pt x="3905720" y="618286"/>
                  </a:lnTo>
                  <a:lnTo>
                    <a:pt x="3905250" y="619404"/>
                  </a:lnTo>
                  <a:lnTo>
                    <a:pt x="3905250" y="622033"/>
                  </a:lnTo>
                  <a:lnTo>
                    <a:pt x="3905720" y="623150"/>
                  </a:lnTo>
                  <a:lnTo>
                    <a:pt x="3907574" y="625017"/>
                  </a:lnTo>
                  <a:lnTo>
                    <a:pt x="3908704" y="625475"/>
                  </a:lnTo>
                  <a:lnTo>
                    <a:pt x="3911333" y="625475"/>
                  </a:lnTo>
                  <a:lnTo>
                    <a:pt x="3912451" y="625017"/>
                  </a:lnTo>
                  <a:lnTo>
                    <a:pt x="3914317" y="623150"/>
                  </a:lnTo>
                  <a:lnTo>
                    <a:pt x="3914775" y="622033"/>
                  </a:lnTo>
                  <a:lnTo>
                    <a:pt x="3914775" y="619404"/>
                  </a:lnTo>
                  <a:close/>
                </a:path>
                <a:path w="4229100" h="933450">
                  <a:moveTo>
                    <a:pt x="3914775" y="3454"/>
                  </a:moveTo>
                  <a:lnTo>
                    <a:pt x="3914317" y="2336"/>
                  </a:lnTo>
                  <a:lnTo>
                    <a:pt x="3912451" y="469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69"/>
                  </a:lnTo>
                  <a:lnTo>
                    <a:pt x="3905720" y="2336"/>
                  </a:lnTo>
                  <a:lnTo>
                    <a:pt x="3905250" y="3454"/>
                  </a:lnTo>
                  <a:lnTo>
                    <a:pt x="3905250" y="6083"/>
                  </a:lnTo>
                  <a:lnTo>
                    <a:pt x="3905720" y="7200"/>
                  </a:lnTo>
                  <a:lnTo>
                    <a:pt x="3907574" y="9067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67"/>
                  </a:lnTo>
                  <a:lnTo>
                    <a:pt x="3914317" y="7200"/>
                  </a:lnTo>
                  <a:lnTo>
                    <a:pt x="3914775" y="6083"/>
                  </a:lnTo>
                  <a:lnTo>
                    <a:pt x="3914775" y="3454"/>
                  </a:lnTo>
                  <a:close/>
                </a:path>
                <a:path w="4229100" h="933450">
                  <a:moveTo>
                    <a:pt x="3962400" y="619404"/>
                  </a:moveTo>
                  <a:lnTo>
                    <a:pt x="3961942" y="618286"/>
                  </a:lnTo>
                  <a:lnTo>
                    <a:pt x="3960076" y="616419"/>
                  </a:lnTo>
                  <a:lnTo>
                    <a:pt x="3958958" y="615950"/>
                  </a:lnTo>
                  <a:lnTo>
                    <a:pt x="3956329" y="615950"/>
                  </a:lnTo>
                  <a:lnTo>
                    <a:pt x="3955211" y="616419"/>
                  </a:lnTo>
                  <a:lnTo>
                    <a:pt x="3953345" y="618286"/>
                  </a:lnTo>
                  <a:lnTo>
                    <a:pt x="3952875" y="619404"/>
                  </a:lnTo>
                  <a:lnTo>
                    <a:pt x="3952875" y="622033"/>
                  </a:lnTo>
                  <a:lnTo>
                    <a:pt x="3953345" y="623150"/>
                  </a:lnTo>
                  <a:lnTo>
                    <a:pt x="3955211" y="625017"/>
                  </a:lnTo>
                  <a:lnTo>
                    <a:pt x="3956329" y="625475"/>
                  </a:lnTo>
                  <a:lnTo>
                    <a:pt x="3958958" y="625475"/>
                  </a:lnTo>
                  <a:lnTo>
                    <a:pt x="3960076" y="625017"/>
                  </a:lnTo>
                  <a:lnTo>
                    <a:pt x="3961942" y="623150"/>
                  </a:lnTo>
                  <a:lnTo>
                    <a:pt x="3962400" y="622033"/>
                  </a:lnTo>
                  <a:lnTo>
                    <a:pt x="3962400" y="619404"/>
                  </a:lnTo>
                  <a:close/>
                </a:path>
                <a:path w="4229100" h="933450">
                  <a:moveTo>
                    <a:pt x="3962400" y="3454"/>
                  </a:moveTo>
                  <a:lnTo>
                    <a:pt x="3961942" y="2336"/>
                  </a:lnTo>
                  <a:lnTo>
                    <a:pt x="3960076" y="469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69"/>
                  </a:lnTo>
                  <a:lnTo>
                    <a:pt x="3953345" y="2336"/>
                  </a:lnTo>
                  <a:lnTo>
                    <a:pt x="3952875" y="3454"/>
                  </a:lnTo>
                  <a:lnTo>
                    <a:pt x="3952875" y="6083"/>
                  </a:lnTo>
                  <a:lnTo>
                    <a:pt x="3953345" y="7200"/>
                  </a:lnTo>
                  <a:lnTo>
                    <a:pt x="3955211" y="9067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67"/>
                  </a:lnTo>
                  <a:lnTo>
                    <a:pt x="3961942" y="7200"/>
                  </a:lnTo>
                  <a:lnTo>
                    <a:pt x="3962400" y="6083"/>
                  </a:lnTo>
                  <a:lnTo>
                    <a:pt x="3962400" y="3454"/>
                  </a:lnTo>
                  <a:close/>
                </a:path>
                <a:path w="4229100" h="933450">
                  <a:moveTo>
                    <a:pt x="4010025" y="619404"/>
                  </a:moveTo>
                  <a:lnTo>
                    <a:pt x="4009567" y="618286"/>
                  </a:lnTo>
                  <a:lnTo>
                    <a:pt x="4007701" y="616419"/>
                  </a:lnTo>
                  <a:lnTo>
                    <a:pt x="4006583" y="615950"/>
                  </a:lnTo>
                  <a:lnTo>
                    <a:pt x="4003954" y="615950"/>
                  </a:lnTo>
                  <a:lnTo>
                    <a:pt x="4002836" y="616419"/>
                  </a:lnTo>
                  <a:lnTo>
                    <a:pt x="4000970" y="618286"/>
                  </a:lnTo>
                  <a:lnTo>
                    <a:pt x="4000500" y="619404"/>
                  </a:lnTo>
                  <a:lnTo>
                    <a:pt x="4000500" y="622033"/>
                  </a:lnTo>
                  <a:lnTo>
                    <a:pt x="4000970" y="623150"/>
                  </a:lnTo>
                  <a:lnTo>
                    <a:pt x="4002836" y="625017"/>
                  </a:lnTo>
                  <a:lnTo>
                    <a:pt x="4003954" y="625475"/>
                  </a:lnTo>
                  <a:lnTo>
                    <a:pt x="4006583" y="625475"/>
                  </a:lnTo>
                  <a:lnTo>
                    <a:pt x="4007701" y="625017"/>
                  </a:lnTo>
                  <a:lnTo>
                    <a:pt x="4009567" y="623150"/>
                  </a:lnTo>
                  <a:lnTo>
                    <a:pt x="4010025" y="622033"/>
                  </a:lnTo>
                  <a:lnTo>
                    <a:pt x="4010025" y="619404"/>
                  </a:lnTo>
                  <a:close/>
                </a:path>
                <a:path w="4229100" h="933450">
                  <a:moveTo>
                    <a:pt x="4010025" y="3454"/>
                  </a:moveTo>
                  <a:lnTo>
                    <a:pt x="4009567" y="2336"/>
                  </a:lnTo>
                  <a:lnTo>
                    <a:pt x="4007701" y="469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69"/>
                  </a:lnTo>
                  <a:lnTo>
                    <a:pt x="4000970" y="2336"/>
                  </a:lnTo>
                  <a:lnTo>
                    <a:pt x="4000500" y="3454"/>
                  </a:lnTo>
                  <a:lnTo>
                    <a:pt x="4000500" y="6083"/>
                  </a:lnTo>
                  <a:lnTo>
                    <a:pt x="4000970" y="7200"/>
                  </a:lnTo>
                  <a:lnTo>
                    <a:pt x="4002836" y="9067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67"/>
                  </a:lnTo>
                  <a:lnTo>
                    <a:pt x="4009567" y="7200"/>
                  </a:lnTo>
                  <a:lnTo>
                    <a:pt x="4010025" y="6083"/>
                  </a:lnTo>
                  <a:lnTo>
                    <a:pt x="4010025" y="3454"/>
                  </a:lnTo>
                  <a:close/>
                </a:path>
                <a:path w="4229100" h="933450">
                  <a:moveTo>
                    <a:pt x="4057650" y="619404"/>
                  </a:moveTo>
                  <a:lnTo>
                    <a:pt x="4057192" y="618286"/>
                  </a:lnTo>
                  <a:lnTo>
                    <a:pt x="4055326" y="616419"/>
                  </a:lnTo>
                  <a:lnTo>
                    <a:pt x="4054208" y="615950"/>
                  </a:lnTo>
                  <a:lnTo>
                    <a:pt x="4051579" y="615950"/>
                  </a:lnTo>
                  <a:lnTo>
                    <a:pt x="4050461" y="616419"/>
                  </a:lnTo>
                  <a:lnTo>
                    <a:pt x="4048595" y="618286"/>
                  </a:lnTo>
                  <a:lnTo>
                    <a:pt x="4048125" y="619404"/>
                  </a:lnTo>
                  <a:lnTo>
                    <a:pt x="4048125" y="622033"/>
                  </a:lnTo>
                  <a:lnTo>
                    <a:pt x="4048595" y="623150"/>
                  </a:lnTo>
                  <a:lnTo>
                    <a:pt x="4050461" y="625017"/>
                  </a:lnTo>
                  <a:lnTo>
                    <a:pt x="4051579" y="625475"/>
                  </a:lnTo>
                  <a:lnTo>
                    <a:pt x="4054208" y="625475"/>
                  </a:lnTo>
                  <a:lnTo>
                    <a:pt x="4055326" y="625017"/>
                  </a:lnTo>
                  <a:lnTo>
                    <a:pt x="4057192" y="623150"/>
                  </a:lnTo>
                  <a:lnTo>
                    <a:pt x="4057650" y="622033"/>
                  </a:lnTo>
                  <a:lnTo>
                    <a:pt x="4057650" y="619404"/>
                  </a:lnTo>
                  <a:close/>
                </a:path>
                <a:path w="4229100" h="933450">
                  <a:moveTo>
                    <a:pt x="4057650" y="3454"/>
                  </a:moveTo>
                  <a:lnTo>
                    <a:pt x="4057192" y="2336"/>
                  </a:lnTo>
                  <a:lnTo>
                    <a:pt x="4055326" y="469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69"/>
                  </a:lnTo>
                  <a:lnTo>
                    <a:pt x="4048595" y="2336"/>
                  </a:lnTo>
                  <a:lnTo>
                    <a:pt x="4048125" y="3454"/>
                  </a:lnTo>
                  <a:lnTo>
                    <a:pt x="4048125" y="6083"/>
                  </a:lnTo>
                  <a:lnTo>
                    <a:pt x="4048595" y="7200"/>
                  </a:lnTo>
                  <a:lnTo>
                    <a:pt x="4050461" y="9067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67"/>
                  </a:lnTo>
                  <a:lnTo>
                    <a:pt x="4057192" y="7200"/>
                  </a:lnTo>
                  <a:lnTo>
                    <a:pt x="4057650" y="6083"/>
                  </a:lnTo>
                  <a:lnTo>
                    <a:pt x="4057650" y="3454"/>
                  </a:lnTo>
                  <a:close/>
                </a:path>
                <a:path w="4229100" h="933450">
                  <a:moveTo>
                    <a:pt x="4105275" y="619404"/>
                  </a:moveTo>
                  <a:lnTo>
                    <a:pt x="4104817" y="618286"/>
                  </a:lnTo>
                  <a:lnTo>
                    <a:pt x="4102951" y="616419"/>
                  </a:lnTo>
                  <a:lnTo>
                    <a:pt x="4101833" y="615950"/>
                  </a:lnTo>
                  <a:lnTo>
                    <a:pt x="4099204" y="615950"/>
                  </a:lnTo>
                  <a:lnTo>
                    <a:pt x="4098086" y="616419"/>
                  </a:lnTo>
                  <a:lnTo>
                    <a:pt x="4096220" y="618286"/>
                  </a:lnTo>
                  <a:lnTo>
                    <a:pt x="4095750" y="619404"/>
                  </a:lnTo>
                  <a:lnTo>
                    <a:pt x="4095750" y="622033"/>
                  </a:lnTo>
                  <a:lnTo>
                    <a:pt x="4096220" y="623150"/>
                  </a:lnTo>
                  <a:lnTo>
                    <a:pt x="4098086" y="625017"/>
                  </a:lnTo>
                  <a:lnTo>
                    <a:pt x="4099204" y="625475"/>
                  </a:lnTo>
                  <a:lnTo>
                    <a:pt x="4101833" y="625475"/>
                  </a:lnTo>
                  <a:lnTo>
                    <a:pt x="4102951" y="625017"/>
                  </a:lnTo>
                  <a:lnTo>
                    <a:pt x="4104817" y="623150"/>
                  </a:lnTo>
                  <a:lnTo>
                    <a:pt x="4105275" y="622033"/>
                  </a:lnTo>
                  <a:lnTo>
                    <a:pt x="4105275" y="619404"/>
                  </a:lnTo>
                  <a:close/>
                </a:path>
                <a:path w="4229100" h="933450">
                  <a:moveTo>
                    <a:pt x="4105275" y="3454"/>
                  </a:moveTo>
                  <a:lnTo>
                    <a:pt x="4104817" y="2336"/>
                  </a:lnTo>
                  <a:lnTo>
                    <a:pt x="4102951" y="469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86" y="469"/>
                  </a:lnTo>
                  <a:lnTo>
                    <a:pt x="4096220" y="2336"/>
                  </a:lnTo>
                  <a:lnTo>
                    <a:pt x="4095750" y="3454"/>
                  </a:lnTo>
                  <a:lnTo>
                    <a:pt x="4095750" y="6083"/>
                  </a:lnTo>
                  <a:lnTo>
                    <a:pt x="4096220" y="7200"/>
                  </a:lnTo>
                  <a:lnTo>
                    <a:pt x="4098086" y="9067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67"/>
                  </a:lnTo>
                  <a:lnTo>
                    <a:pt x="4104817" y="7200"/>
                  </a:lnTo>
                  <a:lnTo>
                    <a:pt x="4105275" y="6083"/>
                  </a:lnTo>
                  <a:lnTo>
                    <a:pt x="4105275" y="3454"/>
                  </a:lnTo>
                  <a:close/>
                </a:path>
                <a:path w="4229100" h="933450">
                  <a:moveTo>
                    <a:pt x="4152900" y="619404"/>
                  </a:moveTo>
                  <a:lnTo>
                    <a:pt x="4152442" y="618286"/>
                  </a:lnTo>
                  <a:lnTo>
                    <a:pt x="4150576" y="616419"/>
                  </a:lnTo>
                  <a:lnTo>
                    <a:pt x="4149458" y="615950"/>
                  </a:lnTo>
                  <a:lnTo>
                    <a:pt x="4146829" y="615950"/>
                  </a:lnTo>
                  <a:lnTo>
                    <a:pt x="4145711" y="616419"/>
                  </a:lnTo>
                  <a:lnTo>
                    <a:pt x="4143845" y="618286"/>
                  </a:lnTo>
                  <a:lnTo>
                    <a:pt x="4143375" y="619404"/>
                  </a:lnTo>
                  <a:lnTo>
                    <a:pt x="4143375" y="622033"/>
                  </a:lnTo>
                  <a:lnTo>
                    <a:pt x="4143845" y="623150"/>
                  </a:lnTo>
                  <a:lnTo>
                    <a:pt x="4145711" y="625017"/>
                  </a:lnTo>
                  <a:lnTo>
                    <a:pt x="4146829" y="625475"/>
                  </a:lnTo>
                  <a:lnTo>
                    <a:pt x="4149458" y="625475"/>
                  </a:lnTo>
                  <a:lnTo>
                    <a:pt x="4150576" y="625017"/>
                  </a:lnTo>
                  <a:lnTo>
                    <a:pt x="4152442" y="623150"/>
                  </a:lnTo>
                  <a:lnTo>
                    <a:pt x="4152900" y="622033"/>
                  </a:lnTo>
                  <a:lnTo>
                    <a:pt x="4152900" y="619404"/>
                  </a:lnTo>
                  <a:close/>
                </a:path>
                <a:path w="4229100" h="933450">
                  <a:moveTo>
                    <a:pt x="4152900" y="3454"/>
                  </a:moveTo>
                  <a:lnTo>
                    <a:pt x="4152442" y="2336"/>
                  </a:lnTo>
                  <a:lnTo>
                    <a:pt x="4150576" y="469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711" y="469"/>
                  </a:lnTo>
                  <a:lnTo>
                    <a:pt x="4143845" y="2336"/>
                  </a:lnTo>
                  <a:lnTo>
                    <a:pt x="4143375" y="3454"/>
                  </a:lnTo>
                  <a:lnTo>
                    <a:pt x="4143375" y="6083"/>
                  </a:lnTo>
                  <a:lnTo>
                    <a:pt x="4143845" y="7200"/>
                  </a:lnTo>
                  <a:lnTo>
                    <a:pt x="4145711" y="9067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67"/>
                  </a:lnTo>
                  <a:lnTo>
                    <a:pt x="4152442" y="7200"/>
                  </a:lnTo>
                  <a:lnTo>
                    <a:pt x="4152900" y="6083"/>
                  </a:lnTo>
                  <a:lnTo>
                    <a:pt x="4152900" y="3454"/>
                  </a:lnTo>
                  <a:close/>
                </a:path>
                <a:path w="4229100" h="933450">
                  <a:moveTo>
                    <a:pt x="4181475" y="927379"/>
                  </a:moveTo>
                  <a:lnTo>
                    <a:pt x="4181017" y="926261"/>
                  </a:lnTo>
                  <a:lnTo>
                    <a:pt x="4179151" y="924394"/>
                  </a:lnTo>
                  <a:lnTo>
                    <a:pt x="4178033" y="923925"/>
                  </a:lnTo>
                  <a:lnTo>
                    <a:pt x="4175404" y="923925"/>
                  </a:lnTo>
                  <a:lnTo>
                    <a:pt x="4174286" y="924394"/>
                  </a:lnTo>
                  <a:lnTo>
                    <a:pt x="4172420" y="926261"/>
                  </a:lnTo>
                  <a:lnTo>
                    <a:pt x="4171950" y="927379"/>
                  </a:lnTo>
                  <a:lnTo>
                    <a:pt x="4171950" y="930008"/>
                  </a:lnTo>
                  <a:lnTo>
                    <a:pt x="4172420" y="931125"/>
                  </a:lnTo>
                  <a:lnTo>
                    <a:pt x="4174286" y="932992"/>
                  </a:lnTo>
                  <a:lnTo>
                    <a:pt x="4175404" y="933450"/>
                  </a:lnTo>
                  <a:lnTo>
                    <a:pt x="4178033" y="933450"/>
                  </a:lnTo>
                  <a:lnTo>
                    <a:pt x="4179151" y="932992"/>
                  </a:lnTo>
                  <a:lnTo>
                    <a:pt x="4181017" y="931125"/>
                  </a:lnTo>
                  <a:lnTo>
                    <a:pt x="4181475" y="930008"/>
                  </a:lnTo>
                  <a:lnTo>
                    <a:pt x="4181475" y="927379"/>
                  </a:lnTo>
                  <a:close/>
                </a:path>
                <a:path w="4229100" h="933450">
                  <a:moveTo>
                    <a:pt x="4181475" y="465416"/>
                  </a:moveTo>
                  <a:lnTo>
                    <a:pt x="4181017" y="464299"/>
                  </a:lnTo>
                  <a:lnTo>
                    <a:pt x="4179151" y="462432"/>
                  </a:lnTo>
                  <a:lnTo>
                    <a:pt x="4178033" y="461962"/>
                  </a:lnTo>
                  <a:lnTo>
                    <a:pt x="4175404" y="461962"/>
                  </a:lnTo>
                  <a:lnTo>
                    <a:pt x="4174286" y="462432"/>
                  </a:lnTo>
                  <a:lnTo>
                    <a:pt x="4172420" y="464299"/>
                  </a:lnTo>
                  <a:lnTo>
                    <a:pt x="4171950" y="465416"/>
                  </a:lnTo>
                  <a:lnTo>
                    <a:pt x="4171950" y="468045"/>
                  </a:lnTo>
                  <a:lnTo>
                    <a:pt x="4172420" y="469163"/>
                  </a:lnTo>
                  <a:lnTo>
                    <a:pt x="4174286" y="471030"/>
                  </a:lnTo>
                  <a:lnTo>
                    <a:pt x="4175404" y="471487"/>
                  </a:lnTo>
                  <a:lnTo>
                    <a:pt x="4178033" y="471487"/>
                  </a:lnTo>
                  <a:lnTo>
                    <a:pt x="4179151" y="471030"/>
                  </a:lnTo>
                  <a:lnTo>
                    <a:pt x="4181017" y="469163"/>
                  </a:lnTo>
                  <a:lnTo>
                    <a:pt x="4181475" y="468045"/>
                  </a:lnTo>
                  <a:lnTo>
                    <a:pt x="4181475" y="465416"/>
                  </a:lnTo>
                  <a:close/>
                </a:path>
                <a:path w="4229100" h="933450">
                  <a:moveTo>
                    <a:pt x="4181475" y="3454"/>
                  </a:moveTo>
                  <a:lnTo>
                    <a:pt x="4181017" y="2336"/>
                  </a:lnTo>
                  <a:lnTo>
                    <a:pt x="4179151" y="469"/>
                  </a:lnTo>
                  <a:lnTo>
                    <a:pt x="4178033" y="0"/>
                  </a:lnTo>
                  <a:lnTo>
                    <a:pt x="4175404" y="0"/>
                  </a:lnTo>
                  <a:lnTo>
                    <a:pt x="4174286" y="469"/>
                  </a:lnTo>
                  <a:lnTo>
                    <a:pt x="4172420" y="2336"/>
                  </a:lnTo>
                  <a:lnTo>
                    <a:pt x="4171950" y="3454"/>
                  </a:lnTo>
                  <a:lnTo>
                    <a:pt x="4171950" y="6083"/>
                  </a:lnTo>
                  <a:lnTo>
                    <a:pt x="4172420" y="7200"/>
                  </a:lnTo>
                  <a:lnTo>
                    <a:pt x="4174286" y="9067"/>
                  </a:lnTo>
                  <a:lnTo>
                    <a:pt x="4175404" y="9525"/>
                  </a:lnTo>
                  <a:lnTo>
                    <a:pt x="4178033" y="9525"/>
                  </a:lnTo>
                  <a:lnTo>
                    <a:pt x="4179151" y="9067"/>
                  </a:lnTo>
                  <a:lnTo>
                    <a:pt x="4181017" y="7200"/>
                  </a:lnTo>
                  <a:lnTo>
                    <a:pt x="4181475" y="6083"/>
                  </a:lnTo>
                  <a:lnTo>
                    <a:pt x="4181475" y="3454"/>
                  </a:lnTo>
                  <a:close/>
                </a:path>
                <a:path w="4229100" h="933450">
                  <a:moveTo>
                    <a:pt x="4200525" y="619404"/>
                  </a:moveTo>
                  <a:lnTo>
                    <a:pt x="4200067" y="618286"/>
                  </a:lnTo>
                  <a:lnTo>
                    <a:pt x="4198201" y="616419"/>
                  </a:lnTo>
                  <a:lnTo>
                    <a:pt x="4197083" y="615950"/>
                  </a:lnTo>
                  <a:lnTo>
                    <a:pt x="4194454" y="615950"/>
                  </a:lnTo>
                  <a:lnTo>
                    <a:pt x="4193336" y="616419"/>
                  </a:lnTo>
                  <a:lnTo>
                    <a:pt x="4191470" y="618286"/>
                  </a:lnTo>
                  <a:lnTo>
                    <a:pt x="4191000" y="619404"/>
                  </a:lnTo>
                  <a:lnTo>
                    <a:pt x="4191000" y="622033"/>
                  </a:lnTo>
                  <a:lnTo>
                    <a:pt x="4191470" y="623150"/>
                  </a:lnTo>
                  <a:lnTo>
                    <a:pt x="4193336" y="625017"/>
                  </a:lnTo>
                  <a:lnTo>
                    <a:pt x="4194454" y="625475"/>
                  </a:lnTo>
                  <a:lnTo>
                    <a:pt x="4197083" y="625475"/>
                  </a:lnTo>
                  <a:lnTo>
                    <a:pt x="4198201" y="625017"/>
                  </a:lnTo>
                  <a:lnTo>
                    <a:pt x="4200067" y="623150"/>
                  </a:lnTo>
                  <a:lnTo>
                    <a:pt x="4200525" y="622033"/>
                  </a:lnTo>
                  <a:lnTo>
                    <a:pt x="4200525" y="619404"/>
                  </a:lnTo>
                  <a:close/>
                </a:path>
                <a:path w="4229100" h="933450">
                  <a:moveTo>
                    <a:pt x="4200525" y="3454"/>
                  </a:moveTo>
                  <a:lnTo>
                    <a:pt x="4200067" y="2336"/>
                  </a:lnTo>
                  <a:lnTo>
                    <a:pt x="4198201" y="469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36" y="469"/>
                  </a:lnTo>
                  <a:lnTo>
                    <a:pt x="4191470" y="2336"/>
                  </a:lnTo>
                  <a:lnTo>
                    <a:pt x="4191000" y="3454"/>
                  </a:lnTo>
                  <a:lnTo>
                    <a:pt x="4191000" y="6083"/>
                  </a:lnTo>
                  <a:lnTo>
                    <a:pt x="4191470" y="7200"/>
                  </a:lnTo>
                  <a:lnTo>
                    <a:pt x="4193336" y="9067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67"/>
                  </a:lnTo>
                  <a:lnTo>
                    <a:pt x="4200067" y="7200"/>
                  </a:lnTo>
                  <a:lnTo>
                    <a:pt x="4200525" y="6083"/>
                  </a:lnTo>
                  <a:lnTo>
                    <a:pt x="4200525" y="3454"/>
                  </a:lnTo>
                  <a:close/>
                </a:path>
                <a:path w="4229100" h="933450">
                  <a:moveTo>
                    <a:pt x="4229100" y="927379"/>
                  </a:moveTo>
                  <a:lnTo>
                    <a:pt x="4228643" y="926261"/>
                  </a:lnTo>
                  <a:lnTo>
                    <a:pt x="4226776" y="924394"/>
                  </a:lnTo>
                  <a:lnTo>
                    <a:pt x="4225658" y="923925"/>
                  </a:lnTo>
                  <a:lnTo>
                    <a:pt x="4223029" y="923925"/>
                  </a:lnTo>
                  <a:lnTo>
                    <a:pt x="4221912" y="924394"/>
                  </a:lnTo>
                  <a:lnTo>
                    <a:pt x="4220045" y="926261"/>
                  </a:lnTo>
                  <a:lnTo>
                    <a:pt x="4219575" y="927379"/>
                  </a:lnTo>
                  <a:lnTo>
                    <a:pt x="4219575" y="930008"/>
                  </a:lnTo>
                  <a:lnTo>
                    <a:pt x="4220045" y="931125"/>
                  </a:lnTo>
                  <a:lnTo>
                    <a:pt x="4221912" y="932992"/>
                  </a:lnTo>
                  <a:lnTo>
                    <a:pt x="4223029" y="933450"/>
                  </a:lnTo>
                  <a:lnTo>
                    <a:pt x="4225658" y="933450"/>
                  </a:lnTo>
                  <a:lnTo>
                    <a:pt x="4226776" y="932992"/>
                  </a:lnTo>
                  <a:lnTo>
                    <a:pt x="4228643" y="931125"/>
                  </a:lnTo>
                  <a:lnTo>
                    <a:pt x="4229100" y="930008"/>
                  </a:lnTo>
                  <a:lnTo>
                    <a:pt x="4229100" y="927379"/>
                  </a:lnTo>
                  <a:close/>
                </a:path>
                <a:path w="4229100" h="933450">
                  <a:moveTo>
                    <a:pt x="4229100" y="465416"/>
                  </a:moveTo>
                  <a:lnTo>
                    <a:pt x="4228643" y="464299"/>
                  </a:lnTo>
                  <a:lnTo>
                    <a:pt x="4226776" y="462432"/>
                  </a:lnTo>
                  <a:lnTo>
                    <a:pt x="4225658" y="461962"/>
                  </a:lnTo>
                  <a:lnTo>
                    <a:pt x="4223029" y="461962"/>
                  </a:lnTo>
                  <a:lnTo>
                    <a:pt x="4221912" y="462432"/>
                  </a:lnTo>
                  <a:lnTo>
                    <a:pt x="4220045" y="464299"/>
                  </a:lnTo>
                  <a:lnTo>
                    <a:pt x="4219575" y="465416"/>
                  </a:lnTo>
                  <a:lnTo>
                    <a:pt x="4219575" y="468045"/>
                  </a:lnTo>
                  <a:lnTo>
                    <a:pt x="4220045" y="469163"/>
                  </a:lnTo>
                  <a:lnTo>
                    <a:pt x="4221912" y="471030"/>
                  </a:lnTo>
                  <a:lnTo>
                    <a:pt x="4223029" y="471487"/>
                  </a:lnTo>
                  <a:lnTo>
                    <a:pt x="4225658" y="471487"/>
                  </a:lnTo>
                  <a:lnTo>
                    <a:pt x="4226776" y="471030"/>
                  </a:lnTo>
                  <a:lnTo>
                    <a:pt x="4228643" y="469163"/>
                  </a:lnTo>
                  <a:lnTo>
                    <a:pt x="4229100" y="468045"/>
                  </a:lnTo>
                  <a:lnTo>
                    <a:pt x="4229100" y="465416"/>
                  </a:lnTo>
                  <a:close/>
                </a:path>
                <a:path w="4229100" h="933450">
                  <a:moveTo>
                    <a:pt x="4229100" y="3454"/>
                  </a:moveTo>
                  <a:lnTo>
                    <a:pt x="4228643" y="2336"/>
                  </a:lnTo>
                  <a:lnTo>
                    <a:pt x="4226776" y="469"/>
                  </a:lnTo>
                  <a:lnTo>
                    <a:pt x="4225658" y="0"/>
                  </a:lnTo>
                  <a:lnTo>
                    <a:pt x="4223029" y="0"/>
                  </a:lnTo>
                  <a:lnTo>
                    <a:pt x="4221912" y="469"/>
                  </a:lnTo>
                  <a:lnTo>
                    <a:pt x="4220045" y="2336"/>
                  </a:lnTo>
                  <a:lnTo>
                    <a:pt x="4219575" y="3454"/>
                  </a:lnTo>
                  <a:lnTo>
                    <a:pt x="4219575" y="6083"/>
                  </a:lnTo>
                  <a:lnTo>
                    <a:pt x="4220045" y="7200"/>
                  </a:lnTo>
                  <a:lnTo>
                    <a:pt x="4221912" y="9067"/>
                  </a:lnTo>
                  <a:lnTo>
                    <a:pt x="4223029" y="9525"/>
                  </a:lnTo>
                  <a:lnTo>
                    <a:pt x="4225658" y="9525"/>
                  </a:lnTo>
                  <a:lnTo>
                    <a:pt x="4226776" y="9067"/>
                  </a:lnTo>
                  <a:lnTo>
                    <a:pt x="4228643" y="7200"/>
                  </a:lnTo>
                  <a:lnTo>
                    <a:pt x="4229100" y="6083"/>
                  </a:lnTo>
                  <a:lnTo>
                    <a:pt x="4229100" y="345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286" name="object 42" descr=""/>
            <p:cNvPicPr/>
            <p:nvPr/>
          </p:nvPicPr>
          <p:blipFill>
            <a:blip r:embed="rId12"/>
            <a:stretch/>
          </p:blipFill>
          <p:spPr>
            <a:xfrm>
              <a:off x="2110680" y="5424480"/>
              <a:ext cx="9000" cy="914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287" name="object 43"/>
          <p:cNvSpPr/>
          <p:nvPr/>
        </p:nvSpPr>
        <p:spPr>
          <a:xfrm>
            <a:off x="898200" y="593100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30K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object 44"/>
          <p:cNvSpPr/>
          <p:nvPr/>
        </p:nvSpPr>
        <p:spPr>
          <a:xfrm>
            <a:off x="5511960" y="623880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70K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object 45"/>
          <p:cNvSpPr/>
          <p:nvPr/>
        </p:nvSpPr>
        <p:spPr>
          <a:xfrm>
            <a:off x="5511960" y="5776920"/>
            <a:ext cx="22896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80K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object 46"/>
          <p:cNvSpPr/>
          <p:nvPr/>
        </p:nvSpPr>
        <p:spPr>
          <a:xfrm>
            <a:off x="3191400" y="6492960"/>
            <a:ext cx="2563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object 47"/>
          <p:cNvSpPr/>
          <p:nvPr/>
        </p:nvSpPr>
        <p:spPr>
          <a:xfrm>
            <a:off x="693360" y="5392440"/>
            <a:ext cx="153360" cy="93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00" bIns="0" anchor="t" vert="vert270">
            <a:noAutofit/>
          </a:bodyPr>
          <a:p>
            <a:pPr marL="12600">
              <a:lnSpc>
                <a:spcPct val="100000"/>
              </a:lnSpc>
              <a:spcBef>
                <a:spcPts val="14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Peak electricity </a:t>
            </a:r>
            <a:r>
              <a:rPr b="0" lang="ro-RO" sz="900" spc="-52" strike="noStrike">
                <a:solidFill>
                  <a:srgbClr val="ffffff"/>
                </a:solidFill>
                <a:latin typeface="Arial MT"/>
              </a:rPr>
              <a:t>…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object 48"/>
          <p:cNvSpPr/>
          <p:nvPr/>
        </p:nvSpPr>
        <p:spPr>
          <a:xfrm>
            <a:off x="1975680" y="635004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93" name="object 49" descr=""/>
          <p:cNvPicPr/>
          <p:nvPr/>
        </p:nvPicPr>
        <p:blipFill>
          <a:blip r:embed="rId13"/>
          <a:stretch/>
        </p:blipFill>
        <p:spPr>
          <a:xfrm>
            <a:off x="3722400" y="5424480"/>
            <a:ext cx="9000" cy="914040"/>
          </a:xfrm>
          <a:prstGeom prst="rect">
            <a:avLst/>
          </a:prstGeom>
          <a:ln w="0">
            <a:noFill/>
          </a:ln>
        </p:spPr>
      </p:pic>
      <p:sp>
        <p:nvSpPr>
          <p:cNvPr id="294" name="object 50"/>
          <p:cNvSpPr/>
          <p:nvPr/>
        </p:nvSpPr>
        <p:spPr>
          <a:xfrm>
            <a:off x="3587400" y="635004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2022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object 51"/>
          <p:cNvSpPr/>
          <p:nvPr/>
        </p:nvSpPr>
        <p:spPr>
          <a:xfrm>
            <a:off x="5334120" y="5424480"/>
            <a:ext cx="9000" cy="914040"/>
          </a:xfrm>
          <a:custGeom>
            <a:avLst/>
            <a:gdLst>
              <a:gd name="textAreaLeft" fmla="*/ 0 w 9000"/>
              <a:gd name="textAreaRight" fmla="*/ 9360 w 9000"/>
              <a:gd name="textAreaTop" fmla="*/ 0 h 914040"/>
              <a:gd name="textAreaBottom" fmla="*/ 914400 h 914040"/>
            </a:gdLst>
            <a:ahLst/>
            <a:rect l="textAreaLeft" t="textAreaTop" r="textAreaRight" b="textAreaBottom"/>
            <a:pathLst>
              <a:path w="9525" h="914400">
                <a:moveTo>
                  <a:pt x="6077" y="914399"/>
                </a:moveTo>
                <a:lnTo>
                  <a:pt x="3447" y="914399"/>
                </a:lnTo>
                <a:lnTo>
                  <a:pt x="2324" y="913934"/>
                </a:lnTo>
                <a:lnTo>
                  <a:pt x="464" y="912075"/>
                </a:lnTo>
                <a:lnTo>
                  <a:pt x="0" y="910952"/>
                </a:lnTo>
                <a:lnTo>
                  <a:pt x="0" y="908322"/>
                </a:lnTo>
                <a:lnTo>
                  <a:pt x="464" y="907199"/>
                </a:lnTo>
                <a:lnTo>
                  <a:pt x="2324" y="905339"/>
                </a:lnTo>
                <a:lnTo>
                  <a:pt x="3447" y="904874"/>
                </a:lnTo>
                <a:lnTo>
                  <a:pt x="6077" y="904874"/>
                </a:lnTo>
                <a:lnTo>
                  <a:pt x="7200" y="905339"/>
                </a:lnTo>
                <a:lnTo>
                  <a:pt x="9060" y="907199"/>
                </a:lnTo>
                <a:lnTo>
                  <a:pt x="9524" y="908322"/>
                </a:lnTo>
                <a:lnTo>
                  <a:pt x="9524" y="910952"/>
                </a:lnTo>
                <a:lnTo>
                  <a:pt x="9060" y="912075"/>
                </a:lnTo>
                <a:lnTo>
                  <a:pt x="7200" y="913934"/>
                </a:lnTo>
                <a:lnTo>
                  <a:pt x="6077" y="914399"/>
                </a:lnTo>
                <a:close/>
              </a:path>
              <a:path w="9525" h="914400">
                <a:moveTo>
                  <a:pt x="6077" y="866774"/>
                </a:moveTo>
                <a:lnTo>
                  <a:pt x="3447" y="866774"/>
                </a:lnTo>
                <a:lnTo>
                  <a:pt x="2324" y="866309"/>
                </a:lnTo>
                <a:lnTo>
                  <a:pt x="464" y="864450"/>
                </a:lnTo>
                <a:lnTo>
                  <a:pt x="0" y="863327"/>
                </a:lnTo>
                <a:lnTo>
                  <a:pt x="0" y="860697"/>
                </a:lnTo>
                <a:lnTo>
                  <a:pt x="464" y="859574"/>
                </a:lnTo>
                <a:lnTo>
                  <a:pt x="2324" y="857714"/>
                </a:lnTo>
                <a:lnTo>
                  <a:pt x="3447" y="857249"/>
                </a:lnTo>
                <a:lnTo>
                  <a:pt x="6077" y="857249"/>
                </a:lnTo>
                <a:lnTo>
                  <a:pt x="7200" y="857714"/>
                </a:lnTo>
                <a:lnTo>
                  <a:pt x="9060" y="859574"/>
                </a:lnTo>
                <a:lnTo>
                  <a:pt x="9524" y="860697"/>
                </a:lnTo>
                <a:lnTo>
                  <a:pt x="9524" y="863327"/>
                </a:lnTo>
                <a:lnTo>
                  <a:pt x="9060" y="864450"/>
                </a:lnTo>
                <a:lnTo>
                  <a:pt x="7200" y="866309"/>
                </a:lnTo>
                <a:lnTo>
                  <a:pt x="6077" y="866774"/>
                </a:lnTo>
                <a:close/>
              </a:path>
              <a:path w="9525" h="914400">
                <a:moveTo>
                  <a:pt x="6077" y="819149"/>
                </a:moveTo>
                <a:lnTo>
                  <a:pt x="3447" y="819149"/>
                </a:lnTo>
                <a:lnTo>
                  <a:pt x="2324" y="818684"/>
                </a:lnTo>
                <a:lnTo>
                  <a:pt x="464" y="816825"/>
                </a:lnTo>
                <a:lnTo>
                  <a:pt x="0" y="815702"/>
                </a:lnTo>
                <a:lnTo>
                  <a:pt x="0" y="813072"/>
                </a:lnTo>
                <a:lnTo>
                  <a:pt x="464" y="811949"/>
                </a:lnTo>
                <a:lnTo>
                  <a:pt x="2324" y="810089"/>
                </a:lnTo>
                <a:lnTo>
                  <a:pt x="3447" y="809624"/>
                </a:lnTo>
                <a:lnTo>
                  <a:pt x="6077" y="809624"/>
                </a:lnTo>
                <a:lnTo>
                  <a:pt x="7200" y="810089"/>
                </a:lnTo>
                <a:lnTo>
                  <a:pt x="9060" y="811949"/>
                </a:lnTo>
                <a:lnTo>
                  <a:pt x="9524" y="813072"/>
                </a:lnTo>
                <a:lnTo>
                  <a:pt x="9524" y="815702"/>
                </a:lnTo>
                <a:lnTo>
                  <a:pt x="9060" y="816825"/>
                </a:lnTo>
                <a:lnTo>
                  <a:pt x="7200" y="818684"/>
                </a:lnTo>
                <a:lnTo>
                  <a:pt x="6077" y="819149"/>
                </a:lnTo>
                <a:close/>
              </a:path>
              <a:path w="9525" h="914400">
                <a:moveTo>
                  <a:pt x="6077" y="771524"/>
                </a:moveTo>
                <a:lnTo>
                  <a:pt x="3447" y="771524"/>
                </a:lnTo>
                <a:lnTo>
                  <a:pt x="2324" y="771059"/>
                </a:lnTo>
                <a:lnTo>
                  <a:pt x="464" y="769200"/>
                </a:lnTo>
                <a:lnTo>
                  <a:pt x="0" y="768077"/>
                </a:lnTo>
                <a:lnTo>
                  <a:pt x="0" y="765447"/>
                </a:lnTo>
                <a:lnTo>
                  <a:pt x="464" y="764324"/>
                </a:lnTo>
                <a:lnTo>
                  <a:pt x="2324" y="762464"/>
                </a:lnTo>
                <a:lnTo>
                  <a:pt x="3447" y="761999"/>
                </a:lnTo>
                <a:lnTo>
                  <a:pt x="6077" y="761999"/>
                </a:lnTo>
                <a:lnTo>
                  <a:pt x="7200" y="762464"/>
                </a:lnTo>
                <a:lnTo>
                  <a:pt x="9060" y="764324"/>
                </a:lnTo>
                <a:lnTo>
                  <a:pt x="9524" y="765447"/>
                </a:lnTo>
                <a:lnTo>
                  <a:pt x="9524" y="768077"/>
                </a:lnTo>
                <a:lnTo>
                  <a:pt x="9060" y="769200"/>
                </a:lnTo>
                <a:lnTo>
                  <a:pt x="7200" y="771059"/>
                </a:lnTo>
                <a:lnTo>
                  <a:pt x="6077" y="771524"/>
                </a:lnTo>
                <a:close/>
              </a:path>
              <a:path w="9525" h="914400">
                <a:moveTo>
                  <a:pt x="6077" y="723899"/>
                </a:moveTo>
                <a:lnTo>
                  <a:pt x="3447" y="723899"/>
                </a:lnTo>
                <a:lnTo>
                  <a:pt x="2324" y="723434"/>
                </a:lnTo>
                <a:lnTo>
                  <a:pt x="464" y="721575"/>
                </a:lnTo>
                <a:lnTo>
                  <a:pt x="0" y="720452"/>
                </a:lnTo>
                <a:lnTo>
                  <a:pt x="0" y="717822"/>
                </a:lnTo>
                <a:lnTo>
                  <a:pt x="464" y="716699"/>
                </a:lnTo>
                <a:lnTo>
                  <a:pt x="2324" y="714839"/>
                </a:lnTo>
                <a:lnTo>
                  <a:pt x="3447" y="714374"/>
                </a:lnTo>
                <a:lnTo>
                  <a:pt x="6077" y="714374"/>
                </a:lnTo>
                <a:lnTo>
                  <a:pt x="7200" y="714839"/>
                </a:lnTo>
                <a:lnTo>
                  <a:pt x="9060" y="716699"/>
                </a:lnTo>
                <a:lnTo>
                  <a:pt x="9524" y="717822"/>
                </a:lnTo>
                <a:lnTo>
                  <a:pt x="9524" y="720452"/>
                </a:lnTo>
                <a:lnTo>
                  <a:pt x="9060" y="721575"/>
                </a:lnTo>
                <a:lnTo>
                  <a:pt x="7200" y="723434"/>
                </a:lnTo>
                <a:lnTo>
                  <a:pt x="6077" y="723899"/>
                </a:lnTo>
                <a:close/>
              </a:path>
              <a:path w="9525" h="914400">
                <a:moveTo>
                  <a:pt x="6077" y="676274"/>
                </a:moveTo>
                <a:lnTo>
                  <a:pt x="3447" y="676274"/>
                </a:lnTo>
                <a:lnTo>
                  <a:pt x="2324" y="675809"/>
                </a:lnTo>
                <a:lnTo>
                  <a:pt x="464" y="673950"/>
                </a:lnTo>
                <a:lnTo>
                  <a:pt x="0" y="672827"/>
                </a:lnTo>
                <a:lnTo>
                  <a:pt x="0" y="670197"/>
                </a:lnTo>
                <a:lnTo>
                  <a:pt x="464" y="669074"/>
                </a:lnTo>
                <a:lnTo>
                  <a:pt x="2324" y="667214"/>
                </a:lnTo>
                <a:lnTo>
                  <a:pt x="3447" y="666749"/>
                </a:lnTo>
                <a:lnTo>
                  <a:pt x="6077" y="666749"/>
                </a:lnTo>
                <a:lnTo>
                  <a:pt x="7200" y="667214"/>
                </a:lnTo>
                <a:lnTo>
                  <a:pt x="9060" y="669074"/>
                </a:lnTo>
                <a:lnTo>
                  <a:pt x="9524" y="670197"/>
                </a:lnTo>
                <a:lnTo>
                  <a:pt x="9524" y="672827"/>
                </a:lnTo>
                <a:lnTo>
                  <a:pt x="9060" y="673950"/>
                </a:lnTo>
                <a:lnTo>
                  <a:pt x="7200" y="675809"/>
                </a:lnTo>
                <a:lnTo>
                  <a:pt x="6077" y="676274"/>
                </a:lnTo>
                <a:close/>
              </a:path>
              <a:path w="9525" h="914400">
                <a:moveTo>
                  <a:pt x="6077" y="628649"/>
                </a:moveTo>
                <a:lnTo>
                  <a:pt x="3447" y="628649"/>
                </a:lnTo>
                <a:lnTo>
                  <a:pt x="2324" y="628184"/>
                </a:lnTo>
                <a:lnTo>
                  <a:pt x="464" y="626325"/>
                </a:lnTo>
                <a:lnTo>
                  <a:pt x="0" y="625202"/>
                </a:lnTo>
                <a:lnTo>
                  <a:pt x="0" y="622572"/>
                </a:lnTo>
                <a:lnTo>
                  <a:pt x="464" y="621449"/>
                </a:lnTo>
                <a:lnTo>
                  <a:pt x="2324" y="619589"/>
                </a:lnTo>
                <a:lnTo>
                  <a:pt x="3447" y="619124"/>
                </a:lnTo>
                <a:lnTo>
                  <a:pt x="6077" y="619124"/>
                </a:lnTo>
                <a:lnTo>
                  <a:pt x="7200" y="619589"/>
                </a:lnTo>
                <a:lnTo>
                  <a:pt x="9060" y="621449"/>
                </a:lnTo>
                <a:lnTo>
                  <a:pt x="9524" y="622572"/>
                </a:lnTo>
                <a:lnTo>
                  <a:pt x="9524" y="625202"/>
                </a:lnTo>
                <a:lnTo>
                  <a:pt x="9060" y="626325"/>
                </a:lnTo>
                <a:lnTo>
                  <a:pt x="7200" y="628184"/>
                </a:lnTo>
                <a:lnTo>
                  <a:pt x="6077" y="628649"/>
                </a:lnTo>
                <a:close/>
              </a:path>
              <a:path w="9525" h="914400">
                <a:moveTo>
                  <a:pt x="6077" y="581024"/>
                </a:moveTo>
                <a:lnTo>
                  <a:pt x="3447" y="581024"/>
                </a:lnTo>
                <a:lnTo>
                  <a:pt x="2324" y="580559"/>
                </a:lnTo>
                <a:lnTo>
                  <a:pt x="464" y="578700"/>
                </a:lnTo>
                <a:lnTo>
                  <a:pt x="0" y="577577"/>
                </a:lnTo>
                <a:lnTo>
                  <a:pt x="0" y="574947"/>
                </a:lnTo>
                <a:lnTo>
                  <a:pt x="464" y="573824"/>
                </a:lnTo>
                <a:lnTo>
                  <a:pt x="2324" y="571964"/>
                </a:lnTo>
                <a:lnTo>
                  <a:pt x="3447" y="571499"/>
                </a:lnTo>
                <a:lnTo>
                  <a:pt x="6077" y="571499"/>
                </a:lnTo>
                <a:lnTo>
                  <a:pt x="7200" y="571964"/>
                </a:lnTo>
                <a:lnTo>
                  <a:pt x="9060" y="573824"/>
                </a:lnTo>
                <a:lnTo>
                  <a:pt x="9524" y="574947"/>
                </a:lnTo>
                <a:lnTo>
                  <a:pt x="9524" y="577577"/>
                </a:lnTo>
                <a:lnTo>
                  <a:pt x="9060" y="578700"/>
                </a:lnTo>
                <a:lnTo>
                  <a:pt x="7200" y="580559"/>
                </a:lnTo>
                <a:lnTo>
                  <a:pt x="6077" y="581024"/>
                </a:lnTo>
                <a:close/>
              </a:path>
              <a:path w="9525" h="914400">
                <a:moveTo>
                  <a:pt x="6077" y="533399"/>
                </a:moveTo>
                <a:lnTo>
                  <a:pt x="3447" y="533399"/>
                </a:lnTo>
                <a:lnTo>
                  <a:pt x="2324" y="532934"/>
                </a:lnTo>
                <a:lnTo>
                  <a:pt x="464" y="531075"/>
                </a:lnTo>
                <a:lnTo>
                  <a:pt x="0" y="529952"/>
                </a:lnTo>
                <a:lnTo>
                  <a:pt x="0" y="527322"/>
                </a:lnTo>
                <a:lnTo>
                  <a:pt x="464" y="526199"/>
                </a:lnTo>
                <a:lnTo>
                  <a:pt x="2324" y="524339"/>
                </a:lnTo>
                <a:lnTo>
                  <a:pt x="3447" y="523874"/>
                </a:lnTo>
                <a:lnTo>
                  <a:pt x="6077" y="523874"/>
                </a:lnTo>
                <a:lnTo>
                  <a:pt x="7200" y="524339"/>
                </a:lnTo>
                <a:lnTo>
                  <a:pt x="9060" y="526199"/>
                </a:lnTo>
                <a:lnTo>
                  <a:pt x="9524" y="527322"/>
                </a:lnTo>
                <a:lnTo>
                  <a:pt x="9524" y="529952"/>
                </a:lnTo>
                <a:lnTo>
                  <a:pt x="9060" y="531075"/>
                </a:lnTo>
                <a:lnTo>
                  <a:pt x="7200" y="532934"/>
                </a:lnTo>
                <a:lnTo>
                  <a:pt x="6077" y="533399"/>
                </a:lnTo>
                <a:close/>
              </a:path>
              <a:path w="9525" h="914400">
                <a:moveTo>
                  <a:pt x="6077" y="485774"/>
                </a:moveTo>
                <a:lnTo>
                  <a:pt x="3447" y="485774"/>
                </a:lnTo>
                <a:lnTo>
                  <a:pt x="2324" y="485309"/>
                </a:lnTo>
                <a:lnTo>
                  <a:pt x="464" y="483450"/>
                </a:lnTo>
                <a:lnTo>
                  <a:pt x="0" y="482327"/>
                </a:lnTo>
                <a:lnTo>
                  <a:pt x="0" y="479697"/>
                </a:lnTo>
                <a:lnTo>
                  <a:pt x="464" y="478574"/>
                </a:lnTo>
                <a:lnTo>
                  <a:pt x="2324" y="476714"/>
                </a:lnTo>
                <a:lnTo>
                  <a:pt x="3447" y="476249"/>
                </a:lnTo>
                <a:lnTo>
                  <a:pt x="6077" y="476249"/>
                </a:lnTo>
                <a:lnTo>
                  <a:pt x="7200" y="476714"/>
                </a:lnTo>
                <a:lnTo>
                  <a:pt x="9060" y="478574"/>
                </a:lnTo>
                <a:lnTo>
                  <a:pt x="9524" y="479697"/>
                </a:lnTo>
                <a:lnTo>
                  <a:pt x="9524" y="482327"/>
                </a:lnTo>
                <a:lnTo>
                  <a:pt x="9060" y="483450"/>
                </a:lnTo>
                <a:lnTo>
                  <a:pt x="7200" y="485309"/>
                </a:lnTo>
                <a:lnTo>
                  <a:pt x="6077" y="485774"/>
                </a:lnTo>
                <a:close/>
              </a:path>
              <a:path w="9525" h="914400">
                <a:moveTo>
                  <a:pt x="6077" y="438149"/>
                </a:moveTo>
                <a:lnTo>
                  <a:pt x="3447" y="438149"/>
                </a:lnTo>
                <a:lnTo>
                  <a:pt x="2324" y="437685"/>
                </a:lnTo>
                <a:lnTo>
                  <a:pt x="464" y="435825"/>
                </a:lnTo>
                <a:lnTo>
                  <a:pt x="0" y="434702"/>
                </a:lnTo>
                <a:lnTo>
                  <a:pt x="0" y="432072"/>
                </a:lnTo>
                <a:lnTo>
                  <a:pt x="464" y="430949"/>
                </a:lnTo>
                <a:lnTo>
                  <a:pt x="2324" y="429089"/>
                </a:lnTo>
                <a:lnTo>
                  <a:pt x="3447" y="428624"/>
                </a:lnTo>
                <a:lnTo>
                  <a:pt x="6077" y="428624"/>
                </a:lnTo>
                <a:lnTo>
                  <a:pt x="7200" y="429089"/>
                </a:lnTo>
                <a:lnTo>
                  <a:pt x="9060" y="430949"/>
                </a:lnTo>
                <a:lnTo>
                  <a:pt x="9524" y="432072"/>
                </a:lnTo>
                <a:lnTo>
                  <a:pt x="9524" y="434702"/>
                </a:lnTo>
                <a:lnTo>
                  <a:pt x="9060" y="435825"/>
                </a:lnTo>
                <a:lnTo>
                  <a:pt x="7200" y="437685"/>
                </a:lnTo>
                <a:lnTo>
                  <a:pt x="6077" y="438149"/>
                </a:lnTo>
                <a:close/>
              </a:path>
              <a:path w="9525" h="914400">
                <a:moveTo>
                  <a:pt x="6077" y="390524"/>
                </a:moveTo>
                <a:lnTo>
                  <a:pt x="3447" y="390524"/>
                </a:lnTo>
                <a:lnTo>
                  <a:pt x="2324" y="390059"/>
                </a:lnTo>
                <a:lnTo>
                  <a:pt x="464" y="388200"/>
                </a:lnTo>
                <a:lnTo>
                  <a:pt x="0" y="387077"/>
                </a:lnTo>
                <a:lnTo>
                  <a:pt x="0" y="384447"/>
                </a:lnTo>
                <a:lnTo>
                  <a:pt x="464" y="383324"/>
                </a:lnTo>
                <a:lnTo>
                  <a:pt x="2324" y="381464"/>
                </a:lnTo>
                <a:lnTo>
                  <a:pt x="3447" y="380999"/>
                </a:lnTo>
                <a:lnTo>
                  <a:pt x="6077" y="380999"/>
                </a:lnTo>
                <a:lnTo>
                  <a:pt x="7200" y="381464"/>
                </a:lnTo>
                <a:lnTo>
                  <a:pt x="9060" y="383324"/>
                </a:lnTo>
                <a:lnTo>
                  <a:pt x="9524" y="384447"/>
                </a:lnTo>
                <a:lnTo>
                  <a:pt x="9524" y="387077"/>
                </a:lnTo>
                <a:lnTo>
                  <a:pt x="9060" y="388200"/>
                </a:lnTo>
                <a:lnTo>
                  <a:pt x="7200" y="390059"/>
                </a:lnTo>
                <a:lnTo>
                  <a:pt x="6077" y="390524"/>
                </a:lnTo>
                <a:close/>
              </a:path>
              <a:path w="9525" h="914400">
                <a:moveTo>
                  <a:pt x="6077" y="342899"/>
                </a:moveTo>
                <a:lnTo>
                  <a:pt x="3447" y="342899"/>
                </a:lnTo>
                <a:lnTo>
                  <a:pt x="2324" y="342434"/>
                </a:lnTo>
                <a:lnTo>
                  <a:pt x="464" y="340575"/>
                </a:lnTo>
                <a:lnTo>
                  <a:pt x="0" y="339452"/>
                </a:lnTo>
                <a:lnTo>
                  <a:pt x="0" y="336822"/>
                </a:lnTo>
                <a:lnTo>
                  <a:pt x="464" y="335699"/>
                </a:lnTo>
                <a:lnTo>
                  <a:pt x="2324" y="333839"/>
                </a:lnTo>
                <a:lnTo>
                  <a:pt x="3447" y="333374"/>
                </a:lnTo>
                <a:lnTo>
                  <a:pt x="6077" y="333374"/>
                </a:lnTo>
                <a:lnTo>
                  <a:pt x="7200" y="333839"/>
                </a:lnTo>
                <a:lnTo>
                  <a:pt x="9060" y="335699"/>
                </a:lnTo>
                <a:lnTo>
                  <a:pt x="9524" y="336822"/>
                </a:lnTo>
                <a:lnTo>
                  <a:pt x="9524" y="339452"/>
                </a:lnTo>
                <a:lnTo>
                  <a:pt x="9060" y="340575"/>
                </a:lnTo>
                <a:lnTo>
                  <a:pt x="7200" y="342434"/>
                </a:lnTo>
                <a:lnTo>
                  <a:pt x="6077" y="342899"/>
                </a:lnTo>
                <a:close/>
              </a:path>
              <a:path w="9525" h="914400">
                <a:moveTo>
                  <a:pt x="6077" y="295274"/>
                </a:moveTo>
                <a:lnTo>
                  <a:pt x="3447" y="295274"/>
                </a:lnTo>
                <a:lnTo>
                  <a:pt x="2324" y="294809"/>
                </a:lnTo>
                <a:lnTo>
                  <a:pt x="464" y="292950"/>
                </a:lnTo>
                <a:lnTo>
                  <a:pt x="0" y="291827"/>
                </a:lnTo>
                <a:lnTo>
                  <a:pt x="0" y="289197"/>
                </a:lnTo>
                <a:lnTo>
                  <a:pt x="464" y="288074"/>
                </a:lnTo>
                <a:lnTo>
                  <a:pt x="2324" y="286214"/>
                </a:lnTo>
                <a:lnTo>
                  <a:pt x="3447" y="285749"/>
                </a:lnTo>
                <a:lnTo>
                  <a:pt x="6077" y="285749"/>
                </a:lnTo>
                <a:lnTo>
                  <a:pt x="7200" y="286214"/>
                </a:lnTo>
                <a:lnTo>
                  <a:pt x="9060" y="288074"/>
                </a:lnTo>
                <a:lnTo>
                  <a:pt x="9524" y="289197"/>
                </a:lnTo>
                <a:lnTo>
                  <a:pt x="9524" y="291827"/>
                </a:lnTo>
                <a:lnTo>
                  <a:pt x="9060" y="292950"/>
                </a:lnTo>
                <a:lnTo>
                  <a:pt x="7200" y="294809"/>
                </a:lnTo>
                <a:lnTo>
                  <a:pt x="6077" y="295274"/>
                </a:lnTo>
                <a:close/>
              </a:path>
              <a:path w="9525" h="914400">
                <a:moveTo>
                  <a:pt x="6077" y="247649"/>
                </a:moveTo>
                <a:lnTo>
                  <a:pt x="3447" y="247649"/>
                </a:lnTo>
                <a:lnTo>
                  <a:pt x="2324" y="247184"/>
                </a:lnTo>
                <a:lnTo>
                  <a:pt x="464" y="245325"/>
                </a:lnTo>
                <a:lnTo>
                  <a:pt x="0" y="244202"/>
                </a:lnTo>
                <a:lnTo>
                  <a:pt x="0" y="241572"/>
                </a:lnTo>
                <a:lnTo>
                  <a:pt x="464" y="240449"/>
                </a:lnTo>
                <a:lnTo>
                  <a:pt x="2324" y="238589"/>
                </a:lnTo>
                <a:lnTo>
                  <a:pt x="3447" y="238124"/>
                </a:lnTo>
                <a:lnTo>
                  <a:pt x="6077" y="238124"/>
                </a:lnTo>
                <a:lnTo>
                  <a:pt x="7200" y="238589"/>
                </a:lnTo>
                <a:lnTo>
                  <a:pt x="9060" y="240449"/>
                </a:lnTo>
                <a:lnTo>
                  <a:pt x="9524" y="241572"/>
                </a:lnTo>
                <a:lnTo>
                  <a:pt x="9524" y="244202"/>
                </a:lnTo>
                <a:lnTo>
                  <a:pt x="9060" y="245325"/>
                </a:lnTo>
                <a:lnTo>
                  <a:pt x="7200" y="247184"/>
                </a:lnTo>
                <a:lnTo>
                  <a:pt x="6077" y="247649"/>
                </a:lnTo>
                <a:close/>
              </a:path>
              <a:path w="9525" h="914400">
                <a:moveTo>
                  <a:pt x="6077" y="200024"/>
                </a:moveTo>
                <a:lnTo>
                  <a:pt x="3447" y="200024"/>
                </a:lnTo>
                <a:lnTo>
                  <a:pt x="2324" y="199559"/>
                </a:lnTo>
                <a:lnTo>
                  <a:pt x="464" y="197700"/>
                </a:lnTo>
                <a:lnTo>
                  <a:pt x="0" y="196577"/>
                </a:lnTo>
                <a:lnTo>
                  <a:pt x="0" y="193947"/>
                </a:lnTo>
                <a:lnTo>
                  <a:pt x="464" y="192824"/>
                </a:lnTo>
                <a:lnTo>
                  <a:pt x="2324" y="190964"/>
                </a:lnTo>
                <a:lnTo>
                  <a:pt x="3447" y="190499"/>
                </a:lnTo>
                <a:lnTo>
                  <a:pt x="6077" y="190499"/>
                </a:lnTo>
                <a:lnTo>
                  <a:pt x="7200" y="190964"/>
                </a:lnTo>
                <a:lnTo>
                  <a:pt x="9060" y="192824"/>
                </a:lnTo>
                <a:lnTo>
                  <a:pt x="9524" y="193947"/>
                </a:lnTo>
                <a:lnTo>
                  <a:pt x="9524" y="196577"/>
                </a:lnTo>
                <a:lnTo>
                  <a:pt x="9060" y="197700"/>
                </a:lnTo>
                <a:lnTo>
                  <a:pt x="7200" y="199559"/>
                </a:lnTo>
                <a:lnTo>
                  <a:pt x="6077" y="200024"/>
                </a:lnTo>
                <a:close/>
              </a:path>
              <a:path w="9525" h="914400">
                <a:moveTo>
                  <a:pt x="6077" y="152399"/>
                </a:moveTo>
                <a:lnTo>
                  <a:pt x="3447" y="152399"/>
                </a:lnTo>
                <a:lnTo>
                  <a:pt x="2324" y="151934"/>
                </a:lnTo>
                <a:lnTo>
                  <a:pt x="464" y="150075"/>
                </a:lnTo>
                <a:lnTo>
                  <a:pt x="0" y="148952"/>
                </a:lnTo>
                <a:lnTo>
                  <a:pt x="0" y="146322"/>
                </a:lnTo>
                <a:lnTo>
                  <a:pt x="464" y="145199"/>
                </a:lnTo>
                <a:lnTo>
                  <a:pt x="2324" y="143339"/>
                </a:lnTo>
                <a:lnTo>
                  <a:pt x="3447" y="142874"/>
                </a:lnTo>
                <a:lnTo>
                  <a:pt x="6077" y="142874"/>
                </a:lnTo>
                <a:lnTo>
                  <a:pt x="7200" y="143339"/>
                </a:lnTo>
                <a:lnTo>
                  <a:pt x="9060" y="145199"/>
                </a:lnTo>
                <a:lnTo>
                  <a:pt x="9524" y="146322"/>
                </a:lnTo>
                <a:lnTo>
                  <a:pt x="9524" y="148952"/>
                </a:lnTo>
                <a:lnTo>
                  <a:pt x="9060" y="150075"/>
                </a:lnTo>
                <a:lnTo>
                  <a:pt x="7200" y="151934"/>
                </a:lnTo>
                <a:lnTo>
                  <a:pt x="6077" y="152399"/>
                </a:lnTo>
                <a:close/>
              </a:path>
              <a:path w="9525" h="914400">
                <a:moveTo>
                  <a:pt x="6077" y="104774"/>
                </a:moveTo>
                <a:lnTo>
                  <a:pt x="3447" y="104774"/>
                </a:lnTo>
                <a:lnTo>
                  <a:pt x="2324" y="104309"/>
                </a:lnTo>
                <a:lnTo>
                  <a:pt x="464" y="102450"/>
                </a:lnTo>
                <a:lnTo>
                  <a:pt x="0" y="101327"/>
                </a:lnTo>
                <a:lnTo>
                  <a:pt x="0" y="98697"/>
                </a:lnTo>
                <a:lnTo>
                  <a:pt x="464" y="97574"/>
                </a:lnTo>
                <a:lnTo>
                  <a:pt x="2324" y="95714"/>
                </a:lnTo>
                <a:lnTo>
                  <a:pt x="3447" y="95249"/>
                </a:lnTo>
                <a:lnTo>
                  <a:pt x="6077" y="95249"/>
                </a:lnTo>
                <a:lnTo>
                  <a:pt x="7200" y="95714"/>
                </a:lnTo>
                <a:lnTo>
                  <a:pt x="9060" y="97574"/>
                </a:lnTo>
                <a:lnTo>
                  <a:pt x="9524" y="98697"/>
                </a:lnTo>
                <a:lnTo>
                  <a:pt x="9524" y="101327"/>
                </a:lnTo>
                <a:lnTo>
                  <a:pt x="9060" y="102450"/>
                </a:lnTo>
                <a:lnTo>
                  <a:pt x="7200" y="104309"/>
                </a:lnTo>
                <a:lnTo>
                  <a:pt x="6077" y="104774"/>
                </a:lnTo>
                <a:close/>
              </a:path>
              <a:path w="9525" h="914400">
                <a:moveTo>
                  <a:pt x="6077" y="57149"/>
                </a:moveTo>
                <a:lnTo>
                  <a:pt x="3447" y="57149"/>
                </a:lnTo>
                <a:lnTo>
                  <a:pt x="2324" y="56684"/>
                </a:lnTo>
                <a:lnTo>
                  <a:pt x="464" y="54825"/>
                </a:lnTo>
                <a:lnTo>
                  <a:pt x="0" y="53702"/>
                </a:lnTo>
                <a:lnTo>
                  <a:pt x="0" y="51072"/>
                </a:lnTo>
                <a:lnTo>
                  <a:pt x="464" y="49949"/>
                </a:lnTo>
                <a:lnTo>
                  <a:pt x="2324" y="48089"/>
                </a:lnTo>
                <a:lnTo>
                  <a:pt x="3447" y="47624"/>
                </a:lnTo>
                <a:lnTo>
                  <a:pt x="6077" y="47624"/>
                </a:lnTo>
                <a:lnTo>
                  <a:pt x="7200" y="48089"/>
                </a:lnTo>
                <a:lnTo>
                  <a:pt x="9060" y="49949"/>
                </a:lnTo>
                <a:lnTo>
                  <a:pt x="9524" y="51072"/>
                </a:lnTo>
                <a:lnTo>
                  <a:pt x="9524" y="53702"/>
                </a:lnTo>
                <a:lnTo>
                  <a:pt x="9060" y="54825"/>
                </a:lnTo>
                <a:lnTo>
                  <a:pt x="7200" y="56684"/>
                </a:lnTo>
                <a:lnTo>
                  <a:pt x="6077" y="57149"/>
                </a:lnTo>
                <a:close/>
              </a:path>
              <a:path w="9525" h="914400">
                <a:moveTo>
                  <a:pt x="6077" y="9524"/>
                </a:moveTo>
                <a:lnTo>
                  <a:pt x="3447" y="9524"/>
                </a:lnTo>
                <a:lnTo>
                  <a:pt x="2324" y="9059"/>
                </a:lnTo>
                <a:lnTo>
                  <a:pt x="464" y="7200"/>
                </a:lnTo>
                <a:lnTo>
                  <a:pt x="0" y="6077"/>
                </a:lnTo>
                <a:lnTo>
                  <a:pt x="0" y="3447"/>
                </a:lnTo>
                <a:lnTo>
                  <a:pt x="464" y="2324"/>
                </a:lnTo>
                <a:lnTo>
                  <a:pt x="2324" y="465"/>
                </a:lnTo>
                <a:lnTo>
                  <a:pt x="3447" y="0"/>
                </a:lnTo>
                <a:lnTo>
                  <a:pt x="6077" y="0"/>
                </a:lnTo>
                <a:lnTo>
                  <a:pt x="7200" y="465"/>
                </a:lnTo>
                <a:lnTo>
                  <a:pt x="9060" y="2324"/>
                </a:lnTo>
                <a:lnTo>
                  <a:pt x="9524" y="3447"/>
                </a:lnTo>
                <a:lnTo>
                  <a:pt x="9524" y="6077"/>
                </a:lnTo>
                <a:lnTo>
                  <a:pt x="9060" y="7200"/>
                </a:lnTo>
                <a:lnTo>
                  <a:pt x="7200" y="9059"/>
                </a:lnTo>
                <a:lnTo>
                  <a:pt x="6077" y="9524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object 52"/>
          <p:cNvSpPr/>
          <p:nvPr/>
        </p:nvSpPr>
        <p:spPr>
          <a:xfrm>
            <a:off x="5199120" y="635004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2024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97" name="object 53"/>
          <p:cNvGrpSpPr/>
          <p:nvPr/>
        </p:nvGrpSpPr>
        <p:grpSpPr>
          <a:xfrm>
            <a:off x="731520" y="5139360"/>
            <a:ext cx="4602240" cy="1152000"/>
            <a:chOff x="731520" y="5139360"/>
            <a:chExt cx="4602240" cy="1152000"/>
          </a:xfrm>
        </p:grpSpPr>
        <p:sp>
          <p:nvSpPr>
            <p:cNvPr id="298" name="object 54"/>
            <p:cNvSpPr/>
            <p:nvPr/>
          </p:nvSpPr>
          <p:spPr>
            <a:xfrm>
              <a:off x="1305000" y="5756040"/>
              <a:ext cx="4028760" cy="392760"/>
            </a:xfrm>
            <a:custGeom>
              <a:avLst/>
              <a:gdLst>
                <a:gd name="textAreaLeft" fmla="*/ 0 w 4028760"/>
                <a:gd name="textAreaRight" fmla="*/ 4029120 w 4028760"/>
                <a:gd name="textAreaTop" fmla="*/ 0 h 392760"/>
                <a:gd name="textAreaBottom" fmla="*/ 393120 h 392760"/>
              </a:gdLst>
              <a:ahLst/>
              <a:rect l="textAreaLeft" t="textAreaTop" r="textAreaRight" b="textAreaBottom"/>
              <a:pathLst>
                <a:path w="4029075" h="393064">
                  <a:moveTo>
                    <a:pt x="0" y="164486"/>
                  </a:moveTo>
                  <a:lnTo>
                    <a:pt x="805814" y="329611"/>
                  </a:lnTo>
                  <a:lnTo>
                    <a:pt x="1611629" y="361263"/>
                  </a:lnTo>
                  <a:lnTo>
                    <a:pt x="2417444" y="0"/>
                  </a:lnTo>
                  <a:lnTo>
                    <a:pt x="3223259" y="392563"/>
                  </a:lnTo>
                  <a:lnTo>
                    <a:pt x="4029074" y="208929"/>
                  </a:lnTo>
                </a:path>
              </a:pathLst>
            </a:custGeom>
            <a:noFill/>
            <a:ln w="28574">
              <a:solidFill>
                <a:srgbClr val="6fb0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9" name="object 55"/>
            <p:cNvSpPr/>
            <p:nvPr/>
          </p:nvSpPr>
          <p:spPr>
            <a:xfrm>
              <a:off x="1305000" y="5593680"/>
              <a:ext cx="4028760" cy="697680"/>
            </a:xfrm>
            <a:custGeom>
              <a:avLst/>
              <a:gdLst>
                <a:gd name="textAreaLeft" fmla="*/ 0 w 4028760"/>
                <a:gd name="textAreaRight" fmla="*/ 4029120 w 4028760"/>
                <a:gd name="textAreaTop" fmla="*/ 0 h 697680"/>
                <a:gd name="textAreaBottom" fmla="*/ 698040 h 697680"/>
              </a:gdLst>
              <a:ahLst/>
              <a:rect l="textAreaLeft" t="textAreaTop" r="textAreaRight" b="textAreaBottom"/>
              <a:pathLst>
                <a:path w="4029075" h="697864">
                  <a:moveTo>
                    <a:pt x="0" y="268866"/>
                  </a:moveTo>
                  <a:lnTo>
                    <a:pt x="805814" y="697561"/>
                  </a:lnTo>
                  <a:lnTo>
                    <a:pt x="1611629" y="645582"/>
                  </a:lnTo>
                  <a:lnTo>
                    <a:pt x="2417444" y="0"/>
                  </a:lnTo>
                  <a:lnTo>
                    <a:pt x="3223259" y="599847"/>
                  </a:lnTo>
                  <a:lnTo>
                    <a:pt x="4029074" y="387869"/>
                  </a:lnTo>
                </a:path>
              </a:pathLst>
            </a:custGeom>
            <a:noFill/>
            <a:ln w="28574">
              <a:solidFill>
                <a:srgbClr val="fbb61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00" name="object 56" descr=""/>
            <p:cNvPicPr/>
            <p:nvPr/>
          </p:nvPicPr>
          <p:blipFill>
            <a:blip r:embed="rId14"/>
            <a:stretch/>
          </p:blipFill>
          <p:spPr>
            <a:xfrm>
              <a:off x="731520" y="513936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01" name="object 57" descr=""/>
            <p:cNvPicPr/>
            <p:nvPr/>
          </p:nvPicPr>
          <p:blipFill>
            <a:blip r:embed="rId15"/>
            <a:stretch/>
          </p:blipFill>
          <p:spPr>
            <a:xfrm>
              <a:off x="1921680" y="5139360"/>
              <a:ext cx="90000" cy="95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02" name="object 58"/>
          <p:cNvSpPr/>
          <p:nvPr/>
        </p:nvSpPr>
        <p:spPr>
          <a:xfrm>
            <a:off x="711360" y="4762440"/>
            <a:ext cx="5070600" cy="105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Peak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electricity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ratio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and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average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electricity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per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capita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Year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132120">
              <a:lnSpc>
                <a:spcPct val="100000"/>
              </a:lnSpc>
              <a:spcBef>
                <a:spcPts val="921"/>
              </a:spcBef>
              <a:tabLst>
                <a:tab algn="l" pos="1320840"/>
              </a:tabLst>
            </a:pP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Peak electricity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ratio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Average</a:t>
            </a:r>
            <a:r>
              <a:rPr b="0" lang="ro-RO" sz="900" spc="-15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electricity</a:t>
            </a:r>
            <a:r>
              <a:rPr b="0" lang="ro-RO" sz="9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usage</a:t>
            </a:r>
            <a:r>
              <a:rPr b="0" lang="ro-RO" sz="9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per</a:t>
            </a:r>
            <a:r>
              <a:rPr b="0" lang="ro-RO" sz="9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capita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199440">
              <a:lnSpc>
                <a:spcPct val="100000"/>
              </a:lnSpc>
              <a:spcBef>
                <a:spcPts val="669"/>
              </a:spcBef>
              <a:tabLst>
                <a:tab algn="l" pos="4812840"/>
              </a:tabLst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40K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90K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object 59"/>
          <p:cNvSpPr/>
          <p:nvPr/>
        </p:nvSpPr>
        <p:spPr>
          <a:xfrm>
            <a:off x="5997600" y="4714920"/>
            <a:ext cx="1938240" cy="2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Internet</a:t>
            </a:r>
            <a:r>
              <a:rPr b="0" lang="ro-RO" sz="1400" spc="-3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usage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country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4" name="object 60" descr=""/>
          <p:cNvPicPr/>
          <p:nvPr/>
        </p:nvPicPr>
        <p:blipFill>
          <a:blip r:embed="rId16"/>
          <a:stretch/>
        </p:blipFill>
        <p:spPr>
          <a:xfrm>
            <a:off x="7172280" y="5100480"/>
            <a:ext cx="9000" cy="1294920"/>
          </a:xfrm>
          <a:prstGeom prst="rect">
            <a:avLst/>
          </a:prstGeom>
          <a:ln w="0">
            <a:noFill/>
          </a:ln>
        </p:spPr>
      </p:pic>
      <p:sp>
        <p:nvSpPr>
          <p:cNvPr id="305" name="object 61"/>
          <p:cNvSpPr/>
          <p:nvPr/>
        </p:nvSpPr>
        <p:spPr>
          <a:xfrm>
            <a:off x="7132680" y="6407280"/>
            <a:ext cx="8928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6" name="object 62" descr=""/>
          <p:cNvPicPr/>
          <p:nvPr/>
        </p:nvPicPr>
        <p:blipFill>
          <a:blip r:embed="rId17"/>
          <a:stretch/>
        </p:blipFill>
        <p:spPr>
          <a:xfrm>
            <a:off x="8682840" y="5100480"/>
            <a:ext cx="9000" cy="1294920"/>
          </a:xfrm>
          <a:prstGeom prst="rect">
            <a:avLst/>
          </a:prstGeom>
          <a:ln w="0">
            <a:noFill/>
          </a:ln>
        </p:spPr>
      </p:pic>
      <p:sp>
        <p:nvSpPr>
          <p:cNvPr id="307" name="object 63"/>
          <p:cNvSpPr/>
          <p:nvPr/>
        </p:nvSpPr>
        <p:spPr>
          <a:xfrm>
            <a:off x="8579520" y="6407280"/>
            <a:ext cx="216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08" name="object 64" descr=""/>
          <p:cNvPicPr/>
          <p:nvPr/>
        </p:nvPicPr>
        <p:blipFill>
          <a:blip r:embed="rId18"/>
          <a:stretch/>
        </p:blipFill>
        <p:spPr>
          <a:xfrm>
            <a:off x="10193040" y="5100480"/>
            <a:ext cx="9000" cy="1294920"/>
          </a:xfrm>
          <a:prstGeom prst="rect">
            <a:avLst/>
          </a:prstGeom>
          <a:ln w="0">
            <a:noFill/>
          </a:ln>
        </p:spPr>
      </p:pic>
      <p:sp>
        <p:nvSpPr>
          <p:cNvPr id="309" name="object 65"/>
          <p:cNvSpPr/>
          <p:nvPr/>
        </p:nvSpPr>
        <p:spPr>
          <a:xfrm>
            <a:off x="10042200" y="6407280"/>
            <a:ext cx="3114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1.000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object 66"/>
          <p:cNvSpPr/>
          <p:nvPr/>
        </p:nvSpPr>
        <p:spPr>
          <a:xfrm>
            <a:off x="8505360" y="6550200"/>
            <a:ext cx="15631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Internet</a:t>
            </a:r>
            <a:r>
              <a:rPr b="0" lang="ro-RO" sz="900" spc="-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usage</a:t>
            </a:r>
            <a:r>
              <a:rPr b="0" lang="ro-RO" sz="900" spc="-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(GB)</a:t>
            </a:r>
            <a:r>
              <a:rPr b="0" lang="ro-RO" sz="900" spc="-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per</a:t>
            </a:r>
            <a:r>
              <a:rPr b="0" lang="ro-RO" sz="900" spc="-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Arial MT"/>
              </a:rPr>
              <a:t>capita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object 67"/>
          <p:cNvSpPr/>
          <p:nvPr/>
        </p:nvSpPr>
        <p:spPr>
          <a:xfrm>
            <a:off x="5760720" y="5384160"/>
            <a:ext cx="372240" cy="95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00" bIns="0" anchor="t" vert="vert270">
            <a:noAutofit/>
          </a:bodyPr>
          <a:p>
            <a:pPr marL="12600">
              <a:lnSpc>
                <a:spcPct val="100000"/>
              </a:lnSpc>
              <a:spcBef>
                <a:spcPts val="14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Average</a:t>
            </a:r>
            <a:r>
              <a:rPr b="0" lang="ro-RO" sz="900" spc="-2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Arial MT"/>
              </a:rPr>
              <a:t>electric…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406440">
              <a:lnSpc>
                <a:spcPct val="100000"/>
              </a:lnSpc>
              <a:spcBef>
                <a:spcPts val="646"/>
              </a:spcBef>
            </a:pPr>
            <a:r>
              <a:rPr b="0" lang="ro-RO" sz="900" spc="-12" strike="noStrike">
                <a:solidFill>
                  <a:srgbClr val="ffffff"/>
                </a:solidFill>
                <a:latin typeface="Arial MT"/>
              </a:rPr>
              <a:t>Country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object 68"/>
          <p:cNvSpPr/>
          <p:nvPr/>
        </p:nvSpPr>
        <p:spPr>
          <a:xfrm>
            <a:off x="6260400" y="5174280"/>
            <a:ext cx="838440" cy="150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algn="r">
              <a:lnSpc>
                <a:spcPct val="100000"/>
              </a:lnSpc>
              <a:spcBef>
                <a:spcPts val="99"/>
              </a:spcBef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India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algn="r">
              <a:lnSpc>
                <a:spcPct val="100000"/>
              </a:lnSpc>
              <a:spcBef>
                <a:spcPts val="765"/>
              </a:spcBef>
            </a:pP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South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Korea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539640" indent="-25920" algn="r">
              <a:lnSpc>
                <a:spcPct val="171000"/>
              </a:lnSpc>
              <a:tabLst>
                <a:tab algn="l" pos="0"/>
              </a:tabLst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Japan Brazil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539640" algn="r">
              <a:lnSpc>
                <a:spcPct val="100000"/>
              </a:lnSpc>
              <a:spcBef>
                <a:spcPts val="771"/>
              </a:spcBef>
              <a:tabLst>
                <a:tab algn="l" pos="0"/>
              </a:tabLst>
            </a:pP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Kingdom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object 69"/>
          <p:cNvSpPr/>
          <p:nvPr/>
        </p:nvSpPr>
        <p:spPr>
          <a:xfrm>
            <a:off x="7172280" y="5170680"/>
            <a:ext cx="4201560" cy="1120320"/>
          </a:xfrm>
          <a:custGeom>
            <a:avLst/>
            <a:gdLst>
              <a:gd name="textAreaLeft" fmla="*/ 0 w 4201560"/>
              <a:gd name="textAreaRight" fmla="*/ 4201920 w 4201560"/>
              <a:gd name="textAreaTop" fmla="*/ 0 h 1120320"/>
              <a:gd name="textAreaBottom" fmla="*/ 1120680 h 1120320"/>
            </a:gdLst>
            <a:ahLst/>
            <a:rect l="textAreaLeft" t="textAreaTop" r="textAreaRight" b="textAreaBottom"/>
            <a:pathLst>
              <a:path w="4201795" h="1120775">
                <a:moveTo>
                  <a:pt x="3965422" y="938898"/>
                </a:moveTo>
                <a:lnTo>
                  <a:pt x="0" y="938898"/>
                </a:lnTo>
                <a:lnTo>
                  <a:pt x="0" y="1120203"/>
                </a:lnTo>
                <a:lnTo>
                  <a:pt x="3965422" y="1120203"/>
                </a:lnTo>
                <a:lnTo>
                  <a:pt x="3965422" y="938898"/>
                </a:lnTo>
                <a:close/>
              </a:path>
              <a:path w="4201795" h="1120775">
                <a:moveTo>
                  <a:pt x="3979532" y="704176"/>
                </a:moveTo>
                <a:lnTo>
                  <a:pt x="0" y="704176"/>
                </a:lnTo>
                <a:lnTo>
                  <a:pt x="0" y="885482"/>
                </a:lnTo>
                <a:lnTo>
                  <a:pt x="3979532" y="885482"/>
                </a:lnTo>
                <a:lnTo>
                  <a:pt x="3979532" y="704176"/>
                </a:lnTo>
                <a:close/>
              </a:path>
              <a:path w="4201795" h="1120775">
                <a:moveTo>
                  <a:pt x="4114177" y="469455"/>
                </a:moveTo>
                <a:lnTo>
                  <a:pt x="0" y="469455"/>
                </a:lnTo>
                <a:lnTo>
                  <a:pt x="0" y="650748"/>
                </a:lnTo>
                <a:lnTo>
                  <a:pt x="4114177" y="650748"/>
                </a:lnTo>
                <a:lnTo>
                  <a:pt x="4114177" y="469455"/>
                </a:lnTo>
                <a:close/>
              </a:path>
              <a:path w="4201795" h="1120775">
                <a:moveTo>
                  <a:pt x="4172483" y="234721"/>
                </a:moveTo>
                <a:lnTo>
                  <a:pt x="0" y="234721"/>
                </a:lnTo>
                <a:lnTo>
                  <a:pt x="0" y="416026"/>
                </a:lnTo>
                <a:lnTo>
                  <a:pt x="4172483" y="416026"/>
                </a:lnTo>
                <a:lnTo>
                  <a:pt x="4172483" y="234721"/>
                </a:lnTo>
                <a:close/>
              </a:path>
              <a:path w="4201795" h="1120775">
                <a:moveTo>
                  <a:pt x="4201693" y="0"/>
                </a:moveTo>
                <a:lnTo>
                  <a:pt x="0" y="0"/>
                </a:lnTo>
                <a:lnTo>
                  <a:pt x="0" y="181305"/>
                </a:lnTo>
                <a:lnTo>
                  <a:pt x="4201693" y="181305"/>
                </a:lnTo>
                <a:lnTo>
                  <a:pt x="4201693" y="0"/>
                </a:lnTo>
                <a:close/>
              </a:path>
            </a:pathLst>
          </a:custGeom>
          <a:solidFill>
            <a:srgbClr val="6fb0d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4" name="object 70"/>
          <p:cNvSpPr/>
          <p:nvPr/>
        </p:nvSpPr>
        <p:spPr>
          <a:xfrm>
            <a:off x="11941200" y="1996920"/>
            <a:ext cx="1393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248" strike="noStrike">
                <a:solidFill>
                  <a:srgbClr val="d1d0cd"/>
                </a:solidFill>
                <a:latin typeface="Arial MT"/>
              </a:rPr>
              <a:t>V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object 71"/>
          <p:cNvSpPr/>
          <p:nvPr/>
        </p:nvSpPr>
        <p:spPr>
          <a:xfrm>
            <a:off x="10420200" y="1903680"/>
            <a:ext cx="1159920" cy="283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7400" bIns="0" anchor="t">
            <a:spAutoFit/>
          </a:bodyPr>
          <a:p>
            <a:pPr marL="38160">
              <a:lnSpc>
                <a:spcPct val="100000"/>
              </a:lnSpc>
              <a:spcBef>
                <a:spcPts val="609"/>
              </a:spcBef>
            </a:pP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Country,</a:t>
            </a:r>
            <a:r>
              <a:rPr b="0" lang="ro-RO" sz="1200" spc="-4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510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Australia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Brazil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Canada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France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Germany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India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9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9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Japan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object 72"/>
          <p:cNvSpPr/>
          <p:nvPr/>
        </p:nvSpPr>
        <p:spPr>
          <a:xfrm>
            <a:off x="10420200" y="4149720"/>
            <a:ext cx="138060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8160">
              <a:lnSpc>
                <a:spcPct val="100000"/>
              </a:lnSpc>
              <a:spcBef>
                <a:spcPts val="99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South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Korea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object 73"/>
          <p:cNvSpPr/>
          <p:nvPr/>
        </p:nvSpPr>
        <p:spPr>
          <a:xfrm>
            <a:off x="12068280" y="2190600"/>
            <a:ext cx="75960" cy="1552320"/>
          </a:xfrm>
          <a:custGeom>
            <a:avLst/>
            <a:gdLst>
              <a:gd name="textAreaLeft" fmla="*/ 0 w 75960"/>
              <a:gd name="textAreaRight" fmla="*/ 76320 w 75960"/>
              <a:gd name="textAreaTop" fmla="*/ 0 h 1552320"/>
              <a:gd name="textAreaBottom" fmla="*/ 1552680 h 1552320"/>
            </a:gdLst>
            <a:ahLst/>
            <a:rect l="textAreaLeft" t="textAreaTop" r="textAreaRight" b="textAreaBottom"/>
            <a:pathLst>
              <a:path w="76200" h="1552575">
                <a:moveTo>
                  <a:pt x="76199" y="1552574"/>
                </a:moveTo>
                <a:lnTo>
                  <a:pt x="0" y="1552574"/>
                </a:lnTo>
                <a:lnTo>
                  <a:pt x="0" y="0"/>
                </a:lnTo>
                <a:lnTo>
                  <a:pt x="76199" y="0"/>
                </a:lnTo>
                <a:lnTo>
                  <a:pt x="76199" y="1552574"/>
                </a:lnTo>
                <a:close/>
              </a:path>
            </a:pathLst>
          </a:custGeom>
          <a:solidFill>
            <a:srgbClr val="8a878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9" name="object 3" descr=""/>
          <p:cNvPicPr/>
          <p:nvPr/>
        </p:nvPicPr>
        <p:blipFill>
          <a:blip r:embed="rId1"/>
          <a:stretch/>
        </p:blipFill>
        <p:spPr>
          <a:xfrm>
            <a:off x="228600" y="22860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320" name="object 4"/>
          <p:cNvSpPr/>
          <p:nvPr/>
        </p:nvSpPr>
        <p:spPr>
          <a:xfrm>
            <a:off x="552600" y="2209680"/>
            <a:ext cx="6562440" cy="527400"/>
          </a:xfrm>
          <a:prstGeom prst="rect">
            <a:avLst/>
          </a:prstGeom>
          <a:solidFill>
            <a:srgbClr val="3a3a3a">
              <a:alpha val="6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62000" bIns="0" anchor="t">
            <a:spAutoFit/>
          </a:bodyPr>
          <a:p>
            <a:pPr marL="477000">
              <a:lnSpc>
                <a:spcPct val="100000"/>
              </a:lnSpc>
              <a:spcBef>
                <a:spcPts val="1276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In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2021,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Netflix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use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in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India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grew</a:t>
            </a:r>
            <a:r>
              <a:rPr b="0" lang="ro-RO" sz="2400" spc="-3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by</a:t>
            </a:r>
            <a:r>
              <a:rPr b="0" lang="ro-RO" sz="2400" spc="-41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21" strike="noStrike">
                <a:solidFill>
                  <a:srgbClr val="ffffff"/>
                </a:solidFill>
                <a:latin typeface="Arial MT"/>
              </a:rPr>
              <a:t>35%!</a:t>
            </a:r>
            <a:endParaRPr b="0" lang="ro-RO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1" name="object 5"/>
          <p:cNvSpPr/>
          <p:nvPr/>
        </p:nvSpPr>
        <p:spPr>
          <a:xfrm>
            <a:off x="1924200" y="5219640"/>
            <a:ext cx="6057720" cy="1097280"/>
          </a:xfrm>
          <a:prstGeom prst="rect">
            <a:avLst/>
          </a:prstGeom>
          <a:solidFill>
            <a:srgbClr val="3a3a3a">
              <a:alpha val="6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436320" algn="ctr">
              <a:lnSpc>
                <a:spcPts val="2769"/>
              </a:lnSpc>
              <a:spcBef>
                <a:spcPts val="334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France</a:t>
            </a:r>
            <a:r>
              <a:rPr b="0" lang="ro-RO" sz="2400" spc="-6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still</a:t>
            </a:r>
            <a:r>
              <a:rPr b="0" lang="ro-RO" sz="2400" spc="-6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maintains</a:t>
            </a:r>
            <a:r>
              <a:rPr b="0" lang="ro-RO" sz="2400" spc="-6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the</a:t>
            </a:r>
            <a:r>
              <a:rPr b="0" lang="ro-RO" sz="2400" spc="-6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highest</a:t>
            </a:r>
            <a:r>
              <a:rPr b="0" lang="ro-RO" sz="2400" spc="-6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21" strike="noStrike">
                <a:solidFill>
                  <a:srgbClr val="ffffff"/>
                </a:solidFill>
                <a:latin typeface="Arial MT"/>
              </a:rPr>
              <a:t>book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readership,</a:t>
            </a:r>
            <a:r>
              <a:rPr b="0" lang="ro-RO" sz="2400" spc="-9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despite</a:t>
            </a:r>
            <a:r>
              <a:rPr b="0" lang="ro-RO" sz="2400" spc="-9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Netflix's</a:t>
            </a:r>
            <a:r>
              <a:rPr b="0" lang="ro-RO" sz="2400" spc="-97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Arial MT"/>
              </a:rPr>
              <a:t>popularity increase.</a:t>
            </a:r>
            <a:endParaRPr b="0" lang="ro-RO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2" name="object 6"/>
          <p:cNvSpPr/>
          <p:nvPr/>
        </p:nvSpPr>
        <p:spPr>
          <a:xfrm>
            <a:off x="5505480" y="3343320"/>
            <a:ext cx="6562440" cy="1097280"/>
          </a:xfrm>
          <a:prstGeom prst="rect">
            <a:avLst/>
          </a:prstGeom>
          <a:solidFill>
            <a:srgbClr val="3a3a3a">
              <a:alpha val="66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2480" bIns="0" anchor="t">
            <a:spAutoFit/>
          </a:bodyPr>
          <a:p>
            <a:pPr marL="47160" algn="just">
              <a:lnSpc>
                <a:spcPts val="2769"/>
              </a:lnSpc>
              <a:spcBef>
                <a:spcPts val="334"/>
              </a:spcBef>
            </a:pP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In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2021,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the</a:t>
            </a:r>
            <a:r>
              <a:rPr b="0" lang="ro-RO" sz="2400" spc="-4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average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person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in</a:t>
            </a:r>
            <a:r>
              <a:rPr b="0" lang="ro-RO" sz="2400" spc="-4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the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dataset</a:t>
            </a:r>
            <a:r>
              <a:rPr b="0" lang="ro-RO" sz="2400" spc="-4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21" strike="noStrike">
                <a:solidFill>
                  <a:srgbClr val="ffffff"/>
                </a:solidFill>
                <a:latin typeface="Arial MT"/>
              </a:rPr>
              <a:t>read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fewer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than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2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books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per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2" strike="noStrike">
                <a:solidFill>
                  <a:srgbClr val="ffffff"/>
                </a:solidFill>
                <a:latin typeface="Arial MT"/>
              </a:rPr>
              <a:t>year,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compared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to</a:t>
            </a:r>
            <a:r>
              <a:rPr b="0" lang="ro-RO" sz="2400" spc="-52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1" strike="noStrike">
                <a:solidFill>
                  <a:srgbClr val="ffffff"/>
                </a:solidFill>
                <a:latin typeface="Arial MT"/>
              </a:rPr>
              <a:t>4+</a:t>
            </a:r>
            <a:r>
              <a:rPr b="0" lang="ro-RO" sz="2400" spc="-55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2400" spc="-26" strike="noStrike">
                <a:solidFill>
                  <a:srgbClr val="ffffff"/>
                </a:solidFill>
                <a:latin typeface="Arial MT"/>
              </a:rPr>
              <a:t>in </a:t>
            </a:r>
            <a:r>
              <a:rPr b="0" lang="ro-RO" sz="2400" spc="-12" strike="noStrike">
                <a:solidFill>
                  <a:srgbClr val="ffffff"/>
                </a:solidFill>
                <a:latin typeface="Arial MT"/>
              </a:rPr>
              <a:t>2019.</a:t>
            </a:r>
            <a:endParaRPr b="0" lang="ro-RO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4591080" y="809640"/>
            <a:ext cx="3485880" cy="1481760"/>
          </a:xfrm>
          <a:prstGeom prst="rect">
            <a:avLst/>
          </a:prstGeom>
          <a:solidFill>
            <a:srgbClr val="3a3a3a">
              <a:alpha val="66000"/>
            </a:srgbClr>
          </a:solidFill>
          <a:ln w="0">
            <a:noFill/>
          </a:ln>
        </p:spPr>
        <p:txBody>
          <a:bodyPr lIns="0" rIns="0" tIns="3240" bIns="0" anchor="t">
            <a:noAutofit/>
          </a:bodyPr>
          <a:p>
            <a:pPr marL="93240" indent="0">
              <a:lnSpc>
                <a:spcPct val="100000"/>
              </a:lnSpc>
              <a:spcBef>
                <a:spcPts val="26"/>
              </a:spcBef>
              <a:buNone/>
            </a:pPr>
            <a:r>
              <a:rPr b="0" lang="ro-RO" sz="4850" spc="-330" strike="noStrike">
                <a:solidFill>
                  <a:schemeClr val="lt1"/>
                </a:solidFill>
                <a:latin typeface="Segoe UI Light"/>
              </a:rPr>
              <a:t>Did</a:t>
            </a:r>
            <a:r>
              <a:rPr b="0" lang="ro-RO" sz="4850" spc="-165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850" spc="-355" strike="noStrike">
                <a:solidFill>
                  <a:schemeClr val="lt1"/>
                </a:solidFill>
                <a:latin typeface="Segoe UI Light"/>
              </a:rPr>
              <a:t>you</a:t>
            </a:r>
            <a:r>
              <a:rPr b="0" lang="ro-RO" sz="4850" spc="-171" strike="noStrike">
                <a:solidFill>
                  <a:schemeClr val="lt1"/>
                </a:solidFill>
                <a:latin typeface="Segoe UI Light"/>
              </a:rPr>
              <a:t> </a:t>
            </a:r>
            <a:r>
              <a:rPr b="0" lang="ro-RO" sz="4850" spc="-372" strike="noStrike">
                <a:solidFill>
                  <a:schemeClr val="lt1"/>
                </a:solidFill>
                <a:latin typeface="Segoe UI Light"/>
              </a:rPr>
              <a:t>know?</a:t>
            </a:r>
            <a:endParaRPr b="0" lang="ro-RO" sz="4850" spc="-1" strike="noStrike">
              <a:solidFill>
                <a:srgbClr val="ffffff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object 3"/>
          <p:cNvSpPr/>
          <p:nvPr/>
        </p:nvSpPr>
        <p:spPr>
          <a:xfrm>
            <a:off x="228600" y="228600"/>
            <a:ext cx="12191760" cy="6857640"/>
          </a:xfrm>
          <a:custGeom>
            <a:avLst/>
            <a:gdLst>
              <a:gd name="textAreaLeft" fmla="*/ 0 w 12191760"/>
              <a:gd name="textAreaRight" fmla="*/ 12192120 w 12191760"/>
              <a:gd name="textAreaTop" fmla="*/ 0 h 6857640"/>
              <a:gd name="textAreaBottom" fmla="*/ 6858000 h 6857640"/>
            </a:gdLst>
            <a:ahLst/>
            <a:rect l="textAreaLeft" t="textAreaTop" r="textAreaRight" b="textAreaBottom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PlaceHolder 1"/>
          <p:cNvSpPr>
            <a:spLocks noGrp="1"/>
          </p:cNvSpPr>
          <p:nvPr>
            <p:ph type="title"/>
          </p:nvPr>
        </p:nvSpPr>
        <p:spPr>
          <a:xfrm>
            <a:off x="673200" y="631800"/>
            <a:ext cx="682452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2297520"/>
                <a:tab algn="l" pos="2976840"/>
                <a:tab algn="l" pos="5283360"/>
              </a:tabLst>
            </a:pPr>
            <a:r>
              <a:rPr b="0" lang="ro-RO" sz="4000" spc="-12" strike="noStrike">
                <a:solidFill>
                  <a:schemeClr val="lt1"/>
                </a:solidFill>
                <a:latin typeface="Segoe UI Light"/>
              </a:rPr>
              <a:t>Streaming</a:t>
            </a:r>
            <a:r>
              <a:rPr b="0" lang="ro-RO" sz="40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000" spc="-26" strike="noStrike">
                <a:solidFill>
                  <a:schemeClr val="lt1"/>
                </a:solidFill>
                <a:latin typeface="Segoe UI Light"/>
              </a:rPr>
              <a:t>vs.</a:t>
            </a:r>
            <a:r>
              <a:rPr b="0" lang="ro-RO" sz="40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000" spc="-505" strike="noStrike">
                <a:solidFill>
                  <a:schemeClr val="lt1"/>
                </a:solidFill>
                <a:latin typeface="Segoe UI Light"/>
              </a:rPr>
              <a:t>T</a:t>
            </a:r>
            <a:r>
              <a:rPr b="0" lang="ro-RO" sz="4000" spc="32" strike="noStrike">
                <a:solidFill>
                  <a:schemeClr val="lt1"/>
                </a:solidFill>
                <a:latin typeface="Segoe UI Light"/>
              </a:rPr>
              <a:t>raditional</a:t>
            </a:r>
            <a:r>
              <a:rPr b="0" lang="ro-RO" sz="40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000" spc="-12" strike="noStrike">
                <a:solidFill>
                  <a:schemeClr val="lt1"/>
                </a:solidFill>
                <a:latin typeface="Segoe UI Light"/>
              </a:rPr>
              <a:t>Culture</a:t>
            </a:r>
            <a:endParaRPr b="0" lang="ro-RO" sz="4000" spc="-1" strike="noStrike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27" name="object 5"/>
          <p:cNvGrpSpPr/>
          <p:nvPr/>
        </p:nvGrpSpPr>
        <p:grpSpPr>
          <a:xfrm>
            <a:off x="399960" y="4905360"/>
            <a:ext cx="5229000" cy="2010240"/>
            <a:chOff x="399960" y="4905360"/>
            <a:chExt cx="5229000" cy="2010240"/>
          </a:xfrm>
        </p:grpSpPr>
        <p:sp>
          <p:nvSpPr>
            <p:cNvPr id="328" name="object 6"/>
            <p:cNvSpPr/>
            <p:nvPr/>
          </p:nvSpPr>
          <p:spPr>
            <a:xfrm>
              <a:off x="399960" y="4905360"/>
              <a:ext cx="1115280" cy="102960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1029600"/>
                <a:gd name="textAreaBottom" fmla="*/ 1029960 h 1029600"/>
              </a:gdLst>
              <a:ahLst/>
              <a:rect l="textAreaLeft" t="textAreaTop" r="textAreaRight" b="textAreaBottom"/>
              <a:pathLst>
                <a:path w="1115695" h="1029970">
                  <a:moveTo>
                    <a:pt x="1115308" y="1029551"/>
                  </a:moveTo>
                  <a:lnTo>
                    <a:pt x="0" y="1029551"/>
                  </a:lnTo>
                  <a:lnTo>
                    <a:pt x="0" y="0"/>
                  </a:lnTo>
                  <a:lnTo>
                    <a:pt x="1115308" y="0"/>
                  </a:lnTo>
                  <a:lnTo>
                    <a:pt x="1115308" y="1029551"/>
                  </a:lnTo>
                  <a:close/>
                </a:path>
              </a:pathLst>
            </a:custGeom>
            <a:solidFill>
              <a:srgbClr val="6fb0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9" name="object 7"/>
            <p:cNvSpPr/>
            <p:nvPr/>
          </p:nvSpPr>
          <p:spPr>
            <a:xfrm>
              <a:off x="399960" y="4905360"/>
              <a:ext cx="1115280" cy="102960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1029600"/>
                <a:gd name="textAreaBottom" fmla="*/ 1029960 h 1029600"/>
              </a:gdLst>
              <a:ahLst/>
              <a:rect l="textAreaLeft" t="textAreaTop" r="textAreaRight" b="textAreaBottom"/>
              <a:pathLst>
                <a:path w="1115695" h="1029970">
                  <a:moveTo>
                    <a:pt x="0" y="0"/>
                  </a:moveTo>
                  <a:lnTo>
                    <a:pt x="1115308" y="0"/>
                  </a:lnTo>
                  <a:lnTo>
                    <a:pt x="1115308" y="1029551"/>
                  </a:lnTo>
                  <a:lnTo>
                    <a:pt x="0" y="10295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0" name="object 8"/>
            <p:cNvSpPr/>
            <p:nvPr/>
          </p:nvSpPr>
          <p:spPr>
            <a:xfrm>
              <a:off x="399960" y="5934960"/>
              <a:ext cx="1115280" cy="97992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979920"/>
                <a:gd name="textAreaBottom" fmla="*/ 980280 h 979920"/>
              </a:gdLst>
              <a:ahLst/>
              <a:rect l="textAreaLeft" t="textAreaTop" r="textAreaRight" b="textAreaBottom"/>
              <a:pathLst>
                <a:path w="1115695" h="980440">
                  <a:moveTo>
                    <a:pt x="1115308" y="980223"/>
                  </a:moveTo>
                  <a:lnTo>
                    <a:pt x="0" y="980223"/>
                  </a:lnTo>
                  <a:lnTo>
                    <a:pt x="0" y="0"/>
                  </a:lnTo>
                  <a:lnTo>
                    <a:pt x="1115308" y="0"/>
                  </a:lnTo>
                  <a:lnTo>
                    <a:pt x="1115308" y="980223"/>
                  </a:lnTo>
                  <a:close/>
                </a:path>
              </a:pathLst>
            </a:custGeom>
            <a:solidFill>
              <a:srgbClr val="fbb61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1" name="object 9"/>
            <p:cNvSpPr/>
            <p:nvPr/>
          </p:nvSpPr>
          <p:spPr>
            <a:xfrm>
              <a:off x="399960" y="5934960"/>
              <a:ext cx="1115280" cy="979920"/>
            </a:xfrm>
            <a:custGeom>
              <a:avLst/>
              <a:gdLst>
                <a:gd name="textAreaLeft" fmla="*/ 0 w 1115280"/>
                <a:gd name="textAreaRight" fmla="*/ 1115640 w 1115280"/>
                <a:gd name="textAreaTop" fmla="*/ 0 h 979920"/>
                <a:gd name="textAreaBottom" fmla="*/ 980280 h 979920"/>
              </a:gdLst>
              <a:ahLst/>
              <a:rect l="textAreaLeft" t="textAreaTop" r="textAreaRight" b="textAreaBottom"/>
              <a:pathLst>
                <a:path w="1115695" h="980440">
                  <a:moveTo>
                    <a:pt x="0" y="0"/>
                  </a:moveTo>
                  <a:lnTo>
                    <a:pt x="1115308" y="0"/>
                  </a:lnTo>
                  <a:lnTo>
                    <a:pt x="1115308" y="980223"/>
                  </a:lnTo>
                  <a:lnTo>
                    <a:pt x="0" y="98022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2" name="object 10"/>
            <p:cNvSpPr/>
            <p:nvPr/>
          </p:nvSpPr>
          <p:spPr>
            <a:xfrm>
              <a:off x="1515240" y="4905360"/>
              <a:ext cx="1599120" cy="67860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678600"/>
                <a:gd name="textAreaBottom" fmla="*/ 678960 h 678600"/>
              </a:gdLst>
              <a:ahLst/>
              <a:rect l="textAreaLeft" t="textAreaTop" r="textAreaRight" b="textAreaBottom"/>
              <a:pathLst>
                <a:path w="1599564" h="678814">
                  <a:moveTo>
                    <a:pt x="1599180" y="678226"/>
                  </a:moveTo>
                  <a:lnTo>
                    <a:pt x="0" y="678226"/>
                  </a:lnTo>
                  <a:lnTo>
                    <a:pt x="0" y="0"/>
                  </a:lnTo>
                  <a:lnTo>
                    <a:pt x="1599180" y="0"/>
                  </a:lnTo>
                  <a:lnTo>
                    <a:pt x="1599180" y="678226"/>
                  </a:lnTo>
                  <a:close/>
                </a:path>
              </a:pathLst>
            </a:custGeom>
            <a:solidFill>
              <a:srgbClr val="2878b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" name="object 11"/>
            <p:cNvSpPr/>
            <p:nvPr/>
          </p:nvSpPr>
          <p:spPr>
            <a:xfrm>
              <a:off x="1515240" y="4905360"/>
              <a:ext cx="1599120" cy="67860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678600"/>
                <a:gd name="textAreaBottom" fmla="*/ 678960 h 678600"/>
              </a:gdLst>
              <a:ahLst/>
              <a:rect l="textAreaLeft" t="textAreaTop" r="textAreaRight" b="textAreaBottom"/>
              <a:pathLst>
                <a:path w="1599564" h="678814">
                  <a:moveTo>
                    <a:pt x="0" y="0"/>
                  </a:moveTo>
                  <a:lnTo>
                    <a:pt x="1599180" y="0"/>
                  </a:lnTo>
                  <a:lnTo>
                    <a:pt x="1599180" y="678226"/>
                  </a:lnTo>
                  <a:lnTo>
                    <a:pt x="0" y="678226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4" name="object 12"/>
            <p:cNvSpPr/>
            <p:nvPr/>
          </p:nvSpPr>
          <p:spPr>
            <a:xfrm>
              <a:off x="1515240" y="5583600"/>
              <a:ext cx="1599120" cy="67140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671400"/>
                <a:gd name="textAreaBottom" fmla="*/ 671760 h 671400"/>
              </a:gdLst>
              <a:ahLst/>
              <a:rect l="textAreaLeft" t="textAreaTop" r="textAreaRight" b="textAreaBottom"/>
              <a:pathLst>
                <a:path w="1599564" h="671829">
                  <a:moveTo>
                    <a:pt x="1599180" y="671520"/>
                  </a:moveTo>
                  <a:lnTo>
                    <a:pt x="0" y="671520"/>
                  </a:lnTo>
                  <a:lnTo>
                    <a:pt x="0" y="0"/>
                  </a:lnTo>
                  <a:lnTo>
                    <a:pt x="1599180" y="0"/>
                  </a:lnTo>
                  <a:lnTo>
                    <a:pt x="1599180" y="671520"/>
                  </a:lnTo>
                  <a:close/>
                </a:path>
              </a:pathLst>
            </a:custGeom>
            <a:solidFill>
              <a:srgbClr val="0db0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5" name="object 13"/>
            <p:cNvSpPr/>
            <p:nvPr/>
          </p:nvSpPr>
          <p:spPr>
            <a:xfrm>
              <a:off x="1515240" y="5583600"/>
              <a:ext cx="1599120" cy="67140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671400"/>
                <a:gd name="textAreaBottom" fmla="*/ 671760 h 671400"/>
              </a:gdLst>
              <a:ahLst/>
              <a:rect l="textAreaLeft" t="textAreaTop" r="textAreaRight" b="textAreaBottom"/>
              <a:pathLst>
                <a:path w="1599564" h="671829">
                  <a:moveTo>
                    <a:pt x="0" y="0"/>
                  </a:moveTo>
                  <a:lnTo>
                    <a:pt x="1599180" y="0"/>
                  </a:lnTo>
                  <a:lnTo>
                    <a:pt x="1599180" y="671520"/>
                  </a:lnTo>
                  <a:lnTo>
                    <a:pt x="0" y="67152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6" name="object 14"/>
            <p:cNvSpPr/>
            <p:nvPr/>
          </p:nvSpPr>
          <p:spPr>
            <a:xfrm>
              <a:off x="1515240" y="6255000"/>
              <a:ext cx="1599120" cy="65988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659880"/>
                <a:gd name="textAreaBottom" fmla="*/ 660240 h 659880"/>
              </a:gdLst>
              <a:ahLst/>
              <a:rect l="textAreaLeft" t="textAreaTop" r="textAreaRight" b="textAreaBottom"/>
              <a:pathLst>
                <a:path w="1599564" h="660400">
                  <a:moveTo>
                    <a:pt x="1599180" y="660027"/>
                  </a:moveTo>
                  <a:lnTo>
                    <a:pt x="0" y="660027"/>
                  </a:lnTo>
                  <a:lnTo>
                    <a:pt x="0" y="0"/>
                  </a:lnTo>
                  <a:lnTo>
                    <a:pt x="1599180" y="0"/>
                  </a:lnTo>
                  <a:lnTo>
                    <a:pt x="1599180" y="660027"/>
                  </a:lnTo>
                  <a:close/>
                </a:path>
              </a:pathLst>
            </a:custGeom>
            <a:solidFill>
              <a:srgbClr val="0f8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7" name="object 15"/>
            <p:cNvSpPr/>
            <p:nvPr/>
          </p:nvSpPr>
          <p:spPr>
            <a:xfrm>
              <a:off x="1515240" y="6255000"/>
              <a:ext cx="1599120" cy="659880"/>
            </a:xfrm>
            <a:custGeom>
              <a:avLst/>
              <a:gdLst>
                <a:gd name="textAreaLeft" fmla="*/ 0 w 1599120"/>
                <a:gd name="textAreaRight" fmla="*/ 1599480 w 1599120"/>
                <a:gd name="textAreaTop" fmla="*/ 0 h 659880"/>
                <a:gd name="textAreaBottom" fmla="*/ 660240 h 659880"/>
              </a:gdLst>
              <a:ahLst/>
              <a:rect l="textAreaLeft" t="textAreaTop" r="textAreaRight" b="textAreaBottom"/>
              <a:pathLst>
                <a:path w="1599564" h="660400">
                  <a:moveTo>
                    <a:pt x="0" y="0"/>
                  </a:moveTo>
                  <a:lnTo>
                    <a:pt x="1599180" y="0"/>
                  </a:lnTo>
                  <a:lnTo>
                    <a:pt x="1599180" y="660027"/>
                  </a:lnTo>
                  <a:lnTo>
                    <a:pt x="0" y="660027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object 16"/>
            <p:cNvSpPr/>
            <p:nvPr/>
          </p:nvSpPr>
          <p:spPr>
            <a:xfrm>
              <a:off x="3114360" y="4905360"/>
              <a:ext cx="1549080" cy="673200"/>
            </a:xfrm>
            <a:custGeom>
              <a:avLst/>
              <a:gdLst>
                <a:gd name="textAreaLeft" fmla="*/ 0 w 1549080"/>
                <a:gd name="textAreaRight" fmla="*/ 1549440 w 1549080"/>
                <a:gd name="textAreaTop" fmla="*/ 0 h 673200"/>
                <a:gd name="textAreaBottom" fmla="*/ 673560 h 673200"/>
              </a:gdLst>
              <a:ahLst/>
              <a:rect l="textAreaLeft" t="textAreaTop" r="textAreaRight" b="textAreaBottom"/>
              <a:pathLst>
                <a:path w="1549400" h="673735">
                  <a:moveTo>
                    <a:pt x="1549054" y="673651"/>
                  </a:moveTo>
                  <a:lnTo>
                    <a:pt x="0" y="673651"/>
                  </a:lnTo>
                  <a:lnTo>
                    <a:pt x="0" y="0"/>
                  </a:lnTo>
                  <a:lnTo>
                    <a:pt x="1549054" y="0"/>
                  </a:lnTo>
                  <a:lnTo>
                    <a:pt x="1549054" y="673651"/>
                  </a:lnTo>
                  <a:close/>
                </a:path>
              </a:pathLst>
            </a:custGeom>
            <a:solidFill>
              <a:srgbClr val="af906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9" name="object 17"/>
            <p:cNvSpPr/>
            <p:nvPr/>
          </p:nvSpPr>
          <p:spPr>
            <a:xfrm>
              <a:off x="3114360" y="4905360"/>
              <a:ext cx="1549080" cy="673200"/>
            </a:xfrm>
            <a:custGeom>
              <a:avLst/>
              <a:gdLst>
                <a:gd name="textAreaLeft" fmla="*/ 0 w 1549080"/>
                <a:gd name="textAreaRight" fmla="*/ 1549440 w 1549080"/>
                <a:gd name="textAreaTop" fmla="*/ 0 h 673200"/>
                <a:gd name="textAreaBottom" fmla="*/ 673560 h 673200"/>
              </a:gdLst>
              <a:ahLst/>
              <a:rect l="textAreaLeft" t="textAreaTop" r="textAreaRight" b="textAreaBottom"/>
              <a:pathLst>
                <a:path w="1549400" h="673735">
                  <a:moveTo>
                    <a:pt x="0" y="0"/>
                  </a:moveTo>
                  <a:lnTo>
                    <a:pt x="1549054" y="0"/>
                  </a:lnTo>
                  <a:lnTo>
                    <a:pt x="1549054" y="673651"/>
                  </a:lnTo>
                  <a:lnTo>
                    <a:pt x="0" y="67365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object 18"/>
            <p:cNvSpPr/>
            <p:nvPr/>
          </p:nvSpPr>
          <p:spPr>
            <a:xfrm>
              <a:off x="3114360" y="5578920"/>
              <a:ext cx="1549080" cy="668160"/>
            </a:xfrm>
            <a:custGeom>
              <a:avLst/>
              <a:gdLst>
                <a:gd name="textAreaLeft" fmla="*/ 0 w 1549080"/>
                <a:gd name="textAreaRight" fmla="*/ 1549440 w 1549080"/>
                <a:gd name="textAreaTop" fmla="*/ 0 h 668160"/>
                <a:gd name="textAreaBottom" fmla="*/ 668520 h 668160"/>
              </a:gdLst>
              <a:ahLst/>
              <a:rect l="textAreaLeft" t="textAreaTop" r="textAreaRight" b="textAreaBottom"/>
              <a:pathLst>
                <a:path w="1549400" h="668654">
                  <a:moveTo>
                    <a:pt x="1549054" y="668605"/>
                  </a:moveTo>
                  <a:lnTo>
                    <a:pt x="0" y="668605"/>
                  </a:lnTo>
                  <a:lnTo>
                    <a:pt x="0" y="0"/>
                  </a:lnTo>
                  <a:lnTo>
                    <a:pt x="1549054" y="0"/>
                  </a:lnTo>
                  <a:lnTo>
                    <a:pt x="1549054" y="668605"/>
                  </a:lnTo>
                  <a:close/>
                </a:path>
              </a:pathLst>
            </a:custGeom>
            <a:solidFill>
              <a:srgbClr val="c3b07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1" name="object 19"/>
            <p:cNvSpPr/>
            <p:nvPr/>
          </p:nvSpPr>
          <p:spPr>
            <a:xfrm>
              <a:off x="3114360" y="5578920"/>
              <a:ext cx="1549080" cy="668160"/>
            </a:xfrm>
            <a:custGeom>
              <a:avLst/>
              <a:gdLst>
                <a:gd name="textAreaLeft" fmla="*/ 0 w 1549080"/>
                <a:gd name="textAreaRight" fmla="*/ 1549440 w 1549080"/>
                <a:gd name="textAreaTop" fmla="*/ 0 h 668160"/>
                <a:gd name="textAreaBottom" fmla="*/ 668520 h 668160"/>
              </a:gdLst>
              <a:ahLst/>
              <a:rect l="textAreaLeft" t="textAreaTop" r="textAreaRight" b="textAreaBottom"/>
              <a:pathLst>
                <a:path w="1549400" h="668654">
                  <a:moveTo>
                    <a:pt x="0" y="0"/>
                  </a:moveTo>
                  <a:lnTo>
                    <a:pt x="1549054" y="0"/>
                  </a:lnTo>
                  <a:lnTo>
                    <a:pt x="1549054" y="668605"/>
                  </a:lnTo>
                  <a:lnTo>
                    <a:pt x="0" y="668605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object 20"/>
            <p:cNvSpPr/>
            <p:nvPr/>
          </p:nvSpPr>
          <p:spPr>
            <a:xfrm>
              <a:off x="3114360" y="6247800"/>
              <a:ext cx="1549080" cy="667800"/>
            </a:xfrm>
            <a:custGeom>
              <a:avLst/>
              <a:gdLst>
                <a:gd name="textAreaLeft" fmla="*/ 0 w 1549080"/>
                <a:gd name="textAreaRight" fmla="*/ 1549440 w 1549080"/>
                <a:gd name="textAreaTop" fmla="*/ 0 h 667800"/>
                <a:gd name="textAreaBottom" fmla="*/ 668160 h 667800"/>
              </a:gdLst>
              <a:ahLst/>
              <a:rect l="textAreaLeft" t="textAreaTop" r="textAreaRight" b="textAreaBottom"/>
              <a:pathLst>
                <a:path w="1549400" h="668020">
                  <a:moveTo>
                    <a:pt x="1549054" y="667518"/>
                  </a:moveTo>
                  <a:lnTo>
                    <a:pt x="0" y="667518"/>
                  </a:lnTo>
                  <a:lnTo>
                    <a:pt x="0" y="0"/>
                  </a:lnTo>
                  <a:lnTo>
                    <a:pt x="1549054" y="0"/>
                  </a:lnTo>
                  <a:lnTo>
                    <a:pt x="1549054" y="667518"/>
                  </a:lnTo>
                  <a:close/>
                </a:path>
              </a:pathLst>
            </a:custGeom>
            <a:solidFill>
              <a:srgbClr val="f1562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3" name="object 21"/>
            <p:cNvSpPr/>
            <p:nvPr/>
          </p:nvSpPr>
          <p:spPr>
            <a:xfrm>
              <a:off x="3114360" y="6247800"/>
              <a:ext cx="1549080" cy="667800"/>
            </a:xfrm>
            <a:custGeom>
              <a:avLst/>
              <a:gdLst>
                <a:gd name="textAreaLeft" fmla="*/ 0 w 1549080"/>
                <a:gd name="textAreaRight" fmla="*/ 1549440 w 1549080"/>
                <a:gd name="textAreaTop" fmla="*/ 0 h 667800"/>
                <a:gd name="textAreaBottom" fmla="*/ 668160 h 667800"/>
              </a:gdLst>
              <a:ahLst/>
              <a:rect l="textAreaLeft" t="textAreaTop" r="textAreaRight" b="textAreaBottom"/>
              <a:pathLst>
                <a:path w="1549400" h="668020">
                  <a:moveTo>
                    <a:pt x="0" y="0"/>
                  </a:moveTo>
                  <a:lnTo>
                    <a:pt x="1549054" y="0"/>
                  </a:lnTo>
                  <a:lnTo>
                    <a:pt x="1549054" y="667518"/>
                  </a:lnTo>
                  <a:lnTo>
                    <a:pt x="0" y="6675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4" name="object 22"/>
            <p:cNvSpPr/>
            <p:nvPr/>
          </p:nvSpPr>
          <p:spPr>
            <a:xfrm>
              <a:off x="4663440" y="4905360"/>
              <a:ext cx="965520" cy="1018080"/>
            </a:xfrm>
            <a:custGeom>
              <a:avLst/>
              <a:gdLst>
                <a:gd name="textAreaLeft" fmla="*/ 0 w 965520"/>
                <a:gd name="textAreaRight" fmla="*/ 965880 w 965520"/>
                <a:gd name="textAreaTop" fmla="*/ 0 h 1018080"/>
                <a:gd name="textAreaBottom" fmla="*/ 1018440 h 1018080"/>
              </a:gdLst>
              <a:ahLst/>
              <a:rect l="textAreaLeft" t="textAreaTop" r="textAreaRight" b="textAreaBottom"/>
              <a:pathLst>
                <a:path w="965835" h="1018539">
                  <a:moveTo>
                    <a:pt x="965681" y="1017991"/>
                  </a:moveTo>
                  <a:lnTo>
                    <a:pt x="0" y="1017991"/>
                  </a:lnTo>
                  <a:lnTo>
                    <a:pt x="0" y="0"/>
                  </a:lnTo>
                  <a:lnTo>
                    <a:pt x="965681" y="0"/>
                  </a:lnTo>
                  <a:lnTo>
                    <a:pt x="965681" y="1017991"/>
                  </a:lnTo>
                  <a:close/>
                </a:path>
              </a:pathLst>
            </a:custGeom>
            <a:solidFill>
              <a:srgbClr val="6f9dd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5" name="object 23"/>
            <p:cNvSpPr/>
            <p:nvPr/>
          </p:nvSpPr>
          <p:spPr>
            <a:xfrm>
              <a:off x="4663440" y="4905360"/>
              <a:ext cx="965520" cy="1018080"/>
            </a:xfrm>
            <a:custGeom>
              <a:avLst/>
              <a:gdLst>
                <a:gd name="textAreaLeft" fmla="*/ 0 w 965520"/>
                <a:gd name="textAreaRight" fmla="*/ 965880 w 965520"/>
                <a:gd name="textAreaTop" fmla="*/ 0 h 1018080"/>
                <a:gd name="textAreaBottom" fmla="*/ 1018440 h 1018080"/>
              </a:gdLst>
              <a:ahLst/>
              <a:rect l="textAreaLeft" t="textAreaTop" r="textAreaRight" b="textAreaBottom"/>
              <a:pathLst>
                <a:path w="965835" h="1018539">
                  <a:moveTo>
                    <a:pt x="0" y="0"/>
                  </a:moveTo>
                  <a:lnTo>
                    <a:pt x="965681" y="0"/>
                  </a:lnTo>
                  <a:lnTo>
                    <a:pt x="965681" y="1017991"/>
                  </a:lnTo>
                  <a:lnTo>
                    <a:pt x="0" y="1017991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6" name="object 24"/>
            <p:cNvSpPr/>
            <p:nvPr/>
          </p:nvSpPr>
          <p:spPr>
            <a:xfrm>
              <a:off x="4663440" y="5923440"/>
              <a:ext cx="965520" cy="991440"/>
            </a:xfrm>
            <a:custGeom>
              <a:avLst/>
              <a:gdLst>
                <a:gd name="textAreaLeft" fmla="*/ 0 w 965520"/>
                <a:gd name="textAreaRight" fmla="*/ 965880 w 965520"/>
                <a:gd name="textAreaTop" fmla="*/ 0 h 991440"/>
                <a:gd name="textAreaBottom" fmla="*/ 991800 h 991440"/>
              </a:gdLst>
              <a:ahLst/>
              <a:rect l="textAreaLeft" t="textAreaTop" r="textAreaRight" b="textAreaBottom"/>
              <a:pathLst>
                <a:path w="965835" h="991870">
                  <a:moveTo>
                    <a:pt x="965681" y="991783"/>
                  </a:moveTo>
                  <a:lnTo>
                    <a:pt x="0" y="991783"/>
                  </a:lnTo>
                  <a:lnTo>
                    <a:pt x="0" y="0"/>
                  </a:lnTo>
                  <a:lnTo>
                    <a:pt x="965681" y="0"/>
                  </a:lnTo>
                  <a:lnTo>
                    <a:pt x="965681" y="991783"/>
                  </a:lnTo>
                  <a:close/>
                </a:path>
              </a:pathLst>
            </a:custGeom>
            <a:solidFill>
              <a:srgbClr val="fee26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" name="object 25"/>
            <p:cNvSpPr/>
            <p:nvPr/>
          </p:nvSpPr>
          <p:spPr>
            <a:xfrm>
              <a:off x="4663440" y="5923440"/>
              <a:ext cx="965520" cy="991440"/>
            </a:xfrm>
            <a:custGeom>
              <a:avLst/>
              <a:gdLst>
                <a:gd name="textAreaLeft" fmla="*/ 0 w 965520"/>
                <a:gd name="textAreaRight" fmla="*/ 965880 w 965520"/>
                <a:gd name="textAreaTop" fmla="*/ 0 h 991440"/>
                <a:gd name="textAreaBottom" fmla="*/ 991800 h 991440"/>
              </a:gdLst>
              <a:ahLst/>
              <a:rect l="textAreaLeft" t="textAreaTop" r="textAreaRight" b="textAreaBottom"/>
              <a:pathLst>
                <a:path w="965835" h="991870">
                  <a:moveTo>
                    <a:pt x="0" y="0"/>
                  </a:moveTo>
                  <a:lnTo>
                    <a:pt x="965681" y="0"/>
                  </a:lnTo>
                  <a:lnTo>
                    <a:pt x="965681" y="991783"/>
                  </a:lnTo>
                  <a:lnTo>
                    <a:pt x="0" y="9917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4287">
              <a:solidFill>
                <a:srgbClr val="3a3a3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48" name="object 26"/>
          <p:cNvSpPr/>
          <p:nvPr/>
        </p:nvSpPr>
        <p:spPr>
          <a:xfrm>
            <a:off x="399960" y="4905360"/>
            <a:ext cx="1115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47160">
              <a:lnSpc>
                <a:spcPct val="100000"/>
              </a:lnSpc>
              <a:spcBef>
                <a:spcPts val="374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Brazil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object 27"/>
          <p:cNvSpPr/>
          <p:nvPr/>
        </p:nvSpPr>
        <p:spPr>
          <a:xfrm>
            <a:off x="447840" y="5969880"/>
            <a:ext cx="4078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France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object 28"/>
          <p:cNvSpPr/>
          <p:nvPr/>
        </p:nvSpPr>
        <p:spPr>
          <a:xfrm>
            <a:off x="1562760" y="5618520"/>
            <a:ext cx="358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Japan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1" name="object 29"/>
          <p:cNvSpPr/>
          <p:nvPr/>
        </p:nvSpPr>
        <p:spPr>
          <a:xfrm>
            <a:off x="1562760" y="6289920"/>
            <a:ext cx="28800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India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2" name="object 30"/>
          <p:cNvSpPr/>
          <p:nvPr/>
        </p:nvSpPr>
        <p:spPr>
          <a:xfrm>
            <a:off x="1562760" y="4940280"/>
            <a:ext cx="251568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  <a:tabLst>
                <a:tab algn="l" pos="1598760"/>
              </a:tabLst>
            </a:pPr>
            <a:r>
              <a:rPr b="0" lang="ro-RO" sz="1000" spc="-1" strike="noStrike">
                <a:solidFill>
                  <a:srgbClr val="3a3a3a"/>
                </a:solidFill>
                <a:latin typeface="Arial MT"/>
              </a:rPr>
              <a:t>United </a:t>
            </a: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States</a:t>
            </a:r>
            <a:r>
              <a:rPr b="0" lang="ro-RO" sz="1000" spc="-1" strike="noStrike">
                <a:solidFill>
                  <a:srgbClr val="3a3a3a"/>
                </a:solidFill>
                <a:latin typeface="Arial MT"/>
              </a:rPr>
              <a:t>	</a:t>
            </a:r>
            <a:r>
              <a:rPr b="0" lang="ro-RO" sz="1000" spc="-1" strike="noStrike">
                <a:solidFill>
                  <a:srgbClr val="3a3a3a"/>
                </a:solidFill>
                <a:latin typeface="Arial MT"/>
              </a:rPr>
              <a:t>United </a:t>
            </a: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Kingdom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object 31"/>
          <p:cNvSpPr/>
          <p:nvPr/>
        </p:nvSpPr>
        <p:spPr>
          <a:xfrm>
            <a:off x="3162240" y="5613840"/>
            <a:ext cx="718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ro-RO" sz="1000" spc="-1" strike="noStrike">
                <a:solidFill>
                  <a:srgbClr val="3a3a3a"/>
                </a:solidFill>
                <a:latin typeface="Arial MT"/>
              </a:rPr>
              <a:t>South</a:t>
            </a:r>
            <a:r>
              <a:rPr b="0" lang="ro-RO" sz="1000" spc="9" strike="noStrike">
                <a:solidFill>
                  <a:srgbClr val="3a3a3a"/>
                </a:solidFill>
                <a:latin typeface="Arial MT"/>
              </a:rPr>
              <a:t> </a:t>
            </a: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Korea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object 32"/>
          <p:cNvSpPr/>
          <p:nvPr/>
        </p:nvSpPr>
        <p:spPr>
          <a:xfrm>
            <a:off x="3162240" y="6282720"/>
            <a:ext cx="5349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Germany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object 33"/>
          <p:cNvSpPr/>
          <p:nvPr/>
        </p:nvSpPr>
        <p:spPr>
          <a:xfrm>
            <a:off x="4663440" y="4905360"/>
            <a:ext cx="96552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7520" bIns="0" anchor="t">
            <a:spAutoFit/>
          </a:bodyPr>
          <a:p>
            <a:pPr marL="47160">
              <a:lnSpc>
                <a:spcPct val="100000"/>
              </a:lnSpc>
              <a:spcBef>
                <a:spcPts val="374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Australia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6" name="object 34"/>
          <p:cNvSpPr/>
          <p:nvPr/>
        </p:nvSpPr>
        <p:spPr>
          <a:xfrm>
            <a:off x="4711320" y="5958360"/>
            <a:ext cx="457560" cy="1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>
              <a:lnSpc>
                <a:spcPct val="100000"/>
              </a:lnSpc>
              <a:spcBef>
                <a:spcPts val="99"/>
              </a:spcBef>
            </a:pPr>
            <a:r>
              <a:rPr b="0" lang="ro-RO" sz="1000" spc="-12" strike="noStrike">
                <a:solidFill>
                  <a:srgbClr val="3a3a3a"/>
                </a:solidFill>
                <a:latin typeface="Arial MT"/>
              </a:rPr>
              <a:t>Canada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57" name="object 35"/>
          <p:cNvGrpSpPr/>
          <p:nvPr/>
        </p:nvGrpSpPr>
        <p:grpSpPr>
          <a:xfrm>
            <a:off x="6215040" y="5257800"/>
            <a:ext cx="6009840" cy="1347480"/>
            <a:chOff x="6215040" y="5257800"/>
            <a:chExt cx="6009840" cy="1347480"/>
          </a:xfrm>
        </p:grpSpPr>
        <p:sp>
          <p:nvSpPr>
            <p:cNvPr id="358" name="object 36"/>
            <p:cNvSpPr/>
            <p:nvPr/>
          </p:nvSpPr>
          <p:spPr>
            <a:xfrm>
              <a:off x="6215040" y="5257800"/>
              <a:ext cx="6009840" cy="1342800"/>
            </a:xfrm>
            <a:custGeom>
              <a:avLst/>
              <a:gdLst>
                <a:gd name="textAreaLeft" fmla="*/ 0 w 6009840"/>
                <a:gd name="textAreaRight" fmla="*/ 6010200 w 6009840"/>
                <a:gd name="textAreaTop" fmla="*/ 0 h 1342800"/>
                <a:gd name="textAreaBottom" fmla="*/ 1343160 h 1342800"/>
              </a:gdLst>
              <a:ahLst/>
              <a:rect l="textAreaLeft" t="textAreaTop" r="textAreaRight" b="textAreaBottom"/>
              <a:pathLst>
                <a:path w="6010275" h="1343025">
                  <a:moveTo>
                    <a:pt x="9525" y="1336954"/>
                  </a:moveTo>
                  <a:lnTo>
                    <a:pt x="9067" y="1335836"/>
                  </a:lnTo>
                  <a:lnTo>
                    <a:pt x="7200" y="1333969"/>
                  </a:lnTo>
                  <a:lnTo>
                    <a:pt x="6083" y="1333500"/>
                  </a:lnTo>
                  <a:lnTo>
                    <a:pt x="3454" y="1333500"/>
                  </a:lnTo>
                  <a:lnTo>
                    <a:pt x="2336" y="1333969"/>
                  </a:lnTo>
                  <a:lnTo>
                    <a:pt x="469" y="1335836"/>
                  </a:lnTo>
                  <a:lnTo>
                    <a:pt x="0" y="1336954"/>
                  </a:lnTo>
                  <a:lnTo>
                    <a:pt x="0" y="1339583"/>
                  </a:lnTo>
                  <a:lnTo>
                    <a:pt x="469" y="1340700"/>
                  </a:lnTo>
                  <a:lnTo>
                    <a:pt x="2336" y="1342567"/>
                  </a:lnTo>
                  <a:lnTo>
                    <a:pt x="3454" y="1343025"/>
                  </a:lnTo>
                  <a:lnTo>
                    <a:pt x="6083" y="1343025"/>
                  </a:lnTo>
                  <a:lnTo>
                    <a:pt x="7200" y="1342567"/>
                  </a:lnTo>
                  <a:lnTo>
                    <a:pt x="9067" y="1340700"/>
                  </a:lnTo>
                  <a:lnTo>
                    <a:pt x="9525" y="1339583"/>
                  </a:lnTo>
                  <a:lnTo>
                    <a:pt x="9525" y="1336954"/>
                  </a:lnTo>
                  <a:close/>
                </a:path>
                <a:path w="6010275" h="1343025">
                  <a:moveTo>
                    <a:pt x="9525" y="670204"/>
                  </a:moveTo>
                  <a:lnTo>
                    <a:pt x="9067" y="669086"/>
                  </a:lnTo>
                  <a:lnTo>
                    <a:pt x="7200" y="667219"/>
                  </a:lnTo>
                  <a:lnTo>
                    <a:pt x="6083" y="666750"/>
                  </a:lnTo>
                  <a:lnTo>
                    <a:pt x="3454" y="666750"/>
                  </a:lnTo>
                  <a:lnTo>
                    <a:pt x="2336" y="667219"/>
                  </a:lnTo>
                  <a:lnTo>
                    <a:pt x="469" y="669086"/>
                  </a:lnTo>
                  <a:lnTo>
                    <a:pt x="0" y="670204"/>
                  </a:lnTo>
                  <a:lnTo>
                    <a:pt x="0" y="672833"/>
                  </a:lnTo>
                  <a:lnTo>
                    <a:pt x="469" y="673950"/>
                  </a:lnTo>
                  <a:lnTo>
                    <a:pt x="2336" y="675817"/>
                  </a:lnTo>
                  <a:lnTo>
                    <a:pt x="3454" y="676275"/>
                  </a:lnTo>
                  <a:lnTo>
                    <a:pt x="6083" y="676275"/>
                  </a:lnTo>
                  <a:lnTo>
                    <a:pt x="7200" y="675817"/>
                  </a:lnTo>
                  <a:lnTo>
                    <a:pt x="9067" y="673950"/>
                  </a:lnTo>
                  <a:lnTo>
                    <a:pt x="9525" y="672833"/>
                  </a:lnTo>
                  <a:lnTo>
                    <a:pt x="9525" y="670204"/>
                  </a:lnTo>
                  <a:close/>
                </a:path>
                <a:path w="6010275" h="1343025">
                  <a:moveTo>
                    <a:pt x="9525" y="3454"/>
                  </a:moveTo>
                  <a:lnTo>
                    <a:pt x="9067" y="2336"/>
                  </a:lnTo>
                  <a:lnTo>
                    <a:pt x="7200" y="469"/>
                  </a:lnTo>
                  <a:lnTo>
                    <a:pt x="6083" y="0"/>
                  </a:lnTo>
                  <a:lnTo>
                    <a:pt x="3454" y="0"/>
                  </a:lnTo>
                  <a:lnTo>
                    <a:pt x="2336" y="469"/>
                  </a:lnTo>
                  <a:lnTo>
                    <a:pt x="469" y="2336"/>
                  </a:lnTo>
                  <a:lnTo>
                    <a:pt x="0" y="3454"/>
                  </a:lnTo>
                  <a:lnTo>
                    <a:pt x="0" y="6083"/>
                  </a:lnTo>
                  <a:lnTo>
                    <a:pt x="469" y="7200"/>
                  </a:lnTo>
                  <a:lnTo>
                    <a:pt x="2336" y="9067"/>
                  </a:lnTo>
                  <a:lnTo>
                    <a:pt x="3454" y="9525"/>
                  </a:lnTo>
                  <a:lnTo>
                    <a:pt x="6083" y="9525"/>
                  </a:lnTo>
                  <a:lnTo>
                    <a:pt x="7200" y="9067"/>
                  </a:lnTo>
                  <a:lnTo>
                    <a:pt x="9067" y="7200"/>
                  </a:lnTo>
                  <a:lnTo>
                    <a:pt x="9525" y="6083"/>
                  </a:lnTo>
                  <a:lnTo>
                    <a:pt x="9525" y="3454"/>
                  </a:lnTo>
                  <a:close/>
                </a:path>
                <a:path w="6010275" h="1343025">
                  <a:moveTo>
                    <a:pt x="57150" y="1336954"/>
                  </a:moveTo>
                  <a:lnTo>
                    <a:pt x="56692" y="1335836"/>
                  </a:lnTo>
                  <a:lnTo>
                    <a:pt x="54825" y="1333969"/>
                  </a:lnTo>
                  <a:lnTo>
                    <a:pt x="53708" y="1333500"/>
                  </a:lnTo>
                  <a:lnTo>
                    <a:pt x="51079" y="1333500"/>
                  </a:lnTo>
                  <a:lnTo>
                    <a:pt x="49961" y="1333969"/>
                  </a:lnTo>
                  <a:lnTo>
                    <a:pt x="48094" y="1335836"/>
                  </a:lnTo>
                  <a:lnTo>
                    <a:pt x="47625" y="1336954"/>
                  </a:lnTo>
                  <a:lnTo>
                    <a:pt x="47625" y="1339583"/>
                  </a:lnTo>
                  <a:lnTo>
                    <a:pt x="48094" y="1340700"/>
                  </a:lnTo>
                  <a:lnTo>
                    <a:pt x="49961" y="1342567"/>
                  </a:lnTo>
                  <a:lnTo>
                    <a:pt x="51079" y="1343025"/>
                  </a:lnTo>
                  <a:lnTo>
                    <a:pt x="53708" y="1343025"/>
                  </a:lnTo>
                  <a:lnTo>
                    <a:pt x="54825" y="1342567"/>
                  </a:lnTo>
                  <a:lnTo>
                    <a:pt x="56692" y="1340700"/>
                  </a:lnTo>
                  <a:lnTo>
                    <a:pt x="57150" y="1339583"/>
                  </a:lnTo>
                  <a:lnTo>
                    <a:pt x="57150" y="1336954"/>
                  </a:lnTo>
                  <a:close/>
                </a:path>
                <a:path w="6010275" h="1343025">
                  <a:moveTo>
                    <a:pt x="57150" y="670204"/>
                  </a:moveTo>
                  <a:lnTo>
                    <a:pt x="56692" y="669086"/>
                  </a:lnTo>
                  <a:lnTo>
                    <a:pt x="54825" y="667219"/>
                  </a:lnTo>
                  <a:lnTo>
                    <a:pt x="53708" y="666750"/>
                  </a:lnTo>
                  <a:lnTo>
                    <a:pt x="51079" y="666750"/>
                  </a:lnTo>
                  <a:lnTo>
                    <a:pt x="49961" y="667219"/>
                  </a:lnTo>
                  <a:lnTo>
                    <a:pt x="48094" y="669086"/>
                  </a:lnTo>
                  <a:lnTo>
                    <a:pt x="47625" y="670204"/>
                  </a:lnTo>
                  <a:lnTo>
                    <a:pt x="47625" y="672833"/>
                  </a:lnTo>
                  <a:lnTo>
                    <a:pt x="48094" y="673950"/>
                  </a:lnTo>
                  <a:lnTo>
                    <a:pt x="49961" y="675817"/>
                  </a:lnTo>
                  <a:lnTo>
                    <a:pt x="51079" y="676275"/>
                  </a:lnTo>
                  <a:lnTo>
                    <a:pt x="53708" y="676275"/>
                  </a:lnTo>
                  <a:lnTo>
                    <a:pt x="54825" y="675817"/>
                  </a:lnTo>
                  <a:lnTo>
                    <a:pt x="56692" y="673950"/>
                  </a:lnTo>
                  <a:lnTo>
                    <a:pt x="57150" y="672833"/>
                  </a:lnTo>
                  <a:lnTo>
                    <a:pt x="57150" y="670204"/>
                  </a:lnTo>
                  <a:close/>
                </a:path>
                <a:path w="6010275" h="1343025">
                  <a:moveTo>
                    <a:pt x="57150" y="3454"/>
                  </a:moveTo>
                  <a:lnTo>
                    <a:pt x="56692" y="2336"/>
                  </a:lnTo>
                  <a:lnTo>
                    <a:pt x="54825" y="469"/>
                  </a:lnTo>
                  <a:lnTo>
                    <a:pt x="53708" y="0"/>
                  </a:lnTo>
                  <a:lnTo>
                    <a:pt x="51079" y="0"/>
                  </a:lnTo>
                  <a:lnTo>
                    <a:pt x="49961" y="469"/>
                  </a:lnTo>
                  <a:lnTo>
                    <a:pt x="48094" y="2336"/>
                  </a:lnTo>
                  <a:lnTo>
                    <a:pt x="47625" y="3454"/>
                  </a:lnTo>
                  <a:lnTo>
                    <a:pt x="47625" y="6083"/>
                  </a:lnTo>
                  <a:lnTo>
                    <a:pt x="48094" y="7200"/>
                  </a:lnTo>
                  <a:lnTo>
                    <a:pt x="49961" y="9067"/>
                  </a:lnTo>
                  <a:lnTo>
                    <a:pt x="51079" y="9525"/>
                  </a:lnTo>
                  <a:lnTo>
                    <a:pt x="53708" y="9525"/>
                  </a:lnTo>
                  <a:lnTo>
                    <a:pt x="54825" y="9067"/>
                  </a:lnTo>
                  <a:lnTo>
                    <a:pt x="56692" y="7200"/>
                  </a:lnTo>
                  <a:lnTo>
                    <a:pt x="57150" y="6083"/>
                  </a:lnTo>
                  <a:lnTo>
                    <a:pt x="57150" y="3454"/>
                  </a:lnTo>
                  <a:close/>
                </a:path>
                <a:path w="6010275" h="1343025">
                  <a:moveTo>
                    <a:pt x="104775" y="1336954"/>
                  </a:moveTo>
                  <a:lnTo>
                    <a:pt x="104317" y="1335836"/>
                  </a:lnTo>
                  <a:lnTo>
                    <a:pt x="102450" y="1333969"/>
                  </a:lnTo>
                  <a:lnTo>
                    <a:pt x="101333" y="1333500"/>
                  </a:lnTo>
                  <a:lnTo>
                    <a:pt x="98704" y="1333500"/>
                  </a:lnTo>
                  <a:lnTo>
                    <a:pt x="97586" y="1333969"/>
                  </a:lnTo>
                  <a:lnTo>
                    <a:pt x="95719" y="1335836"/>
                  </a:lnTo>
                  <a:lnTo>
                    <a:pt x="95250" y="1336954"/>
                  </a:lnTo>
                  <a:lnTo>
                    <a:pt x="95250" y="1339583"/>
                  </a:lnTo>
                  <a:lnTo>
                    <a:pt x="95719" y="1340700"/>
                  </a:lnTo>
                  <a:lnTo>
                    <a:pt x="97586" y="1342567"/>
                  </a:lnTo>
                  <a:lnTo>
                    <a:pt x="98704" y="1343025"/>
                  </a:lnTo>
                  <a:lnTo>
                    <a:pt x="101333" y="1343025"/>
                  </a:lnTo>
                  <a:lnTo>
                    <a:pt x="102450" y="1342567"/>
                  </a:lnTo>
                  <a:lnTo>
                    <a:pt x="104317" y="1340700"/>
                  </a:lnTo>
                  <a:lnTo>
                    <a:pt x="104775" y="1339583"/>
                  </a:lnTo>
                  <a:lnTo>
                    <a:pt x="104775" y="1336954"/>
                  </a:lnTo>
                  <a:close/>
                </a:path>
                <a:path w="6010275" h="1343025">
                  <a:moveTo>
                    <a:pt x="104775" y="670204"/>
                  </a:moveTo>
                  <a:lnTo>
                    <a:pt x="104317" y="669086"/>
                  </a:lnTo>
                  <a:lnTo>
                    <a:pt x="102450" y="667219"/>
                  </a:lnTo>
                  <a:lnTo>
                    <a:pt x="101333" y="666750"/>
                  </a:lnTo>
                  <a:lnTo>
                    <a:pt x="98704" y="666750"/>
                  </a:lnTo>
                  <a:lnTo>
                    <a:pt x="97586" y="667219"/>
                  </a:lnTo>
                  <a:lnTo>
                    <a:pt x="95719" y="669086"/>
                  </a:lnTo>
                  <a:lnTo>
                    <a:pt x="95250" y="670204"/>
                  </a:lnTo>
                  <a:lnTo>
                    <a:pt x="95250" y="672833"/>
                  </a:lnTo>
                  <a:lnTo>
                    <a:pt x="95719" y="673950"/>
                  </a:lnTo>
                  <a:lnTo>
                    <a:pt x="97586" y="675817"/>
                  </a:lnTo>
                  <a:lnTo>
                    <a:pt x="98704" y="676275"/>
                  </a:lnTo>
                  <a:lnTo>
                    <a:pt x="101333" y="676275"/>
                  </a:lnTo>
                  <a:lnTo>
                    <a:pt x="102450" y="675817"/>
                  </a:lnTo>
                  <a:lnTo>
                    <a:pt x="104317" y="673950"/>
                  </a:lnTo>
                  <a:lnTo>
                    <a:pt x="104775" y="672833"/>
                  </a:lnTo>
                  <a:lnTo>
                    <a:pt x="104775" y="670204"/>
                  </a:lnTo>
                  <a:close/>
                </a:path>
                <a:path w="6010275" h="1343025">
                  <a:moveTo>
                    <a:pt x="104775" y="3454"/>
                  </a:moveTo>
                  <a:lnTo>
                    <a:pt x="104317" y="2336"/>
                  </a:lnTo>
                  <a:lnTo>
                    <a:pt x="102450" y="469"/>
                  </a:lnTo>
                  <a:lnTo>
                    <a:pt x="101333" y="0"/>
                  </a:lnTo>
                  <a:lnTo>
                    <a:pt x="98704" y="0"/>
                  </a:lnTo>
                  <a:lnTo>
                    <a:pt x="97586" y="469"/>
                  </a:lnTo>
                  <a:lnTo>
                    <a:pt x="95719" y="2336"/>
                  </a:lnTo>
                  <a:lnTo>
                    <a:pt x="95250" y="3454"/>
                  </a:lnTo>
                  <a:lnTo>
                    <a:pt x="95250" y="6083"/>
                  </a:lnTo>
                  <a:lnTo>
                    <a:pt x="95719" y="7200"/>
                  </a:lnTo>
                  <a:lnTo>
                    <a:pt x="97586" y="9067"/>
                  </a:lnTo>
                  <a:lnTo>
                    <a:pt x="98704" y="9525"/>
                  </a:lnTo>
                  <a:lnTo>
                    <a:pt x="101333" y="9525"/>
                  </a:lnTo>
                  <a:lnTo>
                    <a:pt x="102450" y="9067"/>
                  </a:lnTo>
                  <a:lnTo>
                    <a:pt x="104317" y="7200"/>
                  </a:lnTo>
                  <a:lnTo>
                    <a:pt x="104775" y="6083"/>
                  </a:lnTo>
                  <a:lnTo>
                    <a:pt x="104775" y="3454"/>
                  </a:lnTo>
                  <a:close/>
                </a:path>
                <a:path w="6010275" h="1343025">
                  <a:moveTo>
                    <a:pt x="152400" y="1336954"/>
                  </a:moveTo>
                  <a:lnTo>
                    <a:pt x="151942" y="1335836"/>
                  </a:lnTo>
                  <a:lnTo>
                    <a:pt x="150075" y="1333969"/>
                  </a:lnTo>
                  <a:lnTo>
                    <a:pt x="148958" y="1333500"/>
                  </a:lnTo>
                  <a:lnTo>
                    <a:pt x="146329" y="1333500"/>
                  </a:lnTo>
                  <a:lnTo>
                    <a:pt x="145211" y="1333969"/>
                  </a:lnTo>
                  <a:lnTo>
                    <a:pt x="143344" y="1335836"/>
                  </a:lnTo>
                  <a:lnTo>
                    <a:pt x="142875" y="1336954"/>
                  </a:lnTo>
                  <a:lnTo>
                    <a:pt x="142875" y="1339583"/>
                  </a:lnTo>
                  <a:lnTo>
                    <a:pt x="143344" y="1340700"/>
                  </a:lnTo>
                  <a:lnTo>
                    <a:pt x="145211" y="1342567"/>
                  </a:lnTo>
                  <a:lnTo>
                    <a:pt x="146329" y="1343025"/>
                  </a:lnTo>
                  <a:lnTo>
                    <a:pt x="148958" y="1343025"/>
                  </a:lnTo>
                  <a:lnTo>
                    <a:pt x="150075" y="1342567"/>
                  </a:lnTo>
                  <a:lnTo>
                    <a:pt x="151942" y="1340700"/>
                  </a:lnTo>
                  <a:lnTo>
                    <a:pt x="152400" y="1339583"/>
                  </a:lnTo>
                  <a:lnTo>
                    <a:pt x="152400" y="1336954"/>
                  </a:lnTo>
                  <a:close/>
                </a:path>
                <a:path w="6010275" h="1343025">
                  <a:moveTo>
                    <a:pt x="152400" y="670204"/>
                  </a:moveTo>
                  <a:lnTo>
                    <a:pt x="151942" y="669086"/>
                  </a:lnTo>
                  <a:lnTo>
                    <a:pt x="150075" y="667219"/>
                  </a:lnTo>
                  <a:lnTo>
                    <a:pt x="148958" y="666750"/>
                  </a:lnTo>
                  <a:lnTo>
                    <a:pt x="146329" y="666750"/>
                  </a:lnTo>
                  <a:lnTo>
                    <a:pt x="145211" y="667219"/>
                  </a:lnTo>
                  <a:lnTo>
                    <a:pt x="143344" y="669086"/>
                  </a:lnTo>
                  <a:lnTo>
                    <a:pt x="142875" y="670204"/>
                  </a:lnTo>
                  <a:lnTo>
                    <a:pt x="142875" y="672833"/>
                  </a:lnTo>
                  <a:lnTo>
                    <a:pt x="143344" y="673950"/>
                  </a:lnTo>
                  <a:lnTo>
                    <a:pt x="145211" y="675817"/>
                  </a:lnTo>
                  <a:lnTo>
                    <a:pt x="146329" y="676275"/>
                  </a:lnTo>
                  <a:lnTo>
                    <a:pt x="148958" y="676275"/>
                  </a:lnTo>
                  <a:lnTo>
                    <a:pt x="150075" y="675817"/>
                  </a:lnTo>
                  <a:lnTo>
                    <a:pt x="151942" y="673950"/>
                  </a:lnTo>
                  <a:lnTo>
                    <a:pt x="152400" y="672833"/>
                  </a:lnTo>
                  <a:lnTo>
                    <a:pt x="152400" y="670204"/>
                  </a:lnTo>
                  <a:close/>
                </a:path>
                <a:path w="6010275" h="1343025">
                  <a:moveTo>
                    <a:pt x="152400" y="3454"/>
                  </a:moveTo>
                  <a:lnTo>
                    <a:pt x="151942" y="2336"/>
                  </a:lnTo>
                  <a:lnTo>
                    <a:pt x="150075" y="469"/>
                  </a:lnTo>
                  <a:lnTo>
                    <a:pt x="148958" y="0"/>
                  </a:lnTo>
                  <a:lnTo>
                    <a:pt x="146329" y="0"/>
                  </a:lnTo>
                  <a:lnTo>
                    <a:pt x="145211" y="469"/>
                  </a:lnTo>
                  <a:lnTo>
                    <a:pt x="143344" y="2336"/>
                  </a:lnTo>
                  <a:lnTo>
                    <a:pt x="142875" y="3454"/>
                  </a:lnTo>
                  <a:lnTo>
                    <a:pt x="142875" y="6083"/>
                  </a:lnTo>
                  <a:lnTo>
                    <a:pt x="143344" y="7200"/>
                  </a:lnTo>
                  <a:lnTo>
                    <a:pt x="145211" y="9067"/>
                  </a:lnTo>
                  <a:lnTo>
                    <a:pt x="146329" y="9525"/>
                  </a:lnTo>
                  <a:lnTo>
                    <a:pt x="148958" y="9525"/>
                  </a:lnTo>
                  <a:lnTo>
                    <a:pt x="150075" y="9067"/>
                  </a:lnTo>
                  <a:lnTo>
                    <a:pt x="151942" y="7200"/>
                  </a:lnTo>
                  <a:lnTo>
                    <a:pt x="152400" y="6083"/>
                  </a:lnTo>
                  <a:lnTo>
                    <a:pt x="152400" y="3454"/>
                  </a:lnTo>
                  <a:close/>
                </a:path>
                <a:path w="6010275" h="1343025">
                  <a:moveTo>
                    <a:pt x="200025" y="1336954"/>
                  </a:moveTo>
                  <a:lnTo>
                    <a:pt x="199567" y="1335836"/>
                  </a:lnTo>
                  <a:lnTo>
                    <a:pt x="197700" y="1333969"/>
                  </a:lnTo>
                  <a:lnTo>
                    <a:pt x="196583" y="1333500"/>
                  </a:lnTo>
                  <a:lnTo>
                    <a:pt x="193954" y="1333500"/>
                  </a:lnTo>
                  <a:lnTo>
                    <a:pt x="192836" y="1333969"/>
                  </a:lnTo>
                  <a:lnTo>
                    <a:pt x="190969" y="1335836"/>
                  </a:lnTo>
                  <a:lnTo>
                    <a:pt x="190500" y="1336954"/>
                  </a:lnTo>
                  <a:lnTo>
                    <a:pt x="190500" y="1339583"/>
                  </a:lnTo>
                  <a:lnTo>
                    <a:pt x="190969" y="1340700"/>
                  </a:lnTo>
                  <a:lnTo>
                    <a:pt x="192836" y="1342567"/>
                  </a:lnTo>
                  <a:lnTo>
                    <a:pt x="193954" y="1343025"/>
                  </a:lnTo>
                  <a:lnTo>
                    <a:pt x="196583" y="1343025"/>
                  </a:lnTo>
                  <a:lnTo>
                    <a:pt x="197700" y="1342567"/>
                  </a:lnTo>
                  <a:lnTo>
                    <a:pt x="199567" y="1340700"/>
                  </a:lnTo>
                  <a:lnTo>
                    <a:pt x="200025" y="1339583"/>
                  </a:lnTo>
                  <a:lnTo>
                    <a:pt x="200025" y="1336954"/>
                  </a:lnTo>
                  <a:close/>
                </a:path>
                <a:path w="6010275" h="1343025">
                  <a:moveTo>
                    <a:pt x="200025" y="670204"/>
                  </a:moveTo>
                  <a:lnTo>
                    <a:pt x="199567" y="669086"/>
                  </a:lnTo>
                  <a:lnTo>
                    <a:pt x="197700" y="667219"/>
                  </a:lnTo>
                  <a:lnTo>
                    <a:pt x="196583" y="666750"/>
                  </a:lnTo>
                  <a:lnTo>
                    <a:pt x="193954" y="666750"/>
                  </a:lnTo>
                  <a:lnTo>
                    <a:pt x="192836" y="667219"/>
                  </a:lnTo>
                  <a:lnTo>
                    <a:pt x="190969" y="669086"/>
                  </a:lnTo>
                  <a:lnTo>
                    <a:pt x="190500" y="670204"/>
                  </a:lnTo>
                  <a:lnTo>
                    <a:pt x="190500" y="672833"/>
                  </a:lnTo>
                  <a:lnTo>
                    <a:pt x="190969" y="673950"/>
                  </a:lnTo>
                  <a:lnTo>
                    <a:pt x="192836" y="675817"/>
                  </a:lnTo>
                  <a:lnTo>
                    <a:pt x="193954" y="676275"/>
                  </a:lnTo>
                  <a:lnTo>
                    <a:pt x="196583" y="676275"/>
                  </a:lnTo>
                  <a:lnTo>
                    <a:pt x="197700" y="675817"/>
                  </a:lnTo>
                  <a:lnTo>
                    <a:pt x="199567" y="673950"/>
                  </a:lnTo>
                  <a:lnTo>
                    <a:pt x="200025" y="672833"/>
                  </a:lnTo>
                  <a:lnTo>
                    <a:pt x="200025" y="670204"/>
                  </a:lnTo>
                  <a:close/>
                </a:path>
                <a:path w="6010275" h="1343025">
                  <a:moveTo>
                    <a:pt x="200025" y="3454"/>
                  </a:moveTo>
                  <a:lnTo>
                    <a:pt x="199567" y="2336"/>
                  </a:lnTo>
                  <a:lnTo>
                    <a:pt x="197700" y="469"/>
                  </a:lnTo>
                  <a:lnTo>
                    <a:pt x="196583" y="0"/>
                  </a:lnTo>
                  <a:lnTo>
                    <a:pt x="193954" y="0"/>
                  </a:lnTo>
                  <a:lnTo>
                    <a:pt x="192836" y="469"/>
                  </a:lnTo>
                  <a:lnTo>
                    <a:pt x="190969" y="2336"/>
                  </a:lnTo>
                  <a:lnTo>
                    <a:pt x="190500" y="3454"/>
                  </a:lnTo>
                  <a:lnTo>
                    <a:pt x="190500" y="6083"/>
                  </a:lnTo>
                  <a:lnTo>
                    <a:pt x="190969" y="7200"/>
                  </a:lnTo>
                  <a:lnTo>
                    <a:pt x="192836" y="9067"/>
                  </a:lnTo>
                  <a:lnTo>
                    <a:pt x="193954" y="9525"/>
                  </a:lnTo>
                  <a:lnTo>
                    <a:pt x="196583" y="9525"/>
                  </a:lnTo>
                  <a:lnTo>
                    <a:pt x="197700" y="9067"/>
                  </a:lnTo>
                  <a:lnTo>
                    <a:pt x="199567" y="7200"/>
                  </a:lnTo>
                  <a:lnTo>
                    <a:pt x="200025" y="6083"/>
                  </a:lnTo>
                  <a:lnTo>
                    <a:pt x="200025" y="3454"/>
                  </a:lnTo>
                  <a:close/>
                </a:path>
                <a:path w="6010275" h="1343025">
                  <a:moveTo>
                    <a:pt x="247650" y="1336954"/>
                  </a:moveTo>
                  <a:lnTo>
                    <a:pt x="247192" y="1335836"/>
                  </a:lnTo>
                  <a:lnTo>
                    <a:pt x="245325" y="1333969"/>
                  </a:lnTo>
                  <a:lnTo>
                    <a:pt x="244208" y="1333500"/>
                  </a:lnTo>
                  <a:lnTo>
                    <a:pt x="241579" y="1333500"/>
                  </a:lnTo>
                  <a:lnTo>
                    <a:pt x="240461" y="1333969"/>
                  </a:lnTo>
                  <a:lnTo>
                    <a:pt x="238594" y="1335836"/>
                  </a:lnTo>
                  <a:lnTo>
                    <a:pt x="238125" y="1336954"/>
                  </a:lnTo>
                  <a:lnTo>
                    <a:pt x="238125" y="1339583"/>
                  </a:lnTo>
                  <a:lnTo>
                    <a:pt x="238594" y="1340700"/>
                  </a:lnTo>
                  <a:lnTo>
                    <a:pt x="240461" y="1342567"/>
                  </a:lnTo>
                  <a:lnTo>
                    <a:pt x="241579" y="1343025"/>
                  </a:lnTo>
                  <a:lnTo>
                    <a:pt x="244208" y="1343025"/>
                  </a:lnTo>
                  <a:lnTo>
                    <a:pt x="245325" y="1342567"/>
                  </a:lnTo>
                  <a:lnTo>
                    <a:pt x="247192" y="1340700"/>
                  </a:lnTo>
                  <a:lnTo>
                    <a:pt x="247650" y="1339583"/>
                  </a:lnTo>
                  <a:lnTo>
                    <a:pt x="247650" y="1336954"/>
                  </a:lnTo>
                  <a:close/>
                </a:path>
                <a:path w="6010275" h="1343025">
                  <a:moveTo>
                    <a:pt x="247650" y="670204"/>
                  </a:moveTo>
                  <a:lnTo>
                    <a:pt x="247192" y="669086"/>
                  </a:lnTo>
                  <a:lnTo>
                    <a:pt x="245325" y="667219"/>
                  </a:lnTo>
                  <a:lnTo>
                    <a:pt x="244208" y="666750"/>
                  </a:lnTo>
                  <a:lnTo>
                    <a:pt x="241579" y="666750"/>
                  </a:lnTo>
                  <a:lnTo>
                    <a:pt x="240461" y="667219"/>
                  </a:lnTo>
                  <a:lnTo>
                    <a:pt x="238594" y="669086"/>
                  </a:lnTo>
                  <a:lnTo>
                    <a:pt x="238125" y="670204"/>
                  </a:lnTo>
                  <a:lnTo>
                    <a:pt x="238125" y="672833"/>
                  </a:lnTo>
                  <a:lnTo>
                    <a:pt x="238594" y="673950"/>
                  </a:lnTo>
                  <a:lnTo>
                    <a:pt x="240461" y="675817"/>
                  </a:lnTo>
                  <a:lnTo>
                    <a:pt x="241579" y="676275"/>
                  </a:lnTo>
                  <a:lnTo>
                    <a:pt x="244208" y="676275"/>
                  </a:lnTo>
                  <a:lnTo>
                    <a:pt x="245325" y="675817"/>
                  </a:lnTo>
                  <a:lnTo>
                    <a:pt x="247192" y="673950"/>
                  </a:lnTo>
                  <a:lnTo>
                    <a:pt x="247650" y="672833"/>
                  </a:lnTo>
                  <a:lnTo>
                    <a:pt x="247650" y="670204"/>
                  </a:lnTo>
                  <a:close/>
                </a:path>
                <a:path w="6010275" h="1343025">
                  <a:moveTo>
                    <a:pt x="247650" y="3454"/>
                  </a:moveTo>
                  <a:lnTo>
                    <a:pt x="247192" y="2336"/>
                  </a:lnTo>
                  <a:lnTo>
                    <a:pt x="245325" y="469"/>
                  </a:lnTo>
                  <a:lnTo>
                    <a:pt x="244208" y="0"/>
                  </a:lnTo>
                  <a:lnTo>
                    <a:pt x="241579" y="0"/>
                  </a:lnTo>
                  <a:lnTo>
                    <a:pt x="240461" y="469"/>
                  </a:lnTo>
                  <a:lnTo>
                    <a:pt x="238594" y="2336"/>
                  </a:lnTo>
                  <a:lnTo>
                    <a:pt x="238125" y="3454"/>
                  </a:lnTo>
                  <a:lnTo>
                    <a:pt x="238125" y="6083"/>
                  </a:lnTo>
                  <a:lnTo>
                    <a:pt x="238594" y="7200"/>
                  </a:lnTo>
                  <a:lnTo>
                    <a:pt x="240461" y="9067"/>
                  </a:lnTo>
                  <a:lnTo>
                    <a:pt x="241579" y="9525"/>
                  </a:lnTo>
                  <a:lnTo>
                    <a:pt x="244208" y="9525"/>
                  </a:lnTo>
                  <a:lnTo>
                    <a:pt x="245325" y="9067"/>
                  </a:lnTo>
                  <a:lnTo>
                    <a:pt x="247192" y="7200"/>
                  </a:lnTo>
                  <a:lnTo>
                    <a:pt x="247650" y="6083"/>
                  </a:lnTo>
                  <a:lnTo>
                    <a:pt x="247650" y="3454"/>
                  </a:lnTo>
                  <a:close/>
                </a:path>
                <a:path w="6010275" h="1343025">
                  <a:moveTo>
                    <a:pt x="295275" y="1336954"/>
                  </a:moveTo>
                  <a:lnTo>
                    <a:pt x="294817" y="1335836"/>
                  </a:lnTo>
                  <a:lnTo>
                    <a:pt x="292950" y="1333969"/>
                  </a:lnTo>
                  <a:lnTo>
                    <a:pt x="291833" y="1333500"/>
                  </a:lnTo>
                  <a:lnTo>
                    <a:pt x="289204" y="1333500"/>
                  </a:lnTo>
                  <a:lnTo>
                    <a:pt x="288086" y="1333969"/>
                  </a:lnTo>
                  <a:lnTo>
                    <a:pt x="286219" y="1335836"/>
                  </a:lnTo>
                  <a:lnTo>
                    <a:pt x="285750" y="1336954"/>
                  </a:lnTo>
                  <a:lnTo>
                    <a:pt x="285750" y="1339583"/>
                  </a:lnTo>
                  <a:lnTo>
                    <a:pt x="286219" y="1340700"/>
                  </a:lnTo>
                  <a:lnTo>
                    <a:pt x="288086" y="1342567"/>
                  </a:lnTo>
                  <a:lnTo>
                    <a:pt x="289204" y="1343025"/>
                  </a:lnTo>
                  <a:lnTo>
                    <a:pt x="291833" y="1343025"/>
                  </a:lnTo>
                  <a:lnTo>
                    <a:pt x="292950" y="1342567"/>
                  </a:lnTo>
                  <a:lnTo>
                    <a:pt x="294817" y="1340700"/>
                  </a:lnTo>
                  <a:lnTo>
                    <a:pt x="295275" y="1339583"/>
                  </a:lnTo>
                  <a:lnTo>
                    <a:pt x="295275" y="1336954"/>
                  </a:lnTo>
                  <a:close/>
                </a:path>
                <a:path w="6010275" h="1343025">
                  <a:moveTo>
                    <a:pt x="295275" y="670204"/>
                  </a:moveTo>
                  <a:lnTo>
                    <a:pt x="294817" y="669086"/>
                  </a:lnTo>
                  <a:lnTo>
                    <a:pt x="292950" y="667219"/>
                  </a:lnTo>
                  <a:lnTo>
                    <a:pt x="291833" y="666750"/>
                  </a:lnTo>
                  <a:lnTo>
                    <a:pt x="289204" y="666750"/>
                  </a:lnTo>
                  <a:lnTo>
                    <a:pt x="288086" y="667219"/>
                  </a:lnTo>
                  <a:lnTo>
                    <a:pt x="286219" y="669086"/>
                  </a:lnTo>
                  <a:lnTo>
                    <a:pt x="285750" y="670204"/>
                  </a:lnTo>
                  <a:lnTo>
                    <a:pt x="285750" y="672833"/>
                  </a:lnTo>
                  <a:lnTo>
                    <a:pt x="286219" y="673950"/>
                  </a:lnTo>
                  <a:lnTo>
                    <a:pt x="288086" y="675817"/>
                  </a:lnTo>
                  <a:lnTo>
                    <a:pt x="289204" y="676275"/>
                  </a:lnTo>
                  <a:lnTo>
                    <a:pt x="291833" y="676275"/>
                  </a:lnTo>
                  <a:lnTo>
                    <a:pt x="292950" y="675817"/>
                  </a:lnTo>
                  <a:lnTo>
                    <a:pt x="294817" y="673950"/>
                  </a:lnTo>
                  <a:lnTo>
                    <a:pt x="295275" y="672833"/>
                  </a:lnTo>
                  <a:lnTo>
                    <a:pt x="295275" y="670204"/>
                  </a:lnTo>
                  <a:close/>
                </a:path>
                <a:path w="6010275" h="1343025">
                  <a:moveTo>
                    <a:pt x="295275" y="3454"/>
                  </a:moveTo>
                  <a:lnTo>
                    <a:pt x="294817" y="2336"/>
                  </a:lnTo>
                  <a:lnTo>
                    <a:pt x="292950" y="469"/>
                  </a:lnTo>
                  <a:lnTo>
                    <a:pt x="291833" y="0"/>
                  </a:lnTo>
                  <a:lnTo>
                    <a:pt x="289204" y="0"/>
                  </a:lnTo>
                  <a:lnTo>
                    <a:pt x="288086" y="469"/>
                  </a:lnTo>
                  <a:lnTo>
                    <a:pt x="286219" y="2336"/>
                  </a:lnTo>
                  <a:lnTo>
                    <a:pt x="285750" y="3454"/>
                  </a:lnTo>
                  <a:lnTo>
                    <a:pt x="285750" y="6083"/>
                  </a:lnTo>
                  <a:lnTo>
                    <a:pt x="286219" y="7200"/>
                  </a:lnTo>
                  <a:lnTo>
                    <a:pt x="288086" y="9067"/>
                  </a:lnTo>
                  <a:lnTo>
                    <a:pt x="289204" y="9525"/>
                  </a:lnTo>
                  <a:lnTo>
                    <a:pt x="291833" y="9525"/>
                  </a:lnTo>
                  <a:lnTo>
                    <a:pt x="292950" y="9067"/>
                  </a:lnTo>
                  <a:lnTo>
                    <a:pt x="294817" y="7200"/>
                  </a:lnTo>
                  <a:lnTo>
                    <a:pt x="295275" y="6083"/>
                  </a:lnTo>
                  <a:lnTo>
                    <a:pt x="295275" y="3454"/>
                  </a:lnTo>
                  <a:close/>
                </a:path>
                <a:path w="6010275" h="1343025">
                  <a:moveTo>
                    <a:pt x="342900" y="1336954"/>
                  </a:moveTo>
                  <a:lnTo>
                    <a:pt x="342442" y="1335836"/>
                  </a:lnTo>
                  <a:lnTo>
                    <a:pt x="340575" y="1333969"/>
                  </a:lnTo>
                  <a:lnTo>
                    <a:pt x="339458" y="1333500"/>
                  </a:lnTo>
                  <a:lnTo>
                    <a:pt x="336829" y="1333500"/>
                  </a:lnTo>
                  <a:lnTo>
                    <a:pt x="335711" y="1333969"/>
                  </a:lnTo>
                  <a:lnTo>
                    <a:pt x="333844" y="1335836"/>
                  </a:lnTo>
                  <a:lnTo>
                    <a:pt x="333375" y="1336954"/>
                  </a:lnTo>
                  <a:lnTo>
                    <a:pt x="333375" y="1339583"/>
                  </a:lnTo>
                  <a:lnTo>
                    <a:pt x="333844" y="1340700"/>
                  </a:lnTo>
                  <a:lnTo>
                    <a:pt x="335711" y="1342567"/>
                  </a:lnTo>
                  <a:lnTo>
                    <a:pt x="336829" y="1343025"/>
                  </a:lnTo>
                  <a:lnTo>
                    <a:pt x="339458" y="1343025"/>
                  </a:lnTo>
                  <a:lnTo>
                    <a:pt x="340575" y="1342567"/>
                  </a:lnTo>
                  <a:lnTo>
                    <a:pt x="342442" y="1340700"/>
                  </a:lnTo>
                  <a:lnTo>
                    <a:pt x="342900" y="1339583"/>
                  </a:lnTo>
                  <a:lnTo>
                    <a:pt x="342900" y="1336954"/>
                  </a:lnTo>
                  <a:close/>
                </a:path>
                <a:path w="6010275" h="1343025">
                  <a:moveTo>
                    <a:pt x="342900" y="670204"/>
                  </a:moveTo>
                  <a:lnTo>
                    <a:pt x="342442" y="669086"/>
                  </a:lnTo>
                  <a:lnTo>
                    <a:pt x="340575" y="667219"/>
                  </a:lnTo>
                  <a:lnTo>
                    <a:pt x="339458" y="666750"/>
                  </a:lnTo>
                  <a:lnTo>
                    <a:pt x="336829" y="666750"/>
                  </a:lnTo>
                  <a:lnTo>
                    <a:pt x="335711" y="667219"/>
                  </a:lnTo>
                  <a:lnTo>
                    <a:pt x="333844" y="669086"/>
                  </a:lnTo>
                  <a:lnTo>
                    <a:pt x="333375" y="670204"/>
                  </a:lnTo>
                  <a:lnTo>
                    <a:pt x="333375" y="672833"/>
                  </a:lnTo>
                  <a:lnTo>
                    <a:pt x="333844" y="673950"/>
                  </a:lnTo>
                  <a:lnTo>
                    <a:pt x="335711" y="675817"/>
                  </a:lnTo>
                  <a:lnTo>
                    <a:pt x="336829" y="676275"/>
                  </a:lnTo>
                  <a:lnTo>
                    <a:pt x="339458" y="676275"/>
                  </a:lnTo>
                  <a:lnTo>
                    <a:pt x="340575" y="675817"/>
                  </a:lnTo>
                  <a:lnTo>
                    <a:pt x="342442" y="673950"/>
                  </a:lnTo>
                  <a:lnTo>
                    <a:pt x="342900" y="672833"/>
                  </a:lnTo>
                  <a:lnTo>
                    <a:pt x="342900" y="670204"/>
                  </a:lnTo>
                  <a:close/>
                </a:path>
                <a:path w="6010275" h="1343025">
                  <a:moveTo>
                    <a:pt x="342900" y="3454"/>
                  </a:moveTo>
                  <a:lnTo>
                    <a:pt x="342442" y="2336"/>
                  </a:lnTo>
                  <a:lnTo>
                    <a:pt x="340575" y="469"/>
                  </a:lnTo>
                  <a:lnTo>
                    <a:pt x="339458" y="0"/>
                  </a:lnTo>
                  <a:lnTo>
                    <a:pt x="336829" y="0"/>
                  </a:lnTo>
                  <a:lnTo>
                    <a:pt x="335711" y="469"/>
                  </a:lnTo>
                  <a:lnTo>
                    <a:pt x="333844" y="2336"/>
                  </a:lnTo>
                  <a:lnTo>
                    <a:pt x="333375" y="3454"/>
                  </a:lnTo>
                  <a:lnTo>
                    <a:pt x="333375" y="6083"/>
                  </a:lnTo>
                  <a:lnTo>
                    <a:pt x="333844" y="7200"/>
                  </a:lnTo>
                  <a:lnTo>
                    <a:pt x="335711" y="9067"/>
                  </a:lnTo>
                  <a:lnTo>
                    <a:pt x="336829" y="9525"/>
                  </a:lnTo>
                  <a:lnTo>
                    <a:pt x="339458" y="9525"/>
                  </a:lnTo>
                  <a:lnTo>
                    <a:pt x="340575" y="9067"/>
                  </a:lnTo>
                  <a:lnTo>
                    <a:pt x="342442" y="7200"/>
                  </a:lnTo>
                  <a:lnTo>
                    <a:pt x="342900" y="6083"/>
                  </a:lnTo>
                  <a:lnTo>
                    <a:pt x="342900" y="3454"/>
                  </a:lnTo>
                  <a:close/>
                </a:path>
                <a:path w="6010275" h="1343025">
                  <a:moveTo>
                    <a:pt x="390525" y="1336954"/>
                  </a:moveTo>
                  <a:lnTo>
                    <a:pt x="390067" y="1335836"/>
                  </a:lnTo>
                  <a:lnTo>
                    <a:pt x="388200" y="1333969"/>
                  </a:lnTo>
                  <a:lnTo>
                    <a:pt x="387083" y="1333500"/>
                  </a:lnTo>
                  <a:lnTo>
                    <a:pt x="384454" y="1333500"/>
                  </a:lnTo>
                  <a:lnTo>
                    <a:pt x="383336" y="1333969"/>
                  </a:lnTo>
                  <a:lnTo>
                    <a:pt x="381469" y="1335836"/>
                  </a:lnTo>
                  <a:lnTo>
                    <a:pt x="381000" y="1336954"/>
                  </a:lnTo>
                  <a:lnTo>
                    <a:pt x="381000" y="1339583"/>
                  </a:lnTo>
                  <a:lnTo>
                    <a:pt x="381469" y="1340700"/>
                  </a:lnTo>
                  <a:lnTo>
                    <a:pt x="383336" y="1342567"/>
                  </a:lnTo>
                  <a:lnTo>
                    <a:pt x="384454" y="1343025"/>
                  </a:lnTo>
                  <a:lnTo>
                    <a:pt x="387083" y="1343025"/>
                  </a:lnTo>
                  <a:lnTo>
                    <a:pt x="388200" y="1342567"/>
                  </a:lnTo>
                  <a:lnTo>
                    <a:pt x="390067" y="1340700"/>
                  </a:lnTo>
                  <a:lnTo>
                    <a:pt x="390525" y="1339583"/>
                  </a:lnTo>
                  <a:lnTo>
                    <a:pt x="390525" y="1336954"/>
                  </a:lnTo>
                  <a:close/>
                </a:path>
                <a:path w="6010275" h="1343025">
                  <a:moveTo>
                    <a:pt x="390525" y="670204"/>
                  </a:moveTo>
                  <a:lnTo>
                    <a:pt x="390067" y="669086"/>
                  </a:lnTo>
                  <a:lnTo>
                    <a:pt x="388200" y="667219"/>
                  </a:lnTo>
                  <a:lnTo>
                    <a:pt x="387083" y="666750"/>
                  </a:lnTo>
                  <a:lnTo>
                    <a:pt x="384454" y="666750"/>
                  </a:lnTo>
                  <a:lnTo>
                    <a:pt x="383336" y="667219"/>
                  </a:lnTo>
                  <a:lnTo>
                    <a:pt x="381469" y="669086"/>
                  </a:lnTo>
                  <a:lnTo>
                    <a:pt x="381000" y="670204"/>
                  </a:lnTo>
                  <a:lnTo>
                    <a:pt x="381000" y="672833"/>
                  </a:lnTo>
                  <a:lnTo>
                    <a:pt x="381469" y="673950"/>
                  </a:lnTo>
                  <a:lnTo>
                    <a:pt x="383336" y="675817"/>
                  </a:lnTo>
                  <a:lnTo>
                    <a:pt x="384454" y="676275"/>
                  </a:lnTo>
                  <a:lnTo>
                    <a:pt x="387083" y="676275"/>
                  </a:lnTo>
                  <a:lnTo>
                    <a:pt x="388200" y="675817"/>
                  </a:lnTo>
                  <a:lnTo>
                    <a:pt x="390067" y="673950"/>
                  </a:lnTo>
                  <a:lnTo>
                    <a:pt x="390525" y="672833"/>
                  </a:lnTo>
                  <a:lnTo>
                    <a:pt x="390525" y="670204"/>
                  </a:lnTo>
                  <a:close/>
                </a:path>
                <a:path w="6010275" h="1343025">
                  <a:moveTo>
                    <a:pt x="390525" y="3454"/>
                  </a:moveTo>
                  <a:lnTo>
                    <a:pt x="390067" y="2336"/>
                  </a:lnTo>
                  <a:lnTo>
                    <a:pt x="388200" y="469"/>
                  </a:lnTo>
                  <a:lnTo>
                    <a:pt x="387083" y="0"/>
                  </a:lnTo>
                  <a:lnTo>
                    <a:pt x="384454" y="0"/>
                  </a:lnTo>
                  <a:lnTo>
                    <a:pt x="383336" y="469"/>
                  </a:lnTo>
                  <a:lnTo>
                    <a:pt x="381469" y="2336"/>
                  </a:lnTo>
                  <a:lnTo>
                    <a:pt x="381000" y="3454"/>
                  </a:lnTo>
                  <a:lnTo>
                    <a:pt x="381000" y="6083"/>
                  </a:lnTo>
                  <a:lnTo>
                    <a:pt x="381469" y="7200"/>
                  </a:lnTo>
                  <a:lnTo>
                    <a:pt x="383336" y="9067"/>
                  </a:lnTo>
                  <a:lnTo>
                    <a:pt x="384454" y="9525"/>
                  </a:lnTo>
                  <a:lnTo>
                    <a:pt x="387083" y="9525"/>
                  </a:lnTo>
                  <a:lnTo>
                    <a:pt x="388200" y="9067"/>
                  </a:lnTo>
                  <a:lnTo>
                    <a:pt x="390067" y="7200"/>
                  </a:lnTo>
                  <a:lnTo>
                    <a:pt x="390525" y="6083"/>
                  </a:lnTo>
                  <a:lnTo>
                    <a:pt x="390525" y="3454"/>
                  </a:lnTo>
                  <a:close/>
                </a:path>
                <a:path w="6010275" h="1343025">
                  <a:moveTo>
                    <a:pt x="438150" y="1336954"/>
                  </a:moveTo>
                  <a:lnTo>
                    <a:pt x="437692" y="1335836"/>
                  </a:lnTo>
                  <a:lnTo>
                    <a:pt x="435825" y="1333969"/>
                  </a:lnTo>
                  <a:lnTo>
                    <a:pt x="434708" y="1333500"/>
                  </a:lnTo>
                  <a:lnTo>
                    <a:pt x="432079" y="1333500"/>
                  </a:lnTo>
                  <a:lnTo>
                    <a:pt x="430961" y="1333969"/>
                  </a:lnTo>
                  <a:lnTo>
                    <a:pt x="429094" y="1335836"/>
                  </a:lnTo>
                  <a:lnTo>
                    <a:pt x="428625" y="1336954"/>
                  </a:lnTo>
                  <a:lnTo>
                    <a:pt x="428625" y="1339583"/>
                  </a:lnTo>
                  <a:lnTo>
                    <a:pt x="429094" y="1340700"/>
                  </a:lnTo>
                  <a:lnTo>
                    <a:pt x="430961" y="1342567"/>
                  </a:lnTo>
                  <a:lnTo>
                    <a:pt x="432079" y="1343025"/>
                  </a:lnTo>
                  <a:lnTo>
                    <a:pt x="434708" y="1343025"/>
                  </a:lnTo>
                  <a:lnTo>
                    <a:pt x="435825" y="1342567"/>
                  </a:lnTo>
                  <a:lnTo>
                    <a:pt x="437692" y="1340700"/>
                  </a:lnTo>
                  <a:lnTo>
                    <a:pt x="438150" y="1339583"/>
                  </a:lnTo>
                  <a:lnTo>
                    <a:pt x="438150" y="1336954"/>
                  </a:lnTo>
                  <a:close/>
                </a:path>
                <a:path w="6010275" h="1343025">
                  <a:moveTo>
                    <a:pt x="438150" y="670204"/>
                  </a:moveTo>
                  <a:lnTo>
                    <a:pt x="437692" y="669086"/>
                  </a:lnTo>
                  <a:lnTo>
                    <a:pt x="435825" y="667219"/>
                  </a:lnTo>
                  <a:lnTo>
                    <a:pt x="434708" y="666750"/>
                  </a:lnTo>
                  <a:lnTo>
                    <a:pt x="432079" y="666750"/>
                  </a:lnTo>
                  <a:lnTo>
                    <a:pt x="430961" y="667219"/>
                  </a:lnTo>
                  <a:lnTo>
                    <a:pt x="429094" y="669086"/>
                  </a:lnTo>
                  <a:lnTo>
                    <a:pt x="428625" y="670204"/>
                  </a:lnTo>
                  <a:lnTo>
                    <a:pt x="428625" y="672833"/>
                  </a:lnTo>
                  <a:lnTo>
                    <a:pt x="429094" y="673950"/>
                  </a:lnTo>
                  <a:lnTo>
                    <a:pt x="430961" y="675817"/>
                  </a:lnTo>
                  <a:lnTo>
                    <a:pt x="432079" y="676275"/>
                  </a:lnTo>
                  <a:lnTo>
                    <a:pt x="434708" y="676275"/>
                  </a:lnTo>
                  <a:lnTo>
                    <a:pt x="435825" y="675817"/>
                  </a:lnTo>
                  <a:lnTo>
                    <a:pt x="437692" y="673950"/>
                  </a:lnTo>
                  <a:lnTo>
                    <a:pt x="438150" y="672833"/>
                  </a:lnTo>
                  <a:lnTo>
                    <a:pt x="438150" y="670204"/>
                  </a:lnTo>
                  <a:close/>
                </a:path>
                <a:path w="6010275" h="1343025">
                  <a:moveTo>
                    <a:pt x="438150" y="3454"/>
                  </a:moveTo>
                  <a:lnTo>
                    <a:pt x="437692" y="2336"/>
                  </a:lnTo>
                  <a:lnTo>
                    <a:pt x="435825" y="469"/>
                  </a:lnTo>
                  <a:lnTo>
                    <a:pt x="434708" y="0"/>
                  </a:lnTo>
                  <a:lnTo>
                    <a:pt x="432079" y="0"/>
                  </a:lnTo>
                  <a:lnTo>
                    <a:pt x="430961" y="469"/>
                  </a:lnTo>
                  <a:lnTo>
                    <a:pt x="429094" y="2336"/>
                  </a:lnTo>
                  <a:lnTo>
                    <a:pt x="428625" y="3454"/>
                  </a:lnTo>
                  <a:lnTo>
                    <a:pt x="428625" y="6083"/>
                  </a:lnTo>
                  <a:lnTo>
                    <a:pt x="429094" y="7200"/>
                  </a:lnTo>
                  <a:lnTo>
                    <a:pt x="430961" y="9067"/>
                  </a:lnTo>
                  <a:lnTo>
                    <a:pt x="432079" y="9525"/>
                  </a:lnTo>
                  <a:lnTo>
                    <a:pt x="434708" y="9525"/>
                  </a:lnTo>
                  <a:lnTo>
                    <a:pt x="435825" y="9067"/>
                  </a:lnTo>
                  <a:lnTo>
                    <a:pt x="437692" y="7200"/>
                  </a:lnTo>
                  <a:lnTo>
                    <a:pt x="438150" y="6083"/>
                  </a:lnTo>
                  <a:lnTo>
                    <a:pt x="438150" y="3454"/>
                  </a:lnTo>
                  <a:close/>
                </a:path>
                <a:path w="6010275" h="1343025">
                  <a:moveTo>
                    <a:pt x="485775" y="1336954"/>
                  </a:moveTo>
                  <a:lnTo>
                    <a:pt x="485317" y="1335836"/>
                  </a:lnTo>
                  <a:lnTo>
                    <a:pt x="483450" y="1333969"/>
                  </a:lnTo>
                  <a:lnTo>
                    <a:pt x="482333" y="1333500"/>
                  </a:lnTo>
                  <a:lnTo>
                    <a:pt x="479704" y="1333500"/>
                  </a:lnTo>
                  <a:lnTo>
                    <a:pt x="478586" y="1333969"/>
                  </a:lnTo>
                  <a:lnTo>
                    <a:pt x="476719" y="1335836"/>
                  </a:lnTo>
                  <a:lnTo>
                    <a:pt x="476250" y="1336954"/>
                  </a:lnTo>
                  <a:lnTo>
                    <a:pt x="476250" y="1339583"/>
                  </a:lnTo>
                  <a:lnTo>
                    <a:pt x="476719" y="1340700"/>
                  </a:lnTo>
                  <a:lnTo>
                    <a:pt x="478586" y="1342567"/>
                  </a:lnTo>
                  <a:lnTo>
                    <a:pt x="479704" y="1343025"/>
                  </a:lnTo>
                  <a:lnTo>
                    <a:pt x="482333" y="1343025"/>
                  </a:lnTo>
                  <a:lnTo>
                    <a:pt x="483450" y="1342567"/>
                  </a:lnTo>
                  <a:lnTo>
                    <a:pt x="485317" y="1340700"/>
                  </a:lnTo>
                  <a:lnTo>
                    <a:pt x="485775" y="1339583"/>
                  </a:lnTo>
                  <a:lnTo>
                    <a:pt x="485775" y="1336954"/>
                  </a:lnTo>
                  <a:close/>
                </a:path>
                <a:path w="6010275" h="1343025">
                  <a:moveTo>
                    <a:pt x="485775" y="670204"/>
                  </a:moveTo>
                  <a:lnTo>
                    <a:pt x="485317" y="669086"/>
                  </a:lnTo>
                  <a:lnTo>
                    <a:pt x="483450" y="667219"/>
                  </a:lnTo>
                  <a:lnTo>
                    <a:pt x="482333" y="666750"/>
                  </a:lnTo>
                  <a:lnTo>
                    <a:pt x="479704" y="666750"/>
                  </a:lnTo>
                  <a:lnTo>
                    <a:pt x="478586" y="667219"/>
                  </a:lnTo>
                  <a:lnTo>
                    <a:pt x="476719" y="669086"/>
                  </a:lnTo>
                  <a:lnTo>
                    <a:pt x="476250" y="670204"/>
                  </a:lnTo>
                  <a:lnTo>
                    <a:pt x="476250" y="672833"/>
                  </a:lnTo>
                  <a:lnTo>
                    <a:pt x="476719" y="673950"/>
                  </a:lnTo>
                  <a:lnTo>
                    <a:pt x="478586" y="675817"/>
                  </a:lnTo>
                  <a:lnTo>
                    <a:pt x="479704" y="676275"/>
                  </a:lnTo>
                  <a:lnTo>
                    <a:pt x="482333" y="676275"/>
                  </a:lnTo>
                  <a:lnTo>
                    <a:pt x="483450" y="675817"/>
                  </a:lnTo>
                  <a:lnTo>
                    <a:pt x="485317" y="673950"/>
                  </a:lnTo>
                  <a:lnTo>
                    <a:pt x="485775" y="672833"/>
                  </a:lnTo>
                  <a:lnTo>
                    <a:pt x="485775" y="670204"/>
                  </a:lnTo>
                  <a:close/>
                </a:path>
                <a:path w="6010275" h="1343025">
                  <a:moveTo>
                    <a:pt x="485775" y="3454"/>
                  </a:moveTo>
                  <a:lnTo>
                    <a:pt x="485317" y="2336"/>
                  </a:lnTo>
                  <a:lnTo>
                    <a:pt x="483450" y="469"/>
                  </a:lnTo>
                  <a:lnTo>
                    <a:pt x="482333" y="0"/>
                  </a:lnTo>
                  <a:lnTo>
                    <a:pt x="479704" y="0"/>
                  </a:lnTo>
                  <a:lnTo>
                    <a:pt x="478586" y="469"/>
                  </a:lnTo>
                  <a:lnTo>
                    <a:pt x="476719" y="2336"/>
                  </a:lnTo>
                  <a:lnTo>
                    <a:pt x="476250" y="3454"/>
                  </a:lnTo>
                  <a:lnTo>
                    <a:pt x="476250" y="6083"/>
                  </a:lnTo>
                  <a:lnTo>
                    <a:pt x="476719" y="7200"/>
                  </a:lnTo>
                  <a:lnTo>
                    <a:pt x="478586" y="9067"/>
                  </a:lnTo>
                  <a:lnTo>
                    <a:pt x="479704" y="9525"/>
                  </a:lnTo>
                  <a:lnTo>
                    <a:pt x="482333" y="9525"/>
                  </a:lnTo>
                  <a:lnTo>
                    <a:pt x="483450" y="9067"/>
                  </a:lnTo>
                  <a:lnTo>
                    <a:pt x="485317" y="7200"/>
                  </a:lnTo>
                  <a:lnTo>
                    <a:pt x="485775" y="6083"/>
                  </a:lnTo>
                  <a:lnTo>
                    <a:pt x="485775" y="3454"/>
                  </a:lnTo>
                  <a:close/>
                </a:path>
                <a:path w="6010275" h="1343025">
                  <a:moveTo>
                    <a:pt x="533400" y="1336954"/>
                  </a:moveTo>
                  <a:lnTo>
                    <a:pt x="532942" y="1335836"/>
                  </a:lnTo>
                  <a:lnTo>
                    <a:pt x="531075" y="1333969"/>
                  </a:lnTo>
                  <a:lnTo>
                    <a:pt x="529958" y="1333500"/>
                  </a:lnTo>
                  <a:lnTo>
                    <a:pt x="527329" y="1333500"/>
                  </a:lnTo>
                  <a:lnTo>
                    <a:pt x="526211" y="1333969"/>
                  </a:lnTo>
                  <a:lnTo>
                    <a:pt x="524344" y="1335836"/>
                  </a:lnTo>
                  <a:lnTo>
                    <a:pt x="523875" y="1336954"/>
                  </a:lnTo>
                  <a:lnTo>
                    <a:pt x="523875" y="1339583"/>
                  </a:lnTo>
                  <a:lnTo>
                    <a:pt x="524344" y="1340700"/>
                  </a:lnTo>
                  <a:lnTo>
                    <a:pt x="526211" y="1342567"/>
                  </a:lnTo>
                  <a:lnTo>
                    <a:pt x="527329" y="1343025"/>
                  </a:lnTo>
                  <a:lnTo>
                    <a:pt x="529958" y="1343025"/>
                  </a:lnTo>
                  <a:lnTo>
                    <a:pt x="531075" y="1342567"/>
                  </a:lnTo>
                  <a:lnTo>
                    <a:pt x="532942" y="1340700"/>
                  </a:lnTo>
                  <a:lnTo>
                    <a:pt x="533400" y="1339583"/>
                  </a:lnTo>
                  <a:lnTo>
                    <a:pt x="533400" y="1336954"/>
                  </a:lnTo>
                  <a:close/>
                </a:path>
                <a:path w="6010275" h="1343025">
                  <a:moveTo>
                    <a:pt x="533400" y="670204"/>
                  </a:moveTo>
                  <a:lnTo>
                    <a:pt x="532942" y="669086"/>
                  </a:lnTo>
                  <a:lnTo>
                    <a:pt x="531075" y="667219"/>
                  </a:lnTo>
                  <a:lnTo>
                    <a:pt x="529958" y="666750"/>
                  </a:lnTo>
                  <a:lnTo>
                    <a:pt x="527329" y="666750"/>
                  </a:lnTo>
                  <a:lnTo>
                    <a:pt x="526211" y="667219"/>
                  </a:lnTo>
                  <a:lnTo>
                    <a:pt x="524344" y="669086"/>
                  </a:lnTo>
                  <a:lnTo>
                    <a:pt x="523875" y="670204"/>
                  </a:lnTo>
                  <a:lnTo>
                    <a:pt x="523875" y="672833"/>
                  </a:lnTo>
                  <a:lnTo>
                    <a:pt x="524344" y="673950"/>
                  </a:lnTo>
                  <a:lnTo>
                    <a:pt x="526211" y="675817"/>
                  </a:lnTo>
                  <a:lnTo>
                    <a:pt x="527329" y="676275"/>
                  </a:lnTo>
                  <a:lnTo>
                    <a:pt x="529958" y="676275"/>
                  </a:lnTo>
                  <a:lnTo>
                    <a:pt x="531075" y="675817"/>
                  </a:lnTo>
                  <a:lnTo>
                    <a:pt x="532942" y="673950"/>
                  </a:lnTo>
                  <a:lnTo>
                    <a:pt x="533400" y="672833"/>
                  </a:lnTo>
                  <a:lnTo>
                    <a:pt x="533400" y="670204"/>
                  </a:lnTo>
                  <a:close/>
                </a:path>
                <a:path w="6010275" h="1343025">
                  <a:moveTo>
                    <a:pt x="533400" y="3454"/>
                  </a:moveTo>
                  <a:lnTo>
                    <a:pt x="532942" y="2336"/>
                  </a:lnTo>
                  <a:lnTo>
                    <a:pt x="531075" y="469"/>
                  </a:lnTo>
                  <a:lnTo>
                    <a:pt x="529958" y="0"/>
                  </a:lnTo>
                  <a:lnTo>
                    <a:pt x="527329" y="0"/>
                  </a:lnTo>
                  <a:lnTo>
                    <a:pt x="526211" y="469"/>
                  </a:lnTo>
                  <a:lnTo>
                    <a:pt x="524344" y="2336"/>
                  </a:lnTo>
                  <a:lnTo>
                    <a:pt x="523875" y="3454"/>
                  </a:lnTo>
                  <a:lnTo>
                    <a:pt x="523875" y="6083"/>
                  </a:lnTo>
                  <a:lnTo>
                    <a:pt x="524344" y="7200"/>
                  </a:lnTo>
                  <a:lnTo>
                    <a:pt x="526211" y="9067"/>
                  </a:lnTo>
                  <a:lnTo>
                    <a:pt x="527329" y="9525"/>
                  </a:lnTo>
                  <a:lnTo>
                    <a:pt x="529958" y="9525"/>
                  </a:lnTo>
                  <a:lnTo>
                    <a:pt x="531075" y="9067"/>
                  </a:lnTo>
                  <a:lnTo>
                    <a:pt x="532942" y="7200"/>
                  </a:lnTo>
                  <a:lnTo>
                    <a:pt x="533400" y="6083"/>
                  </a:lnTo>
                  <a:lnTo>
                    <a:pt x="533400" y="3454"/>
                  </a:lnTo>
                  <a:close/>
                </a:path>
                <a:path w="6010275" h="1343025">
                  <a:moveTo>
                    <a:pt x="581025" y="1336954"/>
                  </a:moveTo>
                  <a:lnTo>
                    <a:pt x="580567" y="1335836"/>
                  </a:lnTo>
                  <a:lnTo>
                    <a:pt x="578700" y="1333969"/>
                  </a:lnTo>
                  <a:lnTo>
                    <a:pt x="577583" y="1333500"/>
                  </a:lnTo>
                  <a:lnTo>
                    <a:pt x="574954" y="1333500"/>
                  </a:lnTo>
                  <a:lnTo>
                    <a:pt x="573836" y="1333969"/>
                  </a:lnTo>
                  <a:lnTo>
                    <a:pt x="571969" y="1335836"/>
                  </a:lnTo>
                  <a:lnTo>
                    <a:pt x="571500" y="1336954"/>
                  </a:lnTo>
                  <a:lnTo>
                    <a:pt x="571500" y="1339583"/>
                  </a:lnTo>
                  <a:lnTo>
                    <a:pt x="571969" y="1340700"/>
                  </a:lnTo>
                  <a:lnTo>
                    <a:pt x="573836" y="1342567"/>
                  </a:lnTo>
                  <a:lnTo>
                    <a:pt x="574954" y="1343025"/>
                  </a:lnTo>
                  <a:lnTo>
                    <a:pt x="577583" y="1343025"/>
                  </a:lnTo>
                  <a:lnTo>
                    <a:pt x="578700" y="1342567"/>
                  </a:lnTo>
                  <a:lnTo>
                    <a:pt x="580567" y="1340700"/>
                  </a:lnTo>
                  <a:lnTo>
                    <a:pt x="581025" y="1339583"/>
                  </a:lnTo>
                  <a:lnTo>
                    <a:pt x="581025" y="1336954"/>
                  </a:lnTo>
                  <a:close/>
                </a:path>
                <a:path w="6010275" h="1343025">
                  <a:moveTo>
                    <a:pt x="581025" y="670204"/>
                  </a:moveTo>
                  <a:lnTo>
                    <a:pt x="580567" y="669086"/>
                  </a:lnTo>
                  <a:lnTo>
                    <a:pt x="578700" y="667219"/>
                  </a:lnTo>
                  <a:lnTo>
                    <a:pt x="577583" y="666750"/>
                  </a:lnTo>
                  <a:lnTo>
                    <a:pt x="574954" y="666750"/>
                  </a:lnTo>
                  <a:lnTo>
                    <a:pt x="573836" y="667219"/>
                  </a:lnTo>
                  <a:lnTo>
                    <a:pt x="571969" y="669086"/>
                  </a:lnTo>
                  <a:lnTo>
                    <a:pt x="571500" y="670204"/>
                  </a:lnTo>
                  <a:lnTo>
                    <a:pt x="571500" y="672833"/>
                  </a:lnTo>
                  <a:lnTo>
                    <a:pt x="571969" y="673950"/>
                  </a:lnTo>
                  <a:lnTo>
                    <a:pt x="573836" y="675817"/>
                  </a:lnTo>
                  <a:lnTo>
                    <a:pt x="574954" y="676275"/>
                  </a:lnTo>
                  <a:lnTo>
                    <a:pt x="577583" y="676275"/>
                  </a:lnTo>
                  <a:lnTo>
                    <a:pt x="578700" y="675817"/>
                  </a:lnTo>
                  <a:lnTo>
                    <a:pt x="580567" y="673950"/>
                  </a:lnTo>
                  <a:lnTo>
                    <a:pt x="581025" y="672833"/>
                  </a:lnTo>
                  <a:lnTo>
                    <a:pt x="581025" y="670204"/>
                  </a:lnTo>
                  <a:close/>
                </a:path>
                <a:path w="6010275" h="1343025">
                  <a:moveTo>
                    <a:pt x="581025" y="3454"/>
                  </a:moveTo>
                  <a:lnTo>
                    <a:pt x="580567" y="2336"/>
                  </a:lnTo>
                  <a:lnTo>
                    <a:pt x="578700" y="469"/>
                  </a:lnTo>
                  <a:lnTo>
                    <a:pt x="577583" y="0"/>
                  </a:lnTo>
                  <a:lnTo>
                    <a:pt x="574954" y="0"/>
                  </a:lnTo>
                  <a:lnTo>
                    <a:pt x="573836" y="469"/>
                  </a:lnTo>
                  <a:lnTo>
                    <a:pt x="571969" y="2336"/>
                  </a:lnTo>
                  <a:lnTo>
                    <a:pt x="571500" y="3454"/>
                  </a:lnTo>
                  <a:lnTo>
                    <a:pt x="571500" y="6083"/>
                  </a:lnTo>
                  <a:lnTo>
                    <a:pt x="571969" y="7200"/>
                  </a:lnTo>
                  <a:lnTo>
                    <a:pt x="573836" y="9067"/>
                  </a:lnTo>
                  <a:lnTo>
                    <a:pt x="574954" y="9525"/>
                  </a:lnTo>
                  <a:lnTo>
                    <a:pt x="577583" y="9525"/>
                  </a:lnTo>
                  <a:lnTo>
                    <a:pt x="578700" y="9067"/>
                  </a:lnTo>
                  <a:lnTo>
                    <a:pt x="580567" y="7200"/>
                  </a:lnTo>
                  <a:lnTo>
                    <a:pt x="581025" y="6083"/>
                  </a:lnTo>
                  <a:lnTo>
                    <a:pt x="581025" y="3454"/>
                  </a:lnTo>
                  <a:close/>
                </a:path>
                <a:path w="6010275" h="1343025">
                  <a:moveTo>
                    <a:pt x="628650" y="1336954"/>
                  </a:moveTo>
                  <a:lnTo>
                    <a:pt x="628192" y="1335836"/>
                  </a:lnTo>
                  <a:lnTo>
                    <a:pt x="626325" y="1333969"/>
                  </a:lnTo>
                  <a:lnTo>
                    <a:pt x="625208" y="1333500"/>
                  </a:lnTo>
                  <a:lnTo>
                    <a:pt x="622579" y="1333500"/>
                  </a:lnTo>
                  <a:lnTo>
                    <a:pt x="621461" y="1333969"/>
                  </a:lnTo>
                  <a:lnTo>
                    <a:pt x="619594" y="1335836"/>
                  </a:lnTo>
                  <a:lnTo>
                    <a:pt x="619125" y="1336954"/>
                  </a:lnTo>
                  <a:lnTo>
                    <a:pt x="619125" y="1339583"/>
                  </a:lnTo>
                  <a:lnTo>
                    <a:pt x="619594" y="1340700"/>
                  </a:lnTo>
                  <a:lnTo>
                    <a:pt x="621461" y="1342567"/>
                  </a:lnTo>
                  <a:lnTo>
                    <a:pt x="622579" y="1343025"/>
                  </a:lnTo>
                  <a:lnTo>
                    <a:pt x="625208" y="1343025"/>
                  </a:lnTo>
                  <a:lnTo>
                    <a:pt x="626325" y="1342567"/>
                  </a:lnTo>
                  <a:lnTo>
                    <a:pt x="628192" y="1340700"/>
                  </a:lnTo>
                  <a:lnTo>
                    <a:pt x="628650" y="1339583"/>
                  </a:lnTo>
                  <a:lnTo>
                    <a:pt x="628650" y="1336954"/>
                  </a:lnTo>
                  <a:close/>
                </a:path>
                <a:path w="6010275" h="1343025">
                  <a:moveTo>
                    <a:pt x="628650" y="670204"/>
                  </a:moveTo>
                  <a:lnTo>
                    <a:pt x="628192" y="669086"/>
                  </a:lnTo>
                  <a:lnTo>
                    <a:pt x="626325" y="667219"/>
                  </a:lnTo>
                  <a:lnTo>
                    <a:pt x="625208" y="666750"/>
                  </a:lnTo>
                  <a:lnTo>
                    <a:pt x="622579" y="666750"/>
                  </a:lnTo>
                  <a:lnTo>
                    <a:pt x="621461" y="667219"/>
                  </a:lnTo>
                  <a:lnTo>
                    <a:pt x="619594" y="669086"/>
                  </a:lnTo>
                  <a:lnTo>
                    <a:pt x="619125" y="670204"/>
                  </a:lnTo>
                  <a:lnTo>
                    <a:pt x="619125" y="672833"/>
                  </a:lnTo>
                  <a:lnTo>
                    <a:pt x="619594" y="673950"/>
                  </a:lnTo>
                  <a:lnTo>
                    <a:pt x="621461" y="675817"/>
                  </a:lnTo>
                  <a:lnTo>
                    <a:pt x="622579" y="676275"/>
                  </a:lnTo>
                  <a:lnTo>
                    <a:pt x="625208" y="676275"/>
                  </a:lnTo>
                  <a:lnTo>
                    <a:pt x="626325" y="675817"/>
                  </a:lnTo>
                  <a:lnTo>
                    <a:pt x="628192" y="673950"/>
                  </a:lnTo>
                  <a:lnTo>
                    <a:pt x="628650" y="672833"/>
                  </a:lnTo>
                  <a:lnTo>
                    <a:pt x="628650" y="670204"/>
                  </a:lnTo>
                  <a:close/>
                </a:path>
                <a:path w="6010275" h="1343025">
                  <a:moveTo>
                    <a:pt x="628650" y="3454"/>
                  </a:moveTo>
                  <a:lnTo>
                    <a:pt x="628192" y="2336"/>
                  </a:lnTo>
                  <a:lnTo>
                    <a:pt x="626325" y="469"/>
                  </a:lnTo>
                  <a:lnTo>
                    <a:pt x="625208" y="0"/>
                  </a:lnTo>
                  <a:lnTo>
                    <a:pt x="622579" y="0"/>
                  </a:lnTo>
                  <a:lnTo>
                    <a:pt x="621461" y="469"/>
                  </a:lnTo>
                  <a:lnTo>
                    <a:pt x="619594" y="2336"/>
                  </a:lnTo>
                  <a:lnTo>
                    <a:pt x="619125" y="3454"/>
                  </a:lnTo>
                  <a:lnTo>
                    <a:pt x="619125" y="6083"/>
                  </a:lnTo>
                  <a:lnTo>
                    <a:pt x="619594" y="7200"/>
                  </a:lnTo>
                  <a:lnTo>
                    <a:pt x="621461" y="9067"/>
                  </a:lnTo>
                  <a:lnTo>
                    <a:pt x="622579" y="9525"/>
                  </a:lnTo>
                  <a:lnTo>
                    <a:pt x="625208" y="9525"/>
                  </a:lnTo>
                  <a:lnTo>
                    <a:pt x="626325" y="9067"/>
                  </a:lnTo>
                  <a:lnTo>
                    <a:pt x="628192" y="7200"/>
                  </a:lnTo>
                  <a:lnTo>
                    <a:pt x="628650" y="6083"/>
                  </a:lnTo>
                  <a:lnTo>
                    <a:pt x="628650" y="3454"/>
                  </a:lnTo>
                  <a:close/>
                </a:path>
                <a:path w="6010275" h="1343025">
                  <a:moveTo>
                    <a:pt x="676275" y="1336954"/>
                  </a:moveTo>
                  <a:lnTo>
                    <a:pt x="675817" y="1335836"/>
                  </a:lnTo>
                  <a:lnTo>
                    <a:pt x="673950" y="1333969"/>
                  </a:lnTo>
                  <a:lnTo>
                    <a:pt x="672833" y="1333500"/>
                  </a:lnTo>
                  <a:lnTo>
                    <a:pt x="670204" y="1333500"/>
                  </a:lnTo>
                  <a:lnTo>
                    <a:pt x="669086" y="1333969"/>
                  </a:lnTo>
                  <a:lnTo>
                    <a:pt x="667219" y="1335836"/>
                  </a:lnTo>
                  <a:lnTo>
                    <a:pt x="666750" y="1336954"/>
                  </a:lnTo>
                  <a:lnTo>
                    <a:pt x="666750" y="1339583"/>
                  </a:lnTo>
                  <a:lnTo>
                    <a:pt x="667219" y="1340700"/>
                  </a:lnTo>
                  <a:lnTo>
                    <a:pt x="669086" y="1342567"/>
                  </a:lnTo>
                  <a:lnTo>
                    <a:pt x="670204" y="1343025"/>
                  </a:lnTo>
                  <a:lnTo>
                    <a:pt x="672833" y="1343025"/>
                  </a:lnTo>
                  <a:lnTo>
                    <a:pt x="673950" y="1342567"/>
                  </a:lnTo>
                  <a:lnTo>
                    <a:pt x="675817" y="1340700"/>
                  </a:lnTo>
                  <a:lnTo>
                    <a:pt x="676275" y="1339583"/>
                  </a:lnTo>
                  <a:lnTo>
                    <a:pt x="676275" y="1336954"/>
                  </a:lnTo>
                  <a:close/>
                </a:path>
                <a:path w="6010275" h="1343025">
                  <a:moveTo>
                    <a:pt x="676275" y="670204"/>
                  </a:moveTo>
                  <a:lnTo>
                    <a:pt x="675817" y="669086"/>
                  </a:lnTo>
                  <a:lnTo>
                    <a:pt x="673950" y="667219"/>
                  </a:lnTo>
                  <a:lnTo>
                    <a:pt x="672833" y="666750"/>
                  </a:lnTo>
                  <a:lnTo>
                    <a:pt x="670204" y="666750"/>
                  </a:lnTo>
                  <a:lnTo>
                    <a:pt x="669086" y="667219"/>
                  </a:lnTo>
                  <a:lnTo>
                    <a:pt x="667219" y="669086"/>
                  </a:lnTo>
                  <a:lnTo>
                    <a:pt x="666750" y="670204"/>
                  </a:lnTo>
                  <a:lnTo>
                    <a:pt x="666750" y="672833"/>
                  </a:lnTo>
                  <a:lnTo>
                    <a:pt x="667219" y="673950"/>
                  </a:lnTo>
                  <a:lnTo>
                    <a:pt x="669086" y="675817"/>
                  </a:lnTo>
                  <a:lnTo>
                    <a:pt x="670204" y="676275"/>
                  </a:lnTo>
                  <a:lnTo>
                    <a:pt x="672833" y="676275"/>
                  </a:lnTo>
                  <a:lnTo>
                    <a:pt x="673950" y="675817"/>
                  </a:lnTo>
                  <a:lnTo>
                    <a:pt x="675817" y="673950"/>
                  </a:lnTo>
                  <a:lnTo>
                    <a:pt x="676275" y="672833"/>
                  </a:lnTo>
                  <a:lnTo>
                    <a:pt x="676275" y="670204"/>
                  </a:lnTo>
                  <a:close/>
                </a:path>
                <a:path w="6010275" h="1343025">
                  <a:moveTo>
                    <a:pt x="676275" y="3454"/>
                  </a:moveTo>
                  <a:lnTo>
                    <a:pt x="675817" y="2336"/>
                  </a:lnTo>
                  <a:lnTo>
                    <a:pt x="673950" y="469"/>
                  </a:lnTo>
                  <a:lnTo>
                    <a:pt x="672833" y="0"/>
                  </a:lnTo>
                  <a:lnTo>
                    <a:pt x="670204" y="0"/>
                  </a:lnTo>
                  <a:lnTo>
                    <a:pt x="669086" y="469"/>
                  </a:lnTo>
                  <a:lnTo>
                    <a:pt x="667219" y="2336"/>
                  </a:lnTo>
                  <a:lnTo>
                    <a:pt x="666750" y="3454"/>
                  </a:lnTo>
                  <a:lnTo>
                    <a:pt x="666750" y="6083"/>
                  </a:lnTo>
                  <a:lnTo>
                    <a:pt x="667219" y="7200"/>
                  </a:lnTo>
                  <a:lnTo>
                    <a:pt x="669086" y="9067"/>
                  </a:lnTo>
                  <a:lnTo>
                    <a:pt x="670204" y="9525"/>
                  </a:lnTo>
                  <a:lnTo>
                    <a:pt x="672833" y="9525"/>
                  </a:lnTo>
                  <a:lnTo>
                    <a:pt x="673950" y="9067"/>
                  </a:lnTo>
                  <a:lnTo>
                    <a:pt x="675817" y="7200"/>
                  </a:lnTo>
                  <a:lnTo>
                    <a:pt x="676275" y="6083"/>
                  </a:lnTo>
                  <a:lnTo>
                    <a:pt x="676275" y="3454"/>
                  </a:lnTo>
                  <a:close/>
                </a:path>
                <a:path w="6010275" h="1343025">
                  <a:moveTo>
                    <a:pt x="723900" y="1336954"/>
                  </a:moveTo>
                  <a:lnTo>
                    <a:pt x="723442" y="1335836"/>
                  </a:lnTo>
                  <a:lnTo>
                    <a:pt x="721575" y="1333969"/>
                  </a:lnTo>
                  <a:lnTo>
                    <a:pt x="720458" y="1333500"/>
                  </a:lnTo>
                  <a:lnTo>
                    <a:pt x="717829" y="1333500"/>
                  </a:lnTo>
                  <a:lnTo>
                    <a:pt x="716711" y="1333969"/>
                  </a:lnTo>
                  <a:lnTo>
                    <a:pt x="714844" y="1335836"/>
                  </a:lnTo>
                  <a:lnTo>
                    <a:pt x="714375" y="1336954"/>
                  </a:lnTo>
                  <a:lnTo>
                    <a:pt x="714375" y="1339583"/>
                  </a:lnTo>
                  <a:lnTo>
                    <a:pt x="714844" y="1340700"/>
                  </a:lnTo>
                  <a:lnTo>
                    <a:pt x="716711" y="1342567"/>
                  </a:lnTo>
                  <a:lnTo>
                    <a:pt x="717829" y="1343025"/>
                  </a:lnTo>
                  <a:lnTo>
                    <a:pt x="720458" y="1343025"/>
                  </a:lnTo>
                  <a:lnTo>
                    <a:pt x="721575" y="1342567"/>
                  </a:lnTo>
                  <a:lnTo>
                    <a:pt x="723442" y="1340700"/>
                  </a:lnTo>
                  <a:lnTo>
                    <a:pt x="723900" y="1339583"/>
                  </a:lnTo>
                  <a:lnTo>
                    <a:pt x="723900" y="1336954"/>
                  </a:lnTo>
                  <a:close/>
                </a:path>
                <a:path w="6010275" h="1343025">
                  <a:moveTo>
                    <a:pt x="723900" y="670204"/>
                  </a:moveTo>
                  <a:lnTo>
                    <a:pt x="723442" y="669086"/>
                  </a:lnTo>
                  <a:lnTo>
                    <a:pt x="721575" y="667219"/>
                  </a:lnTo>
                  <a:lnTo>
                    <a:pt x="720458" y="666750"/>
                  </a:lnTo>
                  <a:lnTo>
                    <a:pt x="717829" y="666750"/>
                  </a:lnTo>
                  <a:lnTo>
                    <a:pt x="716711" y="667219"/>
                  </a:lnTo>
                  <a:lnTo>
                    <a:pt x="714844" y="669086"/>
                  </a:lnTo>
                  <a:lnTo>
                    <a:pt x="714375" y="670204"/>
                  </a:lnTo>
                  <a:lnTo>
                    <a:pt x="714375" y="672833"/>
                  </a:lnTo>
                  <a:lnTo>
                    <a:pt x="714844" y="673950"/>
                  </a:lnTo>
                  <a:lnTo>
                    <a:pt x="716711" y="675817"/>
                  </a:lnTo>
                  <a:lnTo>
                    <a:pt x="717829" y="676275"/>
                  </a:lnTo>
                  <a:lnTo>
                    <a:pt x="720458" y="676275"/>
                  </a:lnTo>
                  <a:lnTo>
                    <a:pt x="721575" y="675817"/>
                  </a:lnTo>
                  <a:lnTo>
                    <a:pt x="723442" y="673950"/>
                  </a:lnTo>
                  <a:lnTo>
                    <a:pt x="723900" y="672833"/>
                  </a:lnTo>
                  <a:lnTo>
                    <a:pt x="723900" y="670204"/>
                  </a:lnTo>
                  <a:close/>
                </a:path>
                <a:path w="6010275" h="1343025">
                  <a:moveTo>
                    <a:pt x="723900" y="3454"/>
                  </a:moveTo>
                  <a:lnTo>
                    <a:pt x="723442" y="2336"/>
                  </a:lnTo>
                  <a:lnTo>
                    <a:pt x="721575" y="469"/>
                  </a:lnTo>
                  <a:lnTo>
                    <a:pt x="720458" y="0"/>
                  </a:lnTo>
                  <a:lnTo>
                    <a:pt x="717829" y="0"/>
                  </a:lnTo>
                  <a:lnTo>
                    <a:pt x="716711" y="469"/>
                  </a:lnTo>
                  <a:lnTo>
                    <a:pt x="714844" y="2336"/>
                  </a:lnTo>
                  <a:lnTo>
                    <a:pt x="714375" y="3454"/>
                  </a:lnTo>
                  <a:lnTo>
                    <a:pt x="714375" y="6083"/>
                  </a:lnTo>
                  <a:lnTo>
                    <a:pt x="714844" y="7200"/>
                  </a:lnTo>
                  <a:lnTo>
                    <a:pt x="716711" y="9067"/>
                  </a:lnTo>
                  <a:lnTo>
                    <a:pt x="717829" y="9525"/>
                  </a:lnTo>
                  <a:lnTo>
                    <a:pt x="720458" y="9525"/>
                  </a:lnTo>
                  <a:lnTo>
                    <a:pt x="721575" y="9067"/>
                  </a:lnTo>
                  <a:lnTo>
                    <a:pt x="723442" y="7200"/>
                  </a:lnTo>
                  <a:lnTo>
                    <a:pt x="723900" y="6083"/>
                  </a:lnTo>
                  <a:lnTo>
                    <a:pt x="723900" y="3454"/>
                  </a:lnTo>
                  <a:close/>
                </a:path>
                <a:path w="6010275" h="1343025">
                  <a:moveTo>
                    <a:pt x="771525" y="1336954"/>
                  </a:moveTo>
                  <a:lnTo>
                    <a:pt x="771067" y="1335836"/>
                  </a:lnTo>
                  <a:lnTo>
                    <a:pt x="769200" y="1333969"/>
                  </a:lnTo>
                  <a:lnTo>
                    <a:pt x="768083" y="1333500"/>
                  </a:lnTo>
                  <a:lnTo>
                    <a:pt x="765454" y="1333500"/>
                  </a:lnTo>
                  <a:lnTo>
                    <a:pt x="764336" y="1333969"/>
                  </a:lnTo>
                  <a:lnTo>
                    <a:pt x="762469" y="1335836"/>
                  </a:lnTo>
                  <a:lnTo>
                    <a:pt x="762000" y="1336954"/>
                  </a:lnTo>
                  <a:lnTo>
                    <a:pt x="762000" y="1339583"/>
                  </a:lnTo>
                  <a:lnTo>
                    <a:pt x="762469" y="1340700"/>
                  </a:lnTo>
                  <a:lnTo>
                    <a:pt x="764336" y="1342567"/>
                  </a:lnTo>
                  <a:lnTo>
                    <a:pt x="765454" y="1343025"/>
                  </a:lnTo>
                  <a:lnTo>
                    <a:pt x="768083" y="1343025"/>
                  </a:lnTo>
                  <a:lnTo>
                    <a:pt x="769200" y="1342567"/>
                  </a:lnTo>
                  <a:lnTo>
                    <a:pt x="771067" y="1340700"/>
                  </a:lnTo>
                  <a:lnTo>
                    <a:pt x="771525" y="1339583"/>
                  </a:lnTo>
                  <a:lnTo>
                    <a:pt x="771525" y="1336954"/>
                  </a:lnTo>
                  <a:close/>
                </a:path>
                <a:path w="6010275" h="1343025">
                  <a:moveTo>
                    <a:pt x="771525" y="670204"/>
                  </a:moveTo>
                  <a:lnTo>
                    <a:pt x="771067" y="669086"/>
                  </a:lnTo>
                  <a:lnTo>
                    <a:pt x="769200" y="667219"/>
                  </a:lnTo>
                  <a:lnTo>
                    <a:pt x="768083" y="666750"/>
                  </a:lnTo>
                  <a:lnTo>
                    <a:pt x="765454" y="666750"/>
                  </a:lnTo>
                  <a:lnTo>
                    <a:pt x="764336" y="667219"/>
                  </a:lnTo>
                  <a:lnTo>
                    <a:pt x="762469" y="669086"/>
                  </a:lnTo>
                  <a:lnTo>
                    <a:pt x="762000" y="670204"/>
                  </a:lnTo>
                  <a:lnTo>
                    <a:pt x="762000" y="672833"/>
                  </a:lnTo>
                  <a:lnTo>
                    <a:pt x="762469" y="673950"/>
                  </a:lnTo>
                  <a:lnTo>
                    <a:pt x="764336" y="675817"/>
                  </a:lnTo>
                  <a:lnTo>
                    <a:pt x="765454" y="676275"/>
                  </a:lnTo>
                  <a:lnTo>
                    <a:pt x="768083" y="676275"/>
                  </a:lnTo>
                  <a:lnTo>
                    <a:pt x="769200" y="675817"/>
                  </a:lnTo>
                  <a:lnTo>
                    <a:pt x="771067" y="673950"/>
                  </a:lnTo>
                  <a:lnTo>
                    <a:pt x="771525" y="672833"/>
                  </a:lnTo>
                  <a:lnTo>
                    <a:pt x="771525" y="670204"/>
                  </a:lnTo>
                  <a:close/>
                </a:path>
                <a:path w="6010275" h="1343025">
                  <a:moveTo>
                    <a:pt x="771525" y="3454"/>
                  </a:moveTo>
                  <a:lnTo>
                    <a:pt x="771067" y="2336"/>
                  </a:lnTo>
                  <a:lnTo>
                    <a:pt x="769200" y="469"/>
                  </a:lnTo>
                  <a:lnTo>
                    <a:pt x="768083" y="0"/>
                  </a:lnTo>
                  <a:lnTo>
                    <a:pt x="765454" y="0"/>
                  </a:lnTo>
                  <a:lnTo>
                    <a:pt x="764336" y="469"/>
                  </a:lnTo>
                  <a:lnTo>
                    <a:pt x="762469" y="2336"/>
                  </a:lnTo>
                  <a:lnTo>
                    <a:pt x="762000" y="3454"/>
                  </a:lnTo>
                  <a:lnTo>
                    <a:pt x="762000" y="6083"/>
                  </a:lnTo>
                  <a:lnTo>
                    <a:pt x="762469" y="7200"/>
                  </a:lnTo>
                  <a:lnTo>
                    <a:pt x="764336" y="9067"/>
                  </a:lnTo>
                  <a:lnTo>
                    <a:pt x="765454" y="9525"/>
                  </a:lnTo>
                  <a:lnTo>
                    <a:pt x="768083" y="9525"/>
                  </a:lnTo>
                  <a:lnTo>
                    <a:pt x="769200" y="9067"/>
                  </a:lnTo>
                  <a:lnTo>
                    <a:pt x="771067" y="7200"/>
                  </a:lnTo>
                  <a:lnTo>
                    <a:pt x="771525" y="6083"/>
                  </a:lnTo>
                  <a:lnTo>
                    <a:pt x="771525" y="3454"/>
                  </a:lnTo>
                  <a:close/>
                </a:path>
                <a:path w="6010275" h="1343025">
                  <a:moveTo>
                    <a:pt x="819150" y="1336954"/>
                  </a:moveTo>
                  <a:lnTo>
                    <a:pt x="818692" y="1335836"/>
                  </a:lnTo>
                  <a:lnTo>
                    <a:pt x="816825" y="1333969"/>
                  </a:lnTo>
                  <a:lnTo>
                    <a:pt x="815708" y="1333500"/>
                  </a:lnTo>
                  <a:lnTo>
                    <a:pt x="813079" y="1333500"/>
                  </a:lnTo>
                  <a:lnTo>
                    <a:pt x="811961" y="1333969"/>
                  </a:lnTo>
                  <a:lnTo>
                    <a:pt x="810094" y="1335836"/>
                  </a:lnTo>
                  <a:lnTo>
                    <a:pt x="809625" y="1336954"/>
                  </a:lnTo>
                  <a:lnTo>
                    <a:pt x="809625" y="1339583"/>
                  </a:lnTo>
                  <a:lnTo>
                    <a:pt x="810094" y="1340700"/>
                  </a:lnTo>
                  <a:lnTo>
                    <a:pt x="811961" y="1342567"/>
                  </a:lnTo>
                  <a:lnTo>
                    <a:pt x="813079" y="1343025"/>
                  </a:lnTo>
                  <a:lnTo>
                    <a:pt x="815708" y="1343025"/>
                  </a:lnTo>
                  <a:lnTo>
                    <a:pt x="816825" y="1342567"/>
                  </a:lnTo>
                  <a:lnTo>
                    <a:pt x="818692" y="1340700"/>
                  </a:lnTo>
                  <a:lnTo>
                    <a:pt x="819150" y="1339583"/>
                  </a:lnTo>
                  <a:lnTo>
                    <a:pt x="819150" y="1336954"/>
                  </a:lnTo>
                  <a:close/>
                </a:path>
                <a:path w="6010275" h="1343025">
                  <a:moveTo>
                    <a:pt x="819150" y="670204"/>
                  </a:moveTo>
                  <a:lnTo>
                    <a:pt x="818692" y="669086"/>
                  </a:lnTo>
                  <a:lnTo>
                    <a:pt x="816825" y="667219"/>
                  </a:lnTo>
                  <a:lnTo>
                    <a:pt x="815708" y="666750"/>
                  </a:lnTo>
                  <a:lnTo>
                    <a:pt x="813079" y="666750"/>
                  </a:lnTo>
                  <a:lnTo>
                    <a:pt x="811961" y="667219"/>
                  </a:lnTo>
                  <a:lnTo>
                    <a:pt x="810094" y="669086"/>
                  </a:lnTo>
                  <a:lnTo>
                    <a:pt x="809625" y="670204"/>
                  </a:lnTo>
                  <a:lnTo>
                    <a:pt x="809625" y="672833"/>
                  </a:lnTo>
                  <a:lnTo>
                    <a:pt x="810094" y="673950"/>
                  </a:lnTo>
                  <a:lnTo>
                    <a:pt x="811961" y="675817"/>
                  </a:lnTo>
                  <a:lnTo>
                    <a:pt x="813079" y="676275"/>
                  </a:lnTo>
                  <a:lnTo>
                    <a:pt x="815708" y="676275"/>
                  </a:lnTo>
                  <a:lnTo>
                    <a:pt x="816825" y="675817"/>
                  </a:lnTo>
                  <a:lnTo>
                    <a:pt x="818692" y="673950"/>
                  </a:lnTo>
                  <a:lnTo>
                    <a:pt x="819150" y="672833"/>
                  </a:lnTo>
                  <a:lnTo>
                    <a:pt x="819150" y="670204"/>
                  </a:lnTo>
                  <a:close/>
                </a:path>
                <a:path w="6010275" h="1343025">
                  <a:moveTo>
                    <a:pt x="819150" y="3454"/>
                  </a:moveTo>
                  <a:lnTo>
                    <a:pt x="818692" y="2336"/>
                  </a:lnTo>
                  <a:lnTo>
                    <a:pt x="816825" y="469"/>
                  </a:lnTo>
                  <a:lnTo>
                    <a:pt x="815708" y="0"/>
                  </a:lnTo>
                  <a:lnTo>
                    <a:pt x="813079" y="0"/>
                  </a:lnTo>
                  <a:lnTo>
                    <a:pt x="811961" y="469"/>
                  </a:lnTo>
                  <a:lnTo>
                    <a:pt x="810094" y="2336"/>
                  </a:lnTo>
                  <a:lnTo>
                    <a:pt x="809625" y="3454"/>
                  </a:lnTo>
                  <a:lnTo>
                    <a:pt x="809625" y="6083"/>
                  </a:lnTo>
                  <a:lnTo>
                    <a:pt x="810094" y="7200"/>
                  </a:lnTo>
                  <a:lnTo>
                    <a:pt x="811961" y="9067"/>
                  </a:lnTo>
                  <a:lnTo>
                    <a:pt x="813079" y="9525"/>
                  </a:lnTo>
                  <a:lnTo>
                    <a:pt x="815708" y="9525"/>
                  </a:lnTo>
                  <a:lnTo>
                    <a:pt x="816825" y="9067"/>
                  </a:lnTo>
                  <a:lnTo>
                    <a:pt x="818692" y="7200"/>
                  </a:lnTo>
                  <a:lnTo>
                    <a:pt x="819150" y="6083"/>
                  </a:lnTo>
                  <a:lnTo>
                    <a:pt x="819150" y="3454"/>
                  </a:lnTo>
                  <a:close/>
                </a:path>
                <a:path w="6010275" h="1343025">
                  <a:moveTo>
                    <a:pt x="866775" y="1336954"/>
                  </a:moveTo>
                  <a:lnTo>
                    <a:pt x="866317" y="1335836"/>
                  </a:lnTo>
                  <a:lnTo>
                    <a:pt x="864450" y="1333969"/>
                  </a:lnTo>
                  <a:lnTo>
                    <a:pt x="863333" y="1333500"/>
                  </a:lnTo>
                  <a:lnTo>
                    <a:pt x="860704" y="1333500"/>
                  </a:lnTo>
                  <a:lnTo>
                    <a:pt x="859586" y="1333969"/>
                  </a:lnTo>
                  <a:lnTo>
                    <a:pt x="857719" y="1335836"/>
                  </a:lnTo>
                  <a:lnTo>
                    <a:pt x="857250" y="1336954"/>
                  </a:lnTo>
                  <a:lnTo>
                    <a:pt x="857250" y="1339583"/>
                  </a:lnTo>
                  <a:lnTo>
                    <a:pt x="857719" y="1340700"/>
                  </a:lnTo>
                  <a:lnTo>
                    <a:pt x="859586" y="1342567"/>
                  </a:lnTo>
                  <a:lnTo>
                    <a:pt x="860704" y="1343025"/>
                  </a:lnTo>
                  <a:lnTo>
                    <a:pt x="863333" y="1343025"/>
                  </a:lnTo>
                  <a:lnTo>
                    <a:pt x="864450" y="1342567"/>
                  </a:lnTo>
                  <a:lnTo>
                    <a:pt x="866317" y="1340700"/>
                  </a:lnTo>
                  <a:lnTo>
                    <a:pt x="866775" y="1339583"/>
                  </a:lnTo>
                  <a:lnTo>
                    <a:pt x="866775" y="1336954"/>
                  </a:lnTo>
                  <a:close/>
                </a:path>
                <a:path w="6010275" h="1343025">
                  <a:moveTo>
                    <a:pt x="866775" y="670204"/>
                  </a:moveTo>
                  <a:lnTo>
                    <a:pt x="866317" y="669086"/>
                  </a:lnTo>
                  <a:lnTo>
                    <a:pt x="864450" y="667219"/>
                  </a:lnTo>
                  <a:lnTo>
                    <a:pt x="863333" y="666750"/>
                  </a:lnTo>
                  <a:lnTo>
                    <a:pt x="860704" y="666750"/>
                  </a:lnTo>
                  <a:lnTo>
                    <a:pt x="859586" y="667219"/>
                  </a:lnTo>
                  <a:lnTo>
                    <a:pt x="857719" y="669086"/>
                  </a:lnTo>
                  <a:lnTo>
                    <a:pt x="857250" y="670204"/>
                  </a:lnTo>
                  <a:lnTo>
                    <a:pt x="857250" y="672833"/>
                  </a:lnTo>
                  <a:lnTo>
                    <a:pt x="857719" y="673950"/>
                  </a:lnTo>
                  <a:lnTo>
                    <a:pt x="859586" y="675817"/>
                  </a:lnTo>
                  <a:lnTo>
                    <a:pt x="860704" y="676275"/>
                  </a:lnTo>
                  <a:lnTo>
                    <a:pt x="863333" y="676275"/>
                  </a:lnTo>
                  <a:lnTo>
                    <a:pt x="864450" y="675817"/>
                  </a:lnTo>
                  <a:lnTo>
                    <a:pt x="866317" y="673950"/>
                  </a:lnTo>
                  <a:lnTo>
                    <a:pt x="866775" y="672833"/>
                  </a:lnTo>
                  <a:lnTo>
                    <a:pt x="866775" y="670204"/>
                  </a:lnTo>
                  <a:close/>
                </a:path>
                <a:path w="6010275" h="1343025">
                  <a:moveTo>
                    <a:pt x="866775" y="3454"/>
                  </a:moveTo>
                  <a:lnTo>
                    <a:pt x="866317" y="2336"/>
                  </a:lnTo>
                  <a:lnTo>
                    <a:pt x="864450" y="469"/>
                  </a:lnTo>
                  <a:lnTo>
                    <a:pt x="863333" y="0"/>
                  </a:lnTo>
                  <a:lnTo>
                    <a:pt x="860704" y="0"/>
                  </a:lnTo>
                  <a:lnTo>
                    <a:pt x="859586" y="469"/>
                  </a:lnTo>
                  <a:lnTo>
                    <a:pt x="857719" y="2336"/>
                  </a:lnTo>
                  <a:lnTo>
                    <a:pt x="857250" y="3454"/>
                  </a:lnTo>
                  <a:lnTo>
                    <a:pt x="857250" y="6083"/>
                  </a:lnTo>
                  <a:lnTo>
                    <a:pt x="857719" y="7200"/>
                  </a:lnTo>
                  <a:lnTo>
                    <a:pt x="859586" y="9067"/>
                  </a:lnTo>
                  <a:lnTo>
                    <a:pt x="860704" y="9525"/>
                  </a:lnTo>
                  <a:lnTo>
                    <a:pt x="863333" y="9525"/>
                  </a:lnTo>
                  <a:lnTo>
                    <a:pt x="864450" y="9067"/>
                  </a:lnTo>
                  <a:lnTo>
                    <a:pt x="866317" y="7200"/>
                  </a:lnTo>
                  <a:lnTo>
                    <a:pt x="866775" y="6083"/>
                  </a:lnTo>
                  <a:lnTo>
                    <a:pt x="866775" y="3454"/>
                  </a:lnTo>
                  <a:close/>
                </a:path>
                <a:path w="6010275" h="1343025">
                  <a:moveTo>
                    <a:pt x="914400" y="1336954"/>
                  </a:moveTo>
                  <a:lnTo>
                    <a:pt x="913942" y="1335836"/>
                  </a:lnTo>
                  <a:lnTo>
                    <a:pt x="912075" y="1333969"/>
                  </a:lnTo>
                  <a:lnTo>
                    <a:pt x="910958" y="1333500"/>
                  </a:lnTo>
                  <a:lnTo>
                    <a:pt x="908329" y="1333500"/>
                  </a:lnTo>
                  <a:lnTo>
                    <a:pt x="907211" y="1333969"/>
                  </a:lnTo>
                  <a:lnTo>
                    <a:pt x="905344" y="1335836"/>
                  </a:lnTo>
                  <a:lnTo>
                    <a:pt x="904875" y="1336954"/>
                  </a:lnTo>
                  <a:lnTo>
                    <a:pt x="904875" y="1339583"/>
                  </a:lnTo>
                  <a:lnTo>
                    <a:pt x="905344" y="1340700"/>
                  </a:lnTo>
                  <a:lnTo>
                    <a:pt x="907211" y="1342567"/>
                  </a:lnTo>
                  <a:lnTo>
                    <a:pt x="908329" y="1343025"/>
                  </a:lnTo>
                  <a:lnTo>
                    <a:pt x="910958" y="1343025"/>
                  </a:lnTo>
                  <a:lnTo>
                    <a:pt x="912075" y="1342567"/>
                  </a:lnTo>
                  <a:lnTo>
                    <a:pt x="913942" y="1340700"/>
                  </a:lnTo>
                  <a:lnTo>
                    <a:pt x="914400" y="1339583"/>
                  </a:lnTo>
                  <a:lnTo>
                    <a:pt x="914400" y="1336954"/>
                  </a:lnTo>
                  <a:close/>
                </a:path>
                <a:path w="6010275" h="1343025">
                  <a:moveTo>
                    <a:pt x="914400" y="670204"/>
                  </a:moveTo>
                  <a:lnTo>
                    <a:pt x="913942" y="669086"/>
                  </a:lnTo>
                  <a:lnTo>
                    <a:pt x="912075" y="667219"/>
                  </a:lnTo>
                  <a:lnTo>
                    <a:pt x="910958" y="666750"/>
                  </a:lnTo>
                  <a:lnTo>
                    <a:pt x="908329" y="666750"/>
                  </a:lnTo>
                  <a:lnTo>
                    <a:pt x="907211" y="667219"/>
                  </a:lnTo>
                  <a:lnTo>
                    <a:pt x="905344" y="669086"/>
                  </a:lnTo>
                  <a:lnTo>
                    <a:pt x="904875" y="670204"/>
                  </a:lnTo>
                  <a:lnTo>
                    <a:pt x="904875" y="672833"/>
                  </a:lnTo>
                  <a:lnTo>
                    <a:pt x="905344" y="673950"/>
                  </a:lnTo>
                  <a:lnTo>
                    <a:pt x="907211" y="675817"/>
                  </a:lnTo>
                  <a:lnTo>
                    <a:pt x="908329" y="676275"/>
                  </a:lnTo>
                  <a:lnTo>
                    <a:pt x="910958" y="676275"/>
                  </a:lnTo>
                  <a:lnTo>
                    <a:pt x="912075" y="675817"/>
                  </a:lnTo>
                  <a:lnTo>
                    <a:pt x="913942" y="673950"/>
                  </a:lnTo>
                  <a:lnTo>
                    <a:pt x="914400" y="672833"/>
                  </a:lnTo>
                  <a:lnTo>
                    <a:pt x="914400" y="670204"/>
                  </a:lnTo>
                  <a:close/>
                </a:path>
                <a:path w="6010275" h="1343025">
                  <a:moveTo>
                    <a:pt x="914400" y="3454"/>
                  </a:moveTo>
                  <a:lnTo>
                    <a:pt x="913942" y="2336"/>
                  </a:lnTo>
                  <a:lnTo>
                    <a:pt x="912075" y="469"/>
                  </a:lnTo>
                  <a:lnTo>
                    <a:pt x="910958" y="0"/>
                  </a:lnTo>
                  <a:lnTo>
                    <a:pt x="908329" y="0"/>
                  </a:lnTo>
                  <a:lnTo>
                    <a:pt x="907211" y="469"/>
                  </a:lnTo>
                  <a:lnTo>
                    <a:pt x="905344" y="2336"/>
                  </a:lnTo>
                  <a:lnTo>
                    <a:pt x="904875" y="3454"/>
                  </a:lnTo>
                  <a:lnTo>
                    <a:pt x="904875" y="6083"/>
                  </a:lnTo>
                  <a:lnTo>
                    <a:pt x="905344" y="7200"/>
                  </a:lnTo>
                  <a:lnTo>
                    <a:pt x="907211" y="9067"/>
                  </a:lnTo>
                  <a:lnTo>
                    <a:pt x="908329" y="9525"/>
                  </a:lnTo>
                  <a:lnTo>
                    <a:pt x="910958" y="9525"/>
                  </a:lnTo>
                  <a:lnTo>
                    <a:pt x="912075" y="9067"/>
                  </a:lnTo>
                  <a:lnTo>
                    <a:pt x="913942" y="7200"/>
                  </a:lnTo>
                  <a:lnTo>
                    <a:pt x="914400" y="6083"/>
                  </a:lnTo>
                  <a:lnTo>
                    <a:pt x="914400" y="3454"/>
                  </a:lnTo>
                  <a:close/>
                </a:path>
                <a:path w="6010275" h="1343025">
                  <a:moveTo>
                    <a:pt x="962025" y="1336954"/>
                  </a:moveTo>
                  <a:lnTo>
                    <a:pt x="961567" y="1335836"/>
                  </a:lnTo>
                  <a:lnTo>
                    <a:pt x="959700" y="1333969"/>
                  </a:lnTo>
                  <a:lnTo>
                    <a:pt x="958583" y="1333500"/>
                  </a:lnTo>
                  <a:lnTo>
                    <a:pt x="955954" y="1333500"/>
                  </a:lnTo>
                  <a:lnTo>
                    <a:pt x="954836" y="1333969"/>
                  </a:lnTo>
                  <a:lnTo>
                    <a:pt x="952969" y="1335836"/>
                  </a:lnTo>
                  <a:lnTo>
                    <a:pt x="952500" y="1336954"/>
                  </a:lnTo>
                  <a:lnTo>
                    <a:pt x="952500" y="1339583"/>
                  </a:lnTo>
                  <a:lnTo>
                    <a:pt x="952969" y="1340700"/>
                  </a:lnTo>
                  <a:lnTo>
                    <a:pt x="954836" y="1342567"/>
                  </a:lnTo>
                  <a:lnTo>
                    <a:pt x="955954" y="1343025"/>
                  </a:lnTo>
                  <a:lnTo>
                    <a:pt x="958583" y="1343025"/>
                  </a:lnTo>
                  <a:lnTo>
                    <a:pt x="959700" y="1342567"/>
                  </a:lnTo>
                  <a:lnTo>
                    <a:pt x="961567" y="1340700"/>
                  </a:lnTo>
                  <a:lnTo>
                    <a:pt x="962025" y="1339583"/>
                  </a:lnTo>
                  <a:lnTo>
                    <a:pt x="962025" y="1336954"/>
                  </a:lnTo>
                  <a:close/>
                </a:path>
                <a:path w="6010275" h="1343025">
                  <a:moveTo>
                    <a:pt x="962025" y="670204"/>
                  </a:moveTo>
                  <a:lnTo>
                    <a:pt x="961567" y="669086"/>
                  </a:lnTo>
                  <a:lnTo>
                    <a:pt x="959700" y="667219"/>
                  </a:lnTo>
                  <a:lnTo>
                    <a:pt x="958583" y="666750"/>
                  </a:lnTo>
                  <a:lnTo>
                    <a:pt x="955954" y="666750"/>
                  </a:lnTo>
                  <a:lnTo>
                    <a:pt x="954836" y="667219"/>
                  </a:lnTo>
                  <a:lnTo>
                    <a:pt x="952969" y="669086"/>
                  </a:lnTo>
                  <a:lnTo>
                    <a:pt x="952500" y="670204"/>
                  </a:lnTo>
                  <a:lnTo>
                    <a:pt x="952500" y="672833"/>
                  </a:lnTo>
                  <a:lnTo>
                    <a:pt x="952969" y="673950"/>
                  </a:lnTo>
                  <a:lnTo>
                    <a:pt x="954836" y="675817"/>
                  </a:lnTo>
                  <a:lnTo>
                    <a:pt x="955954" y="676275"/>
                  </a:lnTo>
                  <a:lnTo>
                    <a:pt x="958583" y="676275"/>
                  </a:lnTo>
                  <a:lnTo>
                    <a:pt x="959700" y="675817"/>
                  </a:lnTo>
                  <a:lnTo>
                    <a:pt x="961567" y="673950"/>
                  </a:lnTo>
                  <a:lnTo>
                    <a:pt x="962025" y="672833"/>
                  </a:lnTo>
                  <a:lnTo>
                    <a:pt x="962025" y="670204"/>
                  </a:lnTo>
                  <a:close/>
                </a:path>
                <a:path w="6010275" h="1343025">
                  <a:moveTo>
                    <a:pt x="962025" y="3454"/>
                  </a:moveTo>
                  <a:lnTo>
                    <a:pt x="961567" y="2336"/>
                  </a:lnTo>
                  <a:lnTo>
                    <a:pt x="959700" y="469"/>
                  </a:lnTo>
                  <a:lnTo>
                    <a:pt x="958583" y="0"/>
                  </a:lnTo>
                  <a:lnTo>
                    <a:pt x="955954" y="0"/>
                  </a:lnTo>
                  <a:lnTo>
                    <a:pt x="954836" y="469"/>
                  </a:lnTo>
                  <a:lnTo>
                    <a:pt x="952969" y="2336"/>
                  </a:lnTo>
                  <a:lnTo>
                    <a:pt x="952500" y="3454"/>
                  </a:lnTo>
                  <a:lnTo>
                    <a:pt x="952500" y="6083"/>
                  </a:lnTo>
                  <a:lnTo>
                    <a:pt x="952969" y="7200"/>
                  </a:lnTo>
                  <a:lnTo>
                    <a:pt x="954836" y="9067"/>
                  </a:lnTo>
                  <a:lnTo>
                    <a:pt x="955954" y="9525"/>
                  </a:lnTo>
                  <a:lnTo>
                    <a:pt x="958583" y="9525"/>
                  </a:lnTo>
                  <a:lnTo>
                    <a:pt x="959700" y="9067"/>
                  </a:lnTo>
                  <a:lnTo>
                    <a:pt x="961567" y="7200"/>
                  </a:lnTo>
                  <a:lnTo>
                    <a:pt x="962025" y="6083"/>
                  </a:lnTo>
                  <a:lnTo>
                    <a:pt x="962025" y="3454"/>
                  </a:lnTo>
                  <a:close/>
                </a:path>
                <a:path w="6010275" h="1343025">
                  <a:moveTo>
                    <a:pt x="1009650" y="1336954"/>
                  </a:moveTo>
                  <a:lnTo>
                    <a:pt x="1009192" y="1335836"/>
                  </a:lnTo>
                  <a:lnTo>
                    <a:pt x="1007325" y="1333969"/>
                  </a:lnTo>
                  <a:lnTo>
                    <a:pt x="1006208" y="1333500"/>
                  </a:lnTo>
                  <a:lnTo>
                    <a:pt x="1003579" y="1333500"/>
                  </a:lnTo>
                  <a:lnTo>
                    <a:pt x="1002461" y="1333969"/>
                  </a:lnTo>
                  <a:lnTo>
                    <a:pt x="1000594" y="1335836"/>
                  </a:lnTo>
                  <a:lnTo>
                    <a:pt x="1000125" y="1336954"/>
                  </a:lnTo>
                  <a:lnTo>
                    <a:pt x="1000125" y="1339583"/>
                  </a:lnTo>
                  <a:lnTo>
                    <a:pt x="1000594" y="1340700"/>
                  </a:lnTo>
                  <a:lnTo>
                    <a:pt x="1002461" y="1342567"/>
                  </a:lnTo>
                  <a:lnTo>
                    <a:pt x="1003579" y="1343025"/>
                  </a:lnTo>
                  <a:lnTo>
                    <a:pt x="1006208" y="1343025"/>
                  </a:lnTo>
                  <a:lnTo>
                    <a:pt x="1007325" y="1342567"/>
                  </a:lnTo>
                  <a:lnTo>
                    <a:pt x="1009192" y="1340700"/>
                  </a:lnTo>
                  <a:lnTo>
                    <a:pt x="1009650" y="1339583"/>
                  </a:lnTo>
                  <a:lnTo>
                    <a:pt x="1009650" y="1336954"/>
                  </a:lnTo>
                  <a:close/>
                </a:path>
                <a:path w="6010275" h="1343025">
                  <a:moveTo>
                    <a:pt x="1009650" y="670204"/>
                  </a:moveTo>
                  <a:lnTo>
                    <a:pt x="1009192" y="669086"/>
                  </a:lnTo>
                  <a:lnTo>
                    <a:pt x="1007325" y="667219"/>
                  </a:lnTo>
                  <a:lnTo>
                    <a:pt x="1006208" y="666750"/>
                  </a:lnTo>
                  <a:lnTo>
                    <a:pt x="1003579" y="666750"/>
                  </a:lnTo>
                  <a:lnTo>
                    <a:pt x="1002461" y="667219"/>
                  </a:lnTo>
                  <a:lnTo>
                    <a:pt x="1000594" y="669086"/>
                  </a:lnTo>
                  <a:lnTo>
                    <a:pt x="1000125" y="670204"/>
                  </a:lnTo>
                  <a:lnTo>
                    <a:pt x="1000125" y="672833"/>
                  </a:lnTo>
                  <a:lnTo>
                    <a:pt x="1000594" y="673950"/>
                  </a:lnTo>
                  <a:lnTo>
                    <a:pt x="1002461" y="675817"/>
                  </a:lnTo>
                  <a:lnTo>
                    <a:pt x="1003579" y="676275"/>
                  </a:lnTo>
                  <a:lnTo>
                    <a:pt x="1006208" y="676275"/>
                  </a:lnTo>
                  <a:lnTo>
                    <a:pt x="1007325" y="675817"/>
                  </a:lnTo>
                  <a:lnTo>
                    <a:pt x="1009192" y="673950"/>
                  </a:lnTo>
                  <a:lnTo>
                    <a:pt x="1009650" y="672833"/>
                  </a:lnTo>
                  <a:lnTo>
                    <a:pt x="1009650" y="670204"/>
                  </a:lnTo>
                  <a:close/>
                </a:path>
                <a:path w="6010275" h="1343025">
                  <a:moveTo>
                    <a:pt x="1009650" y="3454"/>
                  </a:moveTo>
                  <a:lnTo>
                    <a:pt x="1009192" y="2336"/>
                  </a:lnTo>
                  <a:lnTo>
                    <a:pt x="1007325" y="469"/>
                  </a:lnTo>
                  <a:lnTo>
                    <a:pt x="1006208" y="0"/>
                  </a:lnTo>
                  <a:lnTo>
                    <a:pt x="1003579" y="0"/>
                  </a:lnTo>
                  <a:lnTo>
                    <a:pt x="1002461" y="469"/>
                  </a:lnTo>
                  <a:lnTo>
                    <a:pt x="1000594" y="2336"/>
                  </a:lnTo>
                  <a:lnTo>
                    <a:pt x="1000125" y="3454"/>
                  </a:lnTo>
                  <a:lnTo>
                    <a:pt x="1000125" y="6083"/>
                  </a:lnTo>
                  <a:lnTo>
                    <a:pt x="1000594" y="7200"/>
                  </a:lnTo>
                  <a:lnTo>
                    <a:pt x="1002461" y="9067"/>
                  </a:lnTo>
                  <a:lnTo>
                    <a:pt x="1003579" y="9525"/>
                  </a:lnTo>
                  <a:lnTo>
                    <a:pt x="1006208" y="9525"/>
                  </a:lnTo>
                  <a:lnTo>
                    <a:pt x="1007325" y="9067"/>
                  </a:lnTo>
                  <a:lnTo>
                    <a:pt x="1009192" y="7200"/>
                  </a:lnTo>
                  <a:lnTo>
                    <a:pt x="1009650" y="6083"/>
                  </a:lnTo>
                  <a:lnTo>
                    <a:pt x="1009650" y="3454"/>
                  </a:lnTo>
                  <a:close/>
                </a:path>
                <a:path w="6010275" h="1343025">
                  <a:moveTo>
                    <a:pt x="1057275" y="1336954"/>
                  </a:moveTo>
                  <a:lnTo>
                    <a:pt x="1056817" y="1335836"/>
                  </a:lnTo>
                  <a:lnTo>
                    <a:pt x="1054950" y="1333969"/>
                  </a:lnTo>
                  <a:lnTo>
                    <a:pt x="1053833" y="1333500"/>
                  </a:lnTo>
                  <a:lnTo>
                    <a:pt x="1051204" y="1333500"/>
                  </a:lnTo>
                  <a:lnTo>
                    <a:pt x="1050086" y="1333969"/>
                  </a:lnTo>
                  <a:lnTo>
                    <a:pt x="1048219" y="1335836"/>
                  </a:lnTo>
                  <a:lnTo>
                    <a:pt x="1047750" y="1336954"/>
                  </a:lnTo>
                  <a:lnTo>
                    <a:pt x="1047750" y="1339583"/>
                  </a:lnTo>
                  <a:lnTo>
                    <a:pt x="1048219" y="1340700"/>
                  </a:lnTo>
                  <a:lnTo>
                    <a:pt x="1050086" y="1342567"/>
                  </a:lnTo>
                  <a:lnTo>
                    <a:pt x="1051204" y="1343025"/>
                  </a:lnTo>
                  <a:lnTo>
                    <a:pt x="1053833" y="1343025"/>
                  </a:lnTo>
                  <a:lnTo>
                    <a:pt x="1054950" y="1342567"/>
                  </a:lnTo>
                  <a:lnTo>
                    <a:pt x="1056817" y="1340700"/>
                  </a:lnTo>
                  <a:lnTo>
                    <a:pt x="1057275" y="1339583"/>
                  </a:lnTo>
                  <a:lnTo>
                    <a:pt x="1057275" y="1336954"/>
                  </a:lnTo>
                  <a:close/>
                </a:path>
                <a:path w="6010275" h="1343025">
                  <a:moveTo>
                    <a:pt x="1057275" y="670204"/>
                  </a:moveTo>
                  <a:lnTo>
                    <a:pt x="1056817" y="669086"/>
                  </a:lnTo>
                  <a:lnTo>
                    <a:pt x="1054950" y="667219"/>
                  </a:lnTo>
                  <a:lnTo>
                    <a:pt x="1053833" y="666750"/>
                  </a:lnTo>
                  <a:lnTo>
                    <a:pt x="1051204" y="666750"/>
                  </a:lnTo>
                  <a:lnTo>
                    <a:pt x="1050086" y="667219"/>
                  </a:lnTo>
                  <a:lnTo>
                    <a:pt x="1048219" y="669086"/>
                  </a:lnTo>
                  <a:lnTo>
                    <a:pt x="1047750" y="670204"/>
                  </a:lnTo>
                  <a:lnTo>
                    <a:pt x="1047750" y="672833"/>
                  </a:lnTo>
                  <a:lnTo>
                    <a:pt x="1048219" y="673950"/>
                  </a:lnTo>
                  <a:lnTo>
                    <a:pt x="1050086" y="675817"/>
                  </a:lnTo>
                  <a:lnTo>
                    <a:pt x="1051204" y="676275"/>
                  </a:lnTo>
                  <a:lnTo>
                    <a:pt x="1053833" y="676275"/>
                  </a:lnTo>
                  <a:lnTo>
                    <a:pt x="1054950" y="675817"/>
                  </a:lnTo>
                  <a:lnTo>
                    <a:pt x="1056817" y="673950"/>
                  </a:lnTo>
                  <a:lnTo>
                    <a:pt x="1057275" y="672833"/>
                  </a:lnTo>
                  <a:lnTo>
                    <a:pt x="1057275" y="670204"/>
                  </a:lnTo>
                  <a:close/>
                </a:path>
                <a:path w="6010275" h="1343025">
                  <a:moveTo>
                    <a:pt x="1057275" y="3454"/>
                  </a:moveTo>
                  <a:lnTo>
                    <a:pt x="1056817" y="2336"/>
                  </a:lnTo>
                  <a:lnTo>
                    <a:pt x="1054950" y="469"/>
                  </a:lnTo>
                  <a:lnTo>
                    <a:pt x="1053833" y="0"/>
                  </a:lnTo>
                  <a:lnTo>
                    <a:pt x="1051204" y="0"/>
                  </a:lnTo>
                  <a:lnTo>
                    <a:pt x="1050086" y="469"/>
                  </a:lnTo>
                  <a:lnTo>
                    <a:pt x="1048219" y="2336"/>
                  </a:lnTo>
                  <a:lnTo>
                    <a:pt x="1047750" y="3454"/>
                  </a:lnTo>
                  <a:lnTo>
                    <a:pt x="1047750" y="6083"/>
                  </a:lnTo>
                  <a:lnTo>
                    <a:pt x="1048219" y="7200"/>
                  </a:lnTo>
                  <a:lnTo>
                    <a:pt x="1050086" y="9067"/>
                  </a:lnTo>
                  <a:lnTo>
                    <a:pt x="1051204" y="9525"/>
                  </a:lnTo>
                  <a:lnTo>
                    <a:pt x="1053833" y="9525"/>
                  </a:lnTo>
                  <a:lnTo>
                    <a:pt x="1054950" y="9067"/>
                  </a:lnTo>
                  <a:lnTo>
                    <a:pt x="1056817" y="7200"/>
                  </a:lnTo>
                  <a:lnTo>
                    <a:pt x="1057275" y="6083"/>
                  </a:lnTo>
                  <a:lnTo>
                    <a:pt x="1057275" y="3454"/>
                  </a:lnTo>
                  <a:close/>
                </a:path>
                <a:path w="6010275" h="1343025">
                  <a:moveTo>
                    <a:pt x="1104900" y="1336954"/>
                  </a:moveTo>
                  <a:lnTo>
                    <a:pt x="1104442" y="1335836"/>
                  </a:lnTo>
                  <a:lnTo>
                    <a:pt x="1102575" y="1333969"/>
                  </a:lnTo>
                  <a:lnTo>
                    <a:pt x="1101458" y="1333500"/>
                  </a:lnTo>
                  <a:lnTo>
                    <a:pt x="1098829" y="1333500"/>
                  </a:lnTo>
                  <a:lnTo>
                    <a:pt x="1097711" y="1333969"/>
                  </a:lnTo>
                  <a:lnTo>
                    <a:pt x="1095844" y="1335836"/>
                  </a:lnTo>
                  <a:lnTo>
                    <a:pt x="1095375" y="1336954"/>
                  </a:lnTo>
                  <a:lnTo>
                    <a:pt x="1095375" y="1339583"/>
                  </a:lnTo>
                  <a:lnTo>
                    <a:pt x="1095844" y="1340700"/>
                  </a:lnTo>
                  <a:lnTo>
                    <a:pt x="1097711" y="1342567"/>
                  </a:lnTo>
                  <a:lnTo>
                    <a:pt x="1098829" y="1343025"/>
                  </a:lnTo>
                  <a:lnTo>
                    <a:pt x="1101458" y="1343025"/>
                  </a:lnTo>
                  <a:lnTo>
                    <a:pt x="1102575" y="1342567"/>
                  </a:lnTo>
                  <a:lnTo>
                    <a:pt x="1104442" y="1340700"/>
                  </a:lnTo>
                  <a:lnTo>
                    <a:pt x="1104900" y="1339583"/>
                  </a:lnTo>
                  <a:lnTo>
                    <a:pt x="1104900" y="1336954"/>
                  </a:lnTo>
                  <a:close/>
                </a:path>
                <a:path w="6010275" h="1343025">
                  <a:moveTo>
                    <a:pt x="1104900" y="670204"/>
                  </a:moveTo>
                  <a:lnTo>
                    <a:pt x="1104442" y="669086"/>
                  </a:lnTo>
                  <a:lnTo>
                    <a:pt x="1102575" y="667219"/>
                  </a:lnTo>
                  <a:lnTo>
                    <a:pt x="1101458" y="666750"/>
                  </a:lnTo>
                  <a:lnTo>
                    <a:pt x="1098829" y="666750"/>
                  </a:lnTo>
                  <a:lnTo>
                    <a:pt x="1097711" y="667219"/>
                  </a:lnTo>
                  <a:lnTo>
                    <a:pt x="1095844" y="669086"/>
                  </a:lnTo>
                  <a:lnTo>
                    <a:pt x="1095375" y="670204"/>
                  </a:lnTo>
                  <a:lnTo>
                    <a:pt x="1095375" y="672833"/>
                  </a:lnTo>
                  <a:lnTo>
                    <a:pt x="1095844" y="673950"/>
                  </a:lnTo>
                  <a:lnTo>
                    <a:pt x="1097711" y="675817"/>
                  </a:lnTo>
                  <a:lnTo>
                    <a:pt x="1098829" y="676275"/>
                  </a:lnTo>
                  <a:lnTo>
                    <a:pt x="1101458" y="676275"/>
                  </a:lnTo>
                  <a:lnTo>
                    <a:pt x="1102575" y="675817"/>
                  </a:lnTo>
                  <a:lnTo>
                    <a:pt x="1104442" y="673950"/>
                  </a:lnTo>
                  <a:lnTo>
                    <a:pt x="1104900" y="672833"/>
                  </a:lnTo>
                  <a:lnTo>
                    <a:pt x="1104900" y="670204"/>
                  </a:lnTo>
                  <a:close/>
                </a:path>
                <a:path w="6010275" h="1343025">
                  <a:moveTo>
                    <a:pt x="1104900" y="3454"/>
                  </a:moveTo>
                  <a:lnTo>
                    <a:pt x="1104442" y="2336"/>
                  </a:lnTo>
                  <a:lnTo>
                    <a:pt x="1102575" y="469"/>
                  </a:lnTo>
                  <a:lnTo>
                    <a:pt x="1101458" y="0"/>
                  </a:lnTo>
                  <a:lnTo>
                    <a:pt x="1098829" y="0"/>
                  </a:lnTo>
                  <a:lnTo>
                    <a:pt x="1097711" y="469"/>
                  </a:lnTo>
                  <a:lnTo>
                    <a:pt x="1095844" y="2336"/>
                  </a:lnTo>
                  <a:lnTo>
                    <a:pt x="1095375" y="3454"/>
                  </a:lnTo>
                  <a:lnTo>
                    <a:pt x="1095375" y="6083"/>
                  </a:lnTo>
                  <a:lnTo>
                    <a:pt x="1095844" y="7200"/>
                  </a:lnTo>
                  <a:lnTo>
                    <a:pt x="1097711" y="9067"/>
                  </a:lnTo>
                  <a:lnTo>
                    <a:pt x="1098829" y="9525"/>
                  </a:lnTo>
                  <a:lnTo>
                    <a:pt x="1101458" y="9525"/>
                  </a:lnTo>
                  <a:lnTo>
                    <a:pt x="1102575" y="9067"/>
                  </a:lnTo>
                  <a:lnTo>
                    <a:pt x="1104442" y="7200"/>
                  </a:lnTo>
                  <a:lnTo>
                    <a:pt x="1104900" y="6083"/>
                  </a:lnTo>
                  <a:lnTo>
                    <a:pt x="1104900" y="3454"/>
                  </a:lnTo>
                  <a:close/>
                </a:path>
                <a:path w="6010275" h="1343025">
                  <a:moveTo>
                    <a:pt x="1152525" y="1336954"/>
                  </a:moveTo>
                  <a:lnTo>
                    <a:pt x="1152067" y="1335836"/>
                  </a:lnTo>
                  <a:lnTo>
                    <a:pt x="1150200" y="1333969"/>
                  </a:lnTo>
                  <a:lnTo>
                    <a:pt x="1149083" y="1333500"/>
                  </a:lnTo>
                  <a:lnTo>
                    <a:pt x="1146454" y="1333500"/>
                  </a:lnTo>
                  <a:lnTo>
                    <a:pt x="1145336" y="1333969"/>
                  </a:lnTo>
                  <a:lnTo>
                    <a:pt x="1143469" y="1335836"/>
                  </a:lnTo>
                  <a:lnTo>
                    <a:pt x="1143000" y="1336954"/>
                  </a:lnTo>
                  <a:lnTo>
                    <a:pt x="1143000" y="1339583"/>
                  </a:lnTo>
                  <a:lnTo>
                    <a:pt x="1143469" y="1340700"/>
                  </a:lnTo>
                  <a:lnTo>
                    <a:pt x="1145336" y="1342567"/>
                  </a:lnTo>
                  <a:lnTo>
                    <a:pt x="1146454" y="1343025"/>
                  </a:lnTo>
                  <a:lnTo>
                    <a:pt x="1149083" y="1343025"/>
                  </a:lnTo>
                  <a:lnTo>
                    <a:pt x="1150200" y="1342567"/>
                  </a:lnTo>
                  <a:lnTo>
                    <a:pt x="1152067" y="1340700"/>
                  </a:lnTo>
                  <a:lnTo>
                    <a:pt x="1152525" y="1339583"/>
                  </a:lnTo>
                  <a:lnTo>
                    <a:pt x="1152525" y="1336954"/>
                  </a:lnTo>
                  <a:close/>
                </a:path>
                <a:path w="6010275" h="1343025">
                  <a:moveTo>
                    <a:pt x="1152525" y="670204"/>
                  </a:moveTo>
                  <a:lnTo>
                    <a:pt x="1152067" y="669086"/>
                  </a:lnTo>
                  <a:lnTo>
                    <a:pt x="1150200" y="667219"/>
                  </a:lnTo>
                  <a:lnTo>
                    <a:pt x="1149083" y="666750"/>
                  </a:lnTo>
                  <a:lnTo>
                    <a:pt x="1146454" y="666750"/>
                  </a:lnTo>
                  <a:lnTo>
                    <a:pt x="1145336" y="667219"/>
                  </a:lnTo>
                  <a:lnTo>
                    <a:pt x="1143469" y="669086"/>
                  </a:lnTo>
                  <a:lnTo>
                    <a:pt x="1143000" y="670204"/>
                  </a:lnTo>
                  <a:lnTo>
                    <a:pt x="1143000" y="672833"/>
                  </a:lnTo>
                  <a:lnTo>
                    <a:pt x="1143469" y="673950"/>
                  </a:lnTo>
                  <a:lnTo>
                    <a:pt x="1145336" y="675817"/>
                  </a:lnTo>
                  <a:lnTo>
                    <a:pt x="1146454" y="676275"/>
                  </a:lnTo>
                  <a:lnTo>
                    <a:pt x="1149083" y="676275"/>
                  </a:lnTo>
                  <a:lnTo>
                    <a:pt x="1150200" y="675817"/>
                  </a:lnTo>
                  <a:lnTo>
                    <a:pt x="1152067" y="673950"/>
                  </a:lnTo>
                  <a:lnTo>
                    <a:pt x="1152525" y="672833"/>
                  </a:lnTo>
                  <a:lnTo>
                    <a:pt x="1152525" y="670204"/>
                  </a:lnTo>
                  <a:close/>
                </a:path>
                <a:path w="6010275" h="1343025">
                  <a:moveTo>
                    <a:pt x="1152525" y="3454"/>
                  </a:moveTo>
                  <a:lnTo>
                    <a:pt x="1152067" y="2336"/>
                  </a:lnTo>
                  <a:lnTo>
                    <a:pt x="1150200" y="469"/>
                  </a:lnTo>
                  <a:lnTo>
                    <a:pt x="1149083" y="0"/>
                  </a:lnTo>
                  <a:lnTo>
                    <a:pt x="1146454" y="0"/>
                  </a:lnTo>
                  <a:lnTo>
                    <a:pt x="1145336" y="469"/>
                  </a:lnTo>
                  <a:lnTo>
                    <a:pt x="1143469" y="2336"/>
                  </a:lnTo>
                  <a:lnTo>
                    <a:pt x="1143000" y="3454"/>
                  </a:lnTo>
                  <a:lnTo>
                    <a:pt x="1143000" y="6083"/>
                  </a:lnTo>
                  <a:lnTo>
                    <a:pt x="1143469" y="7200"/>
                  </a:lnTo>
                  <a:lnTo>
                    <a:pt x="1145336" y="9067"/>
                  </a:lnTo>
                  <a:lnTo>
                    <a:pt x="1146454" y="9525"/>
                  </a:lnTo>
                  <a:lnTo>
                    <a:pt x="1149083" y="9525"/>
                  </a:lnTo>
                  <a:lnTo>
                    <a:pt x="1150200" y="9067"/>
                  </a:lnTo>
                  <a:lnTo>
                    <a:pt x="1152067" y="7200"/>
                  </a:lnTo>
                  <a:lnTo>
                    <a:pt x="1152525" y="6083"/>
                  </a:lnTo>
                  <a:lnTo>
                    <a:pt x="1152525" y="3454"/>
                  </a:lnTo>
                  <a:close/>
                </a:path>
                <a:path w="6010275" h="1343025">
                  <a:moveTo>
                    <a:pt x="1200150" y="1336954"/>
                  </a:moveTo>
                  <a:lnTo>
                    <a:pt x="1199692" y="1335836"/>
                  </a:lnTo>
                  <a:lnTo>
                    <a:pt x="1197825" y="1333969"/>
                  </a:lnTo>
                  <a:lnTo>
                    <a:pt x="1196708" y="1333500"/>
                  </a:lnTo>
                  <a:lnTo>
                    <a:pt x="1194079" y="1333500"/>
                  </a:lnTo>
                  <a:lnTo>
                    <a:pt x="1192961" y="1333969"/>
                  </a:lnTo>
                  <a:lnTo>
                    <a:pt x="1191094" y="1335836"/>
                  </a:lnTo>
                  <a:lnTo>
                    <a:pt x="1190625" y="1336954"/>
                  </a:lnTo>
                  <a:lnTo>
                    <a:pt x="1190625" y="1339583"/>
                  </a:lnTo>
                  <a:lnTo>
                    <a:pt x="1191094" y="1340700"/>
                  </a:lnTo>
                  <a:lnTo>
                    <a:pt x="1192961" y="1342567"/>
                  </a:lnTo>
                  <a:lnTo>
                    <a:pt x="1194079" y="1343025"/>
                  </a:lnTo>
                  <a:lnTo>
                    <a:pt x="1196708" y="1343025"/>
                  </a:lnTo>
                  <a:lnTo>
                    <a:pt x="1197825" y="1342567"/>
                  </a:lnTo>
                  <a:lnTo>
                    <a:pt x="1199692" y="1340700"/>
                  </a:lnTo>
                  <a:lnTo>
                    <a:pt x="1200150" y="1339583"/>
                  </a:lnTo>
                  <a:lnTo>
                    <a:pt x="1200150" y="1336954"/>
                  </a:lnTo>
                  <a:close/>
                </a:path>
                <a:path w="6010275" h="1343025">
                  <a:moveTo>
                    <a:pt x="1200150" y="670204"/>
                  </a:moveTo>
                  <a:lnTo>
                    <a:pt x="1199692" y="669086"/>
                  </a:lnTo>
                  <a:lnTo>
                    <a:pt x="1197825" y="667219"/>
                  </a:lnTo>
                  <a:lnTo>
                    <a:pt x="1196708" y="666750"/>
                  </a:lnTo>
                  <a:lnTo>
                    <a:pt x="1194079" y="666750"/>
                  </a:lnTo>
                  <a:lnTo>
                    <a:pt x="1192961" y="667219"/>
                  </a:lnTo>
                  <a:lnTo>
                    <a:pt x="1191094" y="669086"/>
                  </a:lnTo>
                  <a:lnTo>
                    <a:pt x="1190625" y="670204"/>
                  </a:lnTo>
                  <a:lnTo>
                    <a:pt x="1190625" y="672833"/>
                  </a:lnTo>
                  <a:lnTo>
                    <a:pt x="1191094" y="673950"/>
                  </a:lnTo>
                  <a:lnTo>
                    <a:pt x="1192961" y="675817"/>
                  </a:lnTo>
                  <a:lnTo>
                    <a:pt x="1194079" y="676275"/>
                  </a:lnTo>
                  <a:lnTo>
                    <a:pt x="1196708" y="676275"/>
                  </a:lnTo>
                  <a:lnTo>
                    <a:pt x="1197825" y="675817"/>
                  </a:lnTo>
                  <a:lnTo>
                    <a:pt x="1199692" y="673950"/>
                  </a:lnTo>
                  <a:lnTo>
                    <a:pt x="1200150" y="672833"/>
                  </a:lnTo>
                  <a:lnTo>
                    <a:pt x="1200150" y="670204"/>
                  </a:lnTo>
                  <a:close/>
                </a:path>
                <a:path w="6010275" h="1343025">
                  <a:moveTo>
                    <a:pt x="1200150" y="3454"/>
                  </a:moveTo>
                  <a:lnTo>
                    <a:pt x="1199692" y="2336"/>
                  </a:lnTo>
                  <a:lnTo>
                    <a:pt x="1197825" y="469"/>
                  </a:lnTo>
                  <a:lnTo>
                    <a:pt x="1196708" y="0"/>
                  </a:lnTo>
                  <a:lnTo>
                    <a:pt x="1194079" y="0"/>
                  </a:lnTo>
                  <a:lnTo>
                    <a:pt x="1192961" y="469"/>
                  </a:lnTo>
                  <a:lnTo>
                    <a:pt x="1191094" y="2336"/>
                  </a:lnTo>
                  <a:lnTo>
                    <a:pt x="1190625" y="3454"/>
                  </a:lnTo>
                  <a:lnTo>
                    <a:pt x="1190625" y="6083"/>
                  </a:lnTo>
                  <a:lnTo>
                    <a:pt x="1191094" y="7200"/>
                  </a:lnTo>
                  <a:lnTo>
                    <a:pt x="1192961" y="9067"/>
                  </a:lnTo>
                  <a:lnTo>
                    <a:pt x="1194079" y="9525"/>
                  </a:lnTo>
                  <a:lnTo>
                    <a:pt x="1196708" y="9525"/>
                  </a:lnTo>
                  <a:lnTo>
                    <a:pt x="1197825" y="9067"/>
                  </a:lnTo>
                  <a:lnTo>
                    <a:pt x="1199692" y="7200"/>
                  </a:lnTo>
                  <a:lnTo>
                    <a:pt x="1200150" y="6083"/>
                  </a:lnTo>
                  <a:lnTo>
                    <a:pt x="1200150" y="3454"/>
                  </a:lnTo>
                  <a:close/>
                </a:path>
                <a:path w="6010275" h="1343025">
                  <a:moveTo>
                    <a:pt x="1247775" y="1336954"/>
                  </a:moveTo>
                  <a:lnTo>
                    <a:pt x="1247317" y="1335836"/>
                  </a:lnTo>
                  <a:lnTo>
                    <a:pt x="1245450" y="1333969"/>
                  </a:lnTo>
                  <a:lnTo>
                    <a:pt x="1244333" y="1333500"/>
                  </a:lnTo>
                  <a:lnTo>
                    <a:pt x="1241704" y="1333500"/>
                  </a:lnTo>
                  <a:lnTo>
                    <a:pt x="1240586" y="1333969"/>
                  </a:lnTo>
                  <a:lnTo>
                    <a:pt x="1238719" y="1335836"/>
                  </a:lnTo>
                  <a:lnTo>
                    <a:pt x="1238250" y="1336954"/>
                  </a:lnTo>
                  <a:lnTo>
                    <a:pt x="1238250" y="1339583"/>
                  </a:lnTo>
                  <a:lnTo>
                    <a:pt x="1238719" y="1340700"/>
                  </a:lnTo>
                  <a:lnTo>
                    <a:pt x="1240586" y="1342567"/>
                  </a:lnTo>
                  <a:lnTo>
                    <a:pt x="1241704" y="1343025"/>
                  </a:lnTo>
                  <a:lnTo>
                    <a:pt x="1244333" y="1343025"/>
                  </a:lnTo>
                  <a:lnTo>
                    <a:pt x="1245450" y="1342567"/>
                  </a:lnTo>
                  <a:lnTo>
                    <a:pt x="1247317" y="1340700"/>
                  </a:lnTo>
                  <a:lnTo>
                    <a:pt x="1247775" y="1339583"/>
                  </a:lnTo>
                  <a:lnTo>
                    <a:pt x="1247775" y="1336954"/>
                  </a:lnTo>
                  <a:close/>
                </a:path>
                <a:path w="6010275" h="1343025">
                  <a:moveTo>
                    <a:pt x="1247775" y="670204"/>
                  </a:moveTo>
                  <a:lnTo>
                    <a:pt x="1247317" y="669086"/>
                  </a:lnTo>
                  <a:lnTo>
                    <a:pt x="1245450" y="667219"/>
                  </a:lnTo>
                  <a:lnTo>
                    <a:pt x="1244333" y="666750"/>
                  </a:lnTo>
                  <a:lnTo>
                    <a:pt x="1241704" y="666750"/>
                  </a:lnTo>
                  <a:lnTo>
                    <a:pt x="1240586" y="667219"/>
                  </a:lnTo>
                  <a:lnTo>
                    <a:pt x="1238719" y="669086"/>
                  </a:lnTo>
                  <a:lnTo>
                    <a:pt x="1238250" y="670204"/>
                  </a:lnTo>
                  <a:lnTo>
                    <a:pt x="1238250" y="672833"/>
                  </a:lnTo>
                  <a:lnTo>
                    <a:pt x="1238719" y="673950"/>
                  </a:lnTo>
                  <a:lnTo>
                    <a:pt x="1240586" y="675817"/>
                  </a:lnTo>
                  <a:lnTo>
                    <a:pt x="1241704" y="676275"/>
                  </a:lnTo>
                  <a:lnTo>
                    <a:pt x="1244333" y="676275"/>
                  </a:lnTo>
                  <a:lnTo>
                    <a:pt x="1245450" y="675817"/>
                  </a:lnTo>
                  <a:lnTo>
                    <a:pt x="1247317" y="673950"/>
                  </a:lnTo>
                  <a:lnTo>
                    <a:pt x="1247775" y="672833"/>
                  </a:lnTo>
                  <a:lnTo>
                    <a:pt x="1247775" y="670204"/>
                  </a:lnTo>
                  <a:close/>
                </a:path>
                <a:path w="6010275" h="1343025">
                  <a:moveTo>
                    <a:pt x="1247775" y="3454"/>
                  </a:moveTo>
                  <a:lnTo>
                    <a:pt x="1247317" y="2336"/>
                  </a:lnTo>
                  <a:lnTo>
                    <a:pt x="1245450" y="469"/>
                  </a:lnTo>
                  <a:lnTo>
                    <a:pt x="1244333" y="0"/>
                  </a:lnTo>
                  <a:lnTo>
                    <a:pt x="1241704" y="0"/>
                  </a:lnTo>
                  <a:lnTo>
                    <a:pt x="1240586" y="469"/>
                  </a:lnTo>
                  <a:lnTo>
                    <a:pt x="1238719" y="2336"/>
                  </a:lnTo>
                  <a:lnTo>
                    <a:pt x="1238250" y="3454"/>
                  </a:lnTo>
                  <a:lnTo>
                    <a:pt x="1238250" y="6083"/>
                  </a:lnTo>
                  <a:lnTo>
                    <a:pt x="1238719" y="7200"/>
                  </a:lnTo>
                  <a:lnTo>
                    <a:pt x="1240586" y="9067"/>
                  </a:lnTo>
                  <a:lnTo>
                    <a:pt x="1241704" y="9525"/>
                  </a:lnTo>
                  <a:lnTo>
                    <a:pt x="1244333" y="9525"/>
                  </a:lnTo>
                  <a:lnTo>
                    <a:pt x="1245450" y="9067"/>
                  </a:lnTo>
                  <a:lnTo>
                    <a:pt x="1247317" y="7200"/>
                  </a:lnTo>
                  <a:lnTo>
                    <a:pt x="1247775" y="6083"/>
                  </a:lnTo>
                  <a:lnTo>
                    <a:pt x="1247775" y="3454"/>
                  </a:lnTo>
                  <a:close/>
                </a:path>
                <a:path w="6010275" h="1343025">
                  <a:moveTo>
                    <a:pt x="1295400" y="1336954"/>
                  </a:moveTo>
                  <a:lnTo>
                    <a:pt x="1294942" y="1335836"/>
                  </a:lnTo>
                  <a:lnTo>
                    <a:pt x="1293075" y="1333969"/>
                  </a:lnTo>
                  <a:lnTo>
                    <a:pt x="1291958" y="1333500"/>
                  </a:lnTo>
                  <a:lnTo>
                    <a:pt x="1289329" y="1333500"/>
                  </a:lnTo>
                  <a:lnTo>
                    <a:pt x="1288211" y="1333969"/>
                  </a:lnTo>
                  <a:lnTo>
                    <a:pt x="1286344" y="1335836"/>
                  </a:lnTo>
                  <a:lnTo>
                    <a:pt x="1285875" y="1336954"/>
                  </a:lnTo>
                  <a:lnTo>
                    <a:pt x="1285875" y="1339583"/>
                  </a:lnTo>
                  <a:lnTo>
                    <a:pt x="1286344" y="1340700"/>
                  </a:lnTo>
                  <a:lnTo>
                    <a:pt x="1288211" y="1342567"/>
                  </a:lnTo>
                  <a:lnTo>
                    <a:pt x="1289329" y="1343025"/>
                  </a:lnTo>
                  <a:lnTo>
                    <a:pt x="1291958" y="1343025"/>
                  </a:lnTo>
                  <a:lnTo>
                    <a:pt x="1293075" y="1342567"/>
                  </a:lnTo>
                  <a:lnTo>
                    <a:pt x="1294942" y="1340700"/>
                  </a:lnTo>
                  <a:lnTo>
                    <a:pt x="1295400" y="1339583"/>
                  </a:lnTo>
                  <a:lnTo>
                    <a:pt x="1295400" y="1336954"/>
                  </a:lnTo>
                  <a:close/>
                </a:path>
                <a:path w="6010275" h="1343025">
                  <a:moveTo>
                    <a:pt x="1295400" y="670204"/>
                  </a:moveTo>
                  <a:lnTo>
                    <a:pt x="1294942" y="669086"/>
                  </a:lnTo>
                  <a:lnTo>
                    <a:pt x="1293075" y="667219"/>
                  </a:lnTo>
                  <a:lnTo>
                    <a:pt x="1291958" y="666750"/>
                  </a:lnTo>
                  <a:lnTo>
                    <a:pt x="1289329" y="666750"/>
                  </a:lnTo>
                  <a:lnTo>
                    <a:pt x="1288211" y="667219"/>
                  </a:lnTo>
                  <a:lnTo>
                    <a:pt x="1286344" y="669086"/>
                  </a:lnTo>
                  <a:lnTo>
                    <a:pt x="1285875" y="670204"/>
                  </a:lnTo>
                  <a:lnTo>
                    <a:pt x="1285875" y="672833"/>
                  </a:lnTo>
                  <a:lnTo>
                    <a:pt x="1286344" y="673950"/>
                  </a:lnTo>
                  <a:lnTo>
                    <a:pt x="1288211" y="675817"/>
                  </a:lnTo>
                  <a:lnTo>
                    <a:pt x="1289329" y="676275"/>
                  </a:lnTo>
                  <a:lnTo>
                    <a:pt x="1291958" y="676275"/>
                  </a:lnTo>
                  <a:lnTo>
                    <a:pt x="1293075" y="675817"/>
                  </a:lnTo>
                  <a:lnTo>
                    <a:pt x="1294942" y="673950"/>
                  </a:lnTo>
                  <a:lnTo>
                    <a:pt x="1295400" y="672833"/>
                  </a:lnTo>
                  <a:lnTo>
                    <a:pt x="1295400" y="670204"/>
                  </a:lnTo>
                  <a:close/>
                </a:path>
                <a:path w="6010275" h="1343025">
                  <a:moveTo>
                    <a:pt x="1295400" y="3454"/>
                  </a:moveTo>
                  <a:lnTo>
                    <a:pt x="1294942" y="2336"/>
                  </a:lnTo>
                  <a:lnTo>
                    <a:pt x="1293075" y="469"/>
                  </a:lnTo>
                  <a:lnTo>
                    <a:pt x="1291958" y="0"/>
                  </a:lnTo>
                  <a:lnTo>
                    <a:pt x="1289329" y="0"/>
                  </a:lnTo>
                  <a:lnTo>
                    <a:pt x="1288211" y="469"/>
                  </a:lnTo>
                  <a:lnTo>
                    <a:pt x="1286344" y="2336"/>
                  </a:lnTo>
                  <a:lnTo>
                    <a:pt x="1285875" y="3454"/>
                  </a:lnTo>
                  <a:lnTo>
                    <a:pt x="1285875" y="6083"/>
                  </a:lnTo>
                  <a:lnTo>
                    <a:pt x="1286344" y="7200"/>
                  </a:lnTo>
                  <a:lnTo>
                    <a:pt x="1288211" y="9067"/>
                  </a:lnTo>
                  <a:lnTo>
                    <a:pt x="1289329" y="9525"/>
                  </a:lnTo>
                  <a:lnTo>
                    <a:pt x="1291958" y="9525"/>
                  </a:lnTo>
                  <a:lnTo>
                    <a:pt x="1293075" y="9067"/>
                  </a:lnTo>
                  <a:lnTo>
                    <a:pt x="1294942" y="7200"/>
                  </a:lnTo>
                  <a:lnTo>
                    <a:pt x="1295400" y="6083"/>
                  </a:lnTo>
                  <a:lnTo>
                    <a:pt x="1295400" y="3454"/>
                  </a:lnTo>
                  <a:close/>
                </a:path>
                <a:path w="6010275" h="1343025">
                  <a:moveTo>
                    <a:pt x="1343025" y="1336954"/>
                  </a:moveTo>
                  <a:lnTo>
                    <a:pt x="1342567" y="1335836"/>
                  </a:lnTo>
                  <a:lnTo>
                    <a:pt x="1340700" y="1333969"/>
                  </a:lnTo>
                  <a:lnTo>
                    <a:pt x="1339583" y="1333500"/>
                  </a:lnTo>
                  <a:lnTo>
                    <a:pt x="1336954" y="1333500"/>
                  </a:lnTo>
                  <a:lnTo>
                    <a:pt x="1335836" y="1333969"/>
                  </a:lnTo>
                  <a:lnTo>
                    <a:pt x="1333969" y="1335836"/>
                  </a:lnTo>
                  <a:lnTo>
                    <a:pt x="1333500" y="1336954"/>
                  </a:lnTo>
                  <a:lnTo>
                    <a:pt x="1333500" y="1339583"/>
                  </a:lnTo>
                  <a:lnTo>
                    <a:pt x="1333969" y="1340700"/>
                  </a:lnTo>
                  <a:lnTo>
                    <a:pt x="1335836" y="1342567"/>
                  </a:lnTo>
                  <a:lnTo>
                    <a:pt x="1336954" y="1343025"/>
                  </a:lnTo>
                  <a:lnTo>
                    <a:pt x="1339583" y="1343025"/>
                  </a:lnTo>
                  <a:lnTo>
                    <a:pt x="1340700" y="1342567"/>
                  </a:lnTo>
                  <a:lnTo>
                    <a:pt x="1342567" y="1340700"/>
                  </a:lnTo>
                  <a:lnTo>
                    <a:pt x="1343025" y="1339583"/>
                  </a:lnTo>
                  <a:lnTo>
                    <a:pt x="1343025" y="1336954"/>
                  </a:lnTo>
                  <a:close/>
                </a:path>
                <a:path w="6010275" h="1343025">
                  <a:moveTo>
                    <a:pt x="1343025" y="670204"/>
                  </a:moveTo>
                  <a:lnTo>
                    <a:pt x="1342567" y="669086"/>
                  </a:lnTo>
                  <a:lnTo>
                    <a:pt x="1340700" y="667219"/>
                  </a:lnTo>
                  <a:lnTo>
                    <a:pt x="1339583" y="666750"/>
                  </a:lnTo>
                  <a:lnTo>
                    <a:pt x="1336954" y="666750"/>
                  </a:lnTo>
                  <a:lnTo>
                    <a:pt x="1335836" y="667219"/>
                  </a:lnTo>
                  <a:lnTo>
                    <a:pt x="1333969" y="669086"/>
                  </a:lnTo>
                  <a:lnTo>
                    <a:pt x="1333500" y="670204"/>
                  </a:lnTo>
                  <a:lnTo>
                    <a:pt x="1333500" y="672833"/>
                  </a:lnTo>
                  <a:lnTo>
                    <a:pt x="1333969" y="673950"/>
                  </a:lnTo>
                  <a:lnTo>
                    <a:pt x="1335836" y="675817"/>
                  </a:lnTo>
                  <a:lnTo>
                    <a:pt x="1336954" y="676275"/>
                  </a:lnTo>
                  <a:lnTo>
                    <a:pt x="1339583" y="676275"/>
                  </a:lnTo>
                  <a:lnTo>
                    <a:pt x="1340700" y="675817"/>
                  </a:lnTo>
                  <a:lnTo>
                    <a:pt x="1342567" y="673950"/>
                  </a:lnTo>
                  <a:lnTo>
                    <a:pt x="1343025" y="672833"/>
                  </a:lnTo>
                  <a:lnTo>
                    <a:pt x="1343025" y="670204"/>
                  </a:lnTo>
                  <a:close/>
                </a:path>
                <a:path w="6010275" h="1343025">
                  <a:moveTo>
                    <a:pt x="1343025" y="3454"/>
                  </a:moveTo>
                  <a:lnTo>
                    <a:pt x="1342567" y="2336"/>
                  </a:lnTo>
                  <a:lnTo>
                    <a:pt x="1340700" y="469"/>
                  </a:lnTo>
                  <a:lnTo>
                    <a:pt x="1339583" y="0"/>
                  </a:lnTo>
                  <a:lnTo>
                    <a:pt x="1336954" y="0"/>
                  </a:lnTo>
                  <a:lnTo>
                    <a:pt x="1335836" y="469"/>
                  </a:lnTo>
                  <a:lnTo>
                    <a:pt x="1333969" y="2336"/>
                  </a:lnTo>
                  <a:lnTo>
                    <a:pt x="1333500" y="3454"/>
                  </a:lnTo>
                  <a:lnTo>
                    <a:pt x="1333500" y="6083"/>
                  </a:lnTo>
                  <a:lnTo>
                    <a:pt x="1333969" y="7200"/>
                  </a:lnTo>
                  <a:lnTo>
                    <a:pt x="1335836" y="9067"/>
                  </a:lnTo>
                  <a:lnTo>
                    <a:pt x="1336954" y="9525"/>
                  </a:lnTo>
                  <a:lnTo>
                    <a:pt x="1339583" y="9525"/>
                  </a:lnTo>
                  <a:lnTo>
                    <a:pt x="1340700" y="9067"/>
                  </a:lnTo>
                  <a:lnTo>
                    <a:pt x="1342567" y="7200"/>
                  </a:lnTo>
                  <a:lnTo>
                    <a:pt x="1343025" y="6083"/>
                  </a:lnTo>
                  <a:lnTo>
                    <a:pt x="1343025" y="3454"/>
                  </a:lnTo>
                  <a:close/>
                </a:path>
                <a:path w="6010275" h="1343025">
                  <a:moveTo>
                    <a:pt x="1390650" y="1336954"/>
                  </a:moveTo>
                  <a:lnTo>
                    <a:pt x="1390192" y="1335836"/>
                  </a:lnTo>
                  <a:lnTo>
                    <a:pt x="1388325" y="1333969"/>
                  </a:lnTo>
                  <a:lnTo>
                    <a:pt x="1387208" y="1333500"/>
                  </a:lnTo>
                  <a:lnTo>
                    <a:pt x="1384579" y="1333500"/>
                  </a:lnTo>
                  <a:lnTo>
                    <a:pt x="1383461" y="1333969"/>
                  </a:lnTo>
                  <a:lnTo>
                    <a:pt x="1381594" y="1335836"/>
                  </a:lnTo>
                  <a:lnTo>
                    <a:pt x="1381125" y="1336954"/>
                  </a:lnTo>
                  <a:lnTo>
                    <a:pt x="1381125" y="1339583"/>
                  </a:lnTo>
                  <a:lnTo>
                    <a:pt x="1381594" y="1340700"/>
                  </a:lnTo>
                  <a:lnTo>
                    <a:pt x="1383461" y="1342567"/>
                  </a:lnTo>
                  <a:lnTo>
                    <a:pt x="1384579" y="1343025"/>
                  </a:lnTo>
                  <a:lnTo>
                    <a:pt x="1387208" y="1343025"/>
                  </a:lnTo>
                  <a:lnTo>
                    <a:pt x="1388325" y="1342567"/>
                  </a:lnTo>
                  <a:lnTo>
                    <a:pt x="1390192" y="1340700"/>
                  </a:lnTo>
                  <a:lnTo>
                    <a:pt x="1390650" y="1339583"/>
                  </a:lnTo>
                  <a:lnTo>
                    <a:pt x="1390650" y="1336954"/>
                  </a:lnTo>
                  <a:close/>
                </a:path>
                <a:path w="6010275" h="1343025">
                  <a:moveTo>
                    <a:pt x="1390650" y="670204"/>
                  </a:moveTo>
                  <a:lnTo>
                    <a:pt x="1390192" y="669086"/>
                  </a:lnTo>
                  <a:lnTo>
                    <a:pt x="1388325" y="667219"/>
                  </a:lnTo>
                  <a:lnTo>
                    <a:pt x="1387208" y="666750"/>
                  </a:lnTo>
                  <a:lnTo>
                    <a:pt x="1384579" y="666750"/>
                  </a:lnTo>
                  <a:lnTo>
                    <a:pt x="1383461" y="667219"/>
                  </a:lnTo>
                  <a:lnTo>
                    <a:pt x="1381594" y="669086"/>
                  </a:lnTo>
                  <a:lnTo>
                    <a:pt x="1381125" y="670204"/>
                  </a:lnTo>
                  <a:lnTo>
                    <a:pt x="1381125" y="672833"/>
                  </a:lnTo>
                  <a:lnTo>
                    <a:pt x="1381594" y="673950"/>
                  </a:lnTo>
                  <a:lnTo>
                    <a:pt x="1383461" y="675817"/>
                  </a:lnTo>
                  <a:lnTo>
                    <a:pt x="1384579" y="676275"/>
                  </a:lnTo>
                  <a:lnTo>
                    <a:pt x="1387208" y="676275"/>
                  </a:lnTo>
                  <a:lnTo>
                    <a:pt x="1388325" y="675817"/>
                  </a:lnTo>
                  <a:lnTo>
                    <a:pt x="1390192" y="673950"/>
                  </a:lnTo>
                  <a:lnTo>
                    <a:pt x="1390650" y="672833"/>
                  </a:lnTo>
                  <a:lnTo>
                    <a:pt x="1390650" y="670204"/>
                  </a:lnTo>
                  <a:close/>
                </a:path>
                <a:path w="6010275" h="1343025">
                  <a:moveTo>
                    <a:pt x="1390650" y="3454"/>
                  </a:moveTo>
                  <a:lnTo>
                    <a:pt x="1390192" y="2336"/>
                  </a:lnTo>
                  <a:lnTo>
                    <a:pt x="1388325" y="469"/>
                  </a:lnTo>
                  <a:lnTo>
                    <a:pt x="1387208" y="0"/>
                  </a:lnTo>
                  <a:lnTo>
                    <a:pt x="1384579" y="0"/>
                  </a:lnTo>
                  <a:lnTo>
                    <a:pt x="1383461" y="469"/>
                  </a:lnTo>
                  <a:lnTo>
                    <a:pt x="1381594" y="2336"/>
                  </a:lnTo>
                  <a:lnTo>
                    <a:pt x="1381125" y="3454"/>
                  </a:lnTo>
                  <a:lnTo>
                    <a:pt x="1381125" y="6083"/>
                  </a:lnTo>
                  <a:lnTo>
                    <a:pt x="1381594" y="7200"/>
                  </a:lnTo>
                  <a:lnTo>
                    <a:pt x="1383461" y="9067"/>
                  </a:lnTo>
                  <a:lnTo>
                    <a:pt x="1384579" y="9525"/>
                  </a:lnTo>
                  <a:lnTo>
                    <a:pt x="1387208" y="9525"/>
                  </a:lnTo>
                  <a:lnTo>
                    <a:pt x="1388325" y="9067"/>
                  </a:lnTo>
                  <a:lnTo>
                    <a:pt x="1390192" y="7200"/>
                  </a:lnTo>
                  <a:lnTo>
                    <a:pt x="1390650" y="6083"/>
                  </a:lnTo>
                  <a:lnTo>
                    <a:pt x="1390650" y="3454"/>
                  </a:lnTo>
                  <a:close/>
                </a:path>
                <a:path w="6010275" h="1343025">
                  <a:moveTo>
                    <a:pt x="1438275" y="1336954"/>
                  </a:moveTo>
                  <a:lnTo>
                    <a:pt x="1437817" y="1335836"/>
                  </a:lnTo>
                  <a:lnTo>
                    <a:pt x="1435950" y="1333969"/>
                  </a:lnTo>
                  <a:lnTo>
                    <a:pt x="1434833" y="1333500"/>
                  </a:lnTo>
                  <a:lnTo>
                    <a:pt x="1432204" y="1333500"/>
                  </a:lnTo>
                  <a:lnTo>
                    <a:pt x="1431086" y="1333969"/>
                  </a:lnTo>
                  <a:lnTo>
                    <a:pt x="1429219" y="1335836"/>
                  </a:lnTo>
                  <a:lnTo>
                    <a:pt x="1428750" y="1336954"/>
                  </a:lnTo>
                  <a:lnTo>
                    <a:pt x="1428750" y="1339583"/>
                  </a:lnTo>
                  <a:lnTo>
                    <a:pt x="1429219" y="1340700"/>
                  </a:lnTo>
                  <a:lnTo>
                    <a:pt x="1431086" y="1342567"/>
                  </a:lnTo>
                  <a:lnTo>
                    <a:pt x="1432204" y="1343025"/>
                  </a:lnTo>
                  <a:lnTo>
                    <a:pt x="1434833" y="1343025"/>
                  </a:lnTo>
                  <a:lnTo>
                    <a:pt x="1435950" y="1342567"/>
                  </a:lnTo>
                  <a:lnTo>
                    <a:pt x="1437817" y="1340700"/>
                  </a:lnTo>
                  <a:lnTo>
                    <a:pt x="1438275" y="1339583"/>
                  </a:lnTo>
                  <a:lnTo>
                    <a:pt x="1438275" y="1336954"/>
                  </a:lnTo>
                  <a:close/>
                </a:path>
                <a:path w="6010275" h="1343025">
                  <a:moveTo>
                    <a:pt x="1438275" y="670204"/>
                  </a:moveTo>
                  <a:lnTo>
                    <a:pt x="1437817" y="669086"/>
                  </a:lnTo>
                  <a:lnTo>
                    <a:pt x="1435950" y="667219"/>
                  </a:lnTo>
                  <a:lnTo>
                    <a:pt x="1434833" y="666750"/>
                  </a:lnTo>
                  <a:lnTo>
                    <a:pt x="1432204" y="666750"/>
                  </a:lnTo>
                  <a:lnTo>
                    <a:pt x="1431086" y="667219"/>
                  </a:lnTo>
                  <a:lnTo>
                    <a:pt x="1429219" y="669086"/>
                  </a:lnTo>
                  <a:lnTo>
                    <a:pt x="1428750" y="670204"/>
                  </a:lnTo>
                  <a:lnTo>
                    <a:pt x="1428750" y="672833"/>
                  </a:lnTo>
                  <a:lnTo>
                    <a:pt x="1429219" y="673950"/>
                  </a:lnTo>
                  <a:lnTo>
                    <a:pt x="1431086" y="675817"/>
                  </a:lnTo>
                  <a:lnTo>
                    <a:pt x="1432204" y="676275"/>
                  </a:lnTo>
                  <a:lnTo>
                    <a:pt x="1434833" y="676275"/>
                  </a:lnTo>
                  <a:lnTo>
                    <a:pt x="1435950" y="675817"/>
                  </a:lnTo>
                  <a:lnTo>
                    <a:pt x="1437817" y="673950"/>
                  </a:lnTo>
                  <a:lnTo>
                    <a:pt x="1438275" y="672833"/>
                  </a:lnTo>
                  <a:lnTo>
                    <a:pt x="1438275" y="670204"/>
                  </a:lnTo>
                  <a:close/>
                </a:path>
                <a:path w="6010275" h="1343025">
                  <a:moveTo>
                    <a:pt x="1438275" y="3454"/>
                  </a:moveTo>
                  <a:lnTo>
                    <a:pt x="1437817" y="2336"/>
                  </a:lnTo>
                  <a:lnTo>
                    <a:pt x="1435950" y="469"/>
                  </a:lnTo>
                  <a:lnTo>
                    <a:pt x="1434833" y="0"/>
                  </a:lnTo>
                  <a:lnTo>
                    <a:pt x="1432204" y="0"/>
                  </a:lnTo>
                  <a:lnTo>
                    <a:pt x="1431086" y="469"/>
                  </a:lnTo>
                  <a:lnTo>
                    <a:pt x="1429219" y="2336"/>
                  </a:lnTo>
                  <a:lnTo>
                    <a:pt x="1428750" y="3454"/>
                  </a:lnTo>
                  <a:lnTo>
                    <a:pt x="1428750" y="6083"/>
                  </a:lnTo>
                  <a:lnTo>
                    <a:pt x="1429219" y="7200"/>
                  </a:lnTo>
                  <a:lnTo>
                    <a:pt x="1431086" y="9067"/>
                  </a:lnTo>
                  <a:lnTo>
                    <a:pt x="1432204" y="9525"/>
                  </a:lnTo>
                  <a:lnTo>
                    <a:pt x="1434833" y="9525"/>
                  </a:lnTo>
                  <a:lnTo>
                    <a:pt x="1435950" y="9067"/>
                  </a:lnTo>
                  <a:lnTo>
                    <a:pt x="1437817" y="7200"/>
                  </a:lnTo>
                  <a:lnTo>
                    <a:pt x="1438275" y="6083"/>
                  </a:lnTo>
                  <a:lnTo>
                    <a:pt x="1438275" y="3454"/>
                  </a:lnTo>
                  <a:close/>
                </a:path>
                <a:path w="6010275" h="1343025">
                  <a:moveTo>
                    <a:pt x="1485900" y="1336954"/>
                  </a:moveTo>
                  <a:lnTo>
                    <a:pt x="1485442" y="1335836"/>
                  </a:lnTo>
                  <a:lnTo>
                    <a:pt x="1483575" y="1333969"/>
                  </a:lnTo>
                  <a:lnTo>
                    <a:pt x="1482458" y="1333500"/>
                  </a:lnTo>
                  <a:lnTo>
                    <a:pt x="1479829" y="1333500"/>
                  </a:lnTo>
                  <a:lnTo>
                    <a:pt x="1478711" y="1333969"/>
                  </a:lnTo>
                  <a:lnTo>
                    <a:pt x="1476844" y="1335836"/>
                  </a:lnTo>
                  <a:lnTo>
                    <a:pt x="1476375" y="1336954"/>
                  </a:lnTo>
                  <a:lnTo>
                    <a:pt x="1476375" y="1339583"/>
                  </a:lnTo>
                  <a:lnTo>
                    <a:pt x="1476844" y="1340700"/>
                  </a:lnTo>
                  <a:lnTo>
                    <a:pt x="1478711" y="1342567"/>
                  </a:lnTo>
                  <a:lnTo>
                    <a:pt x="1479829" y="1343025"/>
                  </a:lnTo>
                  <a:lnTo>
                    <a:pt x="1482458" y="1343025"/>
                  </a:lnTo>
                  <a:lnTo>
                    <a:pt x="1483575" y="1342567"/>
                  </a:lnTo>
                  <a:lnTo>
                    <a:pt x="1485442" y="1340700"/>
                  </a:lnTo>
                  <a:lnTo>
                    <a:pt x="1485900" y="1339583"/>
                  </a:lnTo>
                  <a:lnTo>
                    <a:pt x="1485900" y="1336954"/>
                  </a:lnTo>
                  <a:close/>
                </a:path>
                <a:path w="6010275" h="1343025">
                  <a:moveTo>
                    <a:pt x="1485900" y="670204"/>
                  </a:moveTo>
                  <a:lnTo>
                    <a:pt x="1485442" y="669086"/>
                  </a:lnTo>
                  <a:lnTo>
                    <a:pt x="1483575" y="667219"/>
                  </a:lnTo>
                  <a:lnTo>
                    <a:pt x="1482458" y="666750"/>
                  </a:lnTo>
                  <a:lnTo>
                    <a:pt x="1479829" y="666750"/>
                  </a:lnTo>
                  <a:lnTo>
                    <a:pt x="1478711" y="667219"/>
                  </a:lnTo>
                  <a:lnTo>
                    <a:pt x="1476844" y="669086"/>
                  </a:lnTo>
                  <a:lnTo>
                    <a:pt x="1476375" y="670204"/>
                  </a:lnTo>
                  <a:lnTo>
                    <a:pt x="1476375" y="672833"/>
                  </a:lnTo>
                  <a:lnTo>
                    <a:pt x="1476844" y="673950"/>
                  </a:lnTo>
                  <a:lnTo>
                    <a:pt x="1478711" y="675817"/>
                  </a:lnTo>
                  <a:lnTo>
                    <a:pt x="1479829" y="676275"/>
                  </a:lnTo>
                  <a:lnTo>
                    <a:pt x="1482458" y="676275"/>
                  </a:lnTo>
                  <a:lnTo>
                    <a:pt x="1483575" y="675817"/>
                  </a:lnTo>
                  <a:lnTo>
                    <a:pt x="1485442" y="673950"/>
                  </a:lnTo>
                  <a:lnTo>
                    <a:pt x="1485900" y="672833"/>
                  </a:lnTo>
                  <a:lnTo>
                    <a:pt x="1485900" y="670204"/>
                  </a:lnTo>
                  <a:close/>
                </a:path>
                <a:path w="6010275" h="1343025">
                  <a:moveTo>
                    <a:pt x="1485900" y="3454"/>
                  </a:moveTo>
                  <a:lnTo>
                    <a:pt x="1485442" y="2336"/>
                  </a:lnTo>
                  <a:lnTo>
                    <a:pt x="1483575" y="469"/>
                  </a:lnTo>
                  <a:lnTo>
                    <a:pt x="1482458" y="0"/>
                  </a:lnTo>
                  <a:lnTo>
                    <a:pt x="1479829" y="0"/>
                  </a:lnTo>
                  <a:lnTo>
                    <a:pt x="1478711" y="469"/>
                  </a:lnTo>
                  <a:lnTo>
                    <a:pt x="1476844" y="2336"/>
                  </a:lnTo>
                  <a:lnTo>
                    <a:pt x="1476375" y="3454"/>
                  </a:lnTo>
                  <a:lnTo>
                    <a:pt x="1476375" y="6083"/>
                  </a:lnTo>
                  <a:lnTo>
                    <a:pt x="1476844" y="7200"/>
                  </a:lnTo>
                  <a:lnTo>
                    <a:pt x="1478711" y="9067"/>
                  </a:lnTo>
                  <a:lnTo>
                    <a:pt x="1479829" y="9525"/>
                  </a:lnTo>
                  <a:lnTo>
                    <a:pt x="1482458" y="9525"/>
                  </a:lnTo>
                  <a:lnTo>
                    <a:pt x="1483575" y="9067"/>
                  </a:lnTo>
                  <a:lnTo>
                    <a:pt x="1485442" y="7200"/>
                  </a:lnTo>
                  <a:lnTo>
                    <a:pt x="1485900" y="6083"/>
                  </a:lnTo>
                  <a:lnTo>
                    <a:pt x="1485900" y="3454"/>
                  </a:lnTo>
                  <a:close/>
                </a:path>
                <a:path w="6010275" h="1343025">
                  <a:moveTo>
                    <a:pt x="1533525" y="1336954"/>
                  </a:moveTo>
                  <a:lnTo>
                    <a:pt x="1533067" y="1335836"/>
                  </a:lnTo>
                  <a:lnTo>
                    <a:pt x="1531200" y="1333969"/>
                  </a:lnTo>
                  <a:lnTo>
                    <a:pt x="1530083" y="1333500"/>
                  </a:lnTo>
                  <a:lnTo>
                    <a:pt x="1527454" y="1333500"/>
                  </a:lnTo>
                  <a:lnTo>
                    <a:pt x="1526336" y="1333969"/>
                  </a:lnTo>
                  <a:lnTo>
                    <a:pt x="1524469" y="1335836"/>
                  </a:lnTo>
                  <a:lnTo>
                    <a:pt x="1524000" y="1336954"/>
                  </a:lnTo>
                  <a:lnTo>
                    <a:pt x="1524000" y="1339583"/>
                  </a:lnTo>
                  <a:lnTo>
                    <a:pt x="1524469" y="1340700"/>
                  </a:lnTo>
                  <a:lnTo>
                    <a:pt x="1526336" y="1342567"/>
                  </a:lnTo>
                  <a:lnTo>
                    <a:pt x="1527454" y="1343025"/>
                  </a:lnTo>
                  <a:lnTo>
                    <a:pt x="1530083" y="1343025"/>
                  </a:lnTo>
                  <a:lnTo>
                    <a:pt x="1531200" y="1342567"/>
                  </a:lnTo>
                  <a:lnTo>
                    <a:pt x="1533067" y="1340700"/>
                  </a:lnTo>
                  <a:lnTo>
                    <a:pt x="1533525" y="1339583"/>
                  </a:lnTo>
                  <a:lnTo>
                    <a:pt x="1533525" y="1336954"/>
                  </a:lnTo>
                  <a:close/>
                </a:path>
                <a:path w="6010275" h="1343025">
                  <a:moveTo>
                    <a:pt x="1533525" y="670204"/>
                  </a:moveTo>
                  <a:lnTo>
                    <a:pt x="1533067" y="669086"/>
                  </a:lnTo>
                  <a:lnTo>
                    <a:pt x="1531200" y="667219"/>
                  </a:lnTo>
                  <a:lnTo>
                    <a:pt x="1530083" y="666750"/>
                  </a:lnTo>
                  <a:lnTo>
                    <a:pt x="1527454" y="666750"/>
                  </a:lnTo>
                  <a:lnTo>
                    <a:pt x="1526336" y="667219"/>
                  </a:lnTo>
                  <a:lnTo>
                    <a:pt x="1524469" y="669086"/>
                  </a:lnTo>
                  <a:lnTo>
                    <a:pt x="1524000" y="670204"/>
                  </a:lnTo>
                  <a:lnTo>
                    <a:pt x="1524000" y="672833"/>
                  </a:lnTo>
                  <a:lnTo>
                    <a:pt x="1524469" y="673950"/>
                  </a:lnTo>
                  <a:lnTo>
                    <a:pt x="1526336" y="675817"/>
                  </a:lnTo>
                  <a:lnTo>
                    <a:pt x="1527454" y="676275"/>
                  </a:lnTo>
                  <a:lnTo>
                    <a:pt x="1530083" y="676275"/>
                  </a:lnTo>
                  <a:lnTo>
                    <a:pt x="1531200" y="675817"/>
                  </a:lnTo>
                  <a:lnTo>
                    <a:pt x="1533067" y="673950"/>
                  </a:lnTo>
                  <a:lnTo>
                    <a:pt x="1533525" y="672833"/>
                  </a:lnTo>
                  <a:lnTo>
                    <a:pt x="1533525" y="670204"/>
                  </a:lnTo>
                  <a:close/>
                </a:path>
                <a:path w="6010275" h="1343025">
                  <a:moveTo>
                    <a:pt x="1533525" y="3454"/>
                  </a:moveTo>
                  <a:lnTo>
                    <a:pt x="1533067" y="2336"/>
                  </a:lnTo>
                  <a:lnTo>
                    <a:pt x="1531200" y="469"/>
                  </a:lnTo>
                  <a:lnTo>
                    <a:pt x="1530083" y="0"/>
                  </a:lnTo>
                  <a:lnTo>
                    <a:pt x="1527454" y="0"/>
                  </a:lnTo>
                  <a:lnTo>
                    <a:pt x="1526336" y="469"/>
                  </a:lnTo>
                  <a:lnTo>
                    <a:pt x="1524469" y="2336"/>
                  </a:lnTo>
                  <a:lnTo>
                    <a:pt x="1524000" y="3454"/>
                  </a:lnTo>
                  <a:lnTo>
                    <a:pt x="1524000" y="6083"/>
                  </a:lnTo>
                  <a:lnTo>
                    <a:pt x="1524469" y="7200"/>
                  </a:lnTo>
                  <a:lnTo>
                    <a:pt x="1526336" y="9067"/>
                  </a:lnTo>
                  <a:lnTo>
                    <a:pt x="1527454" y="9525"/>
                  </a:lnTo>
                  <a:lnTo>
                    <a:pt x="1530083" y="9525"/>
                  </a:lnTo>
                  <a:lnTo>
                    <a:pt x="1531200" y="9067"/>
                  </a:lnTo>
                  <a:lnTo>
                    <a:pt x="1533067" y="7200"/>
                  </a:lnTo>
                  <a:lnTo>
                    <a:pt x="1533525" y="6083"/>
                  </a:lnTo>
                  <a:lnTo>
                    <a:pt x="1533525" y="3454"/>
                  </a:lnTo>
                  <a:close/>
                </a:path>
                <a:path w="6010275" h="1343025">
                  <a:moveTo>
                    <a:pt x="1581150" y="1336954"/>
                  </a:moveTo>
                  <a:lnTo>
                    <a:pt x="1580692" y="1335836"/>
                  </a:lnTo>
                  <a:lnTo>
                    <a:pt x="1578825" y="1333969"/>
                  </a:lnTo>
                  <a:lnTo>
                    <a:pt x="1577708" y="1333500"/>
                  </a:lnTo>
                  <a:lnTo>
                    <a:pt x="1575079" y="1333500"/>
                  </a:lnTo>
                  <a:lnTo>
                    <a:pt x="1573961" y="1333969"/>
                  </a:lnTo>
                  <a:lnTo>
                    <a:pt x="1572094" y="1335836"/>
                  </a:lnTo>
                  <a:lnTo>
                    <a:pt x="1571625" y="1336954"/>
                  </a:lnTo>
                  <a:lnTo>
                    <a:pt x="1571625" y="1339583"/>
                  </a:lnTo>
                  <a:lnTo>
                    <a:pt x="1572094" y="1340700"/>
                  </a:lnTo>
                  <a:lnTo>
                    <a:pt x="1573961" y="1342567"/>
                  </a:lnTo>
                  <a:lnTo>
                    <a:pt x="1575079" y="1343025"/>
                  </a:lnTo>
                  <a:lnTo>
                    <a:pt x="1577708" y="1343025"/>
                  </a:lnTo>
                  <a:lnTo>
                    <a:pt x="1578825" y="1342567"/>
                  </a:lnTo>
                  <a:lnTo>
                    <a:pt x="1580692" y="1340700"/>
                  </a:lnTo>
                  <a:lnTo>
                    <a:pt x="1581150" y="1339583"/>
                  </a:lnTo>
                  <a:lnTo>
                    <a:pt x="1581150" y="1336954"/>
                  </a:lnTo>
                  <a:close/>
                </a:path>
                <a:path w="6010275" h="1343025">
                  <a:moveTo>
                    <a:pt x="1581150" y="670204"/>
                  </a:moveTo>
                  <a:lnTo>
                    <a:pt x="1580692" y="669086"/>
                  </a:lnTo>
                  <a:lnTo>
                    <a:pt x="1578825" y="667219"/>
                  </a:lnTo>
                  <a:lnTo>
                    <a:pt x="1577708" y="666750"/>
                  </a:lnTo>
                  <a:lnTo>
                    <a:pt x="1575079" y="666750"/>
                  </a:lnTo>
                  <a:lnTo>
                    <a:pt x="1573961" y="667219"/>
                  </a:lnTo>
                  <a:lnTo>
                    <a:pt x="1572094" y="669086"/>
                  </a:lnTo>
                  <a:lnTo>
                    <a:pt x="1571625" y="670204"/>
                  </a:lnTo>
                  <a:lnTo>
                    <a:pt x="1571625" y="672833"/>
                  </a:lnTo>
                  <a:lnTo>
                    <a:pt x="1572094" y="673950"/>
                  </a:lnTo>
                  <a:lnTo>
                    <a:pt x="1573961" y="675817"/>
                  </a:lnTo>
                  <a:lnTo>
                    <a:pt x="1575079" y="676275"/>
                  </a:lnTo>
                  <a:lnTo>
                    <a:pt x="1577708" y="676275"/>
                  </a:lnTo>
                  <a:lnTo>
                    <a:pt x="1578825" y="675817"/>
                  </a:lnTo>
                  <a:lnTo>
                    <a:pt x="1580692" y="673950"/>
                  </a:lnTo>
                  <a:lnTo>
                    <a:pt x="1581150" y="672833"/>
                  </a:lnTo>
                  <a:lnTo>
                    <a:pt x="1581150" y="670204"/>
                  </a:lnTo>
                  <a:close/>
                </a:path>
                <a:path w="6010275" h="1343025">
                  <a:moveTo>
                    <a:pt x="1581150" y="3454"/>
                  </a:moveTo>
                  <a:lnTo>
                    <a:pt x="1580692" y="2336"/>
                  </a:lnTo>
                  <a:lnTo>
                    <a:pt x="1578825" y="469"/>
                  </a:lnTo>
                  <a:lnTo>
                    <a:pt x="1577708" y="0"/>
                  </a:lnTo>
                  <a:lnTo>
                    <a:pt x="1575079" y="0"/>
                  </a:lnTo>
                  <a:lnTo>
                    <a:pt x="1573961" y="469"/>
                  </a:lnTo>
                  <a:lnTo>
                    <a:pt x="1572094" y="2336"/>
                  </a:lnTo>
                  <a:lnTo>
                    <a:pt x="1571625" y="3454"/>
                  </a:lnTo>
                  <a:lnTo>
                    <a:pt x="1571625" y="6083"/>
                  </a:lnTo>
                  <a:lnTo>
                    <a:pt x="1572094" y="7200"/>
                  </a:lnTo>
                  <a:lnTo>
                    <a:pt x="1573961" y="9067"/>
                  </a:lnTo>
                  <a:lnTo>
                    <a:pt x="1575079" y="9525"/>
                  </a:lnTo>
                  <a:lnTo>
                    <a:pt x="1577708" y="9525"/>
                  </a:lnTo>
                  <a:lnTo>
                    <a:pt x="1578825" y="9067"/>
                  </a:lnTo>
                  <a:lnTo>
                    <a:pt x="1580692" y="7200"/>
                  </a:lnTo>
                  <a:lnTo>
                    <a:pt x="1581150" y="6083"/>
                  </a:lnTo>
                  <a:lnTo>
                    <a:pt x="1581150" y="3454"/>
                  </a:lnTo>
                  <a:close/>
                </a:path>
                <a:path w="6010275" h="1343025">
                  <a:moveTo>
                    <a:pt x="1628775" y="1336954"/>
                  </a:moveTo>
                  <a:lnTo>
                    <a:pt x="1628317" y="1335836"/>
                  </a:lnTo>
                  <a:lnTo>
                    <a:pt x="1626450" y="1333969"/>
                  </a:lnTo>
                  <a:lnTo>
                    <a:pt x="1625333" y="1333500"/>
                  </a:lnTo>
                  <a:lnTo>
                    <a:pt x="1622704" y="1333500"/>
                  </a:lnTo>
                  <a:lnTo>
                    <a:pt x="1621586" y="1333969"/>
                  </a:lnTo>
                  <a:lnTo>
                    <a:pt x="1619719" y="1335836"/>
                  </a:lnTo>
                  <a:lnTo>
                    <a:pt x="1619250" y="1336954"/>
                  </a:lnTo>
                  <a:lnTo>
                    <a:pt x="1619250" y="1339583"/>
                  </a:lnTo>
                  <a:lnTo>
                    <a:pt x="1619719" y="1340700"/>
                  </a:lnTo>
                  <a:lnTo>
                    <a:pt x="1621586" y="1342567"/>
                  </a:lnTo>
                  <a:lnTo>
                    <a:pt x="1622704" y="1343025"/>
                  </a:lnTo>
                  <a:lnTo>
                    <a:pt x="1625333" y="1343025"/>
                  </a:lnTo>
                  <a:lnTo>
                    <a:pt x="1626450" y="1342567"/>
                  </a:lnTo>
                  <a:lnTo>
                    <a:pt x="1628317" y="1340700"/>
                  </a:lnTo>
                  <a:lnTo>
                    <a:pt x="1628775" y="1339583"/>
                  </a:lnTo>
                  <a:lnTo>
                    <a:pt x="1628775" y="1336954"/>
                  </a:lnTo>
                  <a:close/>
                </a:path>
                <a:path w="6010275" h="1343025">
                  <a:moveTo>
                    <a:pt x="1628775" y="670204"/>
                  </a:moveTo>
                  <a:lnTo>
                    <a:pt x="1628317" y="669086"/>
                  </a:lnTo>
                  <a:lnTo>
                    <a:pt x="1626450" y="667219"/>
                  </a:lnTo>
                  <a:lnTo>
                    <a:pt x="1625333" y="666750"/>
                  </a:lnTo>
                  <a:lnTo>
                    <a:pt x="1622704" y="666750"/>
                  </a:lnTo>
                  <a:lnTo>
                    <a:pt x="1621586" y="667219"/>
                  </a:lnTo>
                  <a:lnTo>
                    <a:pt x="1619719" y="669086"/>
                  </a:lnTo>
                  <a:lnTo>
                    <a:pt x="1619250" y="670204"/>
                  </a:lnTo>
                  <a:lnTo>
                    <a:pt x="1619250" y="672833"/>
                  </a:lnTo>
                  <a:lnTo>
                    <a:pt x="1619719" y="673950"/>
                  </a:lnTo>
                  <a:lnTo>
                    <a:pt x="1621586" y="675817"/>
                  </a:lnTo>
                  <a:lnTo>
                    <a:pt x="1622704" y="676275"/>
                  </a:lnTo>
                  <a:lnTo>
                    <a:pt x="1625333" y="676275"/>
                  </a:lnTo>
                  <a:lnTo>
                    <a:pt x="1626450" y="675817"/>
                  </a:lnTo>
                  <a:lnTo>
                    <a:pt x="1628317" y="673950"/>
                  </a:lnTo>
                  <a:lnTo>
                    <a:pt x="1628775" y="672833"/>
                  </a:lnTo>
                  <a:lnTo>
                    <a:pt x="1628775" y="670204"/>
                  </a:lnTo>
                  <a:close/>
                </a:path>
                <a:path w="6010275" h="1343025">
                  <a:moveTo>
                    <a:pt x="1628775" y="3454"/>
                  </a:moveTo>
                  <a:lnTo>
                    <a:pt x="1628317" y="2336"/>
                  </a:lnTo>
                  <a:lnTo>
                    <a:pt x="1626450" y="469"/>
                  </a:lnTo>
                  <a:lnTo>
                    <a:pt x="1625333" y="0"/>
                  </a:lnTo>
                  <a:lnTo>
                    <a:pt x="1622704" y="0"/>
                  </a:lnTo>
                  <a:lnTo>
                    <a:pt x="1621586" y="469"/>
                  </a:lnTo>
                  <a:lnTo>
                    <a:pt x="1619719" y="2336"/>
                  </a:lnTo>
                  <a:lnTo>
                    <a:pt x="1619250" y="3454"/>
                  </a:lnTo>
                  <a:lnTo>
                    <a:pt x="1619250" y="6083"/>
                  </a:lnTo>
                  <a:lnTo>
                    <a:pt x="1619719" y="7200"/>
                  </a:lnTo>
                  <a:lnTo>
                    <a:pt x="1621586" y="9067"/>
                  </a:lnTo>
                  <a:lnTo>
                    <a:pt x="1622704" y="9525"/>
                  </a:lnTo>
                  <a:lnTo>
                    <a:pt x="1625333" y="9525"/>
                  </a:lnTo>
                  <a:lnTo>
                    <a:pt x="1626450" y="9067"/>
                  </a:lnTo>
                  <a:lnTo>
                    <a:pt x="1628317" y="7200"/>
                  </a:lnTo>
                  <a:lnTo>
                    <a:pt x="1628775" y="6083"/>
                  </a:lnTo>
                  <a:lnTo>
                    <a:pt x="1628775" y="3454"/>
                  </a:lnTo>
                  <a:close/>
                </a:path>
                <a:path w="6010275" h="1343025">
                  <a:moveTo>
                    <a:pt x="1676400" y="1336954"/>
                  </a:moveTo>
                  <a:lnTo>
                    <a:pt x="1675942" y="1335836"/>
                  </a:lnTo>
                  <a:lnTo>
                    <a:pt x="1674075" y="1333969"/>
                  </a:lnTo>
                  <a:lnTo>
                    <a:pt x="1672958" y="1333500"/>
                  </a:lnTo>
                  <a:lnTo>
                    <a:pt x="1670329" y="1333500"/>
                  </a:lnTo>
                  <a:lnTo>
                    <a:pt x="1669211" y="1333969"/>
                  </a:lnTo>
                  <a:lnTo>
                    <a:pt x="1667344" y="1335836"/>
                  </a:lnTo>
                  <a:lnTo>
                    <a:pt x="1666875" y="1336954"/>
                  </a:lnTo>
                  <a:lnTo>
                    <a:pt x="1666875" y="1339583"/>
                  </a:lnTo>
                  <a:lnTo>
                    <a:pt x="1667344" y="1340700"/>
                  </a:lnTo>
                  <a:lnTo>
                    <a:pt x="1669211" y="1342567"/>
                  </a:lnTo>
                  <a:lnTo>
                    <a:pt x="1670329" y="1343025"/>
                  </a:lnTo>
                  <a:lnTo>
                    <a:pt x="1672958" y="1343025"/>
                  </a:lnTo>
                  <a:lnTo>
                    <a:pt x="1674075" y="1342567"/>
                  </a:lnTo>
                  <a:lnTo>
                    <a:pt x="1675942" y="1340700"/>
                  </a:lnTo>
                  <a:lnTo>
                    <a:pt x="1676400" y="1339583"/>
                  </a:lnTo>
                  <a:lnTo>
                    <a:pt x="1676400" y="1336954"/>
                  </a:lnTo>
                  <a:close/>
                </a:path>
                <a:path w="6010275" h="1343025">
                  <a:moveTo>
                    <a:pt x="1676400" y="670204"/>
                  </a:moveTo>
                  <a:lnTo>
                    <a:pt x="1675942" y="669086"/>
                  </a:lnTo>
                  <a:lnTo>
                    <a:pt x="1674075" y="667219"/>
                  </a:lnTo>
                  <a:lnTo>
                    <a:pt x="1672958" y="666750"/>
                  </a:lnTo>
                  <a:lnTo>
                    <a:pt x="1670329" y="666750"/>
                  </a:lnTo>
                  <a:lnTo>
                    <a:pt x="1669211" y="667219"/>
                  </a:lnTo>
                  <a:lnTo>
                    <a:pt x="1667344" y="669086"/>
                  </a:lnTo>
                  <a:lnTo>
                    <a:pt x="1666875" y="670204"/>
                  </a:lnTo>
                  <a:lnTo>
                    <a:pt x="1666875" y="672833"/>
                  </a:lnTo>
                  <a:lnTo>
                    <a:pt x="1667344" y="673950"/>
                  </a:lnTo>
                  <a:lnTo>
                    <a:pt x="1669211" y="675817"/>
                  </a:lnTo>
                  <a:lnTo>
                    <a:pt x="1670329" y="676275"/>
                  </a:lnTo>
                  <a:lnTo>
                    <a:pt x="1672958" y="676275"/>
                  </a:lnTo>
                  <a:lnTo>
                    <a:pt x="1674075" y="675817"/>
                  </a:lnTo>
                  <a:lnTo>
                    <a:pt x="1675942" y="673950"/>
                  </a:lnTo>
                  <a:lnTo>
                    <a:pt x="1676400" y="672833"/>
                  </a:lnTo>
                  <a:lnTo>
                    <a:pt x="1676400" y="670204"/>
                  </a:lnTo>
                  <a:close/>
                </a:path>
                <a:path w="6010275" h="1343025">
                  <a:moveTo>
                    <a:pt x="1676400" y="3454"/>
                  </a:moveTo>
                  <a:lnTo>
                    <a:pt x="1675942" y="2336"/>
                  </a:lnTo>
                  <a:lnTo>
                    <a:pt x="1674075" y="469"/>
                  </a:lnTo>
                  <a:lnTo>
                    <a:pt x="1672958" y="0"/>
                  </a:lnTo>
                  <a:lnTo>
                    <a:pt x="1670329" y="0"/>
                  </a:lnTo>
                  <a:lnTo>
                    <a:pt x="1669211" y="469"/>
                  </a:lnTo>
                  <a:lnTo>
                    <a:pt x="1667344" y="2336"/>
                  </a:lnTo>
                  <a:lnTo>
                    <a:pt x="1666875" y="3454"/>
                  </a:lnTo>
                  <a:lnTo>
                    <a:pt x="1666875" y="6083"/>
                  </a:lnTo>
                  <a:lnTo>
                    <a:pt x="1667344" y="7200"/>
                  </a:lnTo>
                  <a:lnTo>
                    <a:pt x="1669211" y="9067"/>
                  </a:lnTo>
                  <a:lnTo>
                    <a:pt x="1670329" y="9525"/>
                  </a:lnTo>
                  <a:lnTo>
                    <a:pt x="1672958" y="9525"/>
                  </a:lnTo>
                  <a:lnTo>
                    <a:pt x="1674075" y="9067"/>
                  </a:lnTo>
                  <a:lnTo>
                    <a:pt x="1675942" y="7200"/>
                  </a:lnTo>
                  <a:lnTo>
                    <a:pt x="1676400" y="6083"/>
                  </a:lnTo>
                  <a:lnTo>
                    <a:pt x="1676400" y="3454"/>
                  </a:lnTo>
                  <a:close/>
                </a:path>
                <a:path w="6010275" h="1343025">
                  <a:moveTo>
                    <a:pt x="1724025" y="1336954"/>
                  </a:moveTo>
                  <a:lnTo>
                    <a:pt x="1723567" y="1335836"/>
                  </a:lnTo>
                  <a:lnTo>
                    <a:pt x="1721700" y="1333969"/>
                  </a:lnTo>
                  <a:lnTo>
                    <a:pt x="1720583" y="1333500"/>
                  </a:lnTo>
                  <a:lnTo>
                    <a:pt x="1717954" y="1333500"/>
                  </a:lnTo>
                  <a:lnTo>
                    <a:pt x="1716836" y="1333969"/>
                  </a:lnTo>
                  <a:lnTo>
                    <a:pt x="1714969" y="1335836"/>
                  </a:lnTo>
                  <a:lnTo>
                    <a:pt x="1714500" y="1336954"/>
                  </a:lnTo>
                  <a:lnTo>
                    <a:pt x="1714500" y="1339583"/>
                  </a:lnTo>
                  <a:lnTo>
                    <a:pt x="1714969" y="1340700"/>
                  </a:lnTo>
                  <a:lnTo>
                    <a:pt x="1716836" y="1342567"/>
                  </a:lnTo>
                  <a:lnTo>
                    <a:pt x="1717954" y="1343025"/>
                  </a:lnTo>
                  <a:lnTo>
                    <a:pt x="1720583" y="1343025"/>
                  </a:lnTo>
                  <a:lnTo>
                    <a:pt x="1721700" y="1342567"/>
                  </a:lnTo>
                  <a:lnTo>
                    <a:pt x="1723567" y="1340700"/>
                  </a:lnTo>
                  <a:lnTo>
                    <a:pt x="1724025" y="1339583"/>
                  </a:lnTo>
                  <a:lnTo>
                    <a:pt x="1724025" y="1336954"/>
                  </a:lnTo>
                  <a:close/>
                </a:path>
                <a:path w="6010275" h="1343025">
                  <a:moveTo>
                    <a:pt x="1724025" y="670204"/>
                  </a:moveTo>
                  <a:lnTo>
                    <a:pt x="1723567" y="669086"/>
                  </a:lnTo>
                  <a:lnTo>
                    <a:pt x="1721700" y="667219"/>
                  </a:lnTo>
                  <a:lnTo>
                    <a:pt x="1720583" y="666750"/>
                  </a:lnTo>
                  <a:lnTo>
                    <a:pt x="1717954" y="666750"/>
                  </a:lnTo>
                  <a:lnTo>
                    <a:pt x="1716836" y="667219"/>
                  </a:lnTo>
                  <a:lnTo>
                    <a:pt x="1714969" y="669086"/>
                  </a:lnTo>
                  <a:lnTo>
                    <a:pt x="1714500" y="670204"/>
                  </a:lnTo>
                  <a:lnTo>
                    <a:pt x="1714500" y="672833"/>
                  </a:lnTo>
                  <a:lnTo>
                    <a:pt x="1714969" y="673950"/>
                  </a:lnTo>
                  <a:lnTo>
                    <a:pt x="1716836" y="675817"/>
                  </a:lnTo>
                  <a:lnTo>
                    <a:pt x="1717954" y="676275"/>
                  </a:lnTo>
                  <a:lnTo>
                    <a:pt x="1720583" y="676275"/>
                  </a:lnTo>
                  <a:lnTo>
                    <a:pt x="1721700" y="675817"/>
                  </a:lnTo>
                  <a:lnTo>
                    <a:pt x="1723567" y="673950"/>
                  </a:lnTo>
                  <a:lnTo>
                    <a:pt x="1724025" y="672833"/>
                  </a:lnTo>
                  <a:lnTo>
                    <a:pt x="1724025" y="670204"/>
                  </a:lnTo>
                  <a:close/>
                </a:path>
                <a:path w="6010275" h="1343025">
                  <a:moveTo>
                    <a:pt x="1724025" y="3454"/>
                  </a:moveTo>
                  <a:lnTo>
                    <a:pt x="1723567" y="2336"/>
                  </a:lnTo>
                  <a:lnTo>
                    <a:pt x="1721700" y="469"/>
                  </a:lnTo>
                  <a:lnTo>
                    <a:pt x="1720583" y="0"/>
                  </a:lnTo>
                  <a:lnTo>
                    <a:pt x="1717954" y="0"/>
                  </a:lnTo>
                  <a:lnTo>
                    <a:pt x="1716836" y="469"/>
                  </a:lnTo>
                  <a:lnTo>
                    <a:pt x="1714969" y="2336"/>
                  </a:lnTo>
                  <a:lnTo>
                    <a:pt x="1714500" y="3454"/>
                  </a:lnTo>
                  <a:lnTo>
                    <a:pt x="1714500" y="6083"/>
                  </a:lnTo>
                  <a:lnTo>
                    <a:pt x="1714969" y="7200"/>
                  </a:lnTo>
                  <a:lnTo>
                    <a:pt x="1716836" y="9067"/>
                  </a:lnTo>
                  <a:lnTo>
                    <a:pt x="1717954" y="9525"/>
                  </a:lnTo>
                  <a:lnTo>
                    <a:pt x="1720583" y="9525"/>
                  </a:lnTo>
                  <a:lnTo>
                    <a:pt x="1721700" y="9067"/>
                  </a:lnTo>
                  <a:lnTo>
                    <a:pt x="1723567" y="7200"/>
                  </a:lnTo>
                  <a:lnTo>
                    <a:pt x="1724025" y="6083"/>
                  </a:lnTo>
                  <a:lnTo>
                    <a:pt x="1724025" y="3454"/>
                  </a:lnTo>
                  <a:close/>
                </a:path>
                <a:path w="6010275" h="1343025">
                  <a:moveTo>
                    <a:pt x="1771650" y="1336954"/>
                  </a:moveTo>
                  <a:lnTo>
                    <a:pt x="1771192" y="1335836"/>
                  </a:lnTo>
                  <a:lnTo>
                    <a:pt x="1769325" y="1333969"/>
                  </a:lnTo>
                  <a:lnTo>
                    <a:pt x="1768208" y="1333500"/>
                  </a:lnTo>
                  <a:lnTo>
                    <a:pt x="1765579" y="1333500"/>
                  </a:lnTo>
                  <a:lnTo>
                    <a:pt x="1764461" y="1333969"/>
                  </a:lnTo>
                  <a:lnTo>
                    <a:pt x="1762594" y="1335836"/>
                  </a:lnTo>
                  <a:lnTo>
                    <a:pt x="1762125" y="1336954"/>
                  </a:lnTo>
                  <a:lnTo>
                    <a:pt x="1762125" y="1339583"/>
                  </a:lnTo>
                  <a:lnTo>
                    <a:pt x="1762594" y="1340700"/>
                  </a:lnTo>
                  <a:lnTo>
                    <a:pt x="1764461" y="1342567"/>
                  </a:lnTo>
                  <a:lnTo>
                    <a:pt x="1765579" y="1343025"/>
                  </a:lnTo>
                  <a:lnTo>
                    <a:pt x="1768208" y="1343025"/>
                  </a:lnTo>
                  <a:lnTo>
                    <a:pt x="1769325" y="1342567"/>
                  </a:lnTo>
                  <a:lnTo>
                    <a:pt x="1771192" y="1340700"/>
                  </a:lnTo>
                  <a:lnTo>
                    <a:pt x="1771650" y="1339583"/>
                  </a:lnTo>
                  <a:lnTo>
                    <a:pt x="1771650" y="1336954"/>
                  </a:lnTo>
                  <a:close/>
                </a:path>
                <a:path w="6010275" h="1343025">
                  <a:moveTo>
                    <a:pt x="1771650" y="670204"/>
                  </a:moveTo>
                  <a:lnTo>
                    <a:pt x="1771192" y="669086"/>
                  </a:lnTo>
                  <a:lnTo>
                    <a:pt x="1769325" y="667219"/>
                  </a:lnTo>
                  <a:lnTo>
                    <a:pt x="1768208" y="666750"/>
                  </a:lnTo>
                  <a:lnTo>
                    <a:pt x="1765579" y="666750"/>
                  </a:lnTo>
                  <a:lnTo>
                    <a:pt x="1764461" y="667219"/>
                  </a:lnTo>
                  <a:lnTo>
                    <a:pt x="1762594" y="669086"/>
                  </a:lnTo>
                  <a:lnTo>
                    <a:pt x="1762125" y="670204"/>
                  </a:lnTo>
                  <a:lnTo>
                    <a:pt x="1762125" y="672833"/>
                  </a:lnTo>
                  <a:lnTo>
                    <a:pt x="1762594" y="673950"/>
                  </a:lnTo>
                  <a:lnTo>
                    <a:pt x="1764461" y="675817"/>
                  </a:lnTo>
                  <a:lnTo>
                    <a:pt x="1765579" y="676275"/>
                  </a:lnTo>
                  <a:lnTo>
                    <a:pt x="1768208" y="676275"/>
                  </a:lnTo>
                  <a:lnTo>
                    <a:pt x="1769325" y="675817"/>
                  </a:lnTo>
                  <a:lnTo>
                    <a:pt x="1771192" y="673950"/>
                  </a:lnTo>
                  <a:lnTo>
                    <a:pt x="1771650" y="672833"/>
                  </a:lnTo>
                  <a:lnTo>
                    <a:pt x="1771650" y="670204"/>
                  </a:lnTo>
                  <a:close/>
                </a:path>
                <a:path w="6010275" h="1343025">
                  <a:moveTo>
                    <a:pt x="1771650" y="3454"/>
                  </a:moveTo>
                  <a:lnTo>
                    <a:pt x="1771192" y="2336"/>
                  </a:lnTo>
                  <a:lnTo>
                    <a:pt x="1769325" y="469"/>
                  </a:lnTo>
                  <a:lnTo>
                    <a:pt x="1768208" y="0"/>
                  </a:lnTo>
                  <a:lnTo>
                    <a:pt x="1765579" y="0"/>
                  </a:lnTo>
                  <a:lnTo>
                    <a:pt x="1764461" y="469"/>
                  </a:lnTo>
                  <a:lnTo>
                    <a:pt x="1762594" y="2336"/>
                  </a:lnTo>
                  <a:lnTo>
                    <a:pt x="1762125" y="3454"/>
                  </a:lnTo>
                  <a:lnTo>
                    <a:pt x="1762125" y="6083"/>
                  </a:lnTo>
                  <a:lnTo>
                    <a:pt x="1762594" y="7200"/>
                  </a:lnTo>
                  <a:lnTo>
                    <a:pt x="1764461" y="9067"/>
                  </a:lnTo>
                  <a:lnTo>
                    <a:pt x="1765579" y="9525"/>
                  </a:lnTo>
                  <a:lnTo>
                    <a:pt x="1768208" y="9525"/>
                  </a:lnTo>
                  <a:lnTo>
                    <a:pt x="1769325" y="9067"/>
                  </a:lnTo>
                  <a:lnTo>
                    <a:pt x="1771192" y="7200"/>
                  </a:lnTo>
                  <a:lnTo>
                    <a:pt x="1771650" y="6083"/>
                  </a:lnTo>
                  <a:lnTo>
                    <a:pt x="1771650" y="3454"/>
                  </a:lnTo>
                  <a:close/>
                </a:path>
                <a:path w="6010275" h="1343025">
                  <a:moveTo>
                    <a:pt x="1819275" y="1336954"/>
                  </a:moveTo>
                  <a:lnTo>
                    <a:pt x="1818817" y="1335836"/>
                  </a:lnTo>
                  <a:lnTo>
                    <a:pt x="1816950" y="1333969"/>
                  </a:lnTo>
                  <a:lnTo>
                    <a:pt x="1815833" y="1333500"/>
                  </a:lnTo>
                  <a:lnTo>
                    <a:pt x="1813204" y="1333500"/>
                  </a:lnTo>
                  <a:lnTo>
                    <a:pt x="1812086" y="1333969"/>
                  </a:lnTo>
                  <a:lnTo>
                    <a:pt x="1810219" y="1335836"/>
                  </a:lnTo>
                  <a:lnTo>
                    <a:pt x="1809750" y="1336954"/>
                  </a:lnTo>
                  <a:lnTo>
                    <a:pt x="1809750" y="1339583"/>
                  </a:lnTo>
                  <a:lnTo>
                    <a:pt x="1810219" y="1340700"/>
                  </a:lnTo>
                  <a:lnTo>
                    <a:pt x="1812086" y="1342567"/>
                  </a:lnTo>
                  <a:lnTo>
                    <a:pt x="1813204" y="1343025"/>
                  </a:lnTo>
                  <a:lnTo>
                    <a:pt x="1815833" y="1343025"/>
                  </a:lnTo>
                  <a:lnTo>
                    <a:pt x="1816950" y="1342567"/>
                  </a:lnTo>
                  <a:lnTo>
                    <a:pt x="1818817" y="1340700"/>
                  </a:lnTo>
                  <a:lnTo>
                    <a:pt x="1819275" y="1339583"/>
                  </a:lnTo>
                  <a:lnTo>
                    <a:pt x="1819275" y="1336954"/>
                  </a:lnTo>
                  <a:close/>
                </a:path>
                <a:path w="6010275" h="1343025">
                  <a:moveTo>
                    <a:pt x="1819275" y="670204"/>
                  </a:moveTo>
                  <a:lnTo>
                    <a:pt x="1818817" y="669086"/>
                  </a:lnTo>
                  <a:lnTo>
                    <a:pt x="1816950" y="667219"/>
                  </a:lnTo>
                  <a:lnTo>
                    <a:pt x="1815833" y="666750"/>
                  </a:lnTo>
                  <a:lnTo>
                    <a:pt x="1813204" y="666750"/>
                  </a:lnTo>
                  <a:lnTo>
                    <a:pt x="1812086" y="667219"/>
                  </a:lnTo>
                  <a:lnTo>
                    <a:pt x="1810219" y="669086"/>
                  </a:lnTo>
                  <a:lnTo>
                    <a:pt x="1809750" y="670204"/>
                  </a:lnTo>
                  <a:lnTo>
                    <a:pt x="1809750" y="672833"/>
                  </a:lnTo>
                  <a:lnTo>
                    <a:pt x="1810219" y="673950"/>
                  </a:lnTo>
                  <a:lnTo>
                    <a:pt x="1812086" y="675817"/>
                  </a:lnTo>
                  <a:lnTo>
                    <a:pt x="1813204" y="676275"/>
                  </a:lnTo>
                  <a:lnTo>
                    <a:pt x="1815833" y="676275"/>
                  </a:lnTo>
                  <a:lnTo>
                    <a:pt x="1816950" y="675817"/>
                  </a:lnTo>
                  <a:lnTo>
                    <a:pt x="1818817" y="673950"/>
                  </a:lnTo>
                  <a:lnTo>
                    <a:pt x="1819275" y="672833"/>
                  </a:lnTo>
                  <a:lnTo>
                    <a:pt x="1819275" y="670204"/>
                  </a:lnTo>
                  <a:close/>
                </a:path>
                <a:path w="6010275" h="1343025">
                  <a:moveTo>
                    <a:pt x="1819275" y="3454"/>
                  </a:moveTo>
                  <a:lnTo>
                    <a:pt x="1818817" y="2336"/>
                  </a:lnTo>
                  <a:lnTo>
                    <a:pt x="1816950" y="469"/>
                  </a:lnTo>
                  <a:lnTo>
                    <a:pt x="1815833" y="0"/>
                  </a:lnTo>
                  <a:lnTo>
                    <a:pt x="1813204" y="0"/>
                  </a:lnTo>
                  <a:lnTo>
                    <a:pt x="1812086" y="469"/>
                  </a:lnTo>
                  <a:lnTo>
                    <a:pt x="1810219" y="2336"/>
                  </a:lnTo>
                  <a:lnTo>
                    <a:pt x="1809750" y="3454"/>
                  </a:lnTo>
                  <a:lnTo>
                    <a:pt x="1809750" y="6083"/>
                  </a:lnTo>
                  <a:lnTo>
                    <a:pt x="1810219" y="7200"/>
                  </a:lnTo>
                  <a:lnTo>
                    <a:pt x="1812086" y="9067"/>
                  </a:lnTo>
                  <a:lnTo>
                    <a:pt x="1813204" y="9525"/>
                  </a:lnTo>
                  <a:lnTo>
                    <a:pt x="1815833" y="9525"/>
                  </a:lnTo>
                  <a:lnTo>
                    <a:pt x="1816950" y="9067"/>
                  </a:lnTo>
                  <a:lnTo>
                    <a:pt x="1818817" y="7200"/>
                  </a:lnTo>
                  <a:lnTo>
                    <a:pt x="1819275" y="6083"/>
                  </a:lnTo>
                  <a:lnTo>
                    <a:pt x="1819275" y="3454"/>
                  </a:lnTo>
                  <a:close/>
                </a:path>
                <a:path w="6010275" h="1343025">
                  <a:moveTo>
                    <a:pt x="1866900" y="1336954"/>
                  </a:moveTo>
                  <a:lnTo>
                    <a:pt x="1866442" y="1335836"/>
                  </a:lnTo>
                  <a:lnTo>
                    <a:pt x="1864575" y="1333969"/>
                  </a:lnTo>
                  <a:lnTo>
                    <a:pt x="1863458" y="1333500"/>
                  </a:lnTo>
                  <a:lnTo>
                    <a:pt x="1860829" y="1333500"/>
                  </a:lnTo>
                  <a:lnTo>
                    <a:pt x="1859711" y="1333969"/>
                  </a:lnTo>
                  <a:lnTo>
                    <a:pt x="1857844" y="1335836"/>
                  </a:lnTo>
                  <a:lnTo>
                    <a:pt x="1857375" y="1336954"/>
                  </a:lnTo>
                  <a:lnTo>
                    <a:pt x="1857375" y="1339583"/>
                  </a:lnTo>
                  <a:lnTo>
                    <a:pt x="1857844" y="1340700"/>
                  </a:lnTo>
                  <a:lnTo>
                    <a:pt x="1859711" y="1342567"/>
                  </a:lnTo>
                  <a:lnTo>
                    <a:pt x="1860829" y="1343025"/>
                  </a:lnTo>
                  <a:lnTo>
                    <a:pt x="1863458" y="1343025"/>
                  </a:lnTo>
                  <a:lnTo>
                    <a:pt x="1864575" y="1342567"/>
                  </a:lnTo>
                  <a:lnTo>
                    <a:pt x="1866442" y="1340700"/>
                  </a:lnTo>
                  <a:lnTo>
                    <a:pt x="1866900" y="1339583"/>
                  </a:lnTo>
                  <a:lnTo>
                    <a:pt x="1866900" y="1336954"/>
                  </a:lnTo>
                  <a:close/>
                </a:path>
                <a:path w="6010275" h="1343025">
                  <a:moveTo>
                    <a:pt x="1866900" y="670204"/>
                  </a:moveTo>
                  <a:lnTo>
                    <a:pt x="1866442" y="669086"/>
                  </a:lnTo>
                  <a:lnTo>
                    <a:pt x="1864575" y="667219"/>
                  </a:lnTo>
                  <a:lnTo>
                    <a:pt x="1863458" y="666750"/>
                  </a:lnTo>
                  <a:lnTo>
                    <a:pt x="1860829" y="666750"/>
                  </a:lnTo>
                  <a:lnTo>
                    <a:pt x="1859711" y="667219"/>
                  </a:lnTo>
                  <a:lnTo>
                    <a:pt x="1857844" y="669086"/>
                  </a:lnTo>
                  <a:lnTo>
                    <a:pt x="1857375" y="670204"/>
                  </a:lnTo>
                  <a:lnTo>
                    <a:pt x="1857375" y="672833"/>
                  </a:lnTo>
                  <a:lnTo>
                    <a:pt x="1857844" y="673950"/>
                  </a:lnTo>
                  <a:lnTo>
                    <a:pt x="1859711" y="675817"/>
                  </a:lnTo>
                  <a:lnTo>
                    <a:pt x="1860829" y="676275"/>
                  </a:lnTo>
                  <a:lnTo>
                    <a:pt x="1863458" y="676275"/>
                  </a:lnTo>
                  <a:lnTo>
                    <a:pt x="1864575" y="675817"/>
                  </a:lnTo>
                  <a:lnTo>
                    <a:pt x="1866442" y="673950"/>
                  </a:lnTo>
                  <a:lnTo>
                    <a:pt x="1866900" y="672833"/>
                  </a:lnTo>
                  <a:lnTo>
                    <a:pt x="1866900" y="670204"/>
                  </a:lnTo>
                  <a:close/>
                </a:path>
                <a:path w="6010275" h="1343025">
                  <a:moveTo>
                    <a:pt x="1866900" y="3454"/>
                  </a:moveTo>
                  <a:lnTo>
                    <a:pt x="1866442" y="2336"/>
                  </a:lnTo>
                  <a:lnTo>
                    <a:pt x="1864575" y="469"/>
                  </a:lnTo>
                  <a:lnTo>
                    <a:pt x="1863458" y="0"/>
                  </a:lnTo>
                  <a:lnTo>
                    <a:pt x="1860829" y="0"/>
                  </a:lnTo>
                  <a:lnTo>
                    <a:pt x="1859711" y="469"/>
                  </a:lnTo>
                  <a:lnTo>
                    <a:pt x="1857844" y="2336"/>
                  </a:lnTo>
                  <a:lnTo>
                    <a:pt x="1857375" y="3454"/>
                  </a:lnTo>
                  <a:lnTo>
                    <a:pt x="1857375" y="6083"/>
                  </a:lnTo>
                  <a:lnTo>
                    <a:pt x="1857844" y="7200"/>
                  </a:lnTo>
                  <a:lnTo>
                    <a:pt x="1859711" y="9067"/>
                  </a:lnTo>
                  <a:lnTo>
                    <a:pt x="1860829" y="9525"/>
                  </a:lnTo>
                  <a:lnTo>
                    <a:pt x="1863458" y="9525"/>
                  </a:lnTo>
                  <a:lnTo>
                    <a:pt x="1864575" y="9067"/>
                  </a:lnTo>
                  <a:lnTo>
                    <a:pt x="1866442" y="7200"/>
                  </a:lnTo>
                  <a:lnTo>
                    <a:pt x="1866900" y="6083"/>
                  </a:lnTo>
                  <a:lnTo>
                    <a:pt x="1866900" y="3454"/>
                  </a:lnTo>
                  <a:close/>
                </a:path>
                <a:path w="6010275" h="1343025">
                  <a:moveTo>
                    <a:pt x="1914525" y="1336954"/>
                  </a:moveTo>
                  <a:lnTo>
                    <a:pt x="1914067" y="1335836"/>
                  </a:lnTo>
                  <a:lnTo>
                    <a:pt x="1912200" y="1333969"/>
                  </a:lnTo>
                  <a:lnTo>
                    <a:pt x="1911083" y="1333500"/>
                  </a:lnTo>
                  <a:lnTo>
                    <a:pt x="1908454" y="1333500"/>
                  </a:lnTo>
                  <a:lnTo>
                    <a:pt x="1907336" y="1333969"/>
                  </a:lnTo>
                  <a:lnTo>
                    <a:pt x="1905469" y="1335836"/>
                  </a:lnTo>
                  <a:lnTo>
                    <a:pt x="1905000" y="1336954"/>
                  </a:lnTo>
                  <a:lnTo>
                    <a:pt x="1905000" y="1339583"/>
                  </a:lnTo>
                  <a:lnTo>
                    <a:pt x="1905469" y="1340700"/>
                  </a:lnTo>
                  <a:lnTo>
                    <a:pt x="1907336" y="1342567"/>
                  </a:lnTo>
                  <a:lnTo>
                    <a:pt x="1908454" y="1343025"/>
                  </a:lnTo>
                  <a:lnTo>
                    <a:pt x="1911083" y="1343025"/>
                  </a:lnTo>
                  <a:lnTo>
                    <a:pt x="1912200" y="1342567"/>
                  </a:lnTo>
                  <a:lnTo>
                    <a:pt x="1914067" y="1340700"/>
                  </a:lnTo>
                  <a:lnTo>
                    <a:pt x="1914525" y="1339583"/>
                  </a:lnTo>
                  <a:lnTo>
                    <a:pt x="1914525" y="1336954"/>
                  </a:lnTo>
                  <a:close/>
                </a:path>
                <a:path w="6010275" h="1343025">
                  <a:moveTo>
                    <a:pt x="1914525" y="670204"/>
                  </a:moveTo>
                  <a:lnTo>
                    <a:pt x="1914067" y="669086"/>
                  </a:lnTo>
                  <a:lnTo>
                    <a:pt x="1912200" y="667219"/>
                  </a:lnTo>
                  <a:lnTo>
                    <a:pt x="1911083" y="666750"/>
                  </a:lnTo>
                  <a:lnTo>
                    <a:pt x="1908454" y="666750"/>
                  </a:lnTo>
                  <a:lnTo>
                    <a:pt x="1907336" y="667219"/>
                  </a:lnTo>
                  <a:lnTo>
                    <a:pt x="1905469" y="669086"/>
                  </a:lnTo>
                  <a:lnTo>
                    <a:pt x="1905000" y="670204"/>
                  </a:lnTo>
                  <a:lnTo>
                    <a:pt x="1905000" y="672833"/>
                  </a:lnTo>
                  <a:lnTo>
                    <a:pt x="1905469" y="673950"/>
                  </a:lnTo>
                  <a:lnTo>
                    <a:pt x="1907336" y="675817"/>
                  </a:lnTo>
                  <a:lnTo>
                    <a:pt x="1908454" y="676275"/>
                  </a:lnTo>
                  <a:lnTo>
                    <a:pt x="1911083" y="676275"/>
                  </a:lnTo>
                  <a:lnTo>
                    <a:pt x="1912200" y="675817"/>
                  </a:lnTo>
                  <a:lnTo>
                    <a:pt x="1914067" y="673950"/>
                  </a:lnTo>
                  <a:lnTo>
                    <a:pt x="1914525" y="672833"/>
                  </a:lnTo>
                  <a:lnTo>
                    <a:pt x="1914525" y="670204"/>
                  </a:lnTo>
                  <a:close/>
                </a:path>
                <a:path w="6010275" h="1343025">
                  <a:moveTo>
                    <a:pt x="1914525" y="3454"/>
                  </a:moveTo>
                  <a:lnTo>
                    <a:pt x="1914067" y="2336"/>
                  </a:lnTo>
                  <a:lnTo>
                    <a:pt x="1912200" y="469"/>
                  </a:lnTo>
                  <a:lnTo>
                    <a:pt x="1911083" y="0"/>
                  </a:lnTo>
                  <a:lnTo>
                    <a:pt x="1908454" y="0"/>
                  </a:lnTo>
                  <a:lnTo>
                    <a:pt x="1907336" y="469"/>
                  </a:lnTo>
                  <a:lnTo>
                    <a:pt x="1905469" y="2336"/>
                  </a:lnTo>
                  <a:lnTo>
                    <a:pt x="1905000" y="3454"/>
                  </a:lnTo>
                  <a:lnTo>
                    <a:pt x="1905000" y="6083"/>
                  </a:lnTo>
                  <a:lnTo>
                    <a:pt x="1905469" y="7200"/>
                  </a:lnTo>
                  <a:lnTo>
                    <a:pt x="1907336" y="9067"/>
                  </a:lnTo>
                  <a:lnTo>
                    <a:pt x="1908454" y="9525"/>
                  </a:lnTo>
                  <a:lnTo>
                    <a:pt x="1911083" y="9525"/>
                  </a:lnTo>
                  <a:lnTo>
                    <a:pt x="1912200" y="9067"/>
                  </a:lnTo>
                  <a:lnTo>
                    <a:pt x="1914067" y="7200"/>
                  </a:lnTo>
                  <a:lnTo>
                    <a:pt x="1914525" y="6083"/>
                  </a:lnTo>
                  <a:lnTo>
                    <a:pt x="1914525" y="3454"/>
                  </a:lnTo>
                  <a:close/>
                </a:path>
                <a:path w="6010275" h="1343025">
                  <a:moveTo>
                    <a:pt x="1962150" y="1336954"/>
                  </a:moveTo>
                  <a:lnTo>
                    <a:pt x="1961692" y="1335836"/>
                  </a:lnTo>
                  <a:lnTo>
                    <a:pt x="1959825" y="1333969"/>
                  </a:lnTo>
                  <a:lnTo>
                    <a:pt x="1958708" y="1333500"/>
                  </a:lnTo>
                  <a:lnTo>
                    <a:pt x="1956079" y="1333500"/>
                  </a:lnTo>
                  <a:lnTo>
                    <a:pt x="1954961" y="1333969"/>
                  </a:lnTo>
                  <a:lnTo>
                    <a:pt x="1953094" y="1335836"/>
                  </a:lnTo>
                  <a:lnTo>
                    <a:pt x="1952625" y="1336954"/>
                  </a:lnTo>
                  <a:lnTo>
                    <a:pt x="1952625" y="1339583"/>
                  </a:lnTo>
                  <a:lnTo>
                    <a:pt x="1953094" y="1340700"/>
                  </a:lnTo>
                  <a:lnTo>
                    <a:pt x="1954961" y="1342567"/>
                  </a:lnTo>
                  <a:lnTo>
                    <a:pt x="1956079" y="1343025"/>
                  </a:lnTo>
                  <a:lnTo>
                    <a:pt x="1958708" y="1343025"/>
                  </a:lnTo>
                  <a:lnTo>
                    <a:pt x="1959825" y="1342567"/>
                  </a:lnTo>
                  <a:lnTo>
                    <a:pt x="1961692" y="1340700"/>
                  </a:lnTo>
                  <a:lnTo>
                    <a:pt x="1962150" y="1339583"/>
                  </a:lnTo>
                  <a:lnTo>
                    <a:pt x="1962150" y="1336954"/>
                  </a:lnTo>
                  <a:close/>
                </a:path>
                <a:path w="6010275" h="1343025">
                  <a:moveTo>
                    <a:pt x="1962150" y="670204"/>
                  </a:moveTo>
                  <a:lnTo>
                    <a:pt x="1961692" y="669086"/>
                  </a:lnTo>
                  <a:lnTo>
                    <a:pt x="1959825" y="667219"/>
                  </a:lnTo>
                  <a:lnTo>
                    <a:pt x="1958708" y="666750"/>
                  </a:lnTo>
                  <a:lnTo>
                    <a:pt x="1956079" y="666750"/>
                  </a:lnTo>
                  <a:lnTo>
                    <a:pt x="1954961" y="667219"/>
                  </a:lnTo>
                  <a:lnTo>
                    <a:pt x="1953094" y="669086"/>
                  </a:lnTo>
                  <a:lnTo>
                    <a:pt x="1952625" y="670204"/>
                  </a:lnTo>
                  <a:lnTo>
                    <a:pt x="1952625" y="672833"/>
                  </a:lnTo>
                  <a:lnTo>
                    <a:pt x="1953094" y="673950"/>
                  </a:lnTo>
                  <a:lnTo>
                    <a:pt x="1954961" y="675817"/>
                  </a:lnTo>
                  <a:lnTo>
                    <a:pt x="1956079" y="676275"/>
                  </a:lnTo>
                  <a:lnTo>
                    <a:pt x="1958708" y="676275"/>
                  </a:lnTo>
                  <a:lnTo>
                    <a:pt x="1959825" y="675817"/>
                  </a:lnTo>
                  <a:lnTo>
                    <a:pt x="1961692" y="673950"/>
                  </a:lnTo>
                  <a:lnTo>
                    <a:pt x="1962150" y="672833"/>
                  </a:lnTo>
                  <a:lnTo>
                    <a:pt x="1962150" y="670204"/>
                  </a:lnTo>
                  <a:close/>
                </a:path>
                <a:path w="6010275" h="1343025">
                  <a:moveTo>
                    <a:pt x="1962150" y="3454"/>
                  </a:moveTo>
                  <a:lnTo>
                    <a:pt x="1961692" y="2336"/>
                  </a:lnTo>
                  <a:lnTo>
                    <a:pt x="1959825" y="469"/>
                  </a:lnTo>
                  <a:lnTo>
                    <a:pt x="1958708" y="0"/>
                  </a:lnTo>
                  <a:lnTo>
                    <a:pt x="1956079" y="0"/>
                  </a:lnTo>
                  <a:lnTo>
                    <a:pt x="1954961" y="469"/>
                  </a:lnTo>
                  <a:lnTo>
                    <a:pt x="1953094" y="2336"/>
                  </a:lnTo>
                  <a:lnTo>
                    <a:pt x="1952625" y="3454"/>
                  </a:lnTo>
                  <a:lnTo>
                    <a:pt x="1952625" y="6083"/>
                  </a:lnTo>
                  <a:lnTo>
                    <a:pt x="1953094" y="7200"/>
                  </a:lnTo>
                  <a:lnTo>
                    <a:pt x="1954961" y="9067"/>
                  </a:lnTo>
                  <a:lnTo>
                    <a:pt x="1956079" y="9525"/>
                  </a:lnTo>
                  <a:lnTo>
                    <a:pt x="1958708" y="9525"/>
                  </a:lnTo>
                  <a:lnTo>
                    <a:pt x="1959825" y="9067"/>
                  </a:lnTo>
                  <a:lnTo>
                    <a:pt x="1961692" y="7200"/>
                  </a:lnTo>
                  <a:lnTo>
                    <a:pt x="1962150" y="6083"/>
                  </a:lnTo>
                  <a:lnTo>
                    <a:pt x="1962150" y="3454"/>
                  </a:lnTo>
                  <a:close/>
                </a:path>
                <a:path w="6010275" h="1343025">
                  <a:moveTo>
                    <a:pt x="2009775" y="1336954"/>
                  </a:moveTo>
                  <a:lnTo>
                    <a:pt x="2009317" y="1335836"/>
                  </a:lnTo>
                  <a:lnTo>
                    <a:pt x="2007450" y="1333969"/>
                  </a:lnTo>
                  <a:lnTo>
                    <a:pt x="2006333" y="1333500"/>
                  </a:lnTo>
                  <a:lnTo>
                    <a:pt x="2003704" y="1333500"/>
                  </a:lnTo>
                  <a:lnTo>
                    <a:pt x="2002586" y="1333969"/>
                  </a:lnTo>
                  <a:lnTo>
                    <a:pt x="2000719" y="1335836"/>
                  </a:lnTo>
                  <a:lnTo>
                    <a:pt x="2000250" y="1336954"/>
                  </a:lnTo>
                  <a:lnTo>
                    <a:pt x="2000250" y="1339583"/>
                  </a:lnTo>
                  <a:lnTo>
                    <a:pt x="2000719" y="1340700"/>
                  </a:lnTo>
                  <a:lnTo>
                    <a:pt x="2002586" y="1342567"/>
                  </a:lnTo>
                  <a:lnTo>
                    <a:pt x="2003704" y="1343025"/>
                  </a:lnTo>
                  <a:lnTo>
                    <a:pt x="2006333" y="1343025"/>
                  </a:lnTo>
                  <a:lnTo>
                    <a:pt x="2007450" y="1342567"/>
                  </a:lnTo>
                  <a:lnTo>
                    <a:pt x="2009317" y="1340700"/>
                  </a:lnTo>
                  <a:lnTo>
                    <a:pt x="2009775" y="1339583"/>
                  </a:lnTo>
                  <a:lnTo>
                    <a:pt x="2009775" y="1336954"/>
                  </a:lnTo>
                  <a:close/>
                </a:path>
                <a:path w="6010275" h="1343025">
                  <a:moveTo>
                    <a:pt x="2009775" y="670204"/>
                  </a:moveTo>
                  <a:lnTo>
                    <a:pt x="2009317" y="669086"/>
                  </a:lnTo>
                  <a:lnTo>
                    <a:pt x="2007450" y="667219"/>
                  </a:lnTo>
                  <a:lnTo>
                    <a:pt x="2006333" y="666750"/>
                  </a:lnTo>
                  <a:lnTo>
                    <a:pt x="2003704" y="666750"/>
                  </a:lnTo>
                  <a:lnTo>
                    <a:pt x="2002586" y="667219"/>
                  </a:lnTo>
                  <a:lnTo>
                    <a:pt x="2000719" y="669086"/>
                  </a:lnTo>
                  <a:lnTo>
                    <a:pt x="2000250" y="670204"/>
                  </a:lnTo>
                  <a:lnTo>
                    <a:pt x="2000250" y="672833"/>
                  </a:lnTo>
                  <a:lnTo>
                    <a:pt x="2000719" y="673950"/>
                  </a:lnTo>
                  <a:lnTo>
                    <a:pt x="2002586" y="675817"/>
                  </a:lnTo>
                  <a:lnTo>
                    <a:pt x="2003704" y="676275"/>
                  </a:lnTo>
                  <a:lnTo>
                    <a:pt x="2006333" y="676275"/>
                  </a:lnTo>
                  <a:lnTo>
                    <a:pt x="2007450" y="675817"/>
                  </a:lnTo>
                  <a:lnTo>
                    <a:pt x="2009317" y="673950"/>
                  </a:lnTo>
                  <a:lnTo>
                    <a:pt x="2009775" y="672833"/>
                  </a:lnTo>
                  <a:lnTo>
                    <a:pt x="2009775" y="670204"/>
                  </a:lnTo>
                  <a:close/>
                </a:path>
                <a:path w="6010275" h="1343025">
                  <a:moveTo>
                    <a:pt x="2009775" y="3454"/>
                  </a:moveTo>
                  <a:lnTo>
                    <a:pt x="2009317" y="2336"/>
                  </a:lnTo>
                  <a:lnTo>
                    <a:pt x="2007450" y="469"/>
                  </a:lnTo>
                  <a:lnTo>
                    <a:pt x="2006333" y="0"/>
                  </a:lnTo>
                  <a:lnTo>
                    <a:pt x="2003704" y="0"/>
                  </a:lnTo>
                  <a:lnTo>
                    <a:pt x="2002586" y="469"/>
                  </a:lnTo>
                  <a:lnTo>
                    <a:pt x="2000719" y="2336"/>
                  </a:lnTo>
                  <a:lnTo>
                    <a:pt x="2000250" y="3454"/>
                  </a:lnTo>
                  <a:lnTo>
                    <a:pt x="2000250" y="6083"/>
                  </a:lnTo>
                  <a:lnTo>
                    <a:pt x="2000719" y="7200"/>
                  </a:lnTo>
                  <a:lnTo>
                    <a:pt x="2002586" y="9067"/>
                  </a:lnTo>
                  <a:lnTo>
                    <a:pt x="2003704" y="9525"/>
                  </a:lnTo>
                  <a:lnTo>
                    <a:pt x="2006333" y="9525"/>
                  </a:lnTo>
                  <a:lnTo>
                    <a:pt x="2007450" y="9067"/>
                  </a:lnTo>
                  <a:lnTo>
                    <a:pt x="2009317" y="7200"/>
                  </a:lnTo>
                  <a:lnTo>
                    <a:pt x="2009775" y="6083"/>
                  </a:lnTo>
                  <a:lnTo>
                    <a:pt x="2009775" y="3454"/>
                  </a:lnTo>
                  <a:close/>
                </a:path>
                <a:path w="6010275" h="1343025">
                  <a:moveTo>
                    <a:pt x="2057400" y="1336954"/>
                  </a:moveTo>
                  <a:lnTo>
                    <a:pt x="2056942" y="1335836"/>
                  </a:lnTo>
                  <a:lnTo>
                    <a:pt x="2055075" y="1333969"/>
                  </a:lnTo>
                  <a:lnTo>
                    <a:pt x="2053958" y="1333500"/>
                  </a:lnTo>
                  <a:lnTo>
                    <a:pt x="2051329" y="1333500"/>
                  </a:lnTo>
                  <a:lnTo>
                    <a:pt x="2050211" y="1333969"/>
                  </a:lnTo>
                  <a:lnTo>
                    <a:pt x="2048344" y="1335836"/>
                  </a:lnTo>
                  <a:lnTo>
                    <a:pt x="2047875" y="1336954"/>
                  </a:lnTo>
                  <a:lnTo>
                    <a:pt x="2047875" y="1339583"/>
                  </a:lnTo>
                  <a:lnTo>
                    <a:pt x="2048344" y="1340700"/>
                  </a:lnTo>
                  <a:lnTo>
                    <a:pt x="2050211" y="1342567"/>
                  </a:lnTo>
                  <a:lnTo>
                    <a:pt x="2051329" y="1343025"/>
                  </a:lnTo>
                  <a:lnTo>
                    <a:pt x="2053958" y="1343025"/>
                  </a:lnTo>
                  <a:lnTo>
                    <a:pt x="2055075" y="1342567"/>
                  </a:lnTo>
                  <a:lnTo>
                    <a:pt x="2056942" y="1340700"/>
                  </a:lnTo>
                  <a:lnTo>
                    <a:pt x="2057400" y="1339583"/>
                  </a:lnTo>
                  <a:lnTo>
                    <a:pt x="2057400" y="1336954"/>
                  </a:lnTo>
                  <a:close/>
                </a:path>
                <a:path w="6010275" h="1343025">
                  <a:moveTo>
                    <a:pt x="2057400" y="670204"/>
                  </a:moveTo>
                  <a:lnTo>
                    <a:pt x="2056942" y="669086"/>
                  </a:lnTo>
                  <a:lnTo>
                    <a:pt x="2055075" y="667219"/>
                  </a:lnTo>
                  <a:lnTo>
                    <a:pt x="2053958" y="666750"/>
                  </a:lnTo>
                  <a:lnTo>
                    <a:pt x="2051329" y="666750"/>
                  </a:lnTo>
                  <a:lnTo>
                    <a:pt x="2050211" y="667219"/>
                  </a:lnTo>
                  <a:lnTo>
                    <a:pt x="2048344" y="669086"/>
                  </a:lnTo>
                  <a:lnTo>
                    <a:pt x="2047875" y="670204"/>
                  </a:lnTo>
                  <a:lnTo>
                    <a:pt x="2047875" y="672833"/>
                  </a:lnTo>
                  <a:lnTo>
                    <a:pt x="2048344" y="673950"/>
                  </a:lnTo>
                  <a:lnTo>
                    <a:pt x="2050211" y="675817"/>
                  </a:lnTo>
                  <a:lnTo>
                    <a:pt x="2051329" y="676275"/>
                  </a:lnTo>
                  <a:lnTo>
                    <a:pt x="2053958" y="676275"/>
                  </a:lnTo>
                  <a:lnTo>
                    <a:pt x="2055075" y="675817"/>
                  </a:lnTo>
                  <a:lnTo>
                    <a:pt x="2056942" y="673950"/>
                  </a:lnTo>
                  <a:lnTo>
                    <a:pt x="2057400" y="672833"/>
                  </a:lnTo>
                  <a:lnTo>
                    <a:pt x="2057400" y="670204"/>
                  </a:lnTo>
                  <a:close/>
                </a:path>
                <a:path w="6010275" h="1343025">
                  <a:moveTo>
                    <a:pt x="2057400" y="3454"/>
                  </a:moveTo>
                  <a:lnTo>
                    <a:pt x="2056942" y="2336"/>
                  </a:lnTo>
                  <a:lnTo>
                    <a:pt x="2055075" y="469"/>
                  </a:lnTo>
                  <a:lnTo>
                    <a:pt x="2053958" y="0"/>
                  </a:lnTo>
                  <a:lnTo>
                    <a:pt x="2051329" y="0"/>
                  </a:lnTo>
                  <a:lnTo>
                    <a:pt x="2050211" y="469"/>
                  </a:lnTo>
                  <a:lnTo>
                    <a:pt x="2048344" y="2336"/>
                  </a:lnTo>
                  <a:lnTo>
                    <a:pt x="2047875" y="3454"/>
                  </a:lnTo>
                  <a:lnTo>
                    <a:pt x="2047875" y="6083"/>
                  </a:lnTo>
                  <a:lnTo>
                    <a:pt x="2048344" y="7200"/>
                  </a:lnTo>
                  <a:lnTo>
                    <a:pt x="2050211" y="9067"/>
                  </a:lnTo>
                  <a:lnTo>
                    <a:pt x="2051329" y="9525"/>
                  </a:lnTo>
                  <a:lnTo>
                    <a:pt x="2053958" y="9525"/>
                  </a:lnTo>
                  <a:lnTo>
                    <a:pt x="2055075" y="9067"/>
                  </a:lnTo>
                  <a:lnTo>
                    <a:pt x="2056942" y="7200"/>
                  </a:lnTo>
                  <a:lnTo>
                    <a:pt x="2057400" y="6083"/>
                  </a:lnTo>
                  <a:lnTo>
                    <a:pt x="2057400" y="3454"/>
                  </a:lnTo>
                  <a:close/>
                </a:path>
                <a:path w="6010275" h="1343025">
                  <a:moveTo>
                    <a:pt x="2105025" y="1336954"/>
                  </a:moveTo>
                  <a:lnTo>
                    <a:pt x="2104567" y="1335836"/>
                  </a:lnTo>
                  <a:lnTo>
                    <a:pt x="2102700" y="1333969"/>
                  </a:lnTo>
                  <a:lnTo>
                    <a:pt x="2101583" y="1333500"/>
                  </a:lnTo>
                  <a:lnTo>
                    <a:pt x="2098954" y="1333500"/>
                  </a:lnTo>
                  <a:lnTo>
                    <a:pt x="2097836" y="1333969"/>
                  </a:lnTo>
                  <a:lnTo>
                    <a:pt x="2095969" y="1335836"/>
                  </a:lnTo>
                  <a:lnTo>
                    <a:pt x="2095500" y="1336954"/>
                  </a:lnTo>
                  <a:lnTo>
                    <a:pt x="2095500" y="1339583"/>
                  </a:lnTo>
                  <a:lnTo>
                    <a:pt x="2095969" y="1340700"/>
                  </a:lnTo>
                  <a:lnTo>
                    <a:pt x="2097836" y="1342567"/>
                  </a:lnTo>
                  <a:lnTo>
                    <a:pt x="2098954" y="1343025"/>
                  </a:lnTo>
                  <a:lnTo>
                    <a:pt x="2101583" y="1343025"/>
                  </a:lnTo>
                  <a:lnTo>
                    <a:pt x="2102700" y="1342567"/>
                  </a:lnTo>
                  <a:lnTo>
                    <a:pt x="2104567" y="1340700"/>
                  </a:lnTo>
                  <a:lnTo>
                    <a:pt x="2105025" y="1339583"/>
                  </a:lnTo>
                  <a:lnTo>
                    <a:pt x="2105025" y="1336954"/>
                  </a:lnTo>
                  <a:close/>
                </a:path>
                <a:path w="6010275" h="1343025">
                  <a:moveTo>
                    <a:pt x="2105025" y="670204"/>
                  </a:moveTo>
                  <a:lnTo>
                    <a:pt x="2104567" y="669086"/>
                  </a:lnTo>
                  <a:lnTo>
                    <a:pt x="2102700" y="667219"/>
                  </a:lnTo>
                  <a:lnTo>
                    <a:pt x="2101583" y="666750"/>
                  </a:lnTo>
                  <a:lnTo>
                    <a:pt x="2098954" y="666750"/>
                  </a:lnTo>
                  <a:lnTo>
                    <a:pt x="2097836" y="667219"/>
                  </a:lnTo>
                  <a:lnTo>
                    <a:pt x="2095969" y="669086"/>
                  </a:lnTo>
                  <a:lnTo>
                    <a:pt x="2095500" y="670204"/>
                  </a:lnTo>
                  <a:lnTo>
                    <a:pt x="2095500" y="672833"/>
                  </a:lnTo>
                  <a:lnTo>
                    <a:pt x="2095969" y="673950"/>
                  </a:lnTo>
                  <a:lnTo>
                    <a:pt x="2097836" y="675817"/>
                  </a:lnTo>
                  <a:lnTo>
                    <a:pt x="2098954" y="676275"/>
                  </a:lnTo>
                  <a:lnTo>
                    <a:pt x="2101583" y="676275"/>
                  </a:lnTo>
                  <a:lnTo>
                    <a:pt x="2102700" y="675817"/>
                  </a:lnTo>
                  <a:lnTo>
                    <a:pt x="2104567" y="673950"/>
                  </a:lnTo>
                  <a:lnTo>
                    <a:pt x="2105025" y="672833"/>
                  </a:lnTo>
                  <a:lnTo>
                    <a:pt x="2105025" y="670204"/>
                  </a:lnTo>
                  <a:close/>
                </a:path>
                <a:path w="6010275" h="1343025">
                  <a:moveTo>
                    <a:pt x="2105025" y="3454"/>
                  </a:moveTo>
                  <a:lnTo>
                    <a:pt x="2104567" y="2336"/>
                  </a:lnTo>
                  <a:lnTo>
                    <a:pt x="2102700" y="469"/>
                  </a:lnTo>
                  <a:lnTo>
                    <a:pt x="2101583" y="0"/>
                  </a:lnTo>
                  <a:lnTo>
                    <a:pt x="2098954" y="0"/>
                  </a:lnTo>
                  <a:lnTo>
                    <a:pt x="2097836" y="469"/>
                  </a:lnTo>
                  <a:lnTo>
                    <a:pt x="2095969" y="2336"/>
                  </a:lnTo>
                  <a:lnTo>
                    <a:pt x="2095500" y="3454"/>
                  </a:lnTo>
                  <a:lnTo>
                    <a:pt x="2095500" y="6083"/>
                  </a:lnTo>
                  <a:lnTo>
                    <a:pt x="2095969" y="7200"/>
                  </a:lnTo>
                  <a:lnTo>
                    <a:pt x="2097836" y="9067"/>
                  </a:lnTo>
                  <a:lnTo>
                    <a:pt x="2098954" y="9525"/>
                  </a:lnTo>
                  <a:lnTo>
                    <a:pt x="2101583" y="9525"/>
                  </a:lnTo>
                  <a:lnTo>
                    <a:pt x="2102700" y="9067"/>
                  </a:lnTo>
                  <a:lnTo>
                    <a:pt x="2104567" y="7200"/>
                  </a:lnTo>
                  <a:lnTo>
                    <a:pt x="2105025" y="6083"/>
                  </a:lnTo>
                  <a:lnTo>
                    <a:pt x="2105025" y="3454"/>
                  </a:lnTo>
                  <a:close/>
                </a:path>
                <a:path w="6010275" h="1343025">
                  <a:moveTo>
                    <a:pt x="2152650" y="1336954"/>
                  </a:moveTo>
                  <a:lnTo>
                    <a:pt x="2152192" y="1335836"/>
                  </a:lnTo>
                  <a:lnTo>
                    <a:pt x="2150326" y="1333969"/>
                  </a:lnTo>
                  <a:lnTo>
                    <a:pt x="2149208" y="1333500"/>
                  </a:lnTo>
                  <a:lnTo>
                    <a:pt x="2146579" y="1333500"/>
                  </a:lnTo>
                  <a:lnTo>
                    <a:pt x="2145461" y="1333969"/>
                  </a:lnTo>
                  <a:lnTo>
                    <a:pt x="2143595" y="1335836"/>
                  </a:lnTo>
                  <a:lnTo>
                    <a:pt x="2143125" y="1336954"/>
                  </a:lnTo>
                  <a:lnTo>
                    <a:pt x="2143125" y="1339583"/>
                  </a:lnTo>
                  <a:lnTo>
                    <a:pt x="2143595" y="1340700"/>
                  </a:lnTo>
                  <a:lnTo>
                    <a:pt x="2145461" y="1342567"/>
                  </a:lnTo>
                  <a:lnTo>
                    <a:pt x="2146579" y="1343025"/>
                  </a:lnTo>
                  <a:lnTo>
                    <a:pt x="2149208" y="1343025"/>
                  </a:lnTo>
                  <a:lnTo>
                    <a:pt x="2150326" y="1342567"/>
                  </a:lnTo>
                  <a:lnTo>
                    <a:pt x="2152192" y="1340700"/>
                  </a:lnTo>
                  <a:lnTo>
                    <a:pt x="2152650" y="1339583"/>
                  </a:lnTo>
                  <a:lnTo>
                    <a:pt x="2152650" y="1336954"/>
                  </a:lnTo>
                  <a:close/>
                </a:path>
                <a:path w="6010275" h="1343025">
                  <a:moveTo>
                    <a:pt x="2152650" y="670204"/>
                  </a:moveTo>
                  <a:lnTo>
                    <a:pt x="2152192" y="669086"/>
                  </a:lnTo>
                  <a:lnTo>
                    <a:pt x="2150326" y="667219"/>
                  </a:lnTo>
                  <a:lnTo>
                    <a:pt x="2149208" y="666750"/>
                  </a:lnTo>
                  <a:lnTo>
                    <a:pt x="2146579" y="666750"/>
                  </a:lnTo>
                  <a:lnTo>
                    <a:pt x="2145461" y="667219"/>
                  </a:lnTo>
                  <a:lnTo>
                    <a:pt x="2143595" y="669086"/>
                  </a:lnTo>
                  <a:lnTo>
                    <a:pt x="2143125" y="670204"/>
                  </a:lnTo>
                  <a:lnTo>
                    <a:pt x="2143125" y="672833"/>
                  </a:lnTo>
                  <a:lnTo>
                    <a:pt x="2143595" y="673950"/>
                  </a:lnTo>
                  <a:lnTo>
                    <a:pt x="2145461" y="675817"/>
                  </a:lnTo>
                  <a:lnTo>
                    <a:pt x="2146579" y="676275"/>
                  </a:lnTo>
                  <a:lnTo>
                    <a:pt x="2149208" y="676275"/>
                  </a:lnTo>
                  <a:lnTo>
                    <a:pt x="2150326" y="675817"/>
                  </a:lnTo>
                  <a:lnTo>
                    <a:pt x="2152192" y="673950"/>
                  </a:lnTo>
                  <a:lnTo>
                    <a:pt x="2152650" y="672833"/>
                  </a:lnTo>
                  <a:lnTo>
                    <a:pt x="2152650" y="670204"/>
                  </a:lnTo>
                  <a:close/>
                </a:path>
                <a:path w="6010275" h="1343025">
                  <a:moveTo>
                    <a:pt x="2152650" y="3454"/>
                  </a:moveTo>
                  <a:lnTo>
                    <a:pt x="2152192" y="2336"/>
                  </a:lnTo>
                  <a:lnTo>
                    <a:pt x="2150326" y="469"/>
                  </a:lnTo>
                  <a:lnTo>
                    <a:pt x="2149208" y="0"/>
                  </a:lnTo>
                  <a:lnTo>
                    <a:pt x="2146579" y="0"/>
                  </a:lnTo>
                  <a:lnTo>
                    <a:pt x="2145461" y="469"/>
                  </a:lnTo>
                  <a:lnTo>
                    <a:pt x="2143595" y="2336"/>
                  </a:lnTo>
                  <a:lnTo>
                    <a:pt x="2143125" y="3454"/>
                  </a:lnTo>
                  <a:lnTo>
                    <a:pt x="2143125" y="6083"/>
                  </a:lnTo>
                  <a:lnTo>
                    <a:pt x="2143595" y="7200"/>
                  </a:lnTo>
                  <a:lnTo>
                    <a:pt x="2145461" y="9067"/>
                  </a:lnTo>
                  <a:lnTo>
                    <a:pt x="2146579" y="9525"/>
                  </a:lnTo>
                  <a:lnTo>
                    <a:pt x="2149208" y="9525"/>
                  </a:lnTo>
                  <a:lnTo>
                    <a:pt x="2150326" y="9067"/>
                  </a:lnTo>
                  <a:lnTo>
                    <a:pt x="2152192" y="7200"/>
                  </a:lnTo>
                  <a:lnTo>
                    <a:pt x="2152650" y="6083"/>
                  </a:lnTo>
                  <a:lnTo>
                    <a:pt x="2152650" y="3454"/>
                  </a:lnTo>
                  <a:close/>
                </a:path>
                <a:path w="6010275" h="1343025">
                  <a:moveTo>
                    <a:pt x="2200275" y="1336954"/>
                  </a:moveTo>
                  <a:lnTo>
                    <a:pt x="2199817" y="1335836"/>
                  </a:lnTo>
                  <a:lnTo>
                    <a:pt x="2197951" y="1333969"/>
                  </a:lnTo>
                  <a:lnTo>
                    <a:pt x="2196833" y="1333500"/>
                  </a:lnTo>
                  <a:lnTo>
                    <a:pt x="2194204" y="1333500"/>
                  </a:lnTo>
                  <a:lnTo>
                    <a:pt x="2193086" y="1333969"/>
                  </a:lnTo>
                  <a:lnTo>
                    <a:pt x="2191220" y="1335836"/>
                  </a:lnTo>
                  <a:lnTo>
                    <a:pt x="2190750" y="1336954"/>
                  </a:lnTo>
                  <a:lnTo>
                    <a:pt x="2190750" y="1339583"/>
                  </a:lnTo>
                  <a:lnTo>
                    <a:pt x="2191220" y="1340700"/>
                  </a:lnTo>
                  <a:lnTo>
                    <a:pt x="2193086" y="1342567"/>
                  </a:lnTo>
                  <a:lnTo>
                    <a:pt x="2194204" y="1343025"/>
                  </a:lnTo>
                  <a:lnTo>
                    <a:pt x="2196833" y="1343025"/>
                  </a:lnTo>
                  <a:lnTo>
                    <a:pt x="2197951" y="1342567"/>
                  </a:lnTo>
                  <a:lnTo>
                    <a:pt x="2199817" y="1340700"/>
                  </a:lnTo>
                  <a:lnTo>
                    <a:pt x="2200275" y="1339583"/>
                  </a:lnTo>
                  <a:lnTo>
                    <a:pt x="2200275" y="1336954"/>
                  </a:lnTo>
                  <a:close/>
                </a:path>
                <a:path w="6010275" h="1343025">
                  <a:moveTo>
                    <a:pt x="2200275" y="670204"/>
                  </a:moveTo>
                  <a:lnTo>
                    <a:pt x="2199817" y="669086"/>
                  </a:lnTo>
                  <a:lnTo>
                    <a:pt x="2197951" y="667219"/>
                  </a:lnTo>
                  <a:lnTo>
                    <a:pt x="2196833" y="666750"/>
                  </a:lnTo>
                  <a:lnTo>
                    <a:pt x="2194204" y="666750"/>
                  </a:lnTo>
                  <a:lnTo>
                    <a:pt x="2193086" y="667219"/>
                  </a:lnTo>
                  <a:lnTo>
                    <a:pt x="2191220" y="669086"/>
                  </a:lnTo>
                  <a:lnTo>
                    <a:pt x="2190750" y="670204"/>
                  </a:lnTo>
                  <a:lnTo>
                    <a:pt x="2190750" y="672833"/>
                  </a:lnTo>
                  <a:lnTo>
                    <a:pt x="2191220" y="673950"/>
                  </a:lnTo>
                  <a:lnTo>
                    <a:pt x="2193086" y="675817"/>
                  </a:lnTo>
                  <a:lnTo>
                    <a:pt x="2194204" y="676275"/>
                  </a:lnTo>
                  <a:lnTo>
                    <a:pt x="2196833" y="676275"/>
                  </a:lnTo>
                  <a:lnTo>
                    <a:pt x="2197951" y="675817"/>
                  </a:lnTo>
                  <a:lnTo>
                    <a:pt x="2199817" y="673950"/>
                  </a:lnTo>
                  <a:lnTo>
                    <a:pt x="2200275" y="672833"/>
                  </a:lnTo>
                  <a:lnTo>
                    <a:pt x="2200275" y="670204"/>
                  </a:lnTo>
                  <a:close/>
                </a:path>
                <a:path w="6010275" h="1343025">
                  <a:moveTo>
                    <a:pt x="2200275" y="3454"/>
                  </a:moveTo>
                  <a:lnTo>
                    <a:pt x="2199817" y="2336"/>
                  </a:lnTo>
                  <a:lnTo>
                    <a:pt x="2197951" y="469"/>
                  </a:lnTo>
                  <a:lnTo>
                    <a:pt x="2196833" y="0"/>
                  </a:lnTo>
                  <a:lnTo>
                    <a:pt x="2194204" y="0"/>
                  </a:lnTo>
                  <a:lnTo>
                    <a:pt x="2193086" y="469"/>
                  </a:lnTo>
                  <a:lnTo>
                    <a:pt x="2191220" y="2336"/>
                  </a:lnTo>
                  <a:lnTo>
                    <a:pt x="2190750" y="3454"/>
                  </a:lnTo>
                  <a:lnTo>
                    <a:pt x="2190750" y="6083"/>
                  </a:lnTo>
                  <a:lnTo>
                    <a:pt x="2191220" y="7200"/>
                  </a:lnTo>
                  <a:lnTo>
                    <a:pt x="2193086" y="9067"/>
                  </a:lnTo>
                  <a:lnTo>
                    <a:pt x="2194204" y="9525"/>
                  </a:lnTo>
                  <a:lnTo>
                    <a:pt x="2196833" y="9525"/>
                  </a:lnTo>
                  <a:lnTo>
                    <a:pt x="2197951" y="9067"/>
                  </a:lnTo>
                  <a:lnTo>
                    <a:pt x="2199817" y="7200"/>
                  </a:lnTo>
                  <a:lnTo>
                    <a:pt x="2200275" y="6083"/>
                  </a:lnTo>
                  <a:lnTo>
                    <a:pt x="2200275" y="3454"/>
                  </a:lnTo>
                  <a:close/>
                </a:path>
                <a:path w="6010275" h="1343025">
                  <a:moveTo>
                    <a:pt x="2247900" y="1336954"/>
                  </a:moveTo>
                  <a:lnTo>
                    <a:pt x="2247442" y="1335836"/>
                  </a:lnTo>
                  <a:lnTo>
                    <a:pt x="2245576" y="1333969"/>
                  </a:lnTo>
                  <a:lnTo>
                    <a:pt x="2244458" y="1333500"/>
                  </a:lnTo>
                  <a:lnTo>
                    <a:pt x="2241829" y="1333500"/>
                  </a:lnTo>
                  <a:lnTo>
                    <a:pt x="2240711" y="1333969"/>
                  </a:lnTo>
                  <a:lnTo>
                    <a:pt x="2238845" y="1335836"/>
                  </a:lnTo>
                  <a:lnTo>
                    <a:pt x="2238375" y="1336954"/>
                  </a:lnTo>
                  <a:lnTo>
                    <a:pt x="2238375" y="1339583"/>
                  </a:lnTo>
                  <a:lnTo>
                    <a:pt x="2238845" y="1340700"/>
                  </a:lnTo>
                  <a:lnTo>
                    <a:pt x="2240711" y="1342567"/>
                  </a:lnTo>
                  <a:lnTo>
                    <a:pt x="2241829" y="1343025"/>
                  </a:lnTo>
                  <a:lnTo>
                    <a:pt x="2244458" y="1343025"/>
                  </a:lnTo>
                  <a:lnTo>
                    <a:pt x="2245576" y="1342567"/>
                  </a:lnTo>
                  <a:lnTo>
                    <a:pt x="2247442" y="1340700"/>
                  </a:lnTo>
                  <a:lnTo>
                    <a:pt x="2247900" y="1339583"/>
                  </a:lnTo>
                  <a:lnTo>
                    <a:pt x="2247900" y="1336954"/>
                  </a:lnTo>
                  <a:close/>
                </a:path>
                <a:path w="6010275" h="1343025">
                  <a:moveTo>
                    <a:pt x="2247900" y="670204"/>
                  </a:moveTo>
                  <a:lnTo>
                    <a:pt x="2247442" y="669086"/>
                  </a:lnTo>
                  <a:lnTo>
                    <a:pt x="2245576" y="667219"/>
                  </a:lnTo>
                  <a:lnTo>
                    <a:pt x="2244458" y="666750"/>
                  </a:lnTo>
                  <a:lnTo>
                    <a:pt x="2241829" y="666750"/>
                  </a:lnTo>
                  <a:lnTo>
                    <a:pt x="2240711" y="667219"/>
                  </a:lnTo>
                  <a:lnTo>
                    <a:pt x="2238845" y="669086"/>
                  </a:lnTo>
                  <a:lnTo>
                    <a:pt x="2238375" y="670204"/>
                  </a:lnTo>
                  <a:lnTo>
                    <a:pt x="2238375" y="672833"/>
                  </a:lnTo>
                  <a:lnTo>
                    <a:pt x="2238845" y="673950"/>
                  </a:lnTo>
                  <a:lnTo>
                    <a:pt x="2240711" y="675817"/>
                  </a:lnTo>
                  <a:lnTo>
                    <a:pt x="2241829" y="676275"/>
                  </a:lnTo>
                  <a:lnTo>
                    <a:pt x="2244458" y="676275"/>
                  </a:lnTo>
                  <a:lnTo>
                    <a:pt x="2245576" y="675817"/>
                  </a:lnTo>
                  <a:lnTo>
                    <a:pt x="2247442" y="673950"/>
                  </a:lnTo>
                  <a:lnTo>
                    <a:pt x="2247900" y="672833"/>
                  </a:lnTo>
                  <a:lnTo>
                    <a:pt x="2247900" y="670204"/>
                  </a:lnTo>
                  <a:close/>
                </a:path>
                <a:path w="6010275" h="1343025">
                  <a:moveTo>
                    <a:pt x="2247900" y="3454"/>
                  </a:moveTo>
                  <a:lnTo>
                    <a:pt x="2247442" y="2336"/>
                  </a:lnTo>
                  <a:lnTo>
                    <a:pt x="2245576" y="469"/>
                  </a:lnTo>
                  <a:lnTo>
                    <a:pt x="2244458" y="0"/>
                  </a:lnTo>
                  <a:lnTo>
                    <a:pt x="2241829" y="0"/>
                  </a:lnTo>
                  <a:lnTo>
                    <a:pt x="2240711" y="469"/>
                  </a:lnTo>
                  <a:lnTo>
                    <a:pt x="2238845" y="2336"/>
                  </a:lnTo>
                  <a:lnTo>
                    <a:pt x="2238375" y="3454"/>
                  </a:lnTo>
                  <a:lnTo>
                    <a:pt x="2238375" y="6083"/>
                  </a:lnTo>
                  <a:lnTo>
                    <a:pt x="2238845" y="7200"/>
                  </a:lnTo>
                  <a:lnTo>
                    <a:pt x="2240711" y="9067"/>
                  </a:lnTo>
                  <a:lnTo>
                    <a:pt x="2241829" y="9525"/>
                  </a:lnTo>
                  <a:lnTo>
                    <a:pt x="2244458" y="9525"/>
                  </a:lnTo>
                  <a:lnTo>
                    <a:pt x="2245576" y="9067"/>
                  </a:lnTo>
                  <a:lnTo>
                    <a:pt x="2247442" y="7200"/>
                  </a:lnTo>
                  <a:lnTo>
                    <a:pt x="2247900" y="6083"/>
                  </a:lnTo>
                  <a:lnTo>
                    <a:pt x="2247900" y="3454"/>
                  </a:lnTo>
                  <a:close/>
                </a:path>
                <a:path w="6010275" h="1343025">
                  <a:moveTo>
                    <a:pt x="2295525" y="1336954"/>
                  </a:moveTo>
                  <a:lnTo>
                    <a:pt x="2295067" y="1335836"/>
                  </a:lnTo>
                  <a:lnTo>
                    <a:pt x="2293201" y="1333969"/>
                  </a:lnTo>
                  <a:lnTo>
                    <a:pt x="2292083" y="1333500"/>
                  </a:lnTo>
                  <a:lnTo>
                    <a:pt x="2289454" y="1333500"/>
                  </a:lnTo>
                  <a:lnTo>
                    <a:pt x="2288336" y="1333969"/>
                  </a:lnTo>
                  <a:lnTo>
                    <a:pt x="2286470" y="1335836"/>
                  </a:lnTo>
                  <a:lnTo>
                    <a:pt x="2286000" y="1336954"/>
                  </a:lnTo>
                  <a:lnTo>
                    <a:pt x="2286000" y="1339583"/>
                  </a:lnTo>
                  <a:lnTo>
                    <a:pt x="2286470" y="1340700"/>
                  </a:lnTo>
                  <a:lnTo>
                    <a:pt x="2288336" y="1342567"/>
                  </a:lnTo>
                  <a:lnTo>
                    <a:pt x="2289454" y="1343025"/>
                  </a:lnTo>
                  <a:lnTo>
                    <a:pt x="2292083" y="1343025"/>
                  </a:lnTo>
                  <a:lnTo>
                    <a:pt x="2293201" y="1342567"/>
                  </a:lnTo>
                  <a:lnTo>
                    <a:pt x="2295067" y="1340700"/>
                  </a:lnTo>
                  <a:lnTo>
                    <a:pt x="2295525" y="1339583"/>
                  </a:lnTo>
                  <a:lnTo>
                    <a:pt x="2295525" y="1336954"/>
                  </a:lnTo>
                  <a:close/>
                </a:path>
                <a:path w="6010275" h="1343025">
                  <a:moveTo>
                    <a:pt x="2295525" y="670204"/>
                  </a:moveTo>
                  <a:lnTo>
                    <a:pt x="2295067" y="669086"/>
                  </a:lnTo>
                  <a:lnTo>
                    <a:pt x="2293201" y="667219"/>
                  </a:lnTo>
                  <a:lnTo>
                    <a:pt x="2292083" y="666750"/>
                  </a:lnTo>
                  <a:lnTo>
                    <a:pt x="2289454" y="666750"/>
                  </a:lnTo>
                  <a:lnTo>
                    <a:pt x="2288336" y="667219"/>
                  </a:lnTo>
                  <a:lnTo>
                    <a:pt x="2286470" y="669086"/>
                  </a:lnTo>
                  <a:lnTo>
                    <a:pt x="2286000" y="670204"/>
                  </a:lnTo>
                  <a:lnTo>
                    <a:pt x="2286000" y="672833"/>
                  </a:lnTo>
                  <a:lnTo>
                    <a:pt x="2286470" y="673950"/>
                  </a:lnTo>
                  <a:lnTo>
                    <a:pt x="2288336" y="675817"/>
                  </a:lnTo>
                  <a:lnTo>
                    <a:pt x="2289454" y="676275"/>
                  </a:lnTo>
                  <a:lnTo>
                    <a:pt x="2292083" y="676275"/>
                  </a:lnTo>
                  <a:lnTo>
                    <a:pt x="2293201" y="675817"/>
                  </a:lnTo>
                  <a:lnTo>
                    <a:pt x="2295067" y="673950"/>
                  </a:lnTo>
                  <a:lnTo>
                    <a:pt x="2295525" y="672833"/>
                  </a:lnTo>
                  <a:lnTo>
                    <a:pt x="2295525" y="670204"/>
                  </a:lnTo>
                  <a:close/>
                </a:path>
                <a:path w="6010275" h="1343025">
                  <a:moveTo>
                    <a:pt x="2295525" y="3454"/>
                  </a:moveTo>
                  <a:lnTo>
                    <a:pt x="2295067" y="2336"/>
                  </a:lnTo>
                  <a:lnTo>
                    <a:pt x="2293201" y="469"/>
                  </a:lnTo>
                  <a:lnTo>
                    <a:pt x="2292083" y="0"/>
                  </a:lnTo>
                  <a:lnTo>
                    <a:pt x="2289454" y="0"/>
                  </a:lnTo>
                  <a:lnTo>
                    <a:pt x="2288336" y="469"/>
                  </a:lnTo>
                  <a:lnTo>
                    <a:pt x="2286470" y="2336"/>
                  </a:lnTo>
                  <a:lnTo>
                    <a:pt x="2286000" y="3454"/>
                  </a:lnTo>
                  <a:lnTo>
                    <a:pt x="2286000" y="6083"/>
                  </a:lnTo>
                  <a:lnTo>
                    <a:pt x="2286470" y="7200"/>
                  </a:lnTo>
                  <a:lnTo>
                    <a:pt x="2288336" y="9067"/>
                  </a:lnTo>
                  <a:lnTo>
                    <a:pt x="2289454" y="9525"/>
                  </a:lnTo>
                  <a:lnTo>
                    <a:pt x="2292083" y="9525"/>
                  </a:lnTo>
                  <a:lnTo>
                    <a:pt x="2293201" y="9067"/>
                  </a:lnTo>
                  <a:lnTo>
                    <a:pt x="2295067" y="7200"/>
                  </a:lnTo>
                  <a:lnTo>
                    <a:pt x="2295525" y="6083"/>
                  </a:lnTo>
                  <a:lnTo>
                    <a:pt x="2295525" y="3454"/>
                  </a:lnTo>
                  <a:close/>
                </a:path>
                <a:path w="6010275" h="1343025">
                  <a:moveTo>
                    <a:pt x="2343150" y="1336954"/>
                  </a:moveTo>
                  <a:lnTo>
                    <a:pt x="2342692" y="1335836"/>
                  </a:lnTo>
                  <a:lnTo>
                    <a:pt x="2340826" y="1333969"/>
                  </a:lnTo>
                  <a:lnTo>
                    <a:pt x="2339708" y="1333500"/>
                  </a:lnTo>
                  <a:lnTo>
                    <a:pt x="2337079" y="1333500"/>
                  </a:lnTo>
                  <a:lnTo>
                    <a:pt x="2335961" y="1333969"/>
                  </a:lnTo>
                  <a:lnTo>
                    <a:pt x="2334095" y="1335836"/>
                  </a:lnTo>
                  <a:lnTo>
                    <a:pt x="2333625" y="1336954"/>
                  </a:lnTo>
                  <a:lnTo>
                    <a:pt x="2333625" y="1339583"/>
                  </a:lnTo>
                  <a:lnTo>
                    <a:pt x="2334095" y="1340700"/>
                  </a:lnTo>
                  <a:lnTo>
                    <a:pt x="2335961" y="1342567"/>
                  </a:lnTo>
                  <a:lnTo>
                    <a:pt x="2337079" y="1343025"/>
                  </a:lnTo>
                  <a:lnTo>
                    <a:pt x="2339708" y="1343025"/>
                  </a:lnTo>
                  <a:lnTo>
                    <a:pt x="2340826" y="1342567"/>
                  </a:lnTo>
                  <a:lnTo>
                    <a:pt x="2342692" y="1340700"/>
                  </a:lnTo>
                  <a:lnTo>
                    <a:pt x="2343150" y="1339583"/>
                  </a:lnTo>
                  <a:lnTo>
                    <a:pt x="2343150" y="1336954"/>
                  </a:lnTo>
                  <a:close/>
                </a:path>
                <a:path w="6010275" h="1343025">
                  <a:moveTo>
                    <a:pt x="2343150" y="670204"/>
                  </a:moveTo>
                  <a:lnTo>
                    <a:pt x="2342692" y="669086"/>
                  </a:lnTo>
                  <a:lnTo>
                    <a:pt x="2340826" y="667219"/>
                  </a:lnTo>
                  <a:lnTo>
                    <a:pt x="2339708" y="666750"/>
                  </a:lnTo>
                  <a:lnTo>
                    <a:pt x="2337079" y="666750"/>
                  </a:lnTo>
                  <a:lnTo>
                    <a:pt x="2335961" y="667219"/>
                  </a:lnTo>
                  <a:lnTo>
                    <a:pt x="2334095" y="669086"/>
                  </a:lnTo>
                  <a:lnTo>
                    <a:pt x="2333625" y="670204"/>
                  </a:lnTo>
                  <a:lnTo>
                    <a:pt x="2333625" y="672833"/>
                  </a:lnTo>
                  <a:lnTo>
                    <a:pt x="2334095" y="673950"/>
                  </a:lnTo>
                  <a:lnTo>
                    <a:pt x="2335961" y="675817"/>
                  </a:lnTo>
                  <a:lnTo>
                    <a:pt x="2337079" y="676275"/>
                  </a:lnTo>
                  <a:lnTo>
                    <a:pt x="2339708" y="676275"/>
                  </a:lnTo>
                  <a:lnTo>
                    <a:pt x="2340826" y="675817"/>
                  </a:lnTo>
                  <a:lnTo>
                    <a:pt x="2342692" y="673950"/>
                  </a:lnTo>
                  <a:lnTo>
                    <a:pt x="2343150" y="672833"/>
                  </a:lnTo>
                  <a:lnTo>
                    <a:pt x="2343150" y="670204"/>
                  </a:lnTo>
                  <a:close/>
                </a:path>
                <a:path w="6010275" h="1343025">
                  <a:moveTo>
                    <a:pt x="2343150" y="3454"/>
                  </a:moveTo>
                  <a:lnTo>
                    <a:pt x="2342692" y="2336"/>
                  </a:lnTo>
                  <a:lnTo>
                    <a:pt x="2340826" y="469"/>
                  </a:lnTo>
                  <a:lnTo>
                    <a:pt x="2339708" y="0"/>
                  </a:lnTo>
                  <a:lnTo>
                    <a:pt x="2337079" y="0"/>
                  </a:lnTo>
                  <a:lnTo>
                    <a:pt x="2335961" y="469"/>
                  </a:lnTo>
                  <a:lnTo>
                    <a:pt x="2334095" y="2336"/>
                  </a:lnTo>
                  <a:lnTo>
                    <a:pt x="2333625" y="3454"/>
                  </a:lnTo>
                  <a:lnTo>
                    <a:pt x="2333625" y="6083"/>
                  </a:lnTo>
                  <a:lnTo>
                    <a:pt x="2334095" y="7200"/>
                  </a:lnTo>
                  <a:lnTo>
                    <a:pt x="2335961" y="9067"/>
                  </a:lnTo>
                  <a:lnTo>
                    <a:pt x="2337079" y="9525"/>
                  </a:lnTo>
                  <a:lnTo>
                    <a:pt x="2339708" y="9525"/>
                  </a:lnTo>
                  <a:lnTo>
                    <a:pt x="2340826" y="9067"/>
                  </a:lnTo>
                  <a:lnTo>
                    <a:pt x="2342692" y="7200"/>
                  </a:lnTo>
                  <a:lnTo>
                    <a:pt x="2343150" y="6083"/>
                  </a:lnTo>
                  <a:lnTo>
                    <a:pt x="2343150" y="3454"/>
                  </a:lnTo>
                  <a:close/>
                </a:path>
                <a:path w="6010275" h="1343025">
                  <a:moveTo>
                    <a:pt x="2390775" y="1336954"/>
                  </a:moveTo>
                  <a:lnTo>
                    <a:pt x="2390317" y="1335836"/>
                  </a:lnTo>
                  <a:lnTo>
                    <a:pt x="2388451" y="1333969"/>
                  </a:lnTo>
                  <a:lnTo>
                    <a:pt x="2387333" y="1333500"/>
                  </a:lnTo>
                  <a:lnTo>
                    <a:pt x="2384704" y="1333500"/>
                  </a:lnTo>
                  <a:lnTo>
                    <a:pt x="2383586" y="1333969"/>
                  </a:lnTo>
                  <a:lnTo>
                    <a:pt x="2381720" y="1335836"/>
                  </a:lnTo>
                  <a:lnTo>
                    <a:pt x="2381250" y="1336954"/>
                  </a:lnTo>
                  <a:lnTo>
                    <a:pt x="2381250" y="1339583"/>
                  </a:lnTo>
                  <a:lnTo>
                    <a:pt x="2381720" y="1340700"/>
                  </a:lnTo>
                  <a:lnTo>
                    <a:pt x="2383586" y="1342567"/>
                  </a:lnTo>
                  <a:lnTo>
                    <a:pt x="2384704" y="1343025"/>
                  </a:lnTo>
                  <a:lnTo>
                    <a:pt x="2387333" y="1343025"/>
                  </a:lnTo>
                  <a:lnTo>
                    <a:pt x="2388451" y="1342567"/>
                  </a:lnTo>
                  <a:lnTo>
                    <a:pt x="2390317" y="1340700"/>
                  </a:lnTo>
                  <a:lnTo>
                    <a:pt x="2390775" y="1339583"/>
                  </a:lnTo>
                  <a:lnTo>
                    <a:pt x="2390775" y="1336954"/>
                  </a:lnTo>
                  <a:close/>
                </a:path>
                <a:path w="6010275" h="1343025">
                  <a:moveTo>
                    <a:pt x="2390775" y="670204"/>
                  </a:moveTo>
                  <a:lnTo>
                    <a:pt x="2390317" y="669086"/>
                  </a:lnTo>
                  <a:lnTo>
                    <a:pt x="2388451" y="667219"/>
                  </a:lnTo>
                  <a:lnTo>
                    <a:pt x="2387333" y="666750"/>
                  </a:lnTo>
                  <a:lnTo>
                    <a:pt x="2384704" y="666750"/>
                  </a:lnTo>
                  <a:lnTo>
                    <a:pt x="2383586" y="667219"/>
                  </a:lnTo>
                  <a:lnTo>
                    <a:pt x="2381720" y="669086"/>
                  </a:lnTo>
                  <a:lnTo>
                    <a:pt x="2381250" y="670204"/>
                  </a:lnTo>
                  <a:lnTo>
                    <a:pt x="2381250" y="672833"/>
                  </a:lnTo>
                  <a:lnTo>
                    <a:pt x="2381720" y="673950"/>
                  </a:lnTo>
                  <a:lnTo>
                    <a:pt x="2383586" y="675817"/>
                  </a:lnTo>
                  <a:lnTo>
                    <a:pt x="2384704" y="676275"/>
                  </a:lnTo>
                  <a:lnTo>
                    <a:pt x="2387333" y="676275"/>
                  </a:lnTo>
                  <a:lnTo>
                    <a:pt x="2388451" y="675817"/>
                  </a:lnTo>
                  <a:lnTo>
                    <a:pt x="2390317" y="673950"/>
                  </a:lnTo>
                  <a:lnTo>
                    <a:pt x="2390775" y="672833"/>
                  </a:lnTo>
                  <a:lnTo>
                    <a:pt x="2390775" y="670204"/>
                  </a:lnTo>
                  <a:close/>
                </a:path>
                <a:path w="6010275" h="1343025">
                  <a:moveTo>
                    <a:pt x="2390775" y="3454"/>
                  </a:moveTo>
                  <a:lnTo>
                    <a:pt x="2390317" y="2336"/>
                  </a:lnTo>
                  <a:lnTo>
                    <a:pt x="2388451" y="469"/>
                  </a:lnTo>
                  <a:lnTo>
                    <a:pt x="2387333" y="0"/>
                  </a:lnTo>
                  <a:lnTo>
                    <a:pt x="2384704" y="0"/>
                  </a:lnTo>
                  <a:lnTo>
                    <a:pt x="2383586" y="469"/>
                  </a:lnTo>
                  <a:lnTo>
                    <a:pt x="2381720" y="2336"/>
                  </a:lnTo>
                  <a:lnTo>
                    <a:pt x="2381250" y="3454"/>
                  </a:lnTo>
                  <a:lnTo>
                    <a:pt x="2381250" y="6083"/>
                  </a:lnTo>
                  <a:lnTo>
                    <a:pt x="2381720" y="7200"/>
                  </a:lnTo>
                  <a:lnTo>
                    <a:pt x="2383586" y="9067"/>
                  </a:lnTo>
                  <a:lnTo>
                    <a:pt x="2384704" y="9525"/>
                  </a:lnTo>
                  <a:lnTo>
                    <a:pt x="2387333" y="9525"/>
                  </a:lnTo>
                  <a:lnTo>
                    <a:pt x="2388451" y="9067"/>
                  </a:lnTo>
                  <a:lnTo>
                    <a:pt x="2390317" y="7200"/>
                  </a:lnTo>
                  <a:lnTo>
                    <a:pt x="2390775" y="6083"/>
                  </a:lnTo>
                  <a:lnTo>
                    <a:pt x="2390775" y="3454"/>
                  </a:lnTo>
                  <a:close/>
                </a:path>
                <a:path w="6010275" h="1343025">
                  <a:moveTo>
                    <a:pt x="2438400" y="1336954"/>
                  </a:moveTo>
                  <a:lnTo>
                    <a:pt x="2437942" y="1335836"/>
                  </a:lnTo>
                  <a:lnTo>
                    <a:pt x="2436076" y="1333969"/>
                  </a:lnTo>
                  <a:lnTo>
                    <a:pt x="2434958" y="1333500"/>
                  </a:lnTo>
                  <a:lnTo>
                    <a:pt x="2432329" y="1333500"/>
                  </a:lnTo>
                  <a:lnTo>
                    <a:pt x="2431211" y="1333969"/>
                  </a:lnTo>
                  <a:lnTo>
                    <a:pt x="2429345" y="1335836"/>
                  </a:lnTo>
                  <a:lnTo>
                    <a:pt x="2428875" y="1336954"/>
                  </a:lnTo>
                  <a:lnTo>
                    <a:pt x="2428875" y="1339583"/>
                  </a:lnTo>
                  <a:lnTo>
                    <a:pt x="2429345" y="1340700"/>
                  </a:lnTo>
                  <a:lnTo>
                    <a:pt x="2431211" y="1342567"/>
                  </a:lnTo>
                  <a:lnTo>
                    <a:pt x="2432329" y="1343025"/>
                  </a:lnTo>
                  <a:lnTo>
                    <a:pt x="2434958" y="1343025"/>
                  </a:lnTo>
                  <a:lnTo>
                    <a:pt x="2436076" y="1342567"/>
                  </a:lnTo>
                  <a:lnTo>
                    <a:pt x="2437942" y="1340700"/>
                  </a:lnTo>
                  <a:lnTo>
                    <a:pt x="2438400" y="1339583"/>
                  </a:lnTo>
                  <a:lnTo>
                    <a:pt x="2438400" y="1336954"/>
                  </a:lnTo>
                  <a:close/>
                </a:path>
                <a:path w="6010275" h="1343025">
                  <a:moveTo>
                    <a:pt x="2438400" y="670204"/>
                  </a:moveTo>
                  <a:lnTo>
                    <a:pt x="2437942" y="669086"/>
                  </a:lnTo>
                  <a:lnTo>
                    <a:pt x="2436076" y="667219"/>
                  </a:lnTo>
                  <a:lnTo>
                    <a:pt x="2434958" y="666750"/>
                  </a:lnTo>
                  <a:lnTo>
                    <a:pt x="2432329" y="666750"/>
                  </a:lnTo>
                  <a:lnTo>
                    <a:pt x="2431211" y="667219"/>
                  </a:lnTo>
                  <a:lnTo>
                    <a:pt x="2429345" y="669086"/>
                  </a:lnTo>
                  <a:lnTo>
                    <a:pt x="2428875" y="670204"/>
                  </a:lnTo>
                  <a:lnTo>
                    <a:pt x="2428875" y="672833"/>
                  </a:lnTo>
                  <a:lnTo>
                    <a:pt x="2429345" y="673950"/>
                  </a:lnTo>
                  <a:lnTo>
                    <a:pt x="2431211" y="675817"/>
                  </a:lnTo>
                  <a:lnTo>
                    <a:pt x="2432329" y="676275"/>
                  </a:lnTo>
                  <a:lnTo>
                    <a:pt x="2434958" y="676275"/>
                  </a:lnTo>
                  <a:lnTo>
                    <a:pt x="2436076" y="675817"/>
                  </a:lnTo>
                  <a:lnTo>
                    <a:pt x="2437942" y="673950"/>
                  </a:lnTo>
                  <a:lnTo>
                    <a:pt x="2438400" y="672833"/>
                  </a:lnTo>
                  <a:lnTo>
                    <a:pt x="2438400" y="670204"/>
                  </a:lnTo>
                  <a:close/>
                </a:path>
                <a:path w="6010275" h="1343025">
                  <a:moveTo>
                    <a:pt x="2438400" y="3454"/>
                  </a:moveTo>
                  <a:lnTo>
                    <a:pt x="2437942" y="2336"/>
                  </a:lnTo>
                  <a:lnTo>
                    <a:pt x="2436076" y="469"/>
                  </a:lnTo>
                  <a:lnTo>
                    <a:pt x="2434958" y="0"/>
                  </a:lnTo>
                  <a:lnTo>
                    <a:pt x="2432329" y="0"/>
                  </a:lnTo>
                  <a:lnTo>
                    <a:pt x="2431211" y="469"/>
                  </a:lnTo>
                  <a:lnTo>
                    <a:pt x="2429345" y="2336"/>
                  </a:lnTo>
                  <a:lnTo>
                    <a:pt x="2428875" y="3454"/>
                  </a:lnTo>
                  <a:lnTo>
                    <a:pt x="2428875" y="6083"/>
                  </a:lnTo>
                  <a:lnTo>
                    <a:pt x="2429345" y="7200"/>
                  </a:lnTo>
                  <a:lnTo>
                    <a:pt x="2431211" y="9067"/>
                  </a:lnTo>
                  <a:lnTo>
                    <a:pt x="2432329" y="9525"/>
                  </a:lnTo>
                  <a:lnTo>
                    <a:pt x="2434958" y="9525"/>
                  </a:lnTo>
                  <a:lnTo>
                    <a:pt x="2436076" y="9067"/>
                  </a:lnTo>
                  <a:lnTo>
                    <a:pt x="2437942" y="7200"/>
                  </a:lnTo>
                  <a:lnTo>
                    <a:pt x="2438400" y="6083"/>
                  </a:lnTo>
                  <a:lnTo>
                    <a:pt x="2438400" y="3454"/>
                  </a:lnTo>
                  <a:close/>
                </a:path>
                <a:path w="6010275" h="1343025">
                  <a:moveTo>
                    <a:pt x="2486025" y="1336954"/>
                  </a:moveTo>
                  <a:lnTo>
                    <a:pt x="2485567" y="1335836"/>
                  </a:lnTo>
                  <a:lnTo>
                    <a:pt x="2483701" y="1333969"/>
                  </a:lnTo>
                  <a:lnTo>
                    <a:pt x="2482583" y="1333500"/>
                  </a:lnTo>
                  <a:lnTo>
                    <a:pt x="2479954" y="1333500"/>
                  </a:lnTo>
                  <a:lnTo>
                    <a:pt x="2478836" y="1333969"/>
                  </a:lnTo>
                  <a:lnTo>
                    <a:pt x="2476970" y="1335836"/>
                  </a:lnTo>
                  <a:lnTo>
                    <a:pt x="2476500" y="1336954"/>
                  </a:lnTo>
                  <a:lnTo>
                    <a:pt x="2476500" y="1339583"/>
                  </a:lnTo>
                  <a:lnTo>
                    <a:pt x="2476970" y="1340700"/>
                  </a:lnTo>
                  <a:lnTo>
                    <a:pt x="2478836" y="1342567"/>
                  </a:lnTo>
                  <a:lnTo>
                    <a:pt x="2479954" y="1343025"/>
                  </a:lnTo>
                  <a:lnTo>
                    <a:pt x="2482583" y="1343025"/>
                  </a:lnTo>
                  <a:lnTo>
                    <a:pt x="2483701" y="1342567"/>
                  </a:lnTo>
                  <a:lnTo>
                    <a:pt x="2485567" y="1340700"/>
                  </a:lnTo>
                  <a:lnTo>
                    <a:pt x="2486025" y="1339583"/>
                  </a:lnTo>
                  <a:lnTo>
                    <a:pt x="2486025" y="1336954"/>
                  </a:lnTo>
                  <a:close/>
                </a:path>
                <a:path w="6010275" h="1343025">
                  <a:moveTo>
                    <a:pt x="2486025" y="670204"/>
                  </a:moveTo>
                  <a:lnTo>
                    <a:pt x="2485567" y="669086"/>
                  </a:lnTo>
                  <a:lnTo>
                    <a:pt x="2483701" y="667219"/>
                  </a:lnTo>
                  <a:lnTo>
                    <a:pt x="2482583" y="666750"/>
                  </a:lnTo>
                  <a:lnTo>
                    <a:pt x="2479954" y="666750"/>
                  </a:lnTo>
                  <a:lnTo>
                    <a:pt x="2478836" y="667219"/>
                  </a:lnTo>
                  <a:lnTo>
                    <a:pt x="2476970" y="669086"/>
                  </a:lnTo>
                  <a:lnTo>
                    <a:pt x="2476500" y="670204"/>
                  </a:lnTo>
                  <a:lnTo>
                    <a:pt x="2476500" y="672833"/>
                  </a:lnTo>
                  <a:lnTo>
                    <a:pt x="2476970" y="673950"/>
                  </a:lnTo>
                  <a:lnTo>
                    <a:pt x="2478836" y="675817"/>
                  </a:lnTo>
                  <a:lnTo>
                    <a:pt x="2479954" y="676275"/>
                  </a:lnTo>
                  <a:lnTo>
                    <a:pt x="2482583" y="676275"/>
                  </a:lnTo>
                  <a:lnTo>
                    <a:pt x="2483701" y="675817"/>
                  </a:lnTo>
                  <a:lnTo>
                    <a:pt x="2485567" y="673950"/>
                  </a:lnTo>
                  <a:lnTo>
                    <a:pt x="2486025" y="672833"/>
                  </a:lnTo>
                  <a:lnTo>
                    <a:pt x="2486025" y="670204"/>
                  </a:lnTo>
                  <a:close/>
                </a:path>
                <a:path w="6010275" h="1343025">
                  <a:moveTo>
                    <a:pt x="2486025" y="3454"/>
                  </a:moveTo>
                  <a:lnTo>
                    <a:pt x="2485567" y="2336"/>
                  </a:lnTo>
                  <a:lnTo>
                    <a:pt x="2483701" y="469"/>
                  </a:lnTo>
                  <a:lnTo>
                    <a:pt x="2482583" y="0"/>
                  </a:lnTo>
                  <a:lnTo>
                    <a:pt x="2479954" y="0"/>
                  </a:lnTo>
                  <a:lnTo>
                    <a:pt x="2478836" y="469"/>
                  </a:lnTo>
                  <a:lnTo>
                    <a:pt x="2476970" y="2336"/>
                  </a:lnTo>
                  <a:lnTo>
                    <a:pt x="2476500" y="3454"/>
                  </a:lnTo>
                  <a:lnTo>
                    <a:pt x="2476500" y="6083"/>
                  </a:lnTo>
                  <a:lnTo>
                    <a:pt x="2476970" y="7200"/>
                  </a:lnTo>
                  <a:lnTo>
                    <a:pt x="2478836" y="9067"/>
                  </a:lnTo>
                  <a:lnTo>
                    <a:pt x="2479954" y="9525"/>
                  </a:lnTo>
                  <a:lnTo>
                    <a:pt x="2482583" y="9525"/>
                  </a:lnTo>
                  <a:lnTo>
                    <a:pt x="2483701" y="9067"/>
                  </a:lnTo>
                  <a:lnTo>
                    <a:pt x="2485567" y="7200"/>
                  </a:lnTo>
                  <a:lnTo>
                    <a:pt x="2486025" y="6083"/>
                  </a:lnTo>
                  <a:lnTo>
                    <a:pt x="2486025" y="3454"/>
                  </a:lnTo>
                  <a:close/>
                </a:path>
                <a:path w="6010275" h="1343025">
                  <a:moveTo>
                    <a:pt x="2533650" y="1336954"/>
                  </a:moveTo>
                  <a:lnTo>
                    <a:pt x="2533192" y="1335836"/>
                  </a:lnTo>
                  <a:lnTo>
                    <a:pt x="2531326" y="1333969"/>
                  </a:lnTo>
                  <a:lnTo>
                    <a:pt x="2530208" y="1333500"/>
                  </a:lnTo>
                  <a:lnTo>
                    <a:pt x="2527579" y="1333500"/>
                  </a:lnTo>
                  <a:lnTo>
                    <a:pt x="2526461" y="1333969"/>
                  </a:lnTo>
                  <a:lnTo>
                    <a:pt x="2524595" y="1335836"/>
                  </a:lnTo>
                  <a:lnTo>
                    <a:pt x="2524125" y="1336954"/>
                  </a:lnTo>
                  <a:lnTo>
                    <a:pt x="2524125" y="1339583"/>
                  </a:lnTo>
                  <a:lnTo>
                    <a:pt x="2524595" y="1340700"/>
                  </a:lnTo>
                  <a:lnTo>
                    <a:pt x="2526461" y="1342567"/>
                  </a:lnTo>
                  <a:lnTo>
                    <a:pt x="2527579" y="1343025"/>
                  </a:lnTo>
                  <a:lnTo>
                    <a:pt x="2530208" y="1343025"/>
                  </a:lnTo>
                  <a:lnTo>
                    <a:pt x="2531326" y="1342567"/>
                  </a:lnTo>
                  <a:lnTo>
                    <a:pt x="2533192" y="1340700"/>
                  </a:lnTo>
                  <a:lnTo>
                    <a:pt x="2533650" y="1339583"/>
                  </a:lnTo>
                  <a:lnTo>
                    <a:pt x="2533650" y="1336954"/>
                  </a:lnTo>
                  <a:close/>
                </a:path>
                <a:path w="6010275" h="1343025">
                  <a:moveTo>
                    <a:pt x="2533650" y="670204"/>
                  </a:moveTo>
                  <a:lnTo>
                    <a:pt x="2533192" y="669086"/>
                  </a:lnTo>
                  <a:lnTo>
                    <a:pt x="2531326" y="667219"/>
                  </a:lnTo>
                  <a:lnTo>
                    <a:pt x="2530208" y="666750"/>
                  </a:lnTo>
                  <a:lnTo>
                    <a:pt x="2527579" y="666750"/>
                  </a:lnTo>
                  <a:lnTo>
                    <a:pt x="2526461" y="667219"/>
                  </a:lnTo>
                  <a:lnTo>
                    <a:pt x="2524595" y="669086"/>
                  </a:lnTo>
                  <a:lnTo>
                    <a:pt x="2524125" y="670204"/>
                  </a:lnTo>
                  <a:lnTo>
                    <a:pt x="2524125" y="672833"/>
                  </a:lnTo>
                  <a:lnTo>
                    <a:pt x="2524595" y="673950"/>
                  </a:lnTo>
                  <a:lnTo>
                    <a:pt x="2526461" y="675817"/>
                  </a:lnTo>
                  <a:lnTo>
                    <a:pt x="2527579" y="676275"/>
                  </a:lnTo>
                  <a:lnTo>
                    <a:pt x="2530208" y="676275"/>
                  </a:lnTo>
                  <a:lnTo>
                    <a:pt x="2531326" y="675817"/>
                  </a:lnTo>
                  <a:lnTo>
                    <a:pt x="2533192" y="673950"/>
                  </a:lnTo>
                  <a:lnTo>
                    <a:pt x="2533650" y="672833"/>
                  </a:lnTo>
                  <a:lnTo>
                    <a:pt x="2533650" y="670204"/>
                  </a:lnTo>
                  <a:close/>
                </a:path>
                <a:path w="6010275" h="1343025">
                  <a:moveTo>
                    <a:pt x="2533650" y="3454"/>
                  </a:moveTo>
                  <a:lnTo>
                    <a:pt x="2533192" y="2336"/>
                  </a:lnTo>
                  <a:lnTo>
                    <a:pt x="2531326" y="469"/>
                  </a:lnTo>
                  <a:lnTo>
                    <a:pt x="2530208" y="0"/>
                  </a:lnTo>
                  <a:lnTo>
                    <a:pt x="2527579" y="0"/>
                  </a:lnTo>
                  <a:lnTo>
                    <a:pt x="2526461" y="469"/>
                  </a:lnTo>
                  <a:lnTo>
                    <a:pt x="2524595" y="2336"/>
                  </a:lnTo>
                  <a:lnTo>
                    <a:pt x="2524125" y="3454"/>
                  </a:lnTo>
                  <a:lnTo>
                    <a:pt x="2524125" y="6083"/>
                  </a:lnTo>
                  <a:lnTo>
                    <a:pt x="2524595" y="7200"/>
                  </a:lnTo>
                  <a:lnTo>
                    <a:pt x="2526461" y="9067"/>
                  </a:lnTo>
                  <a:lnTo>
                    <a:pt x="2527579" y="9525"/>
                  </a:lnTo>
                  <a:lnTo>
                    <a:pt x="2530208" y="9525"/>
                  </a:lnTo>
                  <a:lnTo>
                    <a:pt x="2531326" y="9067"/>
                  </a:lnTo>
                  <a:lnTo>
                    <a:pt x="2533192" y="7200"/>
                  </a:lnTo>
                  <a:lnTo>
                    <a:pt x="2533650" y="6083"/>
                  </a:lnTo>
                  <a:lnTo>
                    <a:pt x="2533650" y="3454"/>
                  </a:lnTo>
                  <a:close/>
                </a:path>
                <a:path w="6010275" h="1343025">
                  <a:moveTo>
                    <a:pt x="2581275" y="1336954"/>
                  </a:moveTo>
                  <a:lnTo>
                    <a:pt x="2580817" y="1335836"/>
                  </a:lnTo>
                  <a:lnTo>
                    <a:pt x="2578951" y="1333969"/>
                  </a:lnTo>
                  <a:lnTo>
                    <a:pt x="2577833" y="1333500"/>
                  </a:lnTo>
                  <a:lnTo>
                    <a:pt x="2575204" y="1333500"/>
                  </a:lnTo>
                  <a:lnTo>
                    <a:pt x="2574086" y="1333969"/>
                  </a:lnTo>
                  <a:lnTo>
                    <a:pt x="2572220" y="1335836"/>
                  </a:lnTo>
                  <a:lnTo>
                    <a:pt x="2571750" y="1336954"/>
                  </a:lnTo>
                  <a:lnTo>
                    <a:pt x="2571750" y="1339583"/>
                  </a:lnTo>
                  <a:lnTo>
                    <a:pt x="2572220" y="1340700"/>
                  </a:lnTo>
                  <a:lnTo>
                    <a:pt x="2574086" y="1342567"/>
                  </a:lnTo>
                  <a:lnTo>
                    <a:pt x="2575204" y="1343025"/>
                  </a:lnTo>
                  <a:lnTo>
                    <a:pt x="2577833" y="1343025"/>
                  </a:lnTo>
                  <a:lnTo>
                    <a:pt x="2578951" y="1342567"/>
                  </a:lnTo>
                  <a:lnTo>
                    <a:pt x="2580817" y="1340700"/>
                  </a:lnTo>
                  <a:lnTo>
                    <a:pt x="2581275" y="1339583"/>
                  </a:lnTo>
                  <a:lnTo>
                    <a:pt x="2581275" y="1336954"/>
                  </a:lnTo>
                  <a:close/>
                </a:path>
                <a:path w="6010275" h="1343025">
                  <a:moveTo>
                    <a:pt x="2581275" y="670204"/>
                  </a:moveTo>
                  <a:lnTo>
                    <a:pt x="2580817" y="669086"/>
                  </a:lnTo>
                  <a:lnTo>
                    <a:pt x="2578951" y="667219"/>
                  </a:lnTo>
                  <a:lnTo>
                    <a:pt x="2577833" y="666750"/>
                  </a:lnTo>
                  <a:lnTo>
                    <a:pt x="2575204" y="666750"/>
                  </a:lnTo>
                  <a:lnTo>
                    <a:pt x="2574086" y="667219"/>
                  </a:lnTo>
                  <a:lnTo>
                    <a:pt x="2572220" y="669086"/>
                  </a:lnTo>
                  <a:lnTo>
                    <a:pt x="2571750" y="670204"/>
                  </a:lnTo>
                  <a:lnTo>
                    <a:pt x="2571750" y="672833"/>
                  </a:lnTo>
                  <a:lnTo>
                    <a:pt x="2572220" y="673950"/>
                  </a:lnTo>
                  <a:lnTo>
                    <a:pt x="2574086" y="675817"/>
                  </a:lnTo>
                  <a:lnTo>
                    <a:pt x="2575204" y="676275"/>
                  </a:lnTo>
                  <a:lnTo>
                    <a:pt x="2577833" y="676275"/>
                  </a:lnTo>
                  <a:lnTo>
                    <a:pt x="2578951" y="675817"/>
                  </a:lnTo>
                  <a:lnTo>
                    <a:pt x="2580817" y="673950"/>
                  </a:lnTo>
                  <a:lnTo>
                    <a:pt x="2581275" y="672833"/>
                  </a:lnTo>
                  <a:lnTo>
                    <a:pt x="2581275" y="670204"/>
                  </a:lnTo>
                  <a:close/>
                </a:path>
                <a:path w="6010275" h="1343025">
                  <a:moveTo>
                    <a:pt x="2581275" y="3454"/>
                  </a:moveTo>
                  <a:lnTo>
                    <a:pt x="2580817" y="2336"/>
                  </a:lnTo>
                  <a:lnTo>
                    <a:pt x="2578951" y="469"/>
                  </a:lnTo>
                  <a:lnTo>
                    <a:pt x="2577833" y="0"/>
                  </a:lnTo>
                  <a:lnTo>
                    <a:pt x="2575204" y="0"/>
                  </a:lnTo>
                  <a:lnTo>
                    <a:pt x="2574086" y="469"/>
                  </a:lnTo>
                  <a:lnTo>
                    <a:pt x="2572220" y="2336"/>
                  </a:lnTo>
                  <a:lnTo>
                    <a:pt x="2571750" y="3454"/>
                  </a:lnTo>
                  <a:lnTo>
                    <a:pt x="2571750" y="6083"/>
                  </a:lnTo>
                  <a:lnTo>
                    <a:pt x="2572220" y="7200"/>
                  </a:lnTo>
                  <a:lnTo>
                    <a:pt x="2574086" y="9067"/>
                  </a:lnTo>
                  <a:lnTo>
                    <a:pt x="2575204" y="9525"/>
                  </a:lnTo>
                  <a:lnTo>
                    <a:pt x="2577833" y="9525"/>
                  </a:lnTo>
                  <a:lnTo>
                    <a:pt x="2578951" y="9067"/>
                  </a:lnTo>
                  <a:lnTo>
                    <a:pt x="2580817" y="7200"/>
                  </a:lnTo>
                  <a:lnTo>
                    <a:pt x="2581275" y="6083"/>
                  </a:lnTo>
                  <a:lnTo>
                    <a:pt x="2581275" y="3454"/>
                  </a:lnTo>
                  <a:close/>
                </a:path>
                <a:path w="6010275" h="1343025">
                  <a:moveTo>
                    <a:pt x="2628900" y="1336954"/>
                  </a:moveTo>
                  <a:lnTo>
                    <a:pt x="2628442" y="1335836"/>
                  </a:lnTo>
                  <a:lnTo>
                    <a:pt x="2626576" y="1333969"/>
                  </a:lnTo>
                  <a:lnTo>
                    <a:pt x="2625458" y="1333500"/>
                  </a:lnTo>
                  <a:lnTo>
                    <a:pt x="2622829" y="1333500"/>
                  </a:lnTo>
                  <a:lnTo>
                    <a:pt x="2621711" y="1333969"/>
                  </a:lnTo>
                  <a:lnTo>
                    <a:pt x="2619845" y="1335836"/>
                  </a:lnTo>
                  <a:lnTo>
                    <a:pt x="2619375" y="1336954"/>
                  </a:lnTo>
                  <a:lnTo>
                    <a:pt x="2619375" y="1339583"/>
                  </a:lnTo>
                  <a:lnTo>
                    <a:pt x="2619845" y="1340700"/>
                  </a:lnTo>
                  <a:lnTo>
                    <a:pt x="2621711" y="1342567"/>
                  </a:lnTo>
                  <a:lnTo>
                    <a:pt x="2622829" y="1343025"/>
                  </a:lnTo>
                  <a:lnTo>
                    <a:pt x="2625458" y="1343025"/>
                  </a:lnTo>
                  <a:lnTo>
                    <a:pt x="2626576" y="1342567"/>
                  </a:lnTo>
                  <a:lnTo>
                    <a:pt x="2628442" y="1340700"/>
                  </a:lnTo>
                  <a:lnTo>
                    <a:pt x="2628900" y="1339583"/>
                  </a:lnTo>
                  <a:lnTo>
                    <a:pt x="2628900" y="1336954"/>
                  </a:lnTo>
                  <a:close/>
                </a:path>
                <a:path w="6010275" h="1343025">
                  <a:moveTo>
                    <a:pt x="2628900" y="670204"/>
                  </a:moveTo>
                  <a:lnTo>
                    <a:pt x="2628442" y="669086"/>
                  </a:lnTo>
                  <a:lnTo>
                    <a:pt x="2626576" y="667219"/>
                  </a:lnTo>
                  <a:lnTo>
                    <a:pt x="2625458" y="666750"/>
                  </a:lnTo>
                  <a:lnTo>
                    <a:pt x="2622829" y="666750"/>
                  </a:lnTo>
                  <a:lnTo>
                    <a:pt x="2621711" y="667219"/>
                  </a:lnTo>
                  <a:lnTo>
                    <a:pt x="2619845" y="669086"/>
                  </a:lnTo>
                  <a:lnTo>
                    <a:pt x="2619375" y="670204"/>
                  </a:lnTo>
                  <a:lnTo>
                    <a:pt x="2619375" y="672833"/>
                  </a:lnTo>
                  <a:lnTo>
                    <a:pt x="2619845" y="673950"/>
                  </a:lnTo>
                  <a:lnTo>
                    <a:pt x="2621711" y="675817"/>
                  </a:lnTo>
                  <a:lnTo>
                    <a:pt x="2622829" y="676275"/>
                  </a:lnTo>
                  <a:lnTo>
                    <a:pt x="2625458" y="676275"/>
                  </a:lnTo>
                  <a:lnTo>
                    <a:pt x="2626576" y="675817"/>
                  </a:lnTo>
                  <a:lnTo>
                    <a:pt x="2628442" y="673950"/>
                  </a:lnTo>
                  <a:lnTo>
                    <a:pt x="2628900" y="672833"/>
                  </a:lnTo>
                  <a:lnTo>
                    <a:pt x="2628900" y="670204"/>
                  </a:lnTo>
                  <a:close/>
                </a:path>
                <a:path w="6010275" h="1343025">
                  <a:moveTo>
                    <a:pt x="2628900" y="3454"/>
                  </a:moveTo>
                  <a:lnTo>
                    <a:pt x="2628442" y="2336"/>
                  </a:lnTo>
                  <a:lnTo>
                    <a:pt x="2626576" y="469"/>
                  </a:lnTo>
                  <a:lnTo>
                    <a:pt x="2625458" y="0"/>
                  </a:lnTo>
                  <a:lnTo>
                    <a:pt x="2622829" y="0"/>
                  </a:lnTo>
                  <a:lnTo>
                    <a:pt x="2621711" y="469"/>
                  </a:lnTo>
                  <a:lnTo>
                    <a:pt x="2619845" y="2336"/>
                  </a:lnTo>
                  <a:lnTo>
                    <a:pt x="2619375" y="3454"/>
                  </a:lnTo>
                  <a:lnTo>
                    <a:pt x="2619375" y="6083"/>
                  </a:lnTo>
                  <a:lnTo>
                    <a:pt x="2619845" y="7200"/>
                  </a:lnTo>
                  <a:lnTo>
                    <a:pt x="2621711" y="9067"/>
                  </a:lnTo>
                  <a:lnTo>
                    <a:pt x="2622829" y="9525"/>
                  </a:lnTo>
                  <a:lnTo>
                    <a:pt x="2625458" y="9525"/>
                  </a:lnTo>
                  <a:lnTo>
                    <a:pt x="2626576" y="9067"/>
                  </a:lnTo>
                  <a:lnTo>
                    <a:pt x="2628442" y="7200"/>
                  </a:lnTo>
                  <a:lnTo>
                    <a:pt x="2628900" y="6083"/>
                  </a:lnTo>
                  <a:lnTo>
                    <a:pt x="2628900" y="3454"/>
                  </a:lnTo>
                  <a:close/>
                </a:path>
                <a:path w="6010275" h="1343025">
                  <a:moveTo>
                    <a:pt x="2676525" y="1336954"/>
                  </a:moveTo>
                  <a:lnTo>
                    <a:pt x="2676067" y="1335836"/>
                  </a:lnTo>
                  <a:lnTo>
                    <a:pt x="2674201" y="1333969"/>
                  </a:lnTo>
                  <a:lnTo>
                    <a:pt x="2673083" y="1333500"/>
                  </a:lnTo>
                  <a:lnTo>
                    <a:pt x="2670454" y="1333500"/>
                  </a:lnTo>
                  <a:lnTo>
                    <a:pt x="2669336" y="1333969"/>
                  </a:lnTo>
                  <a:lnTo>
                    <a:pt x="2667470" y="1335836"/>
                  </a:lnTo>
                  <a:lnTo>
                    <a:pt x="2667000" y="1336954"/>
                  </a:lnTo>
                  <a:lnTo>
                    <a:pt x="2667000" y="1339583"/>
                  </a:lnTo>
                  <a:lnTo>
                    <a:pt x="2667470" y="1340700"/>
                  </a:lnTo>
                  <a:lnTo>
                    <a:pt x="2669336" y="1342567"/>
                  </a:lnTo>
                  <a:lnTo>
                    <a:pt x="2670454" y="1343025"/>
                  </a:lnTo>
                  <a:lnTo>
                    <a:pt x="2673083" y="1343025"/>
                  </a:lnTo>
                  <a:lnTo>
                    <a:pt x="2674201" y="1342567"/>
                  </a:lnTo>
                  <a:lnTo>
                    <a:pt x="2676067" y="1340700"/>
                  </a:lnTo>
                  <a:lnTo>
                    <a:pt x="2676525" y="1339583"/>
                  </a:lnTo>
                  <a:lnTo>
                    <a:pt x="2676525" y="1336954"/>
                  </a:lnTo>
                  <a:close/>
                </a:path>
                <a:path w="6010275" h="1343025">
                  <a:moveTo>
                    <a:pt x="2676525" y="670204"/>
                  </a:moveTo>
                  <a:lnTo>
                    <a:pt x="2676067" y="669086"/>
                  </a:lnTo>
                  <a:lnTo>
                    <a:pt x="2674201" y="667219"/>
                  </a:lnTo>
                  <a:lnTo>
                    <a:pt x="2673083" y="666750"/>
                  </a:lnTo>
                  <a:lnTo>
                    <a:pt x="2670454" y="666750"/>
                  </a:lnTo>
                  <a:lnTo>
                    <a:pt x="2669336" y="667219"/>
                  </a:lnTo>
                  <a:lnTo>
                    <a:pt x="2667470" y="669086"/>
                  </a:lnTo>
                  <a:lnTo>
                    <a:pt x="2667000" y="670204"/>
                  </a:lnTo>
                  <a:lnTo>
                    <a:pt x="2667000" y="672833"/>
                  </a:lnTo>
                  <a:lnTo>
                    <a:pt x="2667470" y="673950"/>
                  </a:lnTo>
                  <a:lnTo>
                    <a:pt x="2669336" y="675817"/>
                  </a:lnTo>
                  <a:lnTo>
                    <a:pt x="2670454" y="676275"/>
                  </a:lnTo>
                  <a:lnTo>
                    <a:pt x="2673083" y="676275"/>
                  </a:lnTo>
                  <a:lnTo>
                    <a:pt x="2674201" y="675817"/>
                  </a:lnTo>
                  <a:lnTo>
                    <a:pt x="2676067" y="673950"/>
                  </a:lnTo>
                  <a:lnTo>
                    <a:pt x="2676525" y="672833"/>
                  </a:lnTo>
                  <a:lnTo>
                    <a:pt x="2676525" y="670204"/>
                  </a:lnTo>
                  <a:close/>
                </a:path>
                <a:path w="6010275" h="1343025">
                  <a:moveTo>
                    <a:pt x="2676525" y="3454"/>
                  </a:moveTo>
                  <a:lnTo>
                    <a:pt x="2676067" y="2336"/>
                  </a:lnTo>
                  <a:lnTo>
                    <a:pt x="2674201" y="469"/>
                  </a:lnTo>
                  <a:lnTo>
                    <a:pt x="2673083" y="0"/>
                  </a:lnTo>
                  <a:lnTo>
                    <a:pt x="2670454" y="0"/>
                  </a:lnTo>
                  <a:lnTo>
                    <a:pt x="2669336" y="469"/>
                  </a:lnTo>
                  <a:lnTo>
                    <a:pt x="2667470" y="2336"/>
                  </a:lnTo>
                  <a:lnTo>
                    <a:pt x="2667000" y="3454"/>
                  </a:lnTo>
                  <a:lnTo>
                    <a:pt x="2667000" y="6083"/>
                  </a:lnTo>
                  <a:lnTo>
                    <a:pt x="2667470" y="7200"/>
                  </a:lnTo>
                  <a:lnTo>
                    <a:pt x="2669336" y="9067"/>
                  </a:lnTo>
                  <a:lnTo>
                    <a:pt x="2670454" y="9525"/>
                  </a:lnTo>
                  <a:lnTo>
                    <a:pt x="2673083" y="9525"/>
                  </a:lnTo>
                  <a:lnTo>
                    <a:pt x="2674201" y="9067"/>
                  </a:lnTo>
                  <a:lnTo>
                    <a:pt x="2676067" y="7200"/>
                  </a:lnTo>
                  <a:lnTo>
                    <a:pt x="2676525" y="6083"/>
                  </a:lnTo>
                  <a:lnTo>
                    <a:pt x="2676525" y="3454"/>
                  </a:lnTo>
                  <a:close/>
                </a:path>
                <a:path w="6010275" h="1343025">
                  <a:moveTo>
                    <a:pt x="2724150" y="1336954"/>
                  </a:moveTo>
                  <a:lnTo>
                    <a:pt x="2723692" y="1335836"/>
                  </a:lnTo>
                  <a:lnTo>
                    <a:pt x="2721826" y="1333969"/>
                  </a:lnTo>
                  <a:lnTo>
                    <a:pt x="2720708" y="1333500"/>
                  </a:lnTo>
                  <a:lnTo>
                    <a:pt x="2718079" y="1333500"/>
                  </a:lnTo>
                  <a:lnTo>
                    <a:pt x="2716961" y="1333969"/>
                  </a:lnTo>
                  <a:lnTo>
                    <a:pt x="2715095" y="1335836"/>
                  </a:lnTo>
                  <a:lnTo>
                    <a:pt x="2714625" y="1336954"/>
                  </a:lnTo>
                  <a:lnTo>
                    <a:pt x="2714625" y="1339583"/>
                  </a:lnTo>
                  <a:lnTo>
                    <a:pt x="2715095" y="1340700"/>
                  </a:lnTo>
                  <a:lnTo>
                    <a:pt x="2716961" y="1342567"/>
                  </a:lnTo>
                  <a:lnTo>
                    <a:pt x="2718079" y="1343025"/>
                  </a:lnTo>
                  <a:lnTo>
                    <a:pt x="2720708" y="1343025"/>
                  </a:lnTo>
                  <a:lnTo>
                    <a:pt x="2721826" y="1342567"/>
                  </a:lnTo>
                  <a:lnTo>
                    <a:pt x="2723692" y="1340700"/>
                  </a:lnTo>
                  <a:lnTo>
                    <a:pt x="2724150" y="1339583"/>
                  </a:lnTo>
                  <a:lnTo>
                    <a:pt x="2724150" y="1336954"/>
                  </a:lnTo>
                  <a:close/>
                </a:path>
                <a:path w="6010275" h="1343025">
                  <a:moveTo>
                    <a:pt x="2724150" y="670204"/>
                  </a:moveTo>
                  <a:lnTo>
                    <a:pt x="2723692" y="669086"/>
                  </a:lnTo>
                  <a:lnTo>
                    <a:pt x="2721826" y="667219"/>
                  </a:lnTo>
                  <a:lnTo>
                    <a:pt x="2720708" y="666750"/>
                  </a:lnTo>
                  <a:lnTo>
                    <a:pt x="2718079" y="666750"/>
                  </a:lnTo>
                  <a:lnTo>
                    <a:pt x="2716961" y="667219"/>
                  </a:lnTo>
                  <a:lnTo>
                    <a:pt x="2715095" y="669086"/>
                  </a:lnTo>
                  <a:lnTo>
                    <a:pt x="2714625" y="670204"/>
                  </a:lnTo>
                  <a:lnTo>
                    <a:pt x="2714625" y="672833"/>
                  </a:lnTo>
                  <a:lnTo>
                    <a:pt x="2715095" y="673950"/>
                  </a:lnTo>
                  <a:lnTo>
                    <a:pt x="2716961" y="675817"/>
                  </a:lnTo>
                  <a:lnTo>
                    <a:pt x="2718079" y="676275"/>
                  </a:lnTo>
                  <a:lnTo>
                    <a:pt x="2720708" y="676275"/>
                  </a:lnTo>
                  <a:lnTo>
                    <a:pt x="2721826" y="675817"/>
                  </a:lnTo>
                  <a:lnTo>
                    <a:pt x="2723692" y="673950"/>
                  </a:lnTo>
                  <a:lnTo>
                    <a:pt x="2724150" y="672833"/>
                  </a:lnTo>
                  <a:lnTo>
                    <a:pt x="2724150" y="670204"/>
                  </a:lnTo>
                  <a:close/>
                </a:path>
                <a:path w="6010275" h="1343025">
                  <a:moveTo>
                    <a:pt x="2724150" y="3454"/>
                  </a:moveTo>
                  <a:lnTo>
                    <a:pt x="2723692" y="2336"/>
                  </a:lnTo>
                  <a:lnTo>
                    <a:pt x="2721826" y="469"/>
                  </a:lnTo>
                  <a:lnTo>
                    <a:pt x="2720708" y="0"/>
                  </a:lnTo>
                  <a:lnTo>
                    <a:pt x="2718079" y="0"/>
                  </a:lnTo>
                  <a:lnTo>
                    <a:pt x="2716961" y="469"/>
                  </a:lnTo>
                  <a:lnTo>
                    <a:pt x="2715095" y="2336"/>
                  </a:lnTo>
                  <a:lnTo>
                    <a:pt x="2714625" y="3454"/>
                  </a:lnTo>
                  <a:lnTo>
                    <a:pt x="2714625" y="6083"/>
                  </a:lnTo>
                  <a:lnTo>
                    <a:pt x="2715095" y="7200"/>
                  </a:lnTo>
                  <a:lnTo>
                    <a:pt x="2716961" y="9067"/>
                  </a:lnTo>
                  <a:lnTo>
                    <a:pt x="2718079" y="9525"/>
                  </a:lnTo>
                  <a:lnTo>
                    <a:pt x="2720708" y="9525"/>
                  </a:lnTo>
                  <a:lnTo>
                    <a:pt x="2721826" y="9067"/>
                  </a:lnTo>
                  <a:lnTo>
                    <a:pt x="2723692" y="7200"/>
                  </a:lnTo>
                  <a:lnTo>
                    <a:pt x="2724150" y="6083"/>
                  </a:lnTo>
                  <a:lnTo>
                    <a:pt x="2724150" y="3454"/>
                  </a:lnTo>
                  <a:close/>
                </a:path>
                <a:path w="6010275" h="1343025">
                  <a:moveTo>
                    <a:pt x="2771775" y="1336954"/>
                  </a:moveTo>
                  <a:lnTo>
                    <a:pt x="2771317" y="1335836"/>
                  </a:lnTo>
                  <a:lnTo>
                    <a:pt x="2769451" y="1333969"/>
                  </a:lnTo>
                  <a:lnTo>
                    <a:pt x="2768333" y="1333500"/>
                  </a:lnTo>
                  <a:lnTo>
                    <a:pt x="2765704" y="1333500"/>
                  </a:lnTo>
                  <a:lnTo>
                    <a:pt x="2764586" y="1333969"/>
                  </a:lnTo>
                  <a:lnTo>
                    <a:pt x="2762720" y="1335836"/>
                  </a:lnTo>
                  <a:lnTo>
                    <a:pt x="2762250" y="1336954"/>
                  </a:lnTo>
                  <a:lnTo>
                    <a:pt x="2762250" y="1339583"/>
                  </a:lnTo>
                  <a:lnTo>
                    <a:pt x="2762720" y="1340700"/>
                  </a:lnTo>
                  <a:lnTo>
                    <a:pt x="2764586" y="1342567"/>
                  </a:lnTo>
                  <a:lnTo>
                    <a:pt x="2765704" y="1343025"/>
                  </a:lnTo>
                  <a:lnTo>
                    <a:pt x="2768333" y="1343025"/>
                  </a:lnTo>
                  <a:lnTo>
                    <a:pt x="2769451" y="1342567"/>
                  </a:lnTo>
                  <a:lnTo>
                    <a:pt x="2771317" y="1340700"/>
                  </a:lnTo>
                  <a:lnTo>
                    <a:pt x="2771775" y="1339583"/>
                  </a:lnTo>
                  <a:lnTo>
                    <a:pt x="2771775" y="1336954"/>
                  </a:lnTo>
                  <a:close/>
                </a:path>
                <a:path w="6010275" h="1343025">
                  <a:moveTo>
                    <a:pt x="2771775" y="670204"/>
                  </a:moveTo>
                  <a:lnTo>
                    <a:pt x="2771317" y="669086"/>
                  </a:lnTo>
                  <a:lnTo>
                    <a:pt x="2769451" y="667219"/>
                  </a:lnTo>
                  <a:lnTo>
                    <a:pt x="2768333" y="666750"/>
                  </a:lnTo>
                  <a:lnTo>
                    <a:pt x="2765704" y="666750"/>
                  </a:lnTo>
                  <a:lnTo>
                    <a:pt x="2764586" y="667219"/>
                  </a:lnTo>
                  <a:lnTo>
                    <a:pt x="2762720" y="669086"/>
                  </a:lnTo>
                  <a:lnTo>
                    <a:pt x="2762250" y="670204"/>
                  </a:lnTo>
                  <a:lnTo>
                    <a:pt x="2762250" y="672833"/>
                  </a:lnTo>
                  <a:lnTo>
                    <a:pt x="2762720" y="673950"/>
                  </a:lnTo>
                  <a:lnTo>
                    <a:pt x="2764586" y="675817"/>
                  </a:lnTo>
                  <a:lnTo>
                    <a:pt x="2765704" y="676275"/>
                  </a:lnTo>
                  <a:lnTo>
                    <a:pt x="2768333" y="676275"/>
                  </a:lnTo>
                  <a:lnTo>
                    <a:pt x="2769451" y="675817"/>
                  </a:lnTo>
                  <a:lnTo>
                    <a:pt x="2771317" y="673950"/>
                  </a:lnTo>
                  <a:lnTo>
                    <a:pt x="2771775" y="672833"/>
                  </a:lnTo>
                  <a:lnTo>
                    <a:pt x="2771775" y="670204"/>
                  </a:lnTo>
                  <a:close/>
                </a:path>
                <a:path w="6010275" h="1343025">
                  <a:moveTo>
                    <a:pt x="2771775" y="3454"/>
                  </a:moveTo>
                  <a:lnTo>
                    <a:pt x="2771317" y="2336"/>
                  </a:lnTo>
                  <a:lnTo>
                    <a:pt x="2769451" y="469"/>
                  </a:lnTo>
                  <a:lnTo>
                    <a:pt x="2768333" y="0"/>
                  </a:lnTo>
                  <a:lnTo>
                    <a:pt x="2765704" y="0"/>
                  </a:lnTo>
                  <a:lnTo>
                    <a:pt x="2764586" y="469"/>
                  </a:lnTo>
                  <a:lnTo>
                    <a:pt x="2762720" y="2336"/>
                  </a:lnTo>
                  <a:lnTo>
                    <a:pt x="2762250" y="3454"/>
                  </a:lnTo>
                  <a:lnTo>
                    <a:pt x="2762250" y="6083"/>
                  </a:lnTo>
                  <a:lnTo>
                    <a:pt x="2762720" y="7200"/>
                  </a:lnTo>
                  <a:lnTo>
                    <a:pt x="2764586" y="9067"/>
                  </a:lnTo>
                  <a:lnTo>
                    <a:pt x="2765704" y="9525"/>
                  </a:lnTo>
                  <a:lnTo>
                    <a:pt x="2768333" y="9525"/>
                  </a:lnTo>
                  <a:lnTo>
                    <a:pt x="2769451" y="9067"/>
                  </a:lnTo>
                  <a:lnTo>
                    <a:pt x="2771317" y="7200"/>
                  </a:lnTo>
                  <a:lnTo>
                    <a:pt x="2771775" y="6083"/>
                  </a:lnTo>
                  <a:lnTo>
                    <a:pt x="2771775" y="3454"/>
                  </a:lnTo>
                  <a:close/>
                </a:path>
                <a:path w="6010275" h="1343025">
                  <a:moveTo>
                    <a:pt x="2819400" y="1336954"/>
                  </a:moveTo>
                  <a:lnTo>
                    <a:pt x="2818942" y="1335836"/>
                  </a:lnTo>
                  <a:lnTo>
                    <a:pt x="2817076" y="1333969"/>
                  </a:lnTo>
                  <a:lnTo>
                    <a:pt x="2815958" y="1333500"/>
                  </a:lnTo>
                  <a:lnTo>
                    <a:pt x="2813329" y="1333500"/>
                  </a:lnTo>
                  <a:lnTo>
                    <a:pt x="2812211" y="1333969"/>
                  </a:lnTo>
                  <a:lnTo>
                    <a:pt x="2810345" y="1335836"/>
                  </a:lnTo>
                  <a:lnTo>
                    <a:pt x="2809875" y="1336954"/>
                  </a:lnTo>
                  <a:lnTo>
                    <a:pt x="2809875" y="1339583"/>
                  </a:lnTo>
                  <a:lnTo>
                    <a:pt x="2810345" y="1340700"/>
                  </a:lnTo>
                  <a:lnTo>
                    <a:pt x="2812211" y="1342567"/>
                  </a:lnTo>
                  <a:lnTo>
                    <a:pt x="2813329" y="1343025"/>
                  </a:lnTo>
                  <a:lnTo>
                    <a:pt x="2815958" y="1343025"/>
                  </a:lnTo>
                  <a:lnTo>
                    <a:pt x="2817076" y="1342567"/>
                  </a:lnTo>
                  <a:lnTo>
                    <a:pt x="2818942" y="1340700"/>
                  </a:lnTo>
                  <a:lnTo>
                    <a:pt x="2819400" y="1339583"/>
                  </a:lnTo>
                  <a:lnTo>
                    <a:pt x="2819400" y="1336954"/>
                  </a:lnTo>
                  <a:close/>
                </a:path>
                <a:path w="6010275" h="1343025">
                  <a:moveTo>
                    <a:pt x="2819400" y="670204"/>
                  </a:moveTo>
                  <a:lnTo>
                    <a:pt x="2818942" y="669086"/>
                  </a:lnTo>
                  <a:lnTo>
                    <a:pt x="2817076" y="667219"/>
                  </a:lnTo>
                  <a:lnTo>
                    <a:pt x="2815958" y="666750"/>
                  </a:lnTo>
                  <a:lnTo>
                    <a:pt x="2813329" y="666750"/>
                  </a:lnTo>
                  <a:lnTo>
                    <a:pt x="2812211" y="667219"/>
                  </a:lnTo>
                  <a:lnTo>
                    <a:pt x="2810345" y="669086"/>
                  </a:lnTo>
                  <a:lnTo>
                    <a:pt x="2809875" y="670204"/>
                  </a:lnTo>
                  <a:lnTo>
                    <a:pt x="2809875" y="672833"/>
                  </a:lnTo>
                  <a:lnTo>
                    <a:pt x="2810345" y="673950"/>
                  </a:lnTo>
                  <a:lnTo>
                    <a:pt x="2812211" y="675817"/>
                  </a:lnTo>
                  <a:lnTo>
                    <a:pt x="2813329" y="676275"/>
                  </a:lnTo>
                  <a:lnTo>
                    <a:pt x="2815958" y="676275"/>
                  </a:lnTo>
                  <a:lnTo>
                    <a:pt x="2817076" y="675817"/>
                  </a:lnTo>
                  <a:lnTo>
                    <a:pt x="2818942" y="673950"/>
                  </a:lnTo>
                  <a:lnTo>
                    <a:pt x="2819400" y="672833"/>
                  </a:lnTo>
                  <a:lnTo>
                    <a:pt x="2819400" y="670204"/>
                  </a:lnTo>
                  <a:close/>
                </a:path>
                <a:path w="6010275" h="1343025">
                  <a:moveTo>
                    <a:pt x="2819400" y="3454"/>
                  </a:moveTo>
                  <a:lnTo>
                    <a:pt x="2818942" y="2336"/>
                  </a:lnTo>
                  <a:lnTo>
                    <a:pt x="2817076" y="469"/>
                  </a:lnTo>
                  <a:lnTo>
                    <a:pt x="2815958" y="0"/>
                  </a:lnTo>
                  <a:lnTo>
                    <a:pt x="2813329" y="0"/>
                  </a:lnTo>
                  <a:lnTo>
                    <a:pt x="2812211" y="469"/>
                  </a:lnTo>
                  <a:lnTo>
                    <a:pt x="2810345" y="2336"/>
                  </a:lnTo>
                  <a:lnTo>
                    <a:pt x="2809875" y="3454"/>
                  </a:lnTo>
                  <a:lnTo>
                    <a:pt x="2809875" y="6083"/>
                  </a:lnTo>
                  <a:lnTo>
                    <a:pt x="2810345" y="7200"/>
                  </a:lnTo>
                  <a:lnTo>
                    <a:pt x="2812211" y="9067"/>
                  </a:lnTo>
                  <a:lnTo>
                    <a:pt x="2813329" y="9525"/>
                  </a:lnTo>
                  <a:lnTo>
                    <a:pt x="2815958" y="9525"/>
                  </a:lnTo>
                  <a:lnTo>
                    <a:pt x="2817076" y="9067"/>
                  </a:lnTo>
                  <a:lnTo>
                    <a:pt x="2818942" y="7200"/>
                  </a:lnTo>
                  <a:lnTo>
                    <a:pt x="2819400" y="6083"/>
                  </a:lnTo>
                  <a:lnTo>
                    <a:pt x="2819400" y="3454"/>
                  </a:lnTo>
                  <a:close/>
                </a:path>
                <a:path w="6010275" h="1343025">
                  <a:moveTo>
                    <a:pt x="2867025" y="1336954"/>
                  </a:moveTo>
                  <a:lnTo>
                    <a:pt x="2866567" y="1335836"/>
                  </a:lnTo>
                  <a:lnTo>
                    <a:pt x="2864701" y="1333969"/>
                  </a:lnTo>
                  <a:lnTo>
                    <a:pt x="2863583" y="1333500"/>
                  </a:lnTo>
                  <a:lnTo>
                    <a:pt x="2860954" y="1333500"/>
                  </a:lnTo>
                  <a:lnTo>
                    <a:pt x="2859836" y="1333969"/>
                  </a:lnTo>
                  <a:lnTo>
                    <a:pt x="2857970" y="1335836"/>
                  </a:lnTo>
                  <a:lnTo>
                    <a:pt x="2857500" y="1336954"/>
                  </a:lnTo>
                  <a:lnTo>
                    <a:pt x="2857500" y="1339583"/>
                  </a:lnTo>
                  <a:lnTo>
                    <a:pt x="2857970" y="1340700"/>
                  </a:lnTo>
                  <a:lnTo>
                    <a:pt x="2859836" y="1342567"/>
                  </a:lnTo>
                  <a:lnTo>
                    <a:pt x="2860954" y="1343025"/>
                  </a:lnTo>
                  <a:lnTo>
                    <a:pt x="2863583" y="1343025"/>
                  </a:lnTo>
                  <a:lnTo>
                    <a:pt x="2864701" y="1342567"/>
                  </a:lnTo>
                  <a:lnTo>
                    <a:pt x="2866567" y="1340700"/>
                  </a:lnTo>
                  <a:lnTo>
                    <a:pt x="2867025" y="1339583"/>
                  </a:lnTo>
                  <a:lnTo>
                    <a:pt x="2867025" y="1336954"/>
                  </a:lnTo>
                  <a:close/>
                </a:path>
                <a:path w="6010275" h="1343025">
                  <a:moveTo>
                    <a:pt x="2867025" y="670204"/>
                  </a:moveTo>
                  <a:lnTo>
                    <a:pt x="2866567" y="669086"/>
                  </a:lnTo>
                  <a:lnTo>
                    <a:pt x="2864701" y="667219"/>
                  </a:lnTo>
                  <a:lnTo>
                    <a:pt x="2863583" y="666750"/>
                  </a:lnTo>
                  <a:lnTo>
                    <a:pt x="2860954" y="666750"/>
                  </a:lnTo>
                  <a:lnTo>
                    <a:pt x="2859836" y="667219"/>
                  </a:lnTo>
                  <a:lnTo>
                    <a:pt x="2857970" y="669086"/>
                  </a:lnTo>
                  <a:lnTo>
                    <a:pt x="2857500" y="670204"/>
                  </a:lnTo>
                  <a:lnTo>
                    <a:pt x="2857500" y="672833"/>
                  </a:lnTo>
                  <a:lnTo>
                    <a:pt x="2857970" y="673950"/>
                  </a:lnTo>
                  <a:lnTo>
                    <a:pt x="2859836" y="675817"/>
                  </a:lnTo>
                  <a:lnTo>
                    <a:pt x="2860954" y="676275"/>
                  </a:lnTo>
                  <a:lnTo>
                    <a:pt x="2863583" y="676275"/>
                  </a:lnTo>
                  <a:lnTo>
                    <a:pt x="2864701" y="675817"/>
                  </a:lnTo>
                  <a:lnTo>
                    <a:pt x="2866567" y="673950"/>
                  </a:lnTo>
                  <a:lnTo>
                    <a:pt x="2867025" y="672833"/>
                  </a:lnTo>
                  <a:lnTo>
                    <a:pt x="2867025" y="670204"/>
                  </a:lnTo>
                  <a:close/>
                </a:path>
                <a:path w="6010275" h="1343025">
                  <a:moveTo>
                    <a:pt x="2867025" y="3454"/>
                  </a:moveTo>
                  <a:lnTo>
                    <a:pt x="2866567" y="2336"/>
                  </a:lnTo>
                  <a:lnTo>
                    <a:pt x="2864701" y="469"/>
                  </a:lnTo>
                  <a:lnTo>
                    <a:pt x="2863583" y="0"/>
                  </a:lnTo>
                  <a:lnTo>
                    <a:pt x="2860954" y="0"/>
                  </a:lnTo>
                  <a:lnTo>
                    <a:pt x="2859836" y="469"/>
                  </a:lnTo>
                  <a:lnTo>
                    <a:pt x="2857970" y="2336"/>
                  </a:lnTo>
                  <a:lnTo>
                    <a:pt x="2857500" y="3454"/>
                  </a:lnTo>
                  <a:lnTo>
                    <a:pt x="2857500" y="6083"/>
                  </a:lnTo>
                  <a:lnTo>
                    <a:pt x="2857970" y="7200"/>
                  </a:lnTo>
                  <a:lnTo>
                    <a:pt x="2859836" y="9067"/>
                  </a:lnTo>
                  <a:lnTo>
                    <a:pt x="2860954" y="9525"/>
                  </a:lnTo>
                  <a:lnTo>
                    <a:pt x="2863583" y="9525"/>
                  </a:lnTo>
                  <a:lnTo>
                    <a:pt x="2864701" y="9067"/>
                  </a:lnTo>
                  <a:lnTo>
                    <a:pt x="2866567" y="7200"/>
                  </a:lnTo>
                  <a:lnTo>
                    <a:pt x="2867025" y="6083"/>
                  </a:lnTo>
                  <a:lnTo>
                    <a:pt x="2867025" y="3454"/>
                  </a:lnTo>
                  <a:close/>
                </a:path>
                <a:path w="6010275" h="1343025">
                  <a:moveTo>
                    <a:pt x="2914650" y="1336954"/>
                  </a:moveTo>
                  <a:lnTo>
                    <a:pt x="2914192" y="1335836"/>
                  </a:lnTo>
                  <a:lnTo>
                    <a:pt x="2912326" y="1333969"/>
                  </a:lnTo>
                  <a:lnTo>
                    <a:pt x="2911208" y="1333500"/>
                  </a:lnTo>
                  <a:lnTo>
                    <a:pt x="2908579" y="1333500"/>
                  </a:lnTo>
                  <a:lnTo>
                    <a:pt x="2907461" y="1333969"/>
                  </a:lnTo>
                  <a:lnTo>
                    <a:pt x="2905595" y="1335836"/>
                  </a:lnTo>
                  <a:lnTo>
                    <a:pt x="2905125" y="1336954"/>
                  </a:lnTo>
                  <a:lnTo>
                    <a:pt x="2905125" y="1339583"/>
                  </a:lnTo>
                  <a:lnTo>
                    <a:pt x="2905595" y="1340700"/>
                  </a:lnTo>
                  <a:lnTo>
                    <a:pt x="2907461" y="1342567"/>
                  </a:lnTo>
                  <a:lnTo>
                    <a:pt x="2908579" y="1343025"/>
                  </a:lnTo>
                  <a:lnTo>
                    <a:pt x="2911208" y="1343025"/>
                  </a:lnTo>
                  <a:lnTo>
                    <a:pt x="2912326" y="1342567"/>
                  </a:lnTo>
                  <a:lnTo>
                    <a:pt x="2914192" y="1340700"/>
                  </a:lnTo>
                  <a:lnTo>
                    <a:pt x="2914650" y="1339583"/>
                  </a:lnTo>
                  <a:lnTo>
                    <a:pt x="2914650" y="1336954"/>
                  </a:lnTo>
                  <a:close/>
                </a:path>
                <a:path w="6010275" h="1343025">
                  <a:moveTo>
                    <a:pt x="2914650" y="670204"/>
                  </a:moveTo>
                  <a:lnTo>
                    <a:pt x="2914192" y="669086"/>
                  </a:lnTo>
                  <a:lnTo>
                    <a:pt x="2912326" y="667219"/>
                  </a:lnTo>
                  <a:lnTo>
                    <a:pt x="2911208" y="666750"/>
                  </a:lnTo>
                  <a:lnTo>
                    <a:pt x="2908579" y="666750"/>
                  </a:lnTo>
                  <a:lnTo>
                    <a:pt x="2907461" y="667219"/>
                  </a:lnTo>
                  <a:lnTo>
                    <a:pt x="2905595" y="669086"/>
                  </a:lnTo>
                  <a:lnTo>
                    <a:pt x="2905125" y="670204"/>
                  </a:lnTo>
                  <a:lnTo>
                    <a:pt x="2905125" y="672833"/>
                  </a:lnTo>
                  <a:lnTo>
                    <a:pt x="2905595" y="673950"/>
                  </a:lnTo>
                  <a:lnTo>
                    <a:pt x="2907461" y="675817"/>
                  </a:lnTo>
                  <a:lnTo>
                    <a:pt x="2908579" y="676275"/>
                  </a:lnTo>
                  <a:lnTo>
                    <a:pt x="2911208" y="676275"/>
                  </a:lnTo>
                  <a:lnTo>
                    <a:pt x="2912326" y="675817"/>
                  </a:lnTo>
                  <a:lnTo>
                    <a:pt x="2914192" y="673950"/>
                  </a:lnTo>
                  <a:lnTo>
                    <a:pt x="2914650" y="672833"/>
                  </a:lnTo>
                  <a:lnTo>
                    <a:pt x="2914650" y="670204"/>
                  </a:lnTo>
                  <a:close/>
                </a:path>
                <a:path w="6010275" h="1343025">
                  <a:moveTo>
                    <a:pt x="2914650" y="3454"/>
                  </a:moveTo>
                  <a:lnTo>
                    <a:pt x="2914192" y="2336"/>
                  </a:lnTo>
                  <a:lnTo>
                    <a:pt x="2912326" y="469"/>
                  </a:lnTo>
                  <a:lnTo>
                    <a:pt x="2911208" y="0"/>
                  </a:lnTo>
                  <a:lnTo>
                    <a:pt x="2908579" y="0"/>
                  </a:lnTo>
                  <a:lnTo>
                    <a:pt x="2907461" y="469"/>
                  </a:lnTo>
                  <a:lnTo>
                    <a:pt x="2905595" y="2336"/>
                  </a:lnTo>
                  <a:lnTo>
                    <a:pt x="2905125" y="3454"/>
                  </a:lnTo>
                  <a:lnTo>
                    <a:pt x="2905125" y="6083"/>
                  </a:lnTo>
                  <a:lnTo>
                    <a:pt x="2905595" y="7200"/>
                  </a:lnTo>
                  <a:lnTo>
                    <a:pt x="2907461" y="9067"/>
                  </a:lnTo>
                  <a:lnTo>
                    <a:pt x="2908579" y="9525"/>
                  </a:lnTo>
                  <a:lnTo>
                    <a:pt x="2911208" y="9525"/>
                  </a:lnTo>
                  <a:lnTo>
                    <a:pt x="2912326" y="9067"/>
                  </a:lnTo>
                  <a:lnTo>
                    <a:pt x="2914192" y="7200"/>
                  </a:lnTo>
                  <a:lnTo>
                    <a:pt x="2914650" y="6083"/>
                  </a:lnTo>
                  <a:lnTo>
                    <a:pt x="2914650" y="3454"/>
                  </a:lnTo>
                  <a:close/>
                </a:path>
                <a:path w="6010275" h="1343025">
                  <a:moveTo>
                    <a:pt x="2962275" y="1336954"/>
                  </a:moveTo>
                  <a:lnTo>
                    <a:pt x="2961817" y="1335836"/>
                  </a:lnTo>
                  <a:lnTo>
                    <a:pt x="2959951" y="1333969"/>
                  </a:lnTo>
                  <a:lnTo>
                    <a:pt x="2958833" y="1333500"/>
                  </a:lnTo>
                  <a:lnTo>
                    <a:pt x="2956204" y="1333500"/>
                  </a:lnTo>
                  <a:lnTo>
                    <a:pt x="2955086" y="1333969"/>
                  </a:lnTo>
                  <a:lnTo>
                    <a:pt x="2953220" y="1335836"/>
                  </a:lnTo>
                  <a:lnTo>
                    <a:pt x="2952750" y="1336954"/>
                  </a:lnTo>
                  <a:lnTo>
                    <a:pt x="2952750" y="1339583"/>
                  </a:lnTo>
                  <a:lnTo>
                    <a:pt x="2953220" y="1340700"/>
                  </a:lnTo>
                  <a:lnTo>
                    <a:pt x="2955086" y="1342567"/>
                  </a:lnTo>
                  <a:lnTo>
                    <a:pt x="2956204" y="1343025"/>
                  </a:lnTo>
                  <a:lnTo>
                    <a:pt x="2958833" y="1343025"/>
                  </a:lnTo>
                  <a:lnTo>
                    <a:pt x="2959951" y="1342567"/>
                  </a:lnTo>
                  <a:lnTo>
                    <a:pt x="2961817" y="1340700"/>
                  </a:lnTo>
                  <a:lnTo>
                    <a:pt x="2962275" y="1339583"/>
                  </a:lnTo>
                  <a:lnTo>
                    <a:pt x="2962275" y="1336954"/>
                  </a:lnTo>
                  <a:close/>
                </a:path>
                <a:path w="6010275" h="1343025">
                  <a:moveTo>
                    <a:pt x="2962275" y="670204"/>
                  </a:moveTo>
                  <a:lnTo>
                    <a:pt x="2961817" y="669086"/>
                  </a:lnTo>
                  <a:lnTo>
                    <a:pt x="2959951" y="667219"/>
                  </a:lnTo>
                  <a:lnTo>
                    <a:pt x="2958833" y="666750"/>
                  </a:lnTo>
                  <a:lnTo>
                    <a:pt x="2956204" y="666750"/>
                  </a:lnTo>
                  <a:lnTo>
                    <a:pt x="2955086" y="667219"/>
                  </a:lnTo>
                  <a:lnTo>
                    <a:pt x="2953220" y="669086"/>
                  </a:lnTo>
                  <a:lnTo>
                    <a:pt x="2952750" y="670204"/>
                  </a:lnTo>
                  <a:lnTo>
                    <a:pt x="2952750" y="672833"/>
                  </a:lnTo>
                  <a:lnTo>
                    <a:pt x="2953220" y="673950"/>
                  </a:lnTo>
                  <a:lnTo>
                    <a:pt x="2955086" y="675817"/>
                  </a:lnTo>
                  <a:lnTo>
                    <a:pt x="2956204" y="676275"/>
                  </a:lnTo>
                  <a:lnTo>
                    <a:pt x="2958833" y="676275"/>
                  </a:lnTo>
                  <a:lnTo>
                    <a:pt x="2959951" y="675817"/>
                  </a:lnTo>
                  <a:lnTo>
                    <a:pt x="2961817" y="673950"/>
                  </a:lnTo>
                  <a:lnTo>
                    <a:pt x="2962275" y="672833"/>
                  </a:lnTo>
                  <a:lnTo>
                    <a:pt x="2962275" y="670204"/>
                  </a:lnTo>
                  <a:close/>
                </a:path>
                <a:path w="6010275" h="1343025">
                  <a:moveTo>
                    <a:pt x="2962275" y="3454"/>
                  </a:moveTo>
                  <a:lnTo>
                    <a:pt x="2961817" y="2336"/>
                  </a:lnTo>
                  <a:lnTo>
                    <a:pt x="2959951" y="469"/>
                  </a:lnTo>
                  <a:lnTo>
                    <a:pt x="2958833" y="0"/>
                  </a:lnTo>
                  <a:lnTo>
                    <a:pt x="2956204" y="0"/>
                  </a:lnTo>
                  <a:lnTo>
                    <a:pt x="2955086" y="469"/>
                  </a:lnTo>
                  <a:lnTo>
                    <a:pt x="2953220" y="2336"/>
                  </a:lnTo>
                  <a:lnTo>
                    <a:pt x="2952750" y="3454"/>
                  </a:lnTo>
                  <a:lnTo>
                    <a:pt x="2952750" y="6083"/>
                  </a:lnTo>
                  <a:lnTo>
                    <a:pt x="2953220" y="7200"/>
                  </a:lnTo>
                  <a:lnTo>
                    <a:pt x="2955086" y="9067"/>
                  </a:lnTo>
                  <a:lnTo>
                    <a:pt x="2956204" y="9525"/>
                  </a:lnTo>
                  <a:lnTo>
                    <a:pt x="2958833" y="9525"/>
                  </a:lnTo>
                  <a:lnTo>
                    <a:pt x="2959951" y="9067"/>
                  </a:lnTo>
                  <a:lnTo>
                    <a:pt x="2961817" y="7200"/>
                  </a:lnTo>
                  <a:lnTo>
                    <a:pt x="2962275" y="6083"/>
                  </a:lnTo>
                  <a:lnTo>
                    <a:pt x="2962275" y="3454"/>
                  </a:lnTo>
                  <a:close/>
                </a:path>
                <a:path w="6010275" h="1343025">
                  <a:moveTo>
                    <a:pt x="3009900" y="1336954"/>
                  </a:moveTo>
                  <a:lnTo>
                    <a:pt x="3009442" y="1335836"/>
                  </a:lnTo>
                  <a:lnTo>
                    <a:pt x="3007576" y="1333969"/>
                  </a:lnTo>
                  <a:lnTo>
                    <a:pt x="3006458" y="1333500"/>
                  </a:lnTo>
                  <a:lnTo>
                    <a:pt x="3003829" y="1333500"/>
                  </a:lnTo>
                  <a:lnTo>
                    <a:pt x="3002711" y="1333969"/>
                  </a:lnTo>
                  <a:lnTo>
                    <a:pt x="3000845" y="1335836"/>
                  </a:lnTo>
                  <a:lnTo>
                    <a:pt x="3000375" y="1336954"/>
                  </a:lnTo>
                  <a:lnTo>
                    <a:pt x="3000375" y="1339583"/>
                  </a:lnTo>
                  <a:lnTo>
                    <a:pt x="3000845" y="1340700"/>
                  </a:lnTo>
                  <a:lnTo>
                    <a:pt x="3002711" y="1342567"/>
                  </a:lnTo>
                  <a:lnTo>
                    <a:pt x="3003829" y="1343025"/>
                  </a:lnTo>
                  <a:lnTo>
                    <a:pt x="3006458" y="1343025"/>
                  </a:lnTo>
                  <a:lnTo>
                    <a:pt x="3007576" y="1342567"/>
                  </a:lnTo>
                  <a:lnTo>
                    <a:pt x="3009442" y="1340700"/>
                  </a:lnTo>
                  <a:lnTo>
                    <a:pt x="3009900" y="1339583"/>
                  </a:lnTo>
                  <a:lnTo>
                    <a:pt x="3009900" y="1336954"/>
                  </a:lnTo>
                  <a:close/>
                </a:path>
                <a:path w="6010275" h="1343025">
                  <a:moveTo>
                    <a:pt x="3009900" y="670204"/>
                  </a:moveTo>
                  <a:lnTo>
                    <a:pt x="3009442" y="669086"/>
                  </a:lnTo>
                  <a:lnTo>
                    <a:pt x="3007576" y="667219"/>
                  </a:lnTo>
                  <a:lnTo>
                    <a:pt x="3006458" y="666750"/>
                  </a:lnTo>
                  <a:lnTo>
                    <a:pt x="3003829" y="666750"/>
                  </a:lnTo>
                  <a:lnTo>
                    <a:pt x="3002711" y="667219"/>
                  </a:lnTo>
                  <a:lnTo>
                    <a:pt x="3000845" y="669086"/>
                  </a:lnTo>
                  <a:lnTo>
                    <a:pt x="3000375" y="670204"/>
                  </a:lnTo>
                  <a:lnTo>
                    <a:pt x="3000375" y="672833"/>
                  </a:lnTo>
                  <a:lnTo>
                    <a:pt x="3000845" y="673950"/>
                  </a:lnTo>
                  <a:lnTo>
                    <a:pt x="3002711" y="675817"/>
                  </a:lnTo>
                  <a:lnTo>
                    <a:pt x="3003829" y="676275"/>
                  </a:lnTo>
                  <a:lnTo>
                    <a:pt x="3006458" y="676275"/>
                  </a:lnTo>
                  <a:lnTo>
                    <a:pt x="3007576" y="675817"/>
                  </a:lnTo>
                  <a:lnTo>
                    <a:pt x="3009442" y="673950"/>
                  </a:lnTo>
                  <a:lnTo>
                    <a:pt x="3009900" y="672833"/>
                  </a:lnTo>
                  <a:lnTo>
                    <a:pt x="3009900" y="670204"/>
                  </a:lnTo>
                  <a:close/>
                </a:path>
                <a:path w="6010275" h="1343025">
                  <a:moveTo>
                    <a:pt x="3009900" y="3454"/>
                  </a:moveTo>
                  <a:lnTo>
                    <a:pt x="3009442" y="2336"/>
                  </a:lnTo>
                  <a:lnTo>
                    <a:pt x="3007576" y="469"/>
                  </a:lnTo>
                  <a:lnTo>
                    <a:pt x="3006458" y="0"/>
                  </a:lnTo>
                  <a:lnTo>
                    <a:pt x="3003829" y="0"/>
                  </a:lnTo>
                  <a:lnTo>
                    <a:pt x="3002711" y="469"/>
                  </a:lnTo>
                  <a:lnTo>
                    <a:pt x="3000845" y="2336"/>
                  </a:lnTo>
                  <a:lnTo>
                    <a:pt x="3000375" y="3454"/>
                  </a:lnTo>
                  <a:lnTo>
                    <a:pt x="3000375" y="6083"/>
                  </a:lnTo>
                  <a:lnTo>
                    <a:pt x="3000845" y="7200"/>
                  </a:lnTo>
                  <a:lnTo>
                    <a:pt x="3002711" y="9067"/>
                  </a:lnTo>
                  <a:lnTo>
                    <a:pt x="3003829" y="9525"/>
                  </a:lnTo>
                  <a:lnTo>
                    <a:pt x="3006458" y="9525"/>
                  </a:lnTo>
                  <a:lnTo>
                    <a:pt x="3007576" y="9067"/>
                  </a:lnTo>
                  <a:lnTo>
                    <a:pt x="3009442" y="7200"/>
                  </a:lnTo>
                  <a:lnTo>
                    <a:pt x="3009900" y="6083"/>
                  </a:lnTo>
                  <a:lnTo>
                    <a:pt x="3009900" y="3454"/>
                  </a:lnTo>
                  <a:close/>
                </a:path>
                <a:path w="6010275" h="1343025">
                  <a:moveTo>
                    <a:pt x="3057525" y="1336954"/>
                  </a:moveTo>
                  <a:lnTo>
                    <a:pt x="3057067" y="1335836"/>
                  </a:lnTo>
                  <a:lnTo>
                    <a:pt x="3055201" y="1333969"/>
                  </a:lnTo>
                  <a:lnTo>
                    <a:pt x="3054083" y="1333500"/>
                  </a:lnTo>
                  <a:lnTo>
                    <a:pt x="3051454" y="1333500"/>
                  </a:lnTo>
                  <a:lnTo>
                    <a:pt x="3050336" y="1333969"/>
                  </a:lnTo>
                  <a:lnTo>
                    <a:pt x="3048470" y="1335836"/>
                  </a:lnTo>
                  <a:lnTo>
                    <a:pt x="3048000" y="1336954"/>
                  </a:lnTo>
                  <a:lnTo>
                    <a:pt x="3048000" y="1339583"/>
                  </a:lnTo>
                  <a:lnTo>
                    <a:pt x="3048470" y="1340700"/>
                  </a:lnTo>
                  <a:lnTo>
                    <a:pt x="3050336" y="1342567"/>
                  </a:lnTo>
                  <a:lnTo>
                    <a:pt x="3051454" y="1343025"/>
                  </a:lnTo>
                  <a:lnTo>
                    <a:pt x="3054083" y="1343025"/>
                  </a:lnTo>
                  <a:lnTo>
                    <a:pt x="3055201" y="1342567"/>
                  </a:lnTo>
                  <a:lnTo>
                    <a:pt x="3057067" y="1340700"/>
                  </a:lnTo>
                  <a:lnTo>
                    <a:pt x="3057525" y="1339583"/>
                  </a:lnTo>
                  <a:lnTo>
                    <a:pt x="3057525" y="1336954"/>
                  </a:lnTo>
                  <a:close/>
                </a:path>
                <a:path w="6010275" h="1343025">
                  <a:moveTo>
                    <a:pt x="3057525" y="670204"/>
                  </a:moveTo>
                  <a:lnTo>
                    <a:pt x="3057067" y="669086"/>
                  </a:lnTo>
                  <a:lnTo>
                    <a:pt x="3055201" y="667219"/>
                  </a:lnTo>
                  <a:lnTo>
                    <a:pt x="3054083" y="666750"/>
                  </a:lnTo>
                  <a:lnTo>
                    <a:pt x="3051454" y="666750"/>
                  </a:lnTo>
                  <a:lnTo>
                    <a:pt x="3050336" y="667219"/>
                  </a:lnTo>
                  <a:lnTo>
                    <a:pt x="3048470" y="669086"/>
                  </a:lnTo>
                  <a:lnTo>
                    <a:pt x="3048000" y="670204"/>
                  </a:lnTo>
                  <a:lnTo>
                    <a:pt x="3048000" y="672833"/>
                  </a:lnTo>
                  <a:lnTo>
                    <a:pt x="3048470" y="673950"/>
                  </a:lnTo>
                  <a:lnTo>
                    <a:pt x="3050336" y="675817"/>
                  </a:lnTo>
                  <a:lnTo>
                    <a:pt x="3051454" y="676275"/>
                  </a:lnTo>
                  <a:lnTo>
                    <a:pt x="3054083" y="676275"/>
                  </a:lnTo>
                  <a:lnTo>
                    <a:pt x="3055201" y="675817"/>
                  </a:lnTo>
                  <a:lnTo>
                    <a:pt x="3057067" y="673950"/>
                  </a:lnTo>
                  <a:lnTo>
                    <a:pt x="3057525" y="672833"/>
                  </a:lnTo>
                  <a:lnTo>
                    <a:pt x="3057525" y="670204"/>
                  </a:lnTo>
                  <a:close/>
                </a:path>
                <a:path w="6010275" h="1343025">
                  <a:moveTo>
                    <a:pt x="3057525" y="3454"/>
                  </a:moveTo>
                  <a:lnTo>
                    <a:pt x="3057067" y="2336"/>
                  </a:lnTo>
                  <a:lnTo>
                    <a:pt x="3055201" y="469"/>
                  </a:lnTo>
                  <a:lnTo>
                    <a:pt x="3054083" y="0"/>
                  </a:lnTo>
                  <a:lnTo>
                    <a:pt x="3051454" y="0"/>
                  </a:lnTo>
                  <a:lnTo>
                    <a:pt x="3050336" y="469"/>
                  </a:lnTo>
                  <a:lnTo>
                    <a:pt x="3048470" y="2336"/>
                  </a:lnTo>
                  <a:lnTo>
                    <a:pt x="3048000" y="3454"/>
                  </a:lnTo>
                  <a:lnTo>
                    <a:pt x="3048000" y="6083"/>
                  </a:lnTo>
                  <a:lnTo>
                    <a:pt x="3048470" y="7200"/>
                  </a:lnTo>
                  <a:lnTo>
                    <a:pt x="3050336" y="9067"/>
                  </a:lnTo>
                  <a:lnTo>
                    <a:pt x="3051454" y="9525"/>
                  </a:lnTo>
                  <a:lnTo>
                    <a:pt x="3054083" y="9525"/>
                  </a:lnTo>
                  <a:lnTo>
                    <a:pt x="3055201" y="9067"/>
                  </a:lnTo>
                  <a:lnTo>
                    <a:pt x="3057067" y="7200"/>
                  </a:lnTo>
                  <a:lnTo>
                    <a:pt x="3057525" y="6083"/>
                  </a:lnTo>
                  <a:lnTo>
                    <a:pt x="3057525" y="3454"/>
                  </a:lnTo>
                  <a:close/>
                </a:path>
                <a:path w="6010275" h="1343025">
                  <a:moveTo>
                    <a:pt x="3105150" y="1336954"/>
                  </a:moveTo>
                  <a:lnTo>
                    <a:pt x="3104692" y="1335836"/>
                  </a:lnTo>
                  <a:lnTo>
                    <a:pt x="3102826" y="1333969"/>
                  </a:lnTo>
                  <a:lnTo>
                    <a:pt x="3101708" y="1333500"/>
                  </a:lnTo>
                  <a:lnTo>
                    <a:pt x="3099079" y="1333500"/>
                  </a:lnTo>
                  <a:lnTo>
                    <a:pt x="3097961" y="1333969"/>
                  </a:lnTo>
                  <a:lnTo>
                    <a:pt x="3096095" y="1335836"/>
                  </a:lnTo>
                  <a:lnTo>
                    <a:pt x="3095625" y="1336954"/>
                  </a:lnTo>
                  <a:lnTo>
                    <a:pt x="3095625" y="1339583"/>
                  </a:lnTo>
                  <a:lnTo>
                    <a:pt x="3096095" y="1340700"/>
                  </a:lnTo>
                  <a:lnTo>
                    <a:pt x="3097961" y="1342567"/>
                  </a:lnTo>
                  <a:lnTo>
                    <a:pt x="3099079" y="1343025"/>
                  </a:lnTo>
                  <a:lnTo>
                    <a:pt x="3101708" y="1343025"/>
                  </a:lnTo>
                  <a:lnTo>
                    <a:pt x="3102826" y="1342567"/>
                  </a:lnTo>
                  <a:lnTo>
                    <a:pt x="3104692" y="1340700"/>
                  </a:lnTo>
                  <a:lnTo>
                    <a:pt x="3105150" y="1339583"/>
                  </a:lnTo>
                  <a:lnTo>
                    <a:pt x="3105150" y="1336954"/>
                  </a:lnTo>
                  <a:close/>
                </a:path>
                <a:path w="6010275" h="1343025">
                  <a:moveTo>
                    <a:pt x="3105150" y="670204"/>
                  </a:moveTo>
                  <a:lnTo>
                    <a:pt x="3104692" y="669086"/>
                  </a:lnTo>
                  <a:lnTo>
                    <a:pt x="3102826" y="667219"/>
                  </a:lnTo>
                  <a:lnTo>
                    <a:pt x="3101708" y="666750"/>
                  </a:lnTo>
                  <a:lnTo>
                    <a:pt x="3099079" y="666750"/>
                  </a:lnTo>
                  <a:lnTo>
                    <a:pt x="3097961" y="667219"/>
                  </a:lnTo>
                  <a:lnTo>
                    <a:pt x="3096095" y="669086"/>
                  </a:lnTo>
                  <a:lnTo>
                    <a:pt x="3095625" y="670204"/>
                  </a:lnTo>
                  <a:lnTo>
                    <a:pt x="3095625" y="672833"/>
                  </a:lnTo>
                  <a:lnTo>
                    <a:pt x="3096095" y="673950"/>
                  </a:lnTo>
                  <a:lnTo>
                    <a:pt x="3097961" y="675817"/>
                  </a:lnTo>
                  <a:lnTo>
                    <a:pt x="3099079" y="676275"/>
                  </a:lnTo>
                  <a:lnTo>
                    <a:pt x="3101708" y="676275"/>
                  </a:lnTo>
                  <a:lnTo>
                    <a:pt x="3102826" y="675817"/>
                  </a:lnTo>
                  <a:lnTo>
                    <a:pt x="3104692" y="673950"/>
                  </a:lnTo>
                  <a:lnTo>
                    <a:pt x="3105150" y="672833"/>
                  </a:lnTo>
                  <a:lnTo>
                    <a:pt x="3105150" y="670204"/>
                  </a:lnTo>
                  <a:close/>
                </a:path>
                <a:path w="6010275" h="1343025">
                  <a:moveTo>
                    <a:pt x="3105150" y="3454"/>
                  </a:moveTo>
                  <a:lnTo>
                    <a:pt x="3104692" y="2336"/>
                  </a:lnTo>
                  <a:lnTo>
                    <a:pt x="3102826" y="469"/>
                  </a:lnTo>
                  <a:lnTo>
                    <a:pt x="3101708" y="0"/>
                  </a:lnTo>
                  <a:lnTo>
                    <a:pt x="3099079" y="0"/>
                  </a:lnTo>
                  <a:lnTo>
                    <a:pt x="3097961" y="469"/>
                  </a:lnTo>
                  <a:lnTo>
                    <a:pt x="3096095" y="2336"/>
                  </a:lnTo>
                  <a:lnTo>
                    <a:pt x="3095625" y="3454"/>
                  </a:lnTo>
                  <a:lnTo>
                    <a:pt x="3095625" y="6083"/>
                  </a:lnTo>
                  <a:lnTo>
                    <a:pt x="3096095" y="7200"/>
                  </a:lnTo>
                  <a:lnTo>
                    <a:pt x="3097961" y="9067"/>
                  </a:lnTo>
                  <a:lnTo>
                    <a:pt x="3099079" y="9525"/>
                  </a:lnTo>
                  <a:lnTo>
                    <a:pt x="3101708" y="9525"/>
                  </a:lnTo>
                  <a:lnTo>
                    <a:pt x="3102826" y="9067"/>
                  </a:lnTo>
                  <a:lnTo>
                    <a:pt x="3104692" y="7200"/>
                  </a:lnTo>
                  <a:lnTo>
                    <a:pt x="3105150" y="6083"/>
                  </a:lnTo>
                  <a:lnTo>
                    <a:pt x="3105150" y="3454"/>
                  </a:lnTo>
                  <a:close/>
                </a:path>
                <a:path w="6010275" h="1343025">
                  <a:moveTo>
                    <a:pt x="3152775" y="1336954"/>
                  </a:moveTo>
                  <a:lnTo>
                    <a:pt x="3152317" y="1335836"/>
                  </a:lnTo>
                  <a:lnTo>
                    <a:pt x="3150451" y="1333969"/>
                  </a:lnTo>
                  <a:lnTo>
                    <a:pt x="3149333" y="1333500"/>
                  </a:lnTo>
                  <a:lnTo>
                    <a:pt x="3146704" y="1333500"/>
                  </a:lnTo>
                  <a:lnTo>
                    <a:pt x="3145586" y="1333969"/>
                  </a:lnTo>
                  <a:lnTo>
                    <a:pt x="3143720" y="1335836"/>
                  </a:lnTo>
                  <a:lnTo>
                    <a:pt x="3143250" y="1336954"/>
                  </a:lnTo>
                  <a:lnTo>
                    <a:pt x="3143250" y="1339583"/>
                  </a:lnTo>
                  <a:lnTo>
                    <a:pt x="3143720" y="1340700"/>
                  </a:lnTo>
                  <a:lnTo>
                    <a:pt x="3145586" y="1342567"/>
                  </a:lnTo>
                  <a:lnTo>
                    <a:pt x="3146704" y="1343025"/>
                  </a:lnTo>
                  <a:lnTo>
                    <a:pt x="3149333" y="1343025"/>
                  </a:lnTo>
                  <a:lnTo>
                    <a:pt x="3150451" y="1342567"/>
                  </a:lnTo>
                  <a:lnTo>
                    <a:pt x="3152317" y="1340700"/>
                  </a:lnTo>
                  <a:lnTo>
                    <a:pt x="3152775" y="1339583"/>
                  </a:lnTo>
                  <a:lnTo>
                    <a:pt x="3152775" y="1336954"/>
                  </a:lnTo>
                  <a:close/>
                </a:path>
                <a:path w="6010275" h="1343025">
                  <a:moveTo>
                    <a:pt x="3152775" y="670204"/>
                  </a:moveTo>
                  <a:lnTo>
                    <a:pt x="3152317" y="669086"/>
                  </a:lnTo>
                  <a:lnTo>
                    <a:pt x="3150451" y="667219"/>
                  </a:lnTo>
                  <a:lnTo>
                    <a:pt x="3149333" y="666750"/>
                  </a:lnTo>
                  <a:lnTo>
                    <a:pt x="3146704" y="666750"/>
                  </a:lnTo>
                  <a:lnTo>
                    <a:pt x="3145586" y="667219"/>
                  </a:lnTo>
                  <a:lnTo>
                    <a:pt x="3143720" y="669086"/>
                  </a:lnTo>
                  <a:lnTo>
                    <a:pt x="3143250" y="670204"/>
                  </a:lnTo>
                  <a:lnTo>
                    <a:pt x="3143250" y="672833"/>
                  </a:lnTo>
                  <a:lnTo>
                    <a:pt x="3143720" y="673950"/>
                  </a:lnTo>
                  <a:lnTo>
                    <a:pt x="3145586" y="675817"/>
                  </a:lnTo>
                  <a:lnTo>
                    <a:pt x="3146704" y="676275"/>
                  </a:lnTo>
                  <a:lnTo>
                    <a:pt x="3149333" y="676275"/>
                  </a:lnTo>
                  <a:lnTo>
                    <a:pt x="3150451" y="675817"/>
                  </a:lnTo>
                  <a:lnTo>
                    <a:pt x="3152317" y="673950"/>
                  </a:lnTo>
                  <a:lnTo>
                    <a:pt x="3152775" y="672833"/>
                  </a:lnTo>
                  <a:lnTo>
                    <a:pt x="3152775" y="670204"/>
                  </a:lnTo>
                  <a:close/>
                </a:path>
                <a:path w="6010275" h="1343025">
                  <a:moveTo>
                    <a:pt x="3152775" y="3454"/>
                  </a:moveTo>
                  <a:lnTo>
                    <a:pt x="3152317" y="2336"/>
                  </a:lnTo>
                  <a:lnTo>
                    <a:pt x="3150451" y="469"/>
                  </a:lnTo>
                  <a:lnTo>
                    <a:pt x="3149333" y="0"/>
                  </a:lnTo>
                  <a:lnTo>
                    <a:pt x="3146704" y="0"/>
                  </a:lnTo>
                  <a:lnTo>
                    <a:pt x="3145586" y="469"/>
                  </a:lnTo>
                  <a:lnTo>
                    <a:pt x="3143720" y="2336"/>
                  </a:lnTo>
                  <a:lnTo>
                    <a:pt x="3143250" y="3454"/>
                  </a:lnTo>
                  <a:lnTo>
                    <a:pt x="3143250" y="6083"/>
                  </a:lnTo>
                  <a:lnTo>
                    <a:pt x="3143720" y="7200"/>
                  </a:lnTo>
                  <a:lnTo>
                    <a:pt x="3145586" y="9067"/>
                  </a:lnTo>
                  <a:lnTo>
                    <a:pt x="3146704" y="9525"/>
                  </a:lnTo>
                  <a:lnTo>
                    <a:pt x="3149333" y="9525"/>
                  </a:lnTo>
                  <a:lnTo>
                    <a:pt x="3150451" y="9067"/>
                  </a:lnTo>
                  <a:lnTo>
                    <a:pt x="3152317" y="7200"/>
                  </a:lnTo>
                  <a:lnTo>
                    <a:pt x="3152775" y="6083"/>
                  </a:lnTo>
                  <a:lnTo>
                    <a:pt x="3152775" y="3454"/>
                  </a:lnTo>
                  <a:close/>
                </a:path>
                <a:path w="6010275" h="1343025">
                  <a:moveTo>
                    <a:pt x="3200400" y="1336954"/>
                  </a:moveTo>
                  <a:lnTo>
                    <a:pt x="3199942" y="1335836"/>
                  </a:lnTo>
                  <a:lnTo>
                    <a:pt x="3198076" y="1333969"/>
                  </a:lnTo>
                  <a:lnTo>
                    <a:pt x="3196958" y="1333500"/>
                  </a:lnTo>
                  <a:lnTo>
                    <a:pt x="3194329" y="1333500"/>
                  </a:lnTo>
                  <a:lnTo>
                    <a:pt x="3193211" y="1333969"/>
                  </a:lnTo>
                  <a:lnTo>
                    <a:pt x="3191345" y="1335836"/>
                  </a:lnTo>
                  <a:lnTo>
                    <a:pt x="3190875" y="1336954"/>
                  </a:lnTo>
                  <a:lnTo>
                    <a:pt x="3190875" y="1339583"/>
                  </a:lnTo>
                  <a:lnTo>
                    <a:pt x="3191345" y="1340700"/>
                  </a:lnTo>
                  <a:lnTo>
                    <a:pt x="3193211" y="1342567"/>
                  </a:lnTo>
                  <a:lnTo>
                    <a:pt x="3194329" y="1343025"/>
                  </a:lnTo>
                  <a:lnTo>
                    <a:pt x="3196958" y="1343025"/>
                  </a:lnTo>
                  <a:lnTo>
                    <a:pt x="3198076" y="1342567"/>
                  </a:lnTo>
                  <a:lnTo>
                    <a:pt x="3199942" y="1340700"/>
                  </a:lnTo>
                  <a:lnTo>
                    <a:pt x="3200400" y="1339583"/>
                  </a:lnTo>
                  <a:lnTo>
                    <a:pt x="3200400" y="1336954"/>
                  </a:lnTo>
                  <a:close/>
                </a:path>
                <a:path w="6010275" h="1343025">
                  <a:moveTo>
                    <a:pt x="3200400" y="670204"/>
                  </a:moveTo>
                  <a:lnTo>
                    <a:pt x="3199942" y="669086"/>
                  </a:lnTo>
                  <a:lnTo>
                    <a:pt x="3198076" y="667219"/>
                  </a:lnTo>
                  <a:lnTo>
                    <a:pt x="3196958" y="666750"/>
                  </a:lnTo>
                  <a:lnTo>
                    <a:pt x="3194329" y="666750"/>
                  </a:lnTo>
                  <a:lnTo>
                    <a:pt x="3193211" y="667219"/>
                  </a:lnTo>
                  <a:lnTo>
                    <a:pt x="3191345" y="669086"/>
                  </a:lnTo>
                  <a:lnTo>
                    <a:pt x="3190875" y="670204"/>
                  </a:lnTo>
                  <a:lnTo>
                    <a:pt x="3190875" y="672833"/>
                  </a:lnTo>
                  <a:lnTo>
                    <a:pt x="3191345" y="673950"/>
                  </a:lnTo>
                  <a:lnTo>
                    <a:pt x="3193211" y="675817"/>
                  </a:lnTo>
                  <a:lnTo>
                    <a:pt x="3194329" y="676275"/>
                  </a:lnTo>
                  <a:lnTo>
                    <a:pt x="3196958" y="676275"/>
                  </a:lnTo>
                  <a:lnTo>
                    <a:pt x="3198076" y="675817"/>
                  </a:lnTo>
                  <a:lnTo>
                    <a:pt x="3199942" y="673950"/>
                  </a:lnTo>
                  <a:lnTo>
                    <a:pt x="3200400" y="672833"/>
                  </a:lnTo>
                  <a:lnTo>
                    <a:pt x="3200400" y="670204"/>
                  </a:lnTo>
                  <a:close/>
                </a:path>
                <a:path w="6010275" h="1343025">
                  <a:moveTo>
                    <a:pt x="3200400" y="3454"/>
                  </a:moveTo>
                  <a:lnTo>
                    <a:pt x="3199942" y="2336"/>
                  </a:lnTo>
                  <a:lnTo>
                    <a:pt x="3198076" y="469"/>
                  </a:lnTo>
                  <a:lnTo>
                    <a:pt x="3196958" y="0"/>
                  </a:lnTo>
                  <a:lnTo>
                    <a:pt x="3194329" y="0"/>
                  </a:lnTo>
                  <a:lnTo>
                    <a:pt x="3193211" y="469"/>
                  </a:lnTo>
                  <a:lnTo>
                    <a:pt x="3191345" y="2336"/>
                  </a:lnTo>
                  <a:lnTo>
                    <a:pt x="3190875" y="3454"/>
                  </a:lnTo>
                  <a:lnTo>
                    <a:pt x="3190875" y="6083"/>
                  </a:lnTo>
                  <a:lnTo>
                    <a:pt x="3191345" y="7200"/>
                  </a:lnTo>
                  <a:lnTo>
                    <a:pt x="3193211" y="9067"/>
                  </a:lnTo>
                  <a:lnTo>
                    <a:pt x="3194329" y="9525"/>
                  </a:lnTo>
                  <a:lnTo>
                    <a:pt x="3196958" y="9525"/>
                  </a:lnTo>
                  <a:lnTo>
                    <a:pt x="3198076" y="9067"/>
                  </a:lnTo>
                  <a:lnTo>
                    <a:pt x="3199942" y="7200"/>
                  </a:lnTo>
                  <a:lnTo>
                    <a:pt x="3200400" y="6083"/>
                  </a:lnTo>
                  <a:lnTo>
                    <a:pt x="3200400" y="3454"/>
                  </a:lnTo>
                  <a:close/>
                </a:path>
                <a:path w="6010275" h="1343025">
                  <a:moveTo>
                    <a:pt x="3248025" y="1336954"/>
                  </a:moveTo>
                  <a:lnTo>
                    <a:pt x="3247567" y="1335836"/>
                  </a:lnTo>
                  <a:lnTo>
                    <a:pt x="3245701" y="1333969"/>
                  </a:lnTo>
                  <a:lnTo>
                    <a:pt x="3244583" y="1333500"/>
                  </a:lnTo>
                  <a:lnTo>
                    <a:pt x="3241954" y="1333500"/>
                  </a:lnTo>
                  <a:lnTo>
                    <a:pt x="3240836" y="1333969"/>
                  </a:lnTo>
                  <a:lnTo>
                    <a:pt x="3238970" y="1335836"/>
                  </a:lnTo>
                  <a:lnTo>
                    <a:pt x="3238500" y="1336954"/>
                  </a:lnTo>
                  <a:lnTo>
                    <a:pt x="3238500" y="1339583"/>
                  </a:lnTo>
                  <a:lnTo>
                    <a:pt x="3238970" y="1340700"/>
                  </a:lnTo>
                  <a:lnTo>
                    <a:pt x="3240836" y="1342567"/>
                  </a:lnTo>
                  <a:lnTo>
                    <a:pt x="3241954" y="1343025"/>
                  </a:lnTo>
                  <a:lnTo>
                    <a:pt x="3244583" y="1343025"/>
                  </a:lnTo>
                  <a:lnTo>
                    <a:pt x="3245701" y="1342567"/>
                  </a:lnTo>
                  <a:lnTo>
                    <a:pt x="3247567" y="1340700"/>
                  </a:lnTo>
                  <a:lnTo>
                    <a:pt x="3248025" y="1339583"/>
                  </a:lnTo>
                  <a:lnTo>
                    <a:pt x="3248025" y="1336954"/>
                  </a:lnTo>
                  <a:close/>
                </a:path>
                <a:path w="6010275" h="1343025">
                  <a:moveTo>
                    <a:pt x="3248025" y="670204"/>
                  </a:moveTo>
                  <a:lnTo>
                    <a:pt x="3247567" y="669086"/>
                  </a:lnTo>
                  <a:lnTo>
                    <a:pt x="3245701" y="667219"/>
                  </a:lnTo>
                  <a:lnTo>
                    <a:pt x="3244583" y="666750"/>
                  </a:lnTo>
                  <a:lnTo>
                    <a:pt x="3241954" y="666750"/>
                  </a:lnTo>
                  <a:lnTo>
                    <a:pt x="3240836" y="667219"/>
                  </a:lnTo>
                  <a:lnTo>
                    <a:pt x="3238970" y="669086"/>
                  </a:lnTo>
                  <a:lnTo>
                    <a:pt x="3238500" y="670204"/>
                  </a:lnTo>
                  <a:lnTo>
                    <a:pt x="3238500" y="672833"/>
                  </a:lnTo>
                  <a:lnTo>
                    <a:pt x="3238970" y="673950"/>
                  </a:lnTo>
                  <a:lnTo>
                    <a:pt x="3240836" y="675817"/>
                  </a:lnTo>
                  <a:lnTo>
                    <a:pt x="3241954" y="676275"/>
                  </a:lnTo>
                  <a:lnTo>
                    <a:pt x="3244583" y="676275"/>
                  </a:lnTo>
                  <a:lnTo>
                    <a:pt x="3245701" y="675817"/>
                  </a:lnTo>
                  <a:lnTo>
                    <a:pt x="3247567" y="673950"/>
                  </a:lnTo>
                  <a:lnTo>
                    <a:pt x="3248025" y="672833"/>
                  </a:lnTo>
                  <a:lnTo>
                    <a:pt x="3248025" y="670204"/>
                  </a:lnTo>
                  <a:close/>
                </a:path>
                <a:path w="6010275" h="1343025">
                  <a:moveTo>
                    <a:pt x="3248025" y="3454"/>
                  </a:moveTo>
                  <a:lnTo>
                    <a:pt x="3247567" y="2336"/>
                  </a:lnTo>
                  <a:lnTo>
                    <a:pt x="3245701" y="469"/>
                  </a:lnTo>
                  <a:lnTo>
                    <a:pt x="3244583" y="0"/>
                  </a:lnTo>
                  <a:lnTo>
                    <a:pt x="3241954" y="0"/>
                  </a:lnTo>
                  <a:lnTo>
                    <a:pt x="3240836" y="469"/>
                  </a:lnTo>
                  <a:lnTo>
                    <a:pt x="3238970" y="2336"/>
                  </a:lnTo>
                  <a:lnTo>
                    <a:pt x="3238500" y="3454"/>
                  </a:lnTo>
                  <a:lnTo>
                    <a:pt x="3238500" y="6083"/>
                  </a:lnTo>
                  <a:lnTo>
                    <a:pt x="3238970" y="7200"/>
                  </a:lnTo>
                  <a:lnTo>
                    <a:pt x="3240836" y="9067"/>
                  </a:lnTo>
                  <a:lnTo>
                    <a:pt x="3241954" y="9525"/>
                  </a:lnTo>
                  <a:lnTo>
                    <a:pt x="3244583" y="9525"/>
                  </a:lnTo>
                  <a:lnTo>
                    <a:pt x="3245701" y="9067"/>
                  </a:lnTo>
                  <a:lnTo>
                    <a:pt x="3247567" y="7200"/>
                  </a:lnTo>
                  <a:lnTo>
                    <a:pt x="3248025" y="6083"/>
                  </a:lnTo>
                  <a:lnTo>
                    <a:pt x="3248025" y="3454"/>
                  </a:lnTo>
                  <a:close/>
                </a:path>
                <a:path w="6010275" h="1343025">
                  <a:moveTo>
                    <a:pt x="3295650" y="1336954"/>
                  </a:moveTo>
                  <a:lnTo>
                    <a:pt x="3295192" y="1335836"/>
                  </a:lnTo>
                  <a:lnTo>
                    <a:pt x="3293326" y="1333969"/>
                  </a:lnTo>
                  <a:lnTo>
                    <a:pt x="3292208" y="1333500"/>
                  </a:lnTo>
                  <a:lnTo>
                    <a:pt x="3289579" y="1333500"/>
                  </a:lnTo>
                  <a:lnTo>
                    <a:pt x="3288461" y="1333969"/>
                  </a:lnTo>
                  <a:lnTo>
                    <a:pt x="3286595" y="1335836"/>
                  </a:lnTo>
                  <a:lnTo>
                    <a:pt x="3286125" y="1336954"/>
                  </a:lnTo>
                  <a:lnTo>
                    <a:pt x="3286125" y="1339583"/>
                  </a:lnTo>
                  <a:lnTo>
                    <a:pt x="3286595" y="1340700"/>
                  </a:lnTo>
                  <a:lnTo>
                    <a:pt x="3288461" y="1342567"/>
                  </a:lnTo>
                  <a:lnTo>
                    <a:pt x="3289579" y="1343025"/>
                  </a:lnTo>
                  <a:lnTo>
                    <a:pt x="3292208" y="1343025"/>
                  </a:lnTo>
                  <a:lnTo>
                    <a:pt x="3293326" y="1342567"/>
                  </a:lnTo>
                  <a:lnTo>
                    <a:pt x="3295192" y="1340700"/>
                  </a:lnTo>
                  <a:lnTo>
                    <a:pt x="3295650" y="1339583"/>
                  </a:lnTo>
                  <a:lnTo>
                    <a:pt x="3295650" y="1336954"/>
                  </a:lnTo>
                  <a:close/>
                </a:path>
                <a:path w="6010275" h="1343025">
                  <a:moveTo>
                    <a:pt x="3295650" y="670204"/>
                  </a:moveTo>
                  <a:lnTo>
                    <a:pt x="3295192" y="669086"/>
                  </a:lnTo>
                  <a:lnTo>
                    <a:pt x="3293326" y="667219"/>
                  </a:lnTo>
                  <a:lnTo>
                    <a:pt x="3292208" y="666750"/>
                  </a:lnTo>
                  <a:lnTo>
                    <a:pt x="3289579" y="666750"/>
                  </a:lnTo>
                  <a:lnTo>
                    <a:pt x="3288461" y="667219"/>
                  </a:lnTo>
                  <a:lnTo>
                    <a:pt x="3286595" y="669086"/>
                  </a:lnTo>
                  <a:lnTo>
                    <a:pt x="3286125" y="670204"/>
                  </a:lnTo>
                  <a:lnTo>
                    <a:pt x="3286125" y="672833"/>
                  </a:lnTo>
                  <a:lnTo>
                    <a:pt x="3286595" y="673950"/>
                  </a:lnTo>
                  <a:lnTo>
                    <a:pt x="3288461" y="675817"/>
                  </a:lnTo>
                  <a:lnTo>
                    <a:pt x="3289579" y="676275"/>
                  </a:lnTo>
                  <a:lnTo>
                    <a:pt x="3292208" y="676275"/>
                  </a:lnTo>
                  <a:lnTo>
                    <a:pt x="3293326" y="675817"/>
                  </a:lnTo>
                  <a:lnTo>
                    <a:pt x="3295192" y="673950"/>
                  </a:lnTo>
                  <a:lnTo>
                    <a:pt x="3295650" y="672833"/>
                  </a:lnTo>
                  <a:lnTo>
                    <a:pt x="3295650" y="670204"/>
                  </a:lnTo>
                  <a:close/>
                </a:path>
                <a:path w="6010275" h="1343025">
                  <a:moveTo>
                    <a:pt x="3295650" y="3454"/>
                  </a:moveTo>
                  <a:lnTo>
                    <a:pt x="3295192" y="2336"/>
                  </a:lnTo>
                  <a:lnTo>
                    <a:pt x="3293326" y="469"/>
                  </a:lnTo>
                  <a:lnTo>
                    <a:pt x="3292208" y="0"/>
                  </a:lnTo>
                  <a:lnTo>
                    <a:pt x="3289579" y="0"/>
                  </a:lnTo>
                  <a:lnTo>
                    <a:pt x="3288461" y="469"/>
                  </a:lnTo>
                  <a:lnTo>
                    <a:pt x="3286595" y="2336"/>
                  </a:lnTo>
                  <a:lnTo>
                    <a:pt x="3286125" y="3454"/>
                  </a:lnTo>
                  <a:lnTo>
                    <a:pt x="3286125" y="6083"/>
                  </a:lnTo>
                  <a:lnTo>
                    <a:pt x="3286595" y="7200"/>
                  </a:lnTo>
                  <a:lnTo>
                    <a:pt x="3288461" y="9067"/>
                  </a:lnTo>
                  <a:lnTo>
                    <a:pt x="3289579" y="9525"/>
                  </a:lnTo>
                  <a:lnTo>
                    <a:pt x="3292208" y="9525"/>
                  </a:lnTo>
                  <a:lnTo>
                    <a:pt x="3293326" y="9067"/>
                  </a:lnTo>
                  <a:lnTo>
                    <a:pt x="3295192" y="7200"/>
                  </a:lnTo>
                  <a:lnTo>
                    <a:pt x="3295650" y="6083"/>
                  </a:lnTo>
                  <a:lnTo>
                    <a:pt x="3295650" y="3454"/>
                  </a:lnTo>
                  <a:close/>
                </a:path>
                <a:path w="6010275" h="1343025">
                  <a:moveTo>
                    <a:pt x="3343275" y="1336954"/>
                  </a:moveTo>
                  <a:lnTo>
                    <a:pt x="3342817" y="1335836"/>
                  </a:lnTo>
                  <a:lnTo>
                    <a:pt x="3340951" y="1333969"/>
                  </a:lnTo>
                  <a:lnTo>
                    <a:pt x="3339833" y="1333500"/>
                  </a:lnTo>
                  <a:lnTo>
                    <a:pt x="3337204" y="1333500"/>
                  </a:lnTo>
                  <a:lnTo>
                    <a:pt x="3336074" y="1333969"/>
                  </a:lnTo>
                  <a:lnTo>
                    <a:pt x="3334220" y="1335836"/>
                  </a:lnTo>
                  <a:lnTo>
                    <a:pt x="3333750" y="1336954"/>
                  </a:lnTo>
                  <a:lnTo>
                    <a:pt x="3333750" y="1339583"/>
                  </a:lnTo>
                  <a:lnTo>
                    <a:pt x="3334220" y="1340700"/>
                  </a:lnTo>
                  <a:lnTo>
                    <a:pt x="3336074" y="1342567"/>
                  </a:lnTo>
                  <a:lnTo>
                    <a:pt x="3337204" y="1343025"/>
                  </a:lnTo>
                  <a:lnTo>
                    <a:pt x="3339833" y="1343025"/>
                  </a:lnTo>
                  <a:lnTo>
                    <a:pt x="3340951" y="1342567"/>
                  </a:lnTo>
                  <a:lnTo>
                    <a:pt x="3342817" y="1340700"/>
                  </a:lnTo>
                  <a:lnTo>
                    <a:pt x="3343275" y="1339583"/>
                  </a:lnTo>
                  <a:lnTo>
                    <a:pt x="3343275" y="1336954"/>
                  </a:lnTo>
                  <a:close/>
                </a:path>
                <a:path w="6010275" h="1343025">
                  <a:moveTo>
                    <a:pt x="3343275" y="670204"/>
                  </a:moveTo>
                  <a:lnTo>
                    <a:pt x="3342817" y="669086"/>
                  </a:lnTo>
                  <a:lnTo>
                    <a:pt x="3340951" y="667219"/>
                  </a:lnTo>
                  <a:lnTo>
                    <a:pt x="3339833" y="666750"/>
                  </a:lnTo>
                  <a:lnTo>
                    <a:pt x="3337204" y="666750"/>
                  </a:lnTo>
                  <a:lnTo>
                    <a:pt x="3336074" y="667219"/>
                  </a:lnTo>
                  <a:lnTo>
                    <a:pt x="3334220" y="669086"/>
                  </a:lnTo>
                  <a:lnTo>
                    <a:pt x="3333750" y="670204"/>
                  </a:lnTo>
                  <a:lnTo>
                    <a:pt x="3333750" y="672833"/>
                  </a:lnTo>
                  <a:lnTo>
                    <a:pt x="3334220" y="673950"/>
                  </a:lnTo>
                  <a:lnTo>
                    <a:pt x="3336074" y="675817"/>
                  </a:lnTo>
                  <a:lnTo>
                    <a:pt x="3337204" y="676275"/>
                  </a:lnTo>
                  <a:lnTo>
                    <a:pt x="3339833" y="676275"/>
                  </a:lnTo>
                  <a:lnTo>
                    <a:pt x="3340951" y="675817"/>
                  </a:lnTo>
                  <a:lnTo>
                    <a:pt x="3342817" y="673950"/>
                  </a:lnTo>
                  <a:lnTo>
                    <a:pt x="3343275" y="672833"/>
                  </a:lnTo>
                  <a:lnTo>
                    <a:pt x="3343275" y="670204"/>
                  </a:lnTo>
                  <a:close/>
                </a:path>
                <a:path w="6010275" h="1343025">
                  <a:moveTo>
                    <a:pt x="3343275" y="3454"/>
                  </a:moveTo>
                  <a:lnTo>
                    <a:pt x="3342817" y="2336"/>
                  </a:lnTo>
                  <a:lnTo>
                    <a:pt x="3340951" y="469"/>
                  </a:lnTo>
                  <a:lnTo>
                    <a:pt x="3339833" y="0"/>
                  </a:lnTo>
                  <a:lnTo>
                    <a:pt x="3337204" y="0"/>
                  </a:lnTo>
                  <a:lnTo>
                    <a:pt x="3336074" y="469"/>
                  </a:lnTo>
                  <a:lnTo>
                    <a:pt x="3334220" y="2336"/>
                  </a:lnTo>
                  <a:lnTo>
                    <a:pt x="3333750" y="3454"/>
                  </a:lnTo>
                  <a:lnTo>
                    <a:pt x="3333750" y="6083"/>
                  </a:lnTo>
                  <a:lnTo>
                    <a:pt x="3334220" y="7200"/>
                  </a:lnTo>
                  <a:lnTo>
                    <a:pt x="3336074" y="9067"/>
                  </a:lnTo>
                  <a:lnTo>
                    <a:pt x="3337204" y="9525"/>
                  </a:lnTo>
                  <a:lnTo>
                    <a:pt x="3339833" y="9525"/>
                  </a:lnTo>
                  <a:lnTo>
                    <a:pt x="3340951" y="9067"/>
                  </a:lnTo>
                  <a:lnTo>
                    <a:pt x="3342817" y="7200"/>
                  </a:lnTo>
                  <a:lnTo>
                    <a:pt x="3343275" y="6083"/>
                  </a:lnTo>
                  <a:lnTo>
                    <a:pt x="3343275" y="3454"/>
                  </a:lnTo>
                  <a:close/>
                </a:path>
                <a:path w="6010275" h="1343025">
                  <a:moveTo>
                    <a:pt x="3390900" y="1336954"/>
                  </a:moveTo>
                  <a:lnTo>
                    <a:pt x="3390442" y="1335836"/>
                  </a:lnTo>
                  <a:lnTo>
                    <a:pt x="3388576" y="1333969"/>
                  </a:lnTo>
                  <a:lnTo>
                    <a:pt x="3387458" y="1333500"/>
                  </a:lnTo>
                  <a:lnTo>
                    <a:pt x="3384829" y="1333500"/>
                  </a:lnTo>
                  <a:lnTo>
                    <a:pt x="3383699" y="1333969"/>
                  </a:lnTo>
                  <a:lnTo>
                    <a:pt x="3381845" y="1335836"/>
                  </a:lnTo>
                  <a:lnTo>
                    <a:pt x="3381375" y="1336954"/>
                  </a:lnTo>
                  <a:lnTo>
                    <a:pt x="3381375" y="1339583"/>
                  </a:lnTo>
                  <a:lnTo>
                    <a:pt x="3381845" y="1340700"/>
                  </a:lnTo>
                  <a:lnTo>
                    <a:pt x="3383699" y="1342567"/>
                  </a:lnTo>
                  <a:lnTo>
                    <a:pt x="3384829" y="1343025"/>
                  </a:lnTo>
                  <a:lnTo>
                    <a:pt x="3387458" y="1343025"/>
                  </a:lnTo>
                  <a:lnTo>
                    <a:pt x="3388576" y="1342567"/>
                  </a:lnTo>
                  <a:lnTo>
                    <a:pt x="3390442" y="1340700"/>
                  </a:lnTo>
                  <a:lnTo>
                    <a:pt x="3390900" y="1339583"/>
                  </a:lnTo>
                  <a:lnTo>
                    <a:pt x="3390900" y="1336954"/>
                  </a:lnTo>
                  <a:close/>
                </a:path>
                <a:path w="6010275" h="1343025">
                  <a:moveTo>
                    <a:pt x="3390900" y="670204"/>
                  </a:moveTo>
                  <a:lnTo>
                    <a:pt x="3390442" y="669086"/>
                  </a:lnTo>
                  <a:lnTo>
                    <a:pt x="3388576" y="667219"/>
                  </a:lnTo>
                  <a:lnTo>
                    <a:pt x="3387458" y="666750"/>
                  </a:lnTo>
                  <a:lnTo>
                    <a:pt x="3384829" y="666750"/>
                  </a:lnTo>
                  <a:lnTo>
                    <a:pt x="3383699" y="667219"/>
                  </a:lnTo>
                  <a:lnTo>
                    <a:pt x="3381845" y="669086"/>
                  </a:lnTo>
                  <a:lnTo>
                    <a:pt x="3381375" y="670204"/>
                  </a:lnTo>
                  <a:lnTo>
                    <a:pt x="3381375" y="672833"/>
                  </a:lnTo>
                  <a:lnTo>
                    <a:pt x="3381845" y="673950"/>
                  </a:lnTo>
                  <a:lnTo>
                    <a:pt x="3383699" y="675817"/>
                  </a:lnTo>
                  <a:lnTo>
                    <a:pt x="3384829" y="676275"/>
                  </a:lnTo>
                  <a:lnTo>
                    <a:pt x="3387458" y="676275"/>
                  </a:lnTo>
                  <a:lnTo>
                    <a:pt x="3388576" y="675817"/>
                  </a:lnTo>
                  <a:lnTo>
                    <a:pt x="3390442" y="673950"/>
                  </a:lnTo>
                  <a:lnTo>
                    <a:pt x="3390900" y="672833"/>
                  </a:lnTo>
                  <a:lnTo>
                    <a:pt x="3390900" y="670204"/>
                  </a:lnTo>
                  <a:close/>
                </a:path>
                <a:path w="6010275" h="1343025">
                  <a:moveTo>
                    <a:pt x="3390900" y="3454"/>
                  </a:moveTo>
                  <a:lnTo>
                    <a:pt x="3390442" y="2336"/>
                  </a:lnTo>
                  <a:lnTo>
                    <a:pt x="3388576" y="469"/>
                  </a:lnTo>
                  <a:lnTo>
                    <a:pt x="3387458" y="0"/>
                  </a:lnTo>
                  <a:lnTo>
                    <a:pt x="3384829" y="0"/>
                  </a:lnTo>
                  <a:lnTo>
                    <a:pt x="3383699" y="469"/>
                  </a:lnTo>
                  <a:lnTo>
                    <a:pt x="3381845" y="2336"/>
                  </a:lnTo>
                  <a:lnTo>
                    <a:pt x="3381375" y="3454"/>
                  </a:lnTo>
                  <a:lnTo>
                    <a:pt x="3381375" y="6083"/>
                  </a:lnTo>
                  <a:lnTo>
                    <a:pt x="3381845" y="7200"/>
                  </a:lnTo>
                  <a:lnTo>
                    <a:pt x="3383699" y="9067"/>
                  </a:lnTo>
                  <a:lnTo>
                    <a:pt x="3384829" y="9525"/>
                  </a:lnTo>
                  <a:lnTo>
                    <a:pt x="3387458" y="9525"/>
                  </a:lnTo>
                  <a:lnTo>
                    <a:pt x="3388576" y="9067"/>
                  </a:lnTo>
                  <a:lnTo>
                    <a:pt x="3390442" y="7200"/>
                  </a:lnTo>
                  <a:lnTo>
                    <a:pt x="3390900" y="6083"/>
                  </a:lnTo>
                  <a:lnTo>
                    <a:pt x="3390900" y="3454"/>
                  </a:lnTo>
                  <a:close/>
                </a:path>
                <a:path w="6010275" h="1343025">
                  <a:moveTo>
                    <a:pt x="3438525" y="1336954"/>
                  </a:moveTo>
                  <a:lnTo>
                    <a:pt x="3438067" y="1335836"/>
                  </a:lnTo>
                  <a:lnTo>
                    <a:pt x="3436201" y="1333969"/>
                  </a:lnTo>
                  <a:lnTo>
                    <a:pt x="3435083" y="1333500"/>
                  </a:lnTo>
                  <a:lnTo>
                    <a:pt x="3432454" y="1333500"/>
                  </a:lnTo>
                  <a:lnTo>
                    <a:pt x="3431336" y="1333969"/>
                  </a:lnTo>
                  <a:lnTo>
                    <a:pt x="3429470" y="1335836"/>
                  </a:lnTo>
                  <a:lnTo>
                    <a:pt x="3429000" y="1336954"/>
                  </a:lnTo>
                  <a:lnTo>
                    <a:pt x="3429000" y="1339583"/>
                  </a:lnTo>
                  <a:lnTo>
                    <a:pt x="3429470" y="1340700"/>
                  </a:lnTo>
                  <a:lnTo>
                    <a:pt x="3431336" y="1342567"/>
                  </a:lnTo>
                  <a:lnTo>
                    <a:pt x="3432454" y="1343025"/>
                  </a:lnTo>
                  <a:lnTo>
                    <a:pt x="3435083" y="1343025"/>
                  </a:lnTo>
                  <a:lnTo>
                    <a:pt x="3436201" y="1342567"/>
                  </a:lnTo>
                  <a:lnTo>
                    <a:pt x="3438067" y="1340700"/>
                  </a:lnTo>
                  <a:lnTo>
                    <a:pt x="3438525" y="1339583"/>
                  </a:lnTo>
                  <a:lnTo>
                    <a:pt x="3438525" y="1336954"/>
                  </a:lnTo>
                  <a:close/>
                </a:path>
                <a:path w="6010275" h="1343025">
                  <a:moveTo>
                    <a:pt x="3438525" y="670204"/>
                  </a:moveTo>
                  <a:lnTo>
                    <a:pt x="3438067" y="669086"/>
                  </a:lnTo>
                  <a:lnTo>
                    <a:pt x="3436201" y="667219"/>
                  </a:lnTo>
                  <a:lnTo>
                    <a:pt x="3435083" y="666750"/>
                  </a:lnTo>
                  <a:lnTo>
                    <a:pt x="3432454" y="666750"/>
                  </a:lnTo>
                  <a:lnTo>
                    <a:pt x="3431336" y="667219"/>
                  </a:lnTo>
                  <a:lnTo>
                    <a:pt x="3429470" y="669086"/>
                  </a:lnTo>
                  <a:lnTo>
                    <a:pt x="3429000" y="670204"/>
                  </a:lnTo>
                  <a:lnTo>
                    <a:pt x="3429000" y="672833"/>
                  </a:lnTo>
                  <a:lnTo>
                    <a:pt x="3429470" y="673950"/>
                  </a:lnTo>
                  <a:lnTo>
                    <a:pt x="3431336" y="675817"/>
                  </a:lnTo>
                  <a:lnTo>
                    <a:pt x="3432454" y="676275"/>
                  </a:lnTo>
                  <a:lnTo>
                    <a:pt x="3435083" y="676275"/>
                  </a:lnTo>
                  <a:lnTo>
                    <a:pt x="3436201" y="675817"/>
                  </a:lnTo>
                  <a:lnTo>
                    <a:pt x="3438067" y="673950"/>
                  </a:lnTo>
                  <a:lnTo>
                    <a:pt x="3438525" y="672833"/>
                  </a:lnTo>
                  <a:lnTo>
                    <a:pt x="3438525" y="670204"/>
                  </a:lnTo>
                  <a:close/>
                </a:path>
                <a:path w="6010275" h="1343025">
                  <a:moveTo>
                    <a:pt x="3438525" y="3454"/>
                  </a:moveTo>
                  <a:lnTo>
                    <a:pt x="3438067" y="2336"/>
                  </a:lnTo>
                  <a:lnTo>
                    <a:pt x="3436201" y="469"/>
                  </a:lnTo>
                  <a:lnTo>
                    <a:pt x="3435083" y="0"/>
                  </a:lnTo>
                  <a:lnTo>
                    <a:pt x="3432454" y="0"/>
                  </a:lnTo>
                  <a:lnTo>
                    <a:pt x="3431336" y="469"/>
                  </a:lnTo>
                  <a:lnTo>
                    <a:pt x="3429470" y="2336"/>
                  </a:lnTo>
                  <a:lnTo>
                    <a:pt x="3429000" y="3454"/>
                  </a:lnTo>
                  <a:lnTo>
                    <a:pt x="3429000" y="6083"/>
                  </a:lnTo>
                  <a:lnTo>
                    <a:pt x="3429470" y="7200"/>
                  </a:lnTo>
                  <a:lnTo>
                    <a:pt x="3431336" y="9067"/>
                  </a:lnTo>
                  <a:lnTo>
                    <a:pt x="3432454" y="9525"/>
                  </a:lnTo>
                  <a:lnTo>
                    <a:pt x="3435083" y="9525"/>
                  </a:lnTo>
                  <a:lnTo>
                    <a:pt x="3436201" y="9067"/>
                  </a:lnTo>
                  <a:lnTo>
                    <a:pt x="3438067" y="7200"/>
                  </a:lnTo>
                  <a:lnTo>
                    <a:pt x="3438525" y="6083"/>
                  </a:lnTo>
                  <a:lnTo>
                    <a:pt x="3438525" y="3454"/>
                  </a:lnTo>
                  <a:close/>
                </a:path>
                <a:path w="6010275" h="1343025">
                  <a:moveTo>
                    <a:pt x="3486150" y="1336954"/>
                  </a:moveTo>
                  <a:lnTo>
                    <a:pt x="3485692" y="1335836"/>
                  </a:lnTo>
                  <a:lnTo>
                    <a:pt x="3483826" y="1333969"/>
                  </a:lnTo>
                  <a:lnTo>
                    <a:pt x="3482708" y="1333500"/>
                  </a:lnTo>
                  <a:lnTo>
                    <a:pt x="3480079" y="1333500"/>
                  </a:lnTo>
                  <a:lnTo>
                    <a:pt x="3478961" y="1333969"/>
                  </a:lnTo>
                  <a:lnTo>
                    <a:pt x="3477095" y="1335836"/>
                  </a:lnTo>
                  <a:lnTo>
                    <a:pt x="3476625" y="1336954"/>
                  </a:lnTo>
                  <a:lnTo>
                    <a:pt x="3476625" y="1339583"/>
                  </a:lnTo>
                  <a:lnTo>
                    <a:pt x="3477095" y="1340700"/>
                  </a:lnTo>
                  <a:lnTo>
                    <a:pt x="3478961" y="1342567"/>
                  </a:lnTo>
                  <a:lnTo>
                    <a:pt x="3480079" y="1343025"/>
                  </a:lnTo>
                  <a:lnTo>
                    <a:pt x="3482708" y="1343025"/>
                  </a:lnTo>
                  <a:lnTo>
                    <a:pt x="3483826" y="1342567"/>
                  </a:lnTo>
                  <a:lnTo>
                    <a:pt x="3485692" y="1340700"/>
                  </a:lnTo>
                  <a:lnTo>
                    <a:pt x="3486150" y="1339583"/>
                  </a:lnTo>
                  <a:lnTo>
                    <a:pt x="3486150" y="1336954"/>
                  </a:lnTo>
                  <a:close/>
                </a:path>
                <a:path w="6010275" h="1343025">
                  <a:moveTo>
                    <a:pt x="3486150" y="670204"/>
                  </a:moveTo>
                  <a:lnTo>
                    <a:pt x="3485692" y="669086"/>
                  </a:lnTo>
                  <a:lnTo>
                    <a:pt x="3483826" y="667219"/>
                  </a:lnTo>
                  <a:lnTo>
                    <a:pt x="3482708" y="666750"/>
                  </a:lnTo>
                  <a:lnTo>
                    <a:pt x="3480079" y="666750"/>
                  </a:lnTo>
                  <a:lnTo>
                    <a:pt x="3478961" y="667219"/>
                  </a:lnTo>
                  <a:lnTo>
                    <a:pt x="3477095" y="669086"/>
                  </a:lnTo>
                  <a:lnTo>
                    <a:pt x="3476625" y="670204"/>
                  </a:lnTo>
                  <a:lnTo>
                    <a:pt x="3476625" y="672833"/>
                  </a:lnTo>
                  <a:lnTo>
                    <a:pt x="3477095" y="673950"/>
                  </a:lnTo>
                  <a:lnTo>
                    <a:pt x="3478961" y="675817"/>
                  </a:lnTo>
                  <a:lnTo>
                    <a:pt x="3480079" y="676275"/>
                  </a:lnTo>
                  <a:lnTo>
                    <a:pt x="3482708" y="676275"/>
                  </a:lnTo>
                  <a:lnTo>
                    <a:pt x="3483826" y="675817"/>
                  </a:lnTo>
                  <a:lnTo>
                    <a:pt x="3485692" y="673950"/>
                  </a:lnTo>
                  <a:lnTo>
                    <a:pt x="3486150" y="672833"/>
                  </a:lnTo>
                  <a:lnTo>
                    <a:pt x="3486150" y="670204"/>
                  </a:lnTo>
                  <a:close/>
                </a:path>
                <a:path w="6010275" h="1343025">
                  <a:moveTo>
                    <a:pt x="3486150" y="3454"/>
                  </a:moveTo>
                  <a:lnTo>
                    <a:pt x="3485692" y="2336"/>
                  </a:lnTo>
                  <a:lnTo>
                    <a:pt x="3483826" y="469"/>
                  </a:lnTo>
                  <a:lnTo>
                    <a:pt x="3482708" y="0"/>
                  </a:lnTo>
                  <a:lnTo>
                    <a:pt x="3480079" y="0"/>
                  </a:lnTo>
                  <a:lnTo>
                    <a:pt x="3478961" y="469"/>
                  </a:lnTo>
                  <a:lnTo>
                    <a:pt x="3477095" y="2336"/>
                  </a:lnTo>
                  <a:lnTo>
                    <a:pt x="3476625" y="3454"/>
                  </a:lnTo>
                  <a:lnTo>
                    <a:pt x="3476625" y="6083"/>
                  </a:lnTo>
                  <a:lnTo>
                    <a:pt x="3477095" y="7200"/>
                  </a:lnTo>
                  <a:lnTo>
                    <a:pt x="3478961" y="9067"/>
                  </a:lnTo>
                  <a:lnTo>
                    <a:pt x="3480079" y="9525"/>
                  </a:lnTo>
                  <a:lnTo>
                    <a:pt x="3482708" y="9525"/>
                  </a:lnTo>
                  <a:lnTo>
                    <a:pt x="3483826" y="9067"/>
                  </a:lnTo>
                  <a:lnTo>
                    <a:pt x="3485692" y="7200"/>
                  </a:lnTo>
                  <a:lnTo>
                    <a:pt x="3486150" y="6083"/>
                  </a:lnTo>
                  <a:lnTo>
                    <a:pt x="3486150" y="3454"/>
                  </a:lnTo>
                  <a:close/>
                </a:path>
                <a:path w="6010275" h="1343025">
                  <a:moveTo>
                    <a:pt x="3533775" y="1336954"/>
                  </a:moveTo>
                  <a:lnTo>
                    <a:pt x="3533317" y="1335836"/>
                  </a:lnTo>
                  <a:lnTo>
                    <a:pt x="3531451" y="1333969"/>
                  </a:lnTo>
                  <a:lnTo>
                    <a:pt x="3530333" y="1333500"/>
                  </a:lnTo>
                  <a:lnTo>
                    <a:pt x="3527704" y="1333500"/>
                  </a:lnTo>
                  <a:lnTo>
                    <a:pt x="3526586" y="1333969"/>
                  </a:lnTo>
                  <a:lnTo>
                    <a:pt x="3524720" y="1335836"/>
                  </a:lnTo>
                  <a:lnTo>
                    <a:pt x="3524250" y="1336954"/>
                  </a:lnTo>
                  <a:lnTo>
                    <a:pt x="3524250" y="1339583"/>
                  </a:lnTo>
                  <a:lnTo>
                    <a:pt x="3524720" y="1340700"/>
                  </a:lnTo>
                  <a:lnTo>
                    <a:pt x="3526586" y="1342567"/>
                  </a:lnTo>
                  <a:lnTo>
                    <a:pt x="3527704" y="1343025"/>
                  </a:lnTo>
                  <a:lnTo>
                    <a:pt x="3530333" y="1343025"/>
                  </a:lnTo>
                  <a:lnTo>
                    <a:pt x="3531451" y="1342567"/>
                  </a:lnTo>
                  <a:lnTo>
                    <a:pt x="3533317" y="1340700"/>
                  </a:lnTo>
                  <a:lnTo>
                    <a:pt x="3533775" y="1339583"/>
                  </a:lnTo>
                  <a:lnTo>
                    <a:pt x="3533775" y="1336954"/>
                  </a:lnTo>
                  <a:close/>
                </a:path>
                <a:path w="6010275" h="1343025">
                  <a:moveTo>
                    <a:pt x="3533775" y="670204"/>
                  </a:moveTo>
                  <a:lnTo>
                    <a:pt x="3533317" y="669086"/>
                  </a:lnTo>
                  <a:lnTo>
                    <a:pt x="3531451" y="667219"/>
                  </a:lnTo>
                  <a:lnTo>
                    <a:pt x="3530333" y="666750"/>
                  </a:lnTo>
                  <a:lnTo>
                    <a:pt x="3527704" y="666750"/>
                  </a:lnTo>
                  <a:lnTo>
                    <a:pt x="3526586" y="667219"/>
                  </a:lnTo>
                  <a:lnTo>
                    <a:pt x="3524720" y="669086"/>
                  </a:lnTo>
                  <a:lnTo>
                    <a:pt x="3524250" y="670204"/>
                  </a:lnTo>
                  <a:lnTo>
                    <a:pt x="3524250" y="672833"/>
                  </a:lnTo>
                  <a:lnTo>
                    <a:pt x="3524720" y="673950"/>
                  </a:lnTo>
                  <a:lnTo>
                    <a:pt x="3526586" y="675817"/>
                  </a:lnTo>
                  <a:lnTo>
                    <a:pt x="3527704" y="676275"/>
                  </a:lnTo>
                  <a:lnTo>
                    <a:pt x="3530333" y="676275"/>
                  </a:lnTo>
                  <a:lnTo>
                    <a:pt x="3531451" y="675817"/>
                  </a:lnTo>
                  <a:lnTo>
                    <a:pt x="3533317" y="673950"/>
                  </a:lnTo>
                  <a:lnTo>
                    <a:pt x="3533775" y="672833"/>
                  </a:lnTo>
                  <a:lnTo>
                    <a:pt x="3533775" y="670204"/>
                  </a:lnTo>
                  <a:close/>
                </a:path>
                <a:path w="6010275" h="1343025">
                  <a:moveTo>
                    <a:pt x="3533775" y="3454"/>
                  </a:moveTo>
                  <a:lnTo>
                    <a:pt x="3533317" y="2336"/>
                  </a:lnTo>
                  <a:lnTo>
                    <a:pt x="3531451" y="469"/>
                  </a:lnTo>
                  <a:lnTo>
                    <a:pt x="3530333" y="0"/>
                  </a:lnTo>
                  <a:lnTo>
                    <a:pt x="3527704" y="0"/>
                  </a:lnTo>
                  <a:lnTo>
                    <a:pt x="3526586" y="469"/>
                  </a:lnTo>
                  <a:lnTo>
                    <a:pt x="3524720" y="2336"/>
                  </a:lnTo>
                  <a:lnTo>
                    <a:pt x="3524250" y="3454"/>
                  </a:lnTo>
                  <a:lnTo>
                    <a:pt x="3524250" y="6083"/>
                  </a:lnTo>
                  <a:lnTo>
                    <a:pt x="3524720" y="7200"/>
                  </a:lnTo>
                  <a:lnTo>
                    <a:pt x="3526586" y="9067"/>
                  </a:lnTo>
                  <a:lnTo>
                    <a:pt x="3527704" y="9525"/>
                  </a:lnTo>
                  <a:lnTo>
                    <a:pt x="3530333" y="9525"/>
                  </a:lnTo>
                  <a:lnTo>
                    <a:pt x="3531451" y="9067"/>
                  </a:lnTo>
                  <a:lnTo>
                    <a:pt x="3533317" y="7200"/>
                  </a:lnTo>
                  <a:lnTo>
                    <a:pt x="3533775" y="6083"/>
                  </a:lnTo>
                  <a:lnTo>
                    <a:pt x="3533775" y="3454"/>
                  </a:lnTo>
                  <a:close/>
                </a:path>
                <a:path w="6010275" h="1343025">
                  <a:moveTo>
                    <a:pt x="3581400" y="1336954"/>
                  </a:moveTo>
                  <a:lnTo>
                    <a:pt x="3580942" y="1335836"/>
                  </a:lnTo>
                  <a:lnTo>
                    <a:pt x="3579076" y="1333969"/>
                  </a:lnTo>
                  <a:lnTo>
                    <a:pt x="3577958" y="1333500"/>
                  </a:lnTo>
                  <a:lnTo>
                    <a:pt x="3575329" y="1333500"/>
                  </a:lnTo>
                  <a:lnTo>
                    <a:pt x="3574211" y="1333969"/>
                  </a:lnTo>
                  <a:lnTo>
                    <a:pt x="3572345" y="1335836"/>
                  </a:lnTo>
                  <a:lnTo>
                    <a:pt x="3571875" y="1336954"/>
                  </a:lnTo>
                  <a:lnTo>
                    <a:pt x="3571875" y="1339583"/>
                  </a:lnTo>
                  <a:lnTo>
                    <a:pt x="3572345" y="1340700"/>
                  </a:lnTo>
                  <a:lnTo>
                    <a:pt x="3574211" y="1342567"/>
                  </a:lnTo>
                  <a:lnTo>
                    <a:pt x="3575329" y="1343025"/>
                  </a:lnTo>
                  <a:lnTo>
                    <a:pt x="3577958" y="1343025"/>
                  </a:lnTo>
                  <a:lnTo>
                    <a:pt x="3579076" y="1342567"/>
                  </a:lnTo>
                  <a:lnTo>
                    <a:pt x="3580942" y="1340700"/>
                  </a:lnTo>
                  <a:lnTo>
                    <a:pt x="3581400" y="1339583"/>
                  </a:lnTo>
                  <a:lnTo>
                    <a:pt x="3581400" y="1336954"/>
                  </a:lnTo>
                  <a:close/>
                </a:path>
                <a:path w="6010275" h="1343025">
                  <a:moveTo>
                    <a:pt x="3581400" y="670204"/>
                  </a:moveTo>
                  <a:lnTo>
                    <a:pt x="3580942" y="669086"/>
                  </a:lnTo>
                  <a:lnTo>
                    <a:pt x="3579076" y="667219"/>
                  </a:lnTo>
                  <a:lnTo>
                    <a:pt x="3577958" y="666750"/>
                  </a:lnTo>
                  <a:lnTo>
                    <a:pt x="3575329" y="666750"/>
                  </a:lnTo>
                  <a:lnTo>
                    <a:pt x="3574211" y="667219"/>
                  </a:lnTo>
                  <a:lnTo>
                    <a:pt x="3572345" y="669086"/>
                  </a:lnTo>
                  <a:lnTo>
                    <a:pt x="3571875" y="670204"/>
                  </a:lnTo>
                  <a:lnTo>
                    <a:pt x="3571875" y="672833"/>
                  </a:lnTo>
                  <a:lnTo>
                    <a:pt x="3572345" y="673950"/>
                  </a:lnTo>
                  <a:lnTo>
                    <a:pt x="3574211" y="675817"/>
                  </a:lnTo>
                  <a:lnTo>
                    <a:pt x="3575329" y="676275"/>
                  </a:lnTo>
                  <a:lnTo>
                    <a:pt x="3577958" y="676275"/>
                  </a:lnTo>
                  <a:lnTo>
                    <a:pt x="3579076" y="675817"/>
                  </a:lnTo>
                  <a:lnTo>
                    <a:pt x="3580942" y="673950"/>
                  </a:lnTo>
                  <a:lnTo>
                    <a:pt x="3581400" y="672833"/>
                  </a:lnTo>
                  <a:lnTo>
                    <a:pt x="3581400" y="670204"/>
                  </a:lnTo>
                  <a:close/>
                </a:path>
                <a:path w="6010275" h="1343025">
                  <a:moveTo>
                    <a:pt x="3581400" y="3454"/>
                  </a:moveTo>
                  <a:lnTo>
                    <a:pt x="3580942" y="2336"/>
                  </a:lnTo>
                  <a:lnTo>
                    <a:pt x="3579076" y="469"/>
                  </a:lnTo>
                  <a:lnTo>
                    <a:pt x="3577958" y="0"/>
                  </a:lnTo>
                  <a:lnTo>
                    <a:pt x="3575329" y="0"/>
                  </a:lnTo>
                  <a:lnTo>
                    <a:pt x="3574211" y="469"/>
                  </a:lnTo>
                  <a:lnTo>
                    <a:pt x="3572345" y="2336"/>
                  </a:lnTo>
                  <a:lnTo>
                    <a:pt x="3571875" y="3454"/>
                  </a:lnTo>
                  <a:lnTo>
                    <a:pt x="3571875" y="6083"/>
                  </a:lnTo>
                  <a:lnTo>
                    <a:pt x="3572345" y="7200"/>
                  </a:lnTo>
                  <a:lnTo>
                    <a:pt x="3574211" y="9067"/>
                  </a:lnTo>
                  <a:lnTo>
                    <a:pt x="3575329" y="9525"/>
                  </a:lnTo>
                  <a:lnTo>
                    <a:pt x="3577958" y="9525"/>
                  </a:lnTo>
                  <a:lnTo>
                    <a:pt x="3579076" y="9067"/>
                  </a:lnTo>
                  <a:lnTo>
                    <a:pt x="3580942" y="7200"/>
                  </a:lnTo>
                  <a:lnTo>
                    <a:pt x="3581400" y="6083"/>
                  </a:lnTo>
                  <a:lnTo>
                    <a:pt x="3581400" y="3454"/>
                  </a:lnTo>
                  <a:close/>
                </a:path>
                <a:path w="6010275" h="1343025">
                  <a:moveTo>
                    <a:pt x="3629025" y="1336954"/>
                  </a:moveTo>
                  <a:lnTo>
                    <a:pt x="3628567" y="1335836"/>
                  </a:lnTo>
                  <a:lnTo>
                    <a:pt x="3626701" y="1333969"/>
                  </a:lnTo>
                  <a:lnTo>
                    <a:pt x="3625583" y="1333500"/>
                  </a:lnTo>
                  <a:lnTo>
                    <a:pt x="3622954" y="1333500"/>
                  </a:lnTo>
                  <a:lnTo>
                    <a:pt x="3621836" y="1333969"/>
                  </a:lnTo>
                  <a:lnTo>
                    <a:pt x="3619970" y="1335836"/>
                  </a:lnTo>
                  <a:lnTo>
                    <a:pt x="3619500" y="1336954"/>
                  </a:lnTo>
                  <a:lnTo>
                    <a:pt x="3619500" y="1339583"/>
                  </a:lnTo>
                  <a:lnTo>
                    <a:pt x="3619970" y="1340700"/>
                  </a:lnTo>
                  <a:lnTo>
                    <a:pt x="3621836" y="1342567"/>
                  </a:lnTo>
                  <a:lnTo>
                    <a:pt x="3622954" y="1343025"/>
                  </a:lnTo>
                  <a:lnTo>
                    <a:pt x="3625583" y="1343025"/>
                  </a:lnTo>
                  <a:lnTo>
                    <a:pt x="3626701" y="1342567"/>
                  </a:lnTo>
                  <a:lnTo>
                    <a:pt x="3628567" y="1340700"/>
                  </a:lnTo>
                  <a:lnTo>
                    <a:pt x="3629025" y="1339583"/>
                  </a:lnTo>
                  <a:lnTo>
                    <a:pt x="3629025" y="1336954"/>
                  </a:lnTo>
                  <a:close/>
                </a:path>
                <a:path w="6010275" h="1343025">
                  <a:moveTo>
                    <a:pt x="3629025" y="670204"/>
                  </a:moveTo>
                  <a:lnTo>
                    <a:pt x="3628567" y="669086"/>
                  </a:lnTo>
                  <a:lnTo>
                    <a:pt x="3626701" y="667219"/>
                  </a:lnTo>
                  <a:lnTo>
                    <a:pt x="3625583" y="666750"/>
                  </a:lnTo>
                  <a:lnTo>
                    <a:pt x="3622954" y="666750"/>
                  </a:lnTo>
                  <a:lnTo>
                    <a:pt x="3621836" y="667219"/>
                  </a:lnTo>
                  <a:lnTo>
                    <a:pt x="3619970" y="669086"/>
                  </a:lnTo>
                  <a:lnTo>
                    <a:pt x="3619500" y="670204"/>
                  </a:lnTo>
                  <a:lnTo>
                    <a:pt x="3619500" y="672833"/>
                  </a:lnTo>
                  <a:lnTo>
                    <a:pt x="3619970" y="673950"/>
                  </a:lnTo>
                  <a:lnTo>
                    <a:pt x="3621836" y="675817"/>
                  </a:lnTo>
                  <a:lnTo>
                    <a:pt x="3622954" y="676275"/>
                  </a:lnTo>
                  <a:lnTo>
                    <a:pt x="3625583" y="676275"/>
                  </a:lnTo>
                  <a:lnTo>
                    <a:pt x="3626701" y="675817"/>
                  </a:lnTo>
                  <a:lnTo>
                    <a:pt x="3628567" y="673950"/>
                  </a:lnTo>
                  <a:lnTo>
                    <a:pt x="3629025" y="672833"/>
                  </a:lnTo>
                  <a:lnTo>
                    <a:pt x="3629025" y="670204"/>
                  </a:lnTo>
                  <a:close/>
                </a:path>
                <a:path w="6010275" h="1343025">
                  <a:moveTo>
                    <a:pt x="3629025" y="3454"/>
                  </a:moveTo>
                  <a:lnTo>
                    <a:pt x="3628567" y="2336"/>
                  </a:lnTo>
                  <a:lnTo>
                    <a:pt x="3626701" y="469"/>
                  </a:lnTo>
                  <a:lnTo>
                    <a:pt x="3625583" y="0"/>
                  </a:lnTo>
                  <a:lnTo>
                    <a:pt x="3622954" y="0"/>
                  </a:lnTo>
                  <a:lnTo>
                    <a:pt x="3621836" y="469"/>
                  </a:lnTo>
                  <a:lnTo>
                    <a:pt x="3619970" y="2336"/>
                  </a:lnTo>
                  <a:lnTo>
                    <a:pt x="3619500" y="3454"/>
                  </a:lnTo>
                  <a:lnTo>
                    <a:pt x="3619500" y="6083"/>
                  </a:lnTo>
                  <a:lnTo>
                    <a:pt x="3619970" y="7200"/>
                  </a:lnTo>
                  <a:lnTo>
                    <a:pt x="3621836" y="9067"/>
                  </a:lnTo>
                  <a:lnTo>
                    <a:pt x="3622954" y="9525"/>
                  </a:lnTo>
                  <a:lnTo>
                    <a:pt x="3625583" y="9525"/>
                  </a:lnTo>
                  <a:lnTo>
                    <a:pt x="3626701" y="9067"/>
                  </a:lnTo>
                  <a:lnTo>
                    <a:pt x="3628567" y="7200"/>
                  </a:lnTo>
                  <a:lnTo>
                    <a:pt x="3629025" y="6083"/>
                  </a:lnTo>
                  <a:lnTo>
                    <a:pt x="3629025" y="3454"/>
                  </a:lnTo>
                  <a:close/>
                </a:path>
                <a:path w="6010275" h="1343025">
                  <a:moveTo>
                    <a:pt x="3676650" y="1336954"/>
                  </a:moveTo>
                  <a:lnTo>
                    <a:pt x="3676192" y="1335836"/>
                  </a:lnTo>
                  <a:lnTo>
                    <a:pt x="3674326" y="1333969"/>
                  </a:lnTo>
                  <a:lnTo>
                    <a:pt x="3673208" y="1333500"/>
                  </a:lnTo>
                  <a:lnTo>
                    <a:pt x="3670579" y="1333500"/>
                  </a:lnTo>
                  <a:lnTo>
                    <a:pt x="3669461" y="1333969"/>
                  </a:lnTo>
                  <a:lnTo>
                    <a:pt x="3667595" y="1335836"/>
                  </a:lnTo>
                  <a:lnTo>
                    <a:pt x="3667125" y="1336954"/>
                  </a:lnTo>
                  <a:lnTo>
                    <a:pt x="3667125" y="1339583"/>
                  </a:lnTo>
                  <a:lnTo>
                    <a:pt x="3667595" y="1340700"/>
                  </a:lnTo>
                  <a:lnTo>
                    <a:pt x="3669461" y="1342567"/>
                  </a:lnTo>
                  <a:lnTo>
                    <a:pt x="3670579" y="1343025"/>
                  </a:lnTo>
                  <a:lnTo>
                    <a:pt x="3673208" y="1343025"/>
                  </a:lnTo>
                  <a:lnTo>
                    <a:pt x="3674326" y="1342567"/>
                  </a:lnTo>
                  <a:lnTo>
                    <a:pt x="3676192" y="1340700"/>
                  </a:lnTo>
                  <a:lnTo>
                    <a:pt x="3676650" y="1339583"/>
                  </a:lnTo>
                  <a:lnTo>
                    <a:pt x="3676650" y="1336954"/>
                  </a:lnTo>
                  <a:close/>
                </a:path>
                <a:path w="6010275" h="1343025">
                  <a:moveTo>
                    <a:pt x="3676650" y="670204"/>
                  </a:moveTo>
                  <a:lnTo>
                    <a:pt x="3676192" y="669086"/>
                  </a:lnTo>
                  <a:lnTo>
                    <a:pt x="3674326" y="667219"/>
                  </a:lnTo>
                  <a:lnTo>
                    <a:pt x="3673208" y="666750"/>
                  </a:lnTo>
                  <a:lnTo>
                    <a:pt x="3670579" y="666750"/>
                  </a:lnTo>
                  <a:lnTo>
                    <a:pt x="3669461" y="667219"/>
                  </a:lnTo>
                  <a:lnTo>
                    <a:pt x="3667595" y="669086"/>
                  </a:lnTo>
                  <a:lnTo>
                    <a:pt x="3667125" y="670204"/>
                  </a:lnTo>
                  <a:lnTo>
                    <a:pt x="3667125" y="672833"/>
                  </a:lnTo>
                  <a:lnTo>
                    <a:pt x="3667595" y="673950"/>
                  </a:lnTo>
                  <a:lnTo>
                    <a:pt x="3669461" y="675817"/>
                  </a:lnTo>
                  <a:lnTo>
                    <a:pt x="3670579" y="676275"/>
                  </a:lnTo>
                  <a:lnTo>
                    <a:pt x="3673208" y="676275"/>
                  </a:lnTo>
                  <a:lnTo>
                    <a:pt x="3674326" y="675817"/>
                  </a:lnTo>
                  <a:lnTo>
                    <a:pt x="3676192" y="673950"/>
                  </a:lnTo>
                  <a:lnTo>
                    <a:pt x="3676650" y="672833"/>
                  </a:lnTo>
                  <a:lnTo>
                    <a:pt x="3676650" y="670204"/>
                  </a:lnTo>
                  <a:close/>
                </a:path>
                <a:path w="6010275" h="1343025">
                  <a:moveTo>
                    <a:pt x="3676650" y="3454"/>
                  </a:moveTo>
                  <a:lnTo>
                    <a:pt x="3676192" y="2336"/>
                  </a:lnTo>
                  <a:lnTo>
                    <a:pt x="3674326" y="469"/>
                  </a:lnTo>
                  <a:lnTo>
                    <a:pt x="3673208" y="0"/>
                  </a:lnTo>
                  <a:lnTo>
                    <a:pt x="3670579" y="0"/>
                  </a:lnTo>
                  <a:lnTo>
                    <a:pt x="3669461" y="469"/>
                  </a:lnTo>
                  <a:lnTo>
                    <a:pt x="3667595" y="2336"/>
                  </a:lnTo>
                  <a:lnTo>
                    <a:pt x="3667125" y="3454"/>
                  </a:lnTo>
                  <a:lnTo>
                    <a:pt x="3667125" y="6083"/>
                  </a:lnTo>
                  <a:lnTo>
                    <a:pt x="3667595" y="7200"/>
                  </a:lnTo>
                  <a:lnTo>
                    <a:pt x="3669461" y="9067"/>
                  </a:lnTo>
                  <a:lnTo>
                    <a:pt x="3670579" y="9525"/>
                  </a:lnTo>
                  <a:lnTo>
                    <a:pt x="3673208" y="9525"/>
                  </a:lnTo>
                  <a:lnTo>
                    <a:pt x="3674326" y="9067"/>
                  </a:lnTo>
                  <a:lnTo>
                    <a:pt x="3676192" y="7200"/>
                  </a:lnTo>
                  <a:lnTo>
                    <a:pt x="3676650" y="6083"/>
                  </a:lnTo>
                  <a:lnTo>
                    <a:pt x="3676650" y="3454"/>
                  </a:lnTo>
                  <a:close/>
                </a:path>
                <a:path w="6010275" h="1343025">
                  <a:moveTo>
                    <a:pt x="3724275" y="1336954"/>
                  </a:moveTo>
                  <a:lnTo>
                    <a:pt x="3723817" y="1335836"/>
                  </a:lnTo>
                  <a:lnTo>
                    <a:pt x="3721951" y="1333969"/>
                  </a:lnTo>
                  <a:lnTo>
                    <a:pt x="3720833" y="1333500"/>
                  </a:lnTo>
                  <a:lnTo>
                    <a:pt x="3718204" y="1333500"/>
                  </a:lnTo>
                  <a:lnTo>
                    <a:pt x="3717086" y="1333969"/>
                  </a:lnTo>
                  <a:lnTo>
                    <a:pt x="3715220" y="1335836"/>
                  </a:lnTo>
                  <a:lnTo>
                    <a:pt x="3714750" y="1336954"/>
                  </a:lnTo>
                  <a:lnTo>
                    <a:pt x="3714750" y="1339583"/>
                  </a:lnTo>
                  <a:lnTo>
                    <a:pt x="3715220" y="1340700"/>
                  </a:lnTo>
                  <a:lnTo>
                    <a:pt x="3717086" y="1342567"/>
                  </a:lnTo>
                  <a:lnTo>
                    <a:pt x="3718204" y="1343025"/>
                  </a:lnTo>
                  <a:lnTo>
                    <a:pt x="3720833" y="1343025"/>
                  </a:lnTo>
                  <a:lnTo>
                    <a:pt x="3721951" y="1342567"/>
                  </a:lnTo>
                  <a:lnTo>
                    <a:pt x="3723817" y="1340700"/>
                  </a:lnTo>
                  <a:lnTo>
                    <a:pt x="3724275" y="1339583"/>
                  </a:lnTo>
                  <a:lnTo>
                    <a:pt x="3724275" y="1336954"/>
                  </a:lnTo>
                  <a:close/>
                </a:path>
                <a:path w="6010275" h="1343025">
                  <a:moveTo>
                    <a:pt x="3724275" y="670204"/>
                  </a:moveTo>
                  <a:lnTo>
                    <a:pt x="3723817" y="669086"/>
                  </a:lnTo>
                  <a:lnTo>
                    <a:pt x="3721951" y="667219"/>
                  </a:lnTo>
                  <a:lnTo>
                    <a:pt x="3720833" y="666750"/>
                  </a:lnTo>
                  <a:lnTo>
                    <a:pt x="3718204" y="666750"/>
                  </a:lnTo>
                  <a:lnTo>
                    <a:pt x="3717086" y="667219"/>
                  </a:lnTo>
                  <a:lnTo>
                    <a:pt x="3715220" y="669086"/>
                  </a:lnTo>
                  <a:lnTo>
                    <a:pt x="3714750" y="670204"/>
                  </a:lnTo>
                  <a:lnTo>
                    <a:pt x="3714750" y="672833"/>
                  </a:lnTo>
                  <a:lnTo>
                    <a:pt x="3715220" y="673950"/>
                  </a:lnTo>
                  <a:lnTo>
                    <a:pt x="3717086" y="675817"/>
                  </a:lnTo>
                  <a:lnTo>
                    <a:pt x="3718204" y="676275"/>
                  </a:lnTo>
                  <a:lnTo>
                    <a:pt x="3720833" y="676275"/>
                  </a:lnTo>
                  <a:lnTo>
                    <a:pt x="3721951" y="675817"/>
                  </a:lnTo>
                  <a:lnTo>
                    <a:pt x="3723817" y="673950"/>
                  </a:lnTo>
                  <a:lnTo>
                    <a:pt x="3724275" y="672833"/>
                  </a:lnTo>
                  <a:lnTo>
                    <a:pt x="3724275" y="670204"/>
                  </a:lnTo>
                  <a:close/>
                </a:path>
                <a:path w="6010275" h="1343025">
                  <a:moveTo>
                    <a:pt x="3724275" y="3454"/>
                  </a:moveTo>
                  <a:lnTo>
                    <a:pt x="3723817" y="2336"/>
                  </a:lnTo>
                  <a:lnTo>
                    <a:pt x="3721951" y="469"/>
                  </a:lnTo>
                  <a:lnTo>
                    <a:pt x="3720833" y="0"/>
                  </a:lnTo>
                  <a:lnTo>
                    <a:pt x="3718204" y="0"/>
                  </a:lnTo>
                  <a:lnTo>
                    <a:pt x="3717086" y="469"/>
                  </a:lnTo>
                  <a:lnTo>
                    <a:pt x="3715220" y="2336"/>
                  </a:lnTo>
                  <a:lnTo>
                    <a:pt x="3714750" y="3454"/>
                  </a:lnTo>
                  <a:lnTo>
                    <a:pt x="3714750" y="6083"/>
                  </a:lnTo>
                  <a:lnTo>
                    <a:pt x="3715220" y="7200"/>
                  </a:lnTo>
                  <a:lnTo>
                    <a:pt x="3717086" y="9067"/>
                  </a:lnTo>
                  <a:lnTo>
                    <a:pt x="3718204" y="9525"/>
                  </a:lnTo>
                  <a:lnTo>
                    <a:pt x="3720833" y="9525"/>
                  </a:lnTo>
                  <a:lnTo>
                    <a:pt x="3721951" y="9067"/>
                  </a:lnTo>
                  <a:lnTo>
                    <a:pt x="3723817" y="7200"/>
                  </a:lnTo>
                  <a:lnTo>
                    <a:pt x="3724275" y="6083"/>
                  </a:lnTo>
                  <a:lnTo>
                    <a:pt x="3724275" y="3454"/>
                  </a:lnTo>
                  <a:close/>
                </a:path>
                <a:path w="6010275" h="1343025">
                  <a:moveTo>
                    <a:pt x="3771900" y="1336954"/>
                  </a:moveTo>
                  <a:lnTo>
                    <a:pt x="3771442" y="1335836"/>
                  </a:lnTo>
                  <a:lnTo>
                    <a:pt x="3769576" y="1333969"/>
                  </a:lnTo>
                  <a:lnTo>
                    <a:pt x="3768458" y="1333500"/>
                  </a:lnTo>
                  <a:lnTo>
                    <a:pt x="3765829" y="1333500"/>
                  </a:lnTo>
                  <a:lnTo>
                    <a:pt x="3764711" y="1333969"/>
                  </a:lnTo>
                  <a:lnTo>
                    <a:pt x="3762845" y="1335836"/>
                  </a:lnTo>
                  <a:lnTo>
                    <a:pt x="3762375" y="1336954"/>
                  </a:lnTo>
                  <a:lnTo>
                    <a:pt x="3762375" y="1339583"/>
                  </a:lnTo>
                  <a:lnTo>
                    <a:pt x="3762845" y="1340700"/>
                  </a:lnTo>
                  <a:lnTo>
                    <a:pt x="3764711" y="1342567"/>
                  </a:lnTo>
                  <a:lnTo>
                    <a:pt x="3765829" y="1343025"/>
                  </a:lnTo>
                  <a:lnTo>
                    <a:pt x="3768458" y="1343025"/>
                  </a:lnTo>
                  <a:lnTo>
                    <a:pt x="3769576" y="1342567"/>
                  </a:lnTo>
                  <a:lnTo>
                    <a:pt x="3771442" y="1340700"/>
                  </a:lnTo>
                  <a:lnTo>
                    <a:pt x="3771900" y="1339583"/>
                  </a:lnTo>
                  <a:lnTo>
                    <a:pt x="3771900" y="1336954"/>
                  </a:lnTo>
                  <a:close/>
                </a:path>
                <a:path w="6010275" h="1343025">
                  <a:moveTo>
                    <a:pt x="3771900" y="670204"/>
                  </a:moveTo>
                  <a:lnTo>
                    <a:pt x="3771442" y="669086"/>
                  </a:lnTo>
                  <a:lnTo>
                    <a:pt x="3769576" y="667219"/>
                  </a:lnTo>
                  <a:lnTo>
                    <a:pt x="3768458" y="666750"/>
                  </a:lnTo>
                  <a:lnTo>
                    <a:pt x="3765829" y="666750"/>
                  </a:lnTo>
                  <a:lnTo>
                    <a:pt x="3764711" y="667219"/>
                  </a:lnTo>
                  <a:lnTo>
                    <a:pt x="3762845" y="669086"/>
                  </a:lnTo>
                  <a:lnTo>
                    <a:pt x="3762375" y="670204"/>
                  </a:lnTo>
                  <a:lnTo>
                    <a:pt x="3762375" y="672833"/>
                  </a:lnTo>
                  <a:lnTo>
                    <a:pt x="3762845" y="673950"/>
                  </a:lnTo>
                  <a:lnTo>
                    <a:pt x="3764711" y="675817"/>
                  </a:lnTo>
                  <a:lnTo>
                    <a:pt x="3765829" y="676275"/>
                  </a:lnTo>
                  <a:lnTo>
                    <a:pt x="3768458" y="676275"/>
                  </a:lnTo>
                  <a:lnTo>
                    <a:pt x="3769576" y="675817"/>
                  </a:lnTo>
                  <a:lnTo>
                    <a:pt x="3771442" y="673950"/>
                  </a:lnTo>
                  <a:lnTo>
                    <a:pt x="3771900" y="672833"/>
                  </a:lnTo>
                  <a:lnTo>
                    <a:pt x="3771900" y="670204"/>
                  </a:lnTo>
                  <a:close/>
                </a:path>
                <a:path w="6010275" h="1343025">
                  <a:moveTo>
                    <a:pt x="3771900" y="3454"/>
                  </a:moveTo>
                  <a:lnTo>
                    <a:pt x="3771442" y="2336"/>
                  </a:lnTo>
                  <a:lnTo>
                    <a:pt x="3769576" y="469"/>
                  </a:lnTo>
                  <a:lnTo>
                    <a:pt x="3768458" y="0"/>
                  </a:lnTo>
                  <a:lnTo>
                    <a:pt x="3765829" y="0"/>
                  </a:lnTo>
                  <a:lnTo>
                    <a:pt x="3764711" y="469"/>
                  </a:lnTo>
                  <a:lnTo>
                    <a:pt x="3762845" y="2336"/>
                  </a:lnTo>
                  <a:lnTo>
                    <a:pt x="3762375" y="3454"/>
                  </a:lnTo>
                  <a:lnTo>
                    <a:pt x="3762375" y="6083"/>
                  </a:lnTo>
                  <a:lnTo>
                    <a:pt x="3762845" y="7200"/>
                  </a:lnTo>
                  <a:lnTo>
                    <a:pt x="3764711" y="9067"/>
                  </a:lnTo>
                  <a:lnTo>
                    <a:pt x="3765829" y="9525"/>
                  </a:lnTo>
                  <a:lnTo>
                    <a:pt x="3768458" y="9525"/>
                  </a:lnTo>
                  <a:lnTo>
                    <a:pt x="3769576" y="9067"/>
                  </a:lnTo>
                  <a:lnTo>
                    <a:pt x="3771442" y="7200"/>
                  </a:lnTo>
                  <a:lnTo>
                    <a:pt x="3771900" y="6083"/>
                  </a:lnTo>
                  <a:lnTo>
                    <a:pt x="3771900" y="3454"/>
                  </a:lnTo>
                  <a:close/>
                </a:path>
                <a:path w="6010275" h="1343025">
                  <a:moveTo>
                    <a:pt x="3819525" y="1336954"/>
                  </a:moveTo>
                  <a:lnTo>
                    <a:pt x="3819067" y="1335836"/>
                  </a:lnTo>
                  <a:lnTo>
                    <a:pt x="3817201" y="1333969"/>
                  </a:lnTo>
                  <a:lnTo>
                    <a:pt x="3816083" y="1333500"/>
                  </a:lnTo>
                  <a:lnTo>
                    <a:pt x="3813454" y="1333500"/>
                  </a:lnTo>
                  <a:lnTo>
                    <a:pt x="3812336" y="1333969"/>
                  </a:lnTo>
                  <a:lnTo>
                    <a:pt x="3810470" y="1335836"/>
                  </a:lnTo>
                  <a:lnTo>
                    <a:pt x="3810000" y="1336954"/>
                  </a:lnTo>
                  <a:lnTo>
                    <a:pt x="3810000" y="1339583"/>
                  </a:lnTo>
                  <a:lnTo>
                    <a:pt x="3810470" y="1340700"/>
                  </a:lnTo>
                  <a:lnTo>
                    <a:pt x="3812336" y="1342567"/>
                  </a:lnTo>
                  <a:lnTo>
                    <a:pt x="3813454" y="1343025"/>
                  </a:lnTo>
                  <a:lnTo>
                    <a:pt x="3816083" y="1343025"/>
                  </a:lnTo>
                  <a:lnTo>
                    <a:pt x="3817201" y="1342567"/>
                  </a:lnTo>
                  <a:lnTo>
                    <a:pt x="3819067" y="1340700"/>
                  </a:lnTo>
                  <a:lnTo>
                    <a:pt x="3819525" y="1339583"/>
                  </a:lnTo>
                  <a:lnTo>
                    <a:pt x="3819525" y="1336954"/>
                  </a:lnTo>
                  <a:close/>
                </a:path>
                <a:path w="6010275" h="1343025">
                  <a:moveTo>
                    <a:pt x="3819525" y="670204"/>
                  </a:moveTo>
                  <a:lnTo>
                    <a:pt x="3819067" y="669086"/>
                  </a:lnTo>
                  <a:lnTo>
                    <a:pt x="3817201" y="667219"/>
                  </a:lnTo>
                  <a:lnTo>
                    <a:pt x="3816083" y="666750"/>
                  </a:lnTo>
                  <a:lnTo>
                    <a:pt x="3813454" y="666750"/>
                  </a:lnTo>
                  <a:lnTo>
                    <a:pt x="3812336" y="667219"/>
                  </a:lnTo>
                  <a:lnTo>
                    <a:pt x="3810470" y="669086"/>
                  </a:lnTo>
                  <a:lnTo>
                    <a:pt x="3810000" y="670204"/>
                  </a:lnTo>
                  <a:lnTo>
                    <a:pt x="3810000" y="672833"/>
                  </a:lnTo>
                  <a:lnTo>
                    <a:pt x="3810470" y="673950"/>
                  </a:lnTo>
                  <a:lnTo>
                    <a:pt x="3812336" y="675817"/>
                  </a:lnTo>
                  <a:lnTo>
                    <a:pt x="3813454" y="676275"/>
                  </a:lnTo>
                  <a:lnTo>
                    <a:pt x="3816083" y="676275"/>
                  </a:lnTo>
                  <a:lnTo>
                    <a:pt x="3817201" y="675817"/>
                  </a:lnTo>
                  <a:lnTo>
                    <a:pt x="3819067" y="673950"/>
                  </a:lnTo>
                  <a:lnTo>
                    <a:pt x="3819525" y="672833"/>
                  </a:lnTo>
                  <a:lnTo>
                    <a:pt x="3819525" y="670204"/>
                  </a:lnTo>
                  <a:close/>
                </a:path>
                <a:path w="6010275" h="1343025">
                  <a:moveTo>
                    <a:pt x="3819525" y="3454"/>
                  </a:moveTo>
                  <a:lnTo>
                    <a:pt x="3819067" y="2336"/>
                  </a:lnTo>
                  <a:lnTo>
                    <a:pt x="3817201" y="469"/>
                  </a:lnTo>
                  <a:lnTo>
                    <a:pt x="3816083" y="0"/>
                  </a:lnTo>
                  <a:lnTo>
                    <a:pt x="3813454" y="0"/>
                  </a:lnTo>
                  <a:lnTo>
                    <a:pt x="3812336" y="469"/>
                  </a:lnTo>
                  <a:lnTo>
                    <a:pt x="3810470" y="2336"/>
                  </a:lnTo>
                  <a:lnTo>
                    <a:pt x="3810000" y="3454"/>
                  </a:lnTo>
                  <a:lnTo>
                    <a:pt x="3810000" y="6083"/>
                  </a:lnTo>
                  <a:lnTo>
                    <a:pt x="3810470" y="7200"/>
                  </a:lnTo>
                  <a:lnTo>
                    <a:pt x="3812336" y="9067"/>
                  </a:lnTo>
                  <a:lnTo>
                    <a:pt x="3813454" y="9525"/>
                  </a:lnTo>
                  <a:lnTo>
                    <a:pt x="3816083" y="9525"/>
                  </a:lnTo>
                  <a:lnTo>
                    <a:pt x="3817201" y="9067"/>
                  </a:lnTo>
                  <a:lnTo>
                    <a:pt x="3819067" y="7200"/>
                  </a:lnTo>
                  <a:lnTo>
                    <a:pt x="3819525" y="6083"/>
                  </a:lnTo>
                  <a:lnTo>
                    <a:pt x="3819525" y="3454"/>
                  </a:lnTo>
                  <a:close/>
                </a:path>
                <a:path w="6010275" h="1343025">
                  <a:moveTo>
                    <a:pt x="3867150" y="1336954"/>
                  </a:moveTo>
                  <a:lnTo>
                    <a:pt x="3866692" y="1335836"/>
                  </a:lnTo>
                  <a:lnTo>
                    <a:pt x="3864826" y="1333969"/>
                  </a:lnTo>
                  <a:lnTo>
                    <a:pt x="3863708" y="1333500"/>
                  </a:lnTo>
                  <a:lnTo>
                    <a:pt x="3861079" y="1333500"/>
                  </a:lnTo>
                  <a:lnTo>
                    <a:pt x="3859949" y="1333969"/>
                  </a:lnTo>
                  <a:lnTo>
                    <a:pt x="3858095" y="1335836"/>
                  </a:lnTo>
                  <a:lnTo>
                    <a:pt x="3857625" y="1336954"/>
                  </a:lnTo>
                  <a:lnTo>
                    <a:pt x="3857625" y="1339583"/>
                  </a:lnTo>
                  <a:lnTo>
                    <a:pt x="3858095" y="1340700"/>
                  </a:lnTo>
                  <a:lnTo>
                    <a:pt x="3859949" y="1342567"/>
                  </a:lnTo>
                  <a:lnTo>
                    <a:pt x="3861079" y="1343025"/>
                  </a:lnTo>
                  <a:lnTo>
                    <a:pt x="3863708" y="1343025"/>
                  </a:lnTo>
                  <a:lnTo>
                    <a:pt x="3864826" y="1342567"/>
                  </a:lnTo>
                  <a:lnTo>
                    <a:pt x="3866692" y="1340700"/>
                  </a:lnTo>
                  <a:lnTo>
                    <a:pt x="3867150" y="1339583"/>
                  </a:lnTo>
                  <a:lnTo>
                    <a:pt x="3867150" y="1336954"/>
                  </a:lnTo>
                  <a:close/>
                </a:path>
                <a:path w="6010275" h="1343025">
                  <a:moveTo>
                    <a:pt x="3867150" y="670204"/>
                  </a:moveTo>
                  <a:lnTo>
                    <a:pt x="3866692" y="669086"/>
                  </a:lnTo>
                  <a:lnTo>
                    <a:pt x="3864826" y="667219"/>
                  </a:lnTo>
                  <a:lnTo>
                    <a:pt x="3863708" y="666750"/>
                  </a:lnTo>
                  <a:lnTo>
                    <a:pt x="3861079" y="666750"/>
                  </a:lnTo>
                  <a:lnTo>
                    <a:pt x="3859949" y="667219"/>
                  </a:lnTo>
                  <a:lnTo>
                    <a:pt x="3858095" y="669086"/>
                  </a:lnTo>
                  <a:lnTo>
                    <a:pt x="3857625" y="670204"/>
                  </a:lnTo>
                  <a:lnTo>
                    <a:pt x="3857625" y="672833"/>
                  </a:lnTo>
                  <a:lnTo>
                    <a:pt x="3858095" y="673950"/>
                  </a:lnTo>
                  <a:lnTo>
                    <a:pt x="3859949" y="675817"/>
                  </a:lnTo>
                  <a:lnTo>
                    <a:pt x="3861079" y="676275"/>
                  </a:lnTo>
                  <a:lnTo>
                    <a:pt x="3863708" y="676275"/>
                  </a:lnTo>
                  <a:lnTo>
                    <a:pt x="3864826" y="675817"/>
                  </a:lnTo>
                  <a:lnTo>
                    <a:pt x="3866692" y="673950"/>
                  </a:lnTo>
                  <a:lnTo>
                    <a:pt x="3867150" y="672833"/>
                  </a:lnTo>
                  <a:lnTo>
                    <a:pt x="3867150" y="670204"/>
                  </a:lnTo>
                  <a:close/>
                </a:path>
                <a:path w="6010275" h="1343025">
                  <a:moveTo>
                    <a:pt x="3867150" y="3454"/>
                  </a:moveTo>
                  <a:lnTo>
                    <a:pt x="3866692" y="2336"/>
                  </a:lnTo>
                  <a:lnTo>
                    <a:pt x="3864826" y="469"/>
                  </a:lnTo>
                  <a:lnTo>
                    <a:pt x="3863708" y="0"/>
                  </a:lnTo>
                  <a:lnTo>
                    <a:pt x="3861079" y="0"/>
                  </a:lnTo>
                  <a:lnTo>
                    <a:pt x="3859949" y="469"/>
                  </a:lnTo>
                  <a:lnTo>
                    <a:pt x="3858095" y="2336"/>
                  </a:lnTo>
                  <a:lnTo>
                    <a:pt x="3857625" y="3454"/>
                  </a:lnTo>
                  <a:lnTo>
                    <a:pt x="3857625" y="6083"/>
                  </a:lnTo>
                  <a:lnTo>
                    <a:pt x="3858095" y="7200"/>
                  </a:lnTo>
                  <a:lnTo>
                    <a:pt x="3859949" y="9067"/>
                  </a:lnTo>
                  <a:lnTo>
                    <a:pt x="3861079" y="9525"/>
                  </a:lnTo>
                  <a:lnTo>
                    <a:pt x="3863708" y="9525"/>
                  </a:lnTo>
                  <a:lnTo>
                    <a:pt x="3864826" y="9067"/>
                  </a:lnTo>
                  <a:lnTo>
                    <a:pt x="3866692" y="7200"/>
                  </a:lnTo>
                  <a:lnTo>
                    <a:pt x="3867150" y="6083"/>
                  </a:lnTo>
                  <a:lnTo>
                    <a:pt x="3867150" y="3454"/>
                  </a:lnTo>
                  <a:close/>
                </a:path>
                <a:path w="6010275" h="1343025">
                  <a:moveTo>
                    <a:pt x="3914775" y="1336954"/>
                  </a:moveTo>
                  <a:lnTo>
                    <a:pt x="3914317" y="1335836"/>
                  </a:lnTo>
                  <a:lnTo>
                    <a:pt x="3912451" y="1333969"/>
                  </a:lnTo>
                  <a:lnTo>
                    <a:pt x="3911333" y="1333500"/>
                  </a:lnTo>
                  <a:lnTo>
                    <a:pt x="3908704" y="1333500"/>
                  </a:lnTo>
                  <a:lnTo>
                    <a:pt x="3907574" y="1333969"/>
                  </a:lnTo>
                  <a:lnTo>
                    <a:pt x="3905720" y="1335836"/>
                  </a:lnTo>
                  <a:lnTo>
                    <a:pt x="3905250" y="1336954"/>
                  </a:lnTo>
                  <a:lnTo>
                    <a:pt x="3905250" y="1339583"/>
                  </a:lnTo>
                  <a:lnTo>
                    <a:pt x="3905720" y="1340700"/>
                  </a:lnTo>
                  <a:lnTo>
                    <a:pt x="3907574" y="1342567"/>
                  </a:lnTo>
                  <a:lnTo>
                    <a:pt x="3908704" y="1343025"/>
                  </a:lnTo>
                  <a:lnTo>
                    <a:pt x="3911333" y="1343025"/>
                  </a:lnTo>
                  <a:lnTo>
                    <a:pt x="3912451" y="1342567"/>
                  </a:lnTo>
                  <a:lnTo>
                    <a:pt x="3914317" y="1340700"/>
                  </a:lnTo>
                  <a:lnTo>
                    <a:pt x="3914775" y="1339583"/>
                  </a:lnTo>
                  <a:lnTo>
                    <a:pt x="3914775" y="1336954"/>
                  </a:lnTo>
                  <a:close/>
                </a:path>
                <a:path w="6010275" h="1343025">
                  <a:moveTo>
                    <a:pt x="3914775" y="670204"/>
                  </a:moveTo>
                  <a:lnTo>
                    <a:pt x="3914317" y="669086"/>
                  </a:lnTo>
                  <a:lnTo>
                    <a:pt x="3912451" y="667219"/>
                  </a:lnTo>
                  <a:lnTo>
                    <a:pt x="3911333" y="666750"/>
                  </a:lnTo>
                  <a:lnTo>
                    <a:pt x="3908704" y="666750"/>
                  </a:lnTo>
                  <a:lnTo>
                    <a:pt x="3907574" y="667219"/>
                  </a:lnTo>
                  <a:lnTo>
                    <a:pt x="3905720" y="669086"/>
                  </a:lnTo>
                  <a:lnTo>
                    <a:pt x="3905250" y="670204"/>
                  </a:lnTo>
                  <a:lnTo>
                    <a:pt x="3905250" y="672833"/>
                  </a:lnTo>
                  <a:lnTo>
                    <a:pt x="3905720" y="673950"/>
                  </a:lnTo>
                  <a:lnTo>
                    <a:pt x="3907574" y="675817"/>
                  </a:lnTo>
                  <a:lnTo>
                    <a:pt x="3908704" y="676275"/>
                  </a:lnTo>
                  <a:lnTo>
                    <a:pt x="3911333" y="676275"/>
                  </a:lnTo>
                  <a:lnTo>
                    <a:pt x="3912451" y="675817"/>
                  </a:lnTo>
                  <a:lnTo>
                    <a:pt x="3914317" y="673950"/>
                  </a:lnTo>
                  <a:lnTo>
                    <a:pt x="3914775" y="672833"/>
                  </a:lnTo>
                  <a:lnTo>
                    <a:pt x="3914775" y="670204"/>
                  </a:lnTo>
                  <a:close/>
                </a:path>
                <a:path w="6010275" h="1343025">
                  <a:moveTo>
                    <a:pt x="3914775" y="3454"/>
                  </a:moveTo>
                  <a:lnTo>
                    <a:pt x="3914317" y="2336"/>
                  </a:lnTo>
                  <a:lnTo>
                    <a:pt x="3912451" y="469"/>
                  </a:lnTo>
                  <a:lnTo>
                    <a:pt x="3911333" y="0"/>
                  </a:lnTo>
                  <a:lnTo>
                    <a:pt x="3908704" y="0"/>
                  </a:lnTo>
                  <a:lnTo>
                    <a:pt x="3907574" y="469"/>
                  </a:lnTo>
                  <a:lnTo>
                    <a:pt x="3905720" y="2336"/>
                  </a:lnTo>
                  <a:lnTo>
                    <a:pt x="3905250" y="3454"/>
                  </a:lnTo>
                  <a:lnTo>
                    <a:pt x="3905250" y="6083"/>
                  </a:lnTo>
                  <a:lnTo>
                    <a:pt x="3905720" y="7200"/>
                  </a:lnTo>
                  <a:lnTo>
                    <a:pt x="3907574" y="9067"/>
                  </a:lnTo>
                  <a:lnTo>
                    <a:pt x="3908704" y="9525"/>
                  </a:lnTo>
                  <a:lnTo>
                    <a:pt x="3911333" y="9525"/>
                  </a:lnTo>
                  <a:lnTo>
                    <a:pt x="3912451" y="9067"/>
                  </a:lnTo>
                  <a:lnTo>
                    <a:pt x="3914317" y="7200"/>
                  </a:lnTo>
                  <a:lnTo>
                    <a:pt x="3914775" y="6083"/>
                  </a:lnTo>
                  <a:lnTo>
                    <a:pt x="3914775" y="3454"/>
                  </a:lnTo>
                  <a:close/>
                </a:path>
                <a:path w="6010275" h="1343025">
                  <a:moveTo>
                    <a:pt x="3962400" y="1336954"/>
                  </a:moveTo>
                  <a:lnTo>
                    <a:pt x="3961942" y="1335836"/>
                  </a:lnTo>
                  <a:lnTo>
                    <a:pt x="3960076" y="1333969"/>
                  </a:lnTo>
                  <a:lnTo>
                    <a:pt x="3958958" y="1333500"/>
                  </a:lnTo>
                  <a:lnTo>
                    <a:pt x="3956329" y="1333500"/>
                  </a:lnTo>
                  <a:lnTo>
                    <a:pt x="3955211" y="1333969"/>
                  </a:lnTo>
                  <a:lnTo>
                    <a:pt x="3953345" y="1335836"/>
                  </a:lnTo>
                  <a:lnTo>
                    <a:pt x="3952875" y="1336954"/>
                  </a:lnTo>
                  <a:lnTo>
                    <a:pt x="3952875" y="1339583"/>
                  </a:lnTo>
                  <a:lnTo>
                    <a:pt x="3953345" y="1340700"/>
                  </a:lnTo>
                  <a:lnTo>
                    <a:pt x="3955211" y="1342567"/>
                  </a:lnTo>
                  <a:lnTo>
                    <a:pt x="3956329" y="1343025"/>
                  </a:lnTo>
                  <a:lnTo>
                    <a:pt x="3958958" y="1343025"/>
                  </a:lnTo>
                  <a:lnTo>
                    <a:pt x="3960076" y="1342567"/>
                  </a:lnTo>
                  <a:lnTo>
                    <a:pt x="3961942" y="1340700"/>
                  </a:lnTo>
                  <a:lnTo>
                    <a:pt x="3962400" y="1339583"/>
                  </a:lnTo>
                  <a:lnTo>
                    <a:pt x="3962400" y="1336954"/>
                  </a:lnTo>
                  <a:close/>
                </a:path>
                <a:path w="6010275" h="1343025">
                  <a:moveTo>
                    <a:pt x="3962400" y="670204"/>
                  </a:moveTo>
                  <a:lnTo>
                    <a:pt x="3961942" y="669086"/>
                  </a:lnTo>
                  <a:lnTo>
                    <a:pt x="3960076" y="667219"/>
                  </a:lnTo>
                  <a:lnTo>
                    <a:pt x="3958958" y="666750"/>
                  </a:lnTo>
                  <a:lnTo>
                    <a:pt x="3956329" y="666750"/>
                  </a:lnTo>
                  <a:lnTo>
                    <a:pt x="3955211" y="667219"/>
                  </a:lnTo>
                  <a:lnTo>
                    <a:pt x="3953345" y="669086"/>
                  </a:lnTo>
                  <a:lnTo>
                    <a:pt x="3952875" y="670204"/>
                  </a:lnTo>
                  <a:lnTo>
                    <a:pt x="3952875" y="672833"/>
                  </a:lnTo>
                  <a:lnTo>
                    <a:pt x="3953345" y="673950"/>
                  </a:lnTo>
                  <a:lnTo>
                    <a:pt x="3955211" y="675817"/>
                  </a:lnTo>
                  <a:lnTo>
                    <a:pt x="3956329" y="676275"/>
                  </a:lnTo>
                  <a:lnTo>
                    <a:pt x="3958958" y="676275"/>
                  </a:lnTo>
                  <a:lnTo>
                    <a:pt x="3960076" y="675817"/>
                  </a:lnTo>
                  <a:lnTo>
                    <a:pt x="3961942" y="673950"/>
                  </a:lnTo>
                  <a:lnTo>
                    <a:pt x="3962400" y="672833"/>
                  </a:lnTo>
                  <a:lnTo>
                    <a:pt x="3962400" y="670204"/>
                  </a:lnTo>
                  <a:close/>
                </a:path>
                <a:path w="6010275" h="1343025">
                  <a:moveTo>
                    <a:pt x="3962400" y="3454"/>
                  </a:moveTo>
                  <a:lnTo>
                    <a:pt x="3961942" y="2336"/>
                  </a:lnTo>
                  <a:lnTo>
                    <a:pt x="3960076" y="469"/>
                  </a:lnTo>
                  <a:lnTo>
                    <a:pt x="3958958" y="0"/>
                  </a:lnTo>
                  <a:lnTo>
                    <a:pt x="3956329" y="0"/>
                  </a:lnTo>
                  <a:lnTo>
                    <a:pt x="3955211" y="469"/>
                  </a:lnTo>
                  <a:lnTo>
                    <a:pt x="3953345" y="2336"/>
                  </a:lnTo>
                  <a:lnTo>
                    <a:pt x="3952875" y="3454"/>
                  </a:lnTo>
                  <a:lnTo>
                    <a:pt x="3952875" y="6083"/>
                  </a:lnTo>
                  <a:lnTo>
                    <a:pt x="3953345" y="7200"/>
                  </a:lnTo>
                  <a:lnTo>
                    <a:pt x="3955211" y="9067"/>
                  </a:lnTo>
                  <a:lnTo>
                    <a:pt x="3956329" y="9525"/>
                  </a:lnTo>
                  <a:lnTo>
                    <a:pt x="3958958" y="9525"/>
                  </a:lnTo>
                  <a:lnTo>
                    <a:pt x="3960076" y="9067"/>
                  </a:lnTo>
                  <a:lnTo>
                    <a:pt x="3961942" y="7200"/>
                  </a:lnTo>
                  <a:lnTo>
                    <a:pt x="3962400" y="6083"/>
                  </a:lnTo>
                  <a:lnTo>
                    <a:pt x="3962400" y="3454"/>
                  </a:lnTo>
                  <a:close/>
                </a:path>
                <a:path w="6010275" h="1343025">
                  <a:moveTo>
                    <a:pt x="4010025" y="1336954"/>
                  </a:moveTo>
                  <a:lnTo>
                    <a:pt x="4009567" y="1335836"/>
                  </a:lnTo>
                  <a:lnTo>
                    <a:pt x="4007701" y="1333969"/>
                  </a:lnTo>
                  <a:lnTo>
                    <a:pt x="4006583" y="1333500"/>
                  </a:lnTo>
                  <a:lnTo>
                    <a:pt x="4003954" y="1333500"/>
                  </a:lnTo>
                  <a:lnTo>
                    <a:pt x="4002836" y="1333969"/>
                  </a:lnTo>
                  <a:lnTo>
                    <a:pt x="4000970" y="1335836"/>
                  </a:lnTo>
                  <a:lnTo>
                    <a:pt x="4000500" y="1336954"/>
                  </a:lnTo>
                  <a:lnTo>
                    <a:pt x="4000500" y="1339583"/>
                  </a:lnTo>
                  <a:lnTo>
                    <a:pt x="4000970" y="1340700"/>
                  </a:lnTo>
                  <a:lnTo>
                    <a:pt x="4002836" y="1342567"/>
                  </a:lnTo>
                  <a:lnTo>
                    <a:pt x="4003954" y="1343025"/>
                  </a:lnTo>
                  <a:lnTo>
                    <a:pt x="4006583" y="1343025"/>
                  </a:lnTo>
                  <a:lnTo>
                    <a:pt x="4007701" y="1342567"/>
                  </a:lnTo>
                  <a:lnTo>
                    <a:pt x="4009567" y="1340700"/>
                  </a:lnTo>
                  <a:lnTo>
                    <a:pt x="4010025" y="1339583"/>
                  </a:lnTo>
                  <a:lnTo>
                    <a:pt x="4010025" y="1336954"/>
                  </a:lnTo>
                  <a:close/>
                </a:path>
                <a:path w="6010275" h="1343025">
                  <a:moveTo>
                    <a:pt x="4010025" y="670204"/>
                  </a:moveTo>
                  <a:lnTo>
                    <a:pt x="4009567" y="669086"/>
                  </a:lnTo>
                  <a:lnTo>
                    <a:pt x="4007701" y="667219"/>
                  </a:lnTo>
                  <a:lnTo>
                    <a:pt x="4006583" y="666750"/>
                  </a:lnTo>
                  <a:lnTo>
                    <a:pt x="4003954" y="666750"/>
                  </a:lnTo>
                  <a:lnTo>
                    <a:pt x="4002836" y="667219"/>
                  </a:lnTo>
                  <a:lnTo>
                    <a:pt x="4000970" y="669086"/>
                  </a:lnTo>
                  <a:lnTo>
                    <a:pt x="4000500" y="670204"/>
                  </a:lnTo>
                  <a:lnTo>
                    <a:pt x="4000500" y="672833"/>
                  </a:lnTo>
                  <a:lnTo>
                    <a:pt x="4000970" y="673950"/>
                  </a:lnTo>
                  <a:lnTo>
                    <a:pt x="4002836" y="675817"/>
                  </a:lnTo>
                  <a:lnTo>
                    <a:pt x="4003954" y="676275"/>
                  </a:lnTo>
                  <a:lnTo>
                    <a:pt x="4006583" y="676275"/>
                  </a:lnTo>
                  <a:lnTo>
                    <a:pt x="4007701" y="675817"/>
                  </a:lnTo>
                  <a:lnTo>
                    <a:pt x="4009567" y="673950"/>
                  </a:lnTo>
                  <a:lnTo>
                    <a:pt x="4010025" y="672833"/>
                  </a:lnTo>
                  <a:lnTo>
                    <a:pt x="4010025" y="670204"/>
                  </a:lnTo>
                  <a:close/>
                </a:path>
                <a:path w="6010275" h="1343025">
                  <a:moveTo>
                    <a:pt x="4010025" y="3454"/>
                  </a:moveTo>
                  <a:lnTo>
                    <a:pt x="4009567" y="2336"/>
                  </a:lnTo>
                  <a:lnTo>
                    <a:pt x="4007701" y="469"/>
                  </a:lnTo>
                  <a:lnTo>
                    <a:pt x="4006583" y="0"/>
                  </a:lnTo>
                  <a:lnTo>
                    <a:pt x="4003954" y="0"/>
                  </a:lnTo>
                  <a:lnTo>
                    <a:pt x="4002836" y="469"/>
                  </a:lnTo>
                  <a:lnTo>
                    <a:pt x="4000970" y="2336"/>
                  </a:lnTo>
                  <a:lnTo>
                    <a:pt x="4000500" y="3454"/>
                  </a:lnTo>
                  <a:lnTo>
                    <a:pt x="4000500" y="6083"/>
                  </a:lnTo>
                  <a:lnTo>
                    <a:pt x="4000970" y="7200"/>
                  </a:lnTo>
                  <a:lnTo>
                    <a:pt x="4002836" y="9067"/>
                  </a:lnTo>
                  <a:lnTo>
                    <a:pt x="4003954" y="9525"/>
                  </a:lnTo>
                  <a:lnTo>
                    <a:pt x="4006583" y="9525"/>
                  </a:lnTo>
                  <a:lnTo>
                    <a:pt x="4007701" y="9067"/>
                  </a:lnTo>
                  <a:lnTo>
                    <a:pt x="4009567" y="7200"/>
                  </a:lnTo>
                  <a:lnTo>
                    <a:pt x="4010025" y="6083"/>
                  </a:lnTo>
                  <a:lnTo>
                    <a:pt x="4010025" y="3454"/>
                  </a:lnTo>
                  <a:close/>
                </a:path>
                <a:path w="6010275" h="1343025">
                  <a:moveTo>
                    <a:pt x="4057650" y="1336954"/>
                  </a:moveTo>
                  <a:lnTo>
                    <a:pt x="4057192" y="1335836"/>
                  </a:lnTo>
                  <a:lnTo>
                    <a:pt x="4055326" y="1333969"/>
                  </a:lnTo>
                  <a:lnTo>
                    <a:pt x="4054208" y="1333500"/>
                  </a:lnTo>
                  <a:lnTo>
                    <a:pt x="4051579" y="1333500"/>
                  </a:lnTo>
                  <a:lnTo>
                    <a:pt x="4050461" y="1333969"/>
                  </a:lnTo>
                  <a:lnTo>
                    <a:pt x="4048595" y="1335836"/>
                  </a:lnTo>
                  <a:lnTo>
                    <a:pt x="4048125" y="1336954"/>
                  </a:lnTo>
                  <a:lnTo>
                    <a:pt x="4048125" y="1339583"/>
                  </a:lnTo>
                  <a:lnTo>
                    <a:pt x="4048595" y="1340700"/>
                  </a:lnTo>
                  <a:lnTo>
                    <a:pt x="4050461" y="1342567"/>
                  </a:lnTo>
                  <a:lnTo>
                    <a:pt x="4051579" y="1343025"/>
                  </a:lnTo>
                  <a:lnTo>
                    <a:pt x="4054208" y="1343025"/>
                  </a:lnTo>
                  <a:lnTo>
                    <a:pt x="4055326" y="1342567"/>
                  </a:lnTo>
                  <a:lnTo>
                    <a:pt x="4057192" y="1340700"/>
                  </a:lnTo>
                  <a:lnTo>
                    <a:pt x="4057650" y="1339583"/>
                  </a:lnTo>
                  <a:lnTo>
                    <a:pt x="4057650" y="1336954"/>
                  </a:lnTo>
                  <a:close/>
                </a:path>
                <a:path w="6010275" h="1343025">
                  <a:moveTo>
                    <a:pt x="4057650" y="670204"/>
                  </a:moveTo>
                  <a:lnTo>
                    <a:pt x="4057192" y="669086"/>
                  </a:lnTo>
                  <a:lnTo>
                    <a:pt x="4055326" y="667219"/>
                  </a:lnTo>
                  <a:lnTo>
                    <a:pt x="4054208" y="666750"/>
                  </a:lnTo>
                  <a:lnTo>
                    <a:pt x="4051579" y="666750"/>
                  </a:lnTo>
                  <a:lnTo>
                    <a:pt x="4050461" y="667219"/>
                  </a:lnTo>
                  <a:lnTo>
                    <a:pt x="4048595" y="669086"/>
                  </a:lnTo>
                  <a:lnTo>
                    <a:pt x="4048125" y="670204"/>
                  </a:lnTo>
                  <a:lnTo>
                    <a:pt x="4048125" y="672833"/>
                  </a:lnTo>
                  <a:lnTo>
                    <a:pt x="4048595" y="673950"/>
                  </a:lnTo>
                  <a:lnTo>
                    <a:pt x="4050461" y="675817"/>
                  </a:lnTo>
                  <a:lnTo>
                    <a:pt x="4051579" y="676275"/>
                  </a:lnTo>
                  <a:lnTo>
                    <a:pt x="4054208" y="676275"/>
                  </a:lnTo>
                  <a:lnTo>
                    <a:pt x="4055326" y="675817"/>
                  </a:lnTo>
                  <a:lnTo>
                    <a:pt x="4057192" y="673950"/>
                  </a:lnTo>
                  <a:lnTo>
                    <a:pt x="4057650" y="672833"/>
                  </a:lnTo>
                  <a:lnTo>
                    <a:pt x="4057650" y="670204"/>
                  </a:lnTo>
                  <a:close/>
                </a:path>
                <a:path w="6010275" h="1343025">
                  <a:moveTo>
                    <a:pt x="4057650" y="3454"/>
                  </a:moveTo>
                  <a:lnTo>
                    <a:pt x="4057192" y="2336"/>
                  </a:lnTo>
                  <a:lnTo>
                    <a:pt x="4055326" y="469"/>
                  </a:lnTo>
                  <a:lnTo>
                    <a:pt x="4054208" y="0"/>
                  </a:lnTo>
                  <a:lnTo>
                    <a:pt x="4051579" y="0"/>
                  </a:lnTo>
                  <a:lnTo>
                    <a:pt x="4050461" y="469"/>
                  </a:lnTo>
                  <a:lnTo>
                    <a:pt x="4048595" y="2336"/>
                  </a:lnTo>
                  <a:lnTo>
                    <a:pt x="4048125" y="3454"/>
                  </a:lnTo>
                  <a:lnTo>
                    <a:pt x="4048125" y="6083"/>
                  </a:lnTo>
                  <a:lnTo>
                    <a:pt x="4048595" y="7200"/>
                  </a:lnTo>
                  <a:lnTo>
                    <a:pt x="4050461" y="9067"/>
                  </a:lnTo>
                  <a:lnTo>
                    <a:pt x="4051579" y="9525"/>
                  </a:lnTo>
                  <a:lnTo>
                    <a:pt x="4054208" y="9525"/>
                  </a:lnTo>
                  <a:lnTo>
                    <a:pt x="4055326" y="9067"/>
                  </a:lnTo>
                  <a:lnTo>
                    <a:pt x="4057192" y="7200"/>
                  </a:lnTo>
                  <a:lnTo>
                    <a:pt x="4057650" y="6083"/>
                  </a:lnTo>
                  <a:lnTo>
                    <a:pt x="4057650" y="3454"/>
                  </a:lnTo>
                  <a:close/>
                </a:path>
                <a:path w="6010275" h="1343025">
                  <a:moveTo>
                    <a:pt x="4105275" y="1336954"/>
                  </a:moveTo>
                  <a:lnTo>
                    <a:pt x="4104817" y="1335836"/>
                  </a:lnTo>
                  <a:lnTo>
                    <a:pt x="4102951" y="1333969"/>
                  </a:lnTo>
                  <a:lnTo>
                    <a:pt x="4101833" y="1333500"/>
                  </a:lnTo>
                  <a:lnTo>
                    <a:pt x="4099204" y="1333500"/>
                  </a:lnTo>
                  <a:lnTo>
                    <a:pt x="4098074" y="1333969"/>
                  </a:lnTo>
                  <a:lnTo>
                    <a:pt x="4096220" y="1335836"/>
                  </a:lnTo>
                  <a:lnTo>
                    <a:pt x="4095750" y="1336954"/>
                  </a:lnTo>
                  <a:lnTo>
                    <a:pt x="4095750" y="1339583"/>
                  </a:lnTo>
                  <a:lnTo>
                    <a:pt x="4096220" y="1340700"/>
                  </a:lnTo>
                  <a:lnTo>
                    <a:pt x="4098074" y="1342567"/>
                  </a:lnTo>
                  <a:lnTo>
                    <a:pt x="4099204" y="1343025"/>
                  </a:lnTo>
                  <a:lnTo>
                    <a:pt x="4101833" y="1343025"/>
                  </a:lnTo>
                  <a:lnTo>
                    <a:pt x="4102951" y="1342567"/>
                  </a:lnTo>
                  <a:lnTo>
                    <a:pt x="4104817" y="1340700"/>
                  </a:lnTo>
                  <a:lnTo>
                    <a:pt x="4105275" y="1339583"/>
                  </a:lnTo>
                  <a:lnTo>
                    <a:pt x="4105275" y="1336954"/>
                  </a:lnTo>
                  <a:close/>
                </a:path>
                <a:path w="6010275" h="1343025">
                  <a:moveTo>
                    <a:pt x="4105275" y="670204"/>
                  </a:moveTo>
                  <a:lnTo>
                    <a:pt x="4104817" y="669086"/>
                  </a:lnTo>
                  <a:lnTo>
                    <a:pt x="4102951" y="667219"/>
                  </a:lnTo>
                  <a:lnTo>
                    <a:pt x="4101833" y="666750"/>
                  </a:lnTo>
                  <a:lnTo>
                    <a:pt x="4099204" y="666750"/>
                  </a:lnTo>
                  <a:lnTo>
                    <a:pt x="4098074" y="667219"/>
                  </a:lnTo>
                  <a:lnTo>
                    <a:pt x="4096220" y="669086"/>
                  </a:lnTo>
                  <a:lnTo>
                    <a:pt x="4095750" y="670204"/>
                  </a:lnTo>
                  <a:lnTo>
                    <a:pt x="4095750" y="672833"/>
                  </a:lnTo>
                  <a:lnTo>
                    <a:pt x="4096220" y="673950"/>
                  </a:lnTo>
                  <a:lnTo>
                    <a:pt x="4098074" y="675817"/>
                  </a:lnTo>
                  <a:lnTo>
                    <a:pt x="4099204" y="676275"/>
                  </a:lnTo>
                  <a:lnTo>
                    <a:pt x="4101833" y="676275"/>
                  </a:lnTo>
                  <a:lnTo>
                    <a:pt x="4102951" y="675817"/>
                  </a:lnTo>
                  <a:lnTo>
                    <a:pt x="4104817" y="673950"/>
                  </a:lnTo>
                  <a:lnTo>
                    <a:pt x="4105275" y="672833"/>
                  </a:lnTo>
                  <a:lnTo>
                    <a:pt x="4105275" y="670204"/>
                  </a:lnTo>
                  <a:close/>
                </a:path>
                <a:path w="6010275" h="1343025">
                  <a:moveTo>
                    <a:pt x="4105275" y="3454"/>
                  </a:moveTo>
                  <a:lnTo>
                    <a:pt x="4104817" y="2336"/>
                  </a:lnTo>
                  <a:lnTo>
                    <a:pt x="4102951" y="469"/>
                  </a:lnTo>
                  <a:lnTo>
                    <a:pt x="4101833" y="0"/>
                  </a:lnTo>
                  <a:lnTo>
                    <a:pt x="4099204" y="0"/>
                  </a:lnTo>
                  <a:lnTo>
                    <a:pt x="4098074" y="469"/>
                  </a:lnTo>
                  <a:lnTo>
                    <a:pt x="4096220" y="2336"/>
                  </a:lnTo>
                  <a:lnTo>
                    <a:pt x="4095750" y="3454"/>
                  </a:lnTo>
                  <a:lnTo>
                    <a:pt x="4095750" y="6083"/>
                  </a:lnTo>
                  <a:lnTo>
                    <a:pt x="4096220" y="7200"/>
                  </a:lnTo>
                  <a:lnTo>
                    <a:pt x="4098074" y="9067"/>
                  </a:lnTo>
                  <a:lnTo>
                    <a:pt x="4099204" y="9525"/>
                  </a:lnTo>
                  <a:lnTo>
                    <a:pt x="4101833" y="9525"/>
                  </a:lnTo>
                  <a:lnTo>
                    <a:pt x="4102951" y="9067"/>
                  </a:lnTo>
                  <a:lnTo>
                    <a:pt x="4104817" y="7200"/>
                  </a:lnTo>
                  <a:lnTo>
                    <a:pt x="4105275" y="6083"/>
                  </a:lnTo>
                  <a:lnTo>
                    <a:pt x="4105275" y="3454"/>
                  </a:lnTo>
                  <a:close/>
                </a:path>
                <a:path w="6010275" h="1343025">
                  <a:moveTo>
                    <a:pt x="4152900" y="1336954"/>
                  </a:moveTo>
                  <a:lnTo>
                    <a:pt x="4152442" y="1335836"/>
                  </a:lnTo>
                  <a:lnTo>
                    <a:pt x="4150576" y="1333969"/>
                  </a:lnTo>
                  <a:lnTo>
                    <a:pt x="4149458" y="1333500"/>
                  </a:lnTo>
                  <a:lnTo>
                    <a:pt x="4146829" y="1333500"/>
                  </a:lnTo>
                  <a:lnTo>
                    <a:pt x="4145699" y="1333969"/>
                  </a:lnTo>
                  <a:lnTo>
                    <a:pt x="4143845" y="1335836"/>
                  </a:lnTo>
                  <a:lnTo>
                    <a:pt x="4143375" y="1336954"/>
                  </a:lnTo>
                  <a:lnTo>
                    <a:pt x="4143375" y="1339583"/>
                  </a:lnTo>
                  <a:lnTo>
                    <a:pt x="4143845" y="1340700"/>
                  </a:lnTo>
                  <a:lnTo>
                    <a:pt x="4145699" y="1342567"/>
                  </a:lnTo>
                  <a:lnTo>
                    <a:pt x="4146829" y="1343025"/>
                  </a:lnTo>
                  <a:lnTo>
                    <a:pt x="4149458" y="1343025"/>
                  </a:lnTo>
                  <a:lnTo>
                    <a:pt x="4150576" y="1342567"/>
                  </a:lnTo>
                  <a:lnTo>
                    <a:pt x="4152442" y="1340700"/>
                  </a:lnTo>
                  <a:lnTo>
                    <a:pt x="4152900" y="1339583"/>
                  </a:lnTo>
                  <a:lnTo>
                    <a:pt x="4152900" y="1336954"/>
                  </a:lnTo>
                  <a:close/>
                </a:path>
                <a:path w="6010275" h="1343025">
                  <a:moveTo>
                    <a:pt x="4152900" y="670204"/>
                  </a:moveTo>
                  <a:lnTo>
                    <a:pt x="4152442" y="669086"/>
                  </a:lnTo>
                  <a:lnTo>
                    <a:pt x="4150576" y="667219"/>
                  </a:lnTo>
                  <a:lnTo>
                    <a:pt x="4149458" y="666750"/>
                  </a:lnTo>
                  <a:lnTo>
                    <a:pt x="4146829" y="666750"/>
                  </a:lnTo>
                  <a:lnTo>
                    <a:pt x="4145699" y="667219"/>
                  </a:lnTo>
                  <a:lnTo>
                    <a:pt x="4143845" y="669086"/>
                  </a:lnTo>
                  <a:lnTo>
                    <a:pt x="4143375" y="670204"/>
                  </a:lnTo>
                  <a:lnTo>
                    <a:pt x="4143375" y="672833"/>
                  </a:lnTo>
                  <a:lnTo>
                    <a:pt x="4143845" y="673950"/>
                  </a:lnTo>
                  <a:lnTo>
                    <a:pt x="4145699" y="675817"/>
                  </a:lnTo>
                  <a:lnTo>
                    <a:pt x="4146829" y="676275"/>
                  </a:lnTo>
                  <a:lnTo>
                    <a:pt x="4149458" y="676275"/>
                  </a:lnTo>
                  <a:lnTo>
                    <a:pt x="4150576" y="675817"/>
                  </a:lnTo>
                  <a:lnTo>
                    <a:pt x="4152442" y="673950"/>
                  </a:lnTo>
                  <a:lnTo>
                    <a:pt x="4152900" y="672833"/>
                  </a:lnTo>
                  <a:lnTo>
                    <a:pt x="4152900" y="670204"/>
                  </a:lnTo>
                  <a:close/>
                </a:path>
                <a:path w="6010275" h="1343025">
                  <a:moveTo>
                    <a:pt x="4152900" y="3454"/>
                  </a:moveTo>
                  <a:lnTo>
                    <a:pt x="4152442" y="2336"/>
                  </a:lnTo>
                  <a:lnTo>
                    <a:pt x="4150576" y="469"/>
                  </a:lnTo>
                  <a:lnTo>
                    <a:pt x="4149458" y="0"/>
                  </a:lnTo>
                  <a:lnTo>
                    <a:pt x="4146829" y="0"/>
                  </a:lnTo>
                  <a:lnTo>
                    <a:pt x="4145699" y="469"/>
                  </a:lnTo>
                  <a:lnTo>
                    <a:pt x="4143845" y="2336"/>
                  </a:lnTo>
                  <a:lnTo>
                    <a:pt x="4143375" y="3454"/>
                  </a:lnTo>
                  <a:lnTo>
                    <a:pt x="4143375" y="6083"/>
                  </a:lnTo>
                  <a:lnTo>
                    <a:pt x="4143845" y="7200"/>
                  </a:lnTo>
                  <a:lnTo>
                    <a:pt x="4145699" y="9067"/>
                  </a:lnTo>
                  <a:lnTo>
                    <a:pt x="4146829" y="9525"/>
                  </a:lnTo>
                  <a:lnTo>
                    <a:pt x="4149458" y="9525"/>
                  </a:lnTo>
                  <a:lnTo>
                    <a:pt x="4150576" y="9067"/>
                  </a:lnTo>
                  <a:lnTo>
                    <a:pt x="4152442" y="7200"/>
                  </a:lnTo>
                  <a:lnTo>
                    <a:pt x="4152900" y="6083"/>
                  </a:lnTo>
                  <a:lnTo>
                    <a:pt x="4152900" y="3454"/>
                  </a:lnTo>
                  <a:close/>
                </a:path>
                <a:path w="6010275" h="1343025">
                  <a:moveTo>
                    <a:pt x="4200525" y="1336954"/>
                  </a:moveTo>
                  <a:lnTo>
                    <a:pt x="4200067" y="1335836"/>
                  </a:lnTo>
                  <a:lnTo>
                    <a:pt x="4198201" y="1333969"/>
                  </a:lnTo>
                  <a:lnTo>
                    <a:pt x="4197083" y="1333500"/>
                  </a:lnTo>
                  <a:lnTo>
                    <a:pt x="4194454" y="1333500"/>
                  </a:lnTo>
                  <a:lnTo>
                    <a:pt x="4193336" y="1333969"/>
                  </a:lnTo>
                  <a:lnTo>
                    <a:pt x="4191470" y="1335836"/>
                  </a:lnTo>
                  <a:lnTo>
                    <a:pt x="4191000" y="1336954"/>
                  </a:lnTo>
                  <a:lnTo>
                    <a:pt x="4191000" y="1339583"/>
                  </a:lnTo>
                  <a:lnTo>
                    <a:pt x="4191470" y="1340700"/>
                  </a:lnTo>
                  <a:lnTo>
                    <a:pt x="4193336" y="1342567"/>
                  </a:lnTo>
                  <a:lnTo>
                    <a:pt x="4194454" y="1343025"/>
                  </a:lnTo>
                  <a:lnTo>
                    <a:pt x="4197083" y="1343025"/>
                  </a:lnTo>
                  <a:lnTo>
                    <a:pt x="4198201" y="1342567"/>
                  </a:lnTo>
                  <a:lnTo>
                    <a:pt x="4200067" y="1340700"/>
                  </a:lnTo>
                  <a:lnTo>
                    <a:pt x="4200525" y="1339583"/>
                  </a:lnTo>
                  <a:lnTo>
                    <a:pt x="4200525" y="1336954"/>
                  </a:lnTo>
                  <a:close/>
                </a:path>
                <a:path w="6010275" h="1343025">
                  <a:moveTo>
                    <a:pt x="4200525" y="670204"/>
                  </a:moveTo>
                  <a:lnTo>
                    <a:pt x="4200067" y="669086"/>
                  </a:lnTo>
                  <a:lnTo>
                    <a:pt x="4198201" y="667219"/>
                  </a:lnTo>
                  <a:lnTo>
                    <a:pt x="4197083" y="666750"/>
                  </a:lnTo>
                  <a:lnTo>
                    <a:pt x="4194454" y="666750"/>
                  </a:lnTo>
                  <a:lnTo>
                    <a:pt x="4193336" y="667219"/>
                  </a:lnTo>
                  <a:lnTo>
                    <a:pt x="4191470" y="669086"/>
                  </a:lnTo>
                  <a:lnTo>
                    <a:pt x="4191000" y="670204"/>
                  </a:lnTo>
                  <a:lnTo>
                    <a:pt x="4191000" y="672833"/>
                  </a:lnTo>
                  <a:lnTo>
                    <a:pt x="4191470" y="673950"/>
                  </a:lnTo>
                  <a:lnTo>
                    <a:pt x="4193336" y="675817"/>
                  </a:lnTo>
                  <a:lnTo>
                    <a:pt x="4194454" y="676275"/>
                  </a:lnTo>
                  <a:lnTo>
                    <a:pt x="4197083" y="676275"/>
                  </a:lnTo>
                  <a:lnTo>
                    <a:pt x="4198201" y="675817"/>
                  </a:lnTo>
                  <a:lnTo>
                    <a:pt x="4200067" y="673950"/>
                  </a:lnTo>
                  <a:lnTo>
                    <a:pt x="4200525" y="672833"/>
                  </a:lnTo>
                  <a:lnTo>
                    <a:pt x="4200525" y="670204"/>
                  </a:lnTo>
                  <a:close/>
                </a:path>
                <a:path w="6010275" h="1343025">
                  <a:moveTo>
                    <a:pt x="4200525" y="3454"/>
                  </a:moveTo>
                  <a:lnTo>
                    <a:pt x="4200067" y="2336"/>
                  </a:lnTo>
                  <a:lnTo>
                    <a:pt x="4198201" y="469"/>
                  </a:lnTo>
                  <a:lnTo>
                    <a:pt x="4197083" y="0"/>
                  </a:lnTo>
                  <a:lnTo>
                    <a:pt x="4194454" y="0"/>
                  </a:lnTo>
                  <a:lnTo>
                    <a:pt x="4193336" y="469"/>
                  </a:lnTo>
                  <a:lnTo>
                    <a:pt x="4191470" y="2336"/>
                  </a:lnTo>
                  <a:lnTo>
                    <a:pt x="4191000" y="3454"/>
                  </a:lnTo>
                  <a:lnTo>
                    <a:pt x="4191000" y="6083"/>
                  </a:lnTo>
                  <a:lnTo>
                    <a:pt x="4191470" y="7200"/>
                  </a:lnTo>
                  <a:lnTo>
                    <a:pt x="4193336" y="9067"/>
                  </a:lnTo>
                  <a:lnTo>
                    <a:pt x="4194454" y="9525"/>
                  </a:lnTo>
                  <a:lnTo>
                    <a:pt x="4197083" y="9525"/>
                  </a:lnTo>
                  <a:lnTo>
                    <a:pt x="4198201" y="9067"/>
                  </a:lnTo>
                  <a:lnTo>
                    <a:pt x="4200067" y="7200"/>
                  </a:lnTo>
                  <a:lnTo>
                    <a:pt x="4200525" y="6083"/>
                  </a:lnTo>
                  <a:lnTo>
                    <a:pt x="4200525" y="3454"/>
                  </a:lnTo>
                  <a:close/>
                </a:path>
                <a:path w="6010275" h="1343025">
                  <a:moveTo>
                    <a:pt x="4248150" y="1336954"/>
                  </a:moveTo>
                  <a:lnTo>
                    <a:pt x="4247693" y="1335836"/>
                  </a:lnTo>
                  <a:lnTo>
                    <a:pt x="4245826" y="1333969"/>
                  </a:lnTo>
                  <a:lnTo>
                    <a:pt x="4244708" y="1333500"/>
                  </a:lnTo>
                  <a:lnTo>
                    <a:pt x="4242079" y="1333500"/>
                  </a:lnTo>
                  <a:lnTo>
                    <a:pt x="4240962" y="1333969"/>
                  </a:lnTo>
                  <a:lnTo>
                    <a:pt x="4239095" y="1335836"/>
                  </a:lnTo>
                  <a:lnTo>
                    <a:pt x="4238625" y="1336954"/>
                  </a:lnTo>
                  <a:lnTo>
                    <a:pt x="4238625" y="1339583"/>
                  </a:lnTo>
                  <a:lnTo>
                    <a:pt x="4239095" y="1340700"/>
                  </a:lnTo>
                  <a:lnTo>
                    <a:pt x="4240962" y="1342567"/>
                  </a:lnTo>
                  <a:lnTo>
                    <a:pt x="4242079" y="1343025"/>
                  </a:lnTo>
                  <a:lnTo>
                    <a:pt x="4244708" y="1343025"/>
                  </a:lnTo>
                  <a:lnTo>
                    <a:pt x="4245826" y="1342567"/>
                  </a:lnTo>
                  <a:lnTo>
                    <a:pt x="4247693" y="1340700"/>
                  </a:lnTo>
                  <a:lnTo>
                    <a:pt x="4248150" y="1339583"/>
                  </a:lnTo>
                  <a:lnTo>
                    <a:pt x="4248150" y="1336954"/>
                  </a:lnTo>
                  <a:close/>
                </a:path>
                <a:path w="6010275" h="1343025">
                  <a:moveTo>
                    <a:pt x="4248150" y="670204"/>
                  </a:moveTo>
                  <a:lnTo>
                    <a:pt x="4247693" y="669086"/>
                  </a:lnTo>
                  <a:lnTo>
                    <a:pt x="4245826" y="667219"/>
                  </a:lnTo>
                  <a:lnTo>
                    <a:pt x="4244708" y="666750"/>
                  </a:lnTo>
                  <a:lnTo>
                    <a:pt x="4242079" y="666750"/>
                  </a:lnTo>
                  <a:lnTo>
                    <a:pt x="4240962" y="667219"/>
                  </a:lnTo>
                  <a:lnTo>
                    <a:pt x="4239095" y="669086"/>
                  </a:lnTo>
                  <a:lnTo>
                    <a:pt x="4238625" y="670204"/>
                  </a:lnTo>
                  <a:lnTo>
                    <a:pt x="4238625" y="672833"/>
                  </a:lnTo>
                  <a:lnTo>
                    <a:pt x="4239095" y="673950"/>
                  </a:lnTo>
                  <a:lnTo>
                    <a:pt x="4240962" y="675817"/>
                  </a:lnTo>
                  <a:lnTo>
                    <a:pt x="4242079" y="676275"/>
                  </a:lnTo>
                  <a:lnTo>
                    <a:pt x="4244708" y="676275"/>
                  </a:lnTo>
                  <a:lnTo>
                    <a:pt x="4245826" y="675817"/>
                  </a:lnTo>
                  <a:lnTo>
                    <a:pt x="4247693" y="673950"/>
                  </a:lnTo>
                  <a:lnTo>
                    <a:pt x="4248150" y="672833"/>
                  </a:lnTo>
                  <a:lnTo>
                    <a:pt x="4248150" y="670204"/>
                  </a:lnTo>
                  <a:close/>
                </a:path>
                <a:path w="6010275" h="1343025">
                  <a:moveTo>
                    <a:pt x="4248150" y="3454"/>
                  </a:moveTo>
                  <a:lnTo>
                    <a:pt x="4247693" y="2336"/>
                  </a:lnTo>
                  <a:lnTo>
                    <a:pt x="4245826" y="469"/>
                  </a:lnTo>
                  <a:lnTo>
                    <a:pt x="4244708" y="0"/>
                  </a:lnTo>
                  <a:lnTo>
                    <a:pt x="4242079" y="0"/>
                  </a:lnTo>
                  <a:lnTo>
                    <a:pt x="4240962" y="469"/>
                  </a:lnTo>
                  <a:lnTo>
                    <a:pt x="4239095" y="2336"/>
                  </a:lnTo>
                  <a:lnTo>
                    <a:pt x="4238625" y="3454"/>
                  </a:lnTo>
                  <a:lnTo>
                    <a:pt x="4238625" y="6083"/>
                  </a:lnTo>
                  <a:lnTo>
                    <a:pt x="4239095" y="7200"/>
                  </a:lnTo>
                  <a:lnTo>
                    <a:pt x="4240962" y="9067"/>
                  </a:lnTo>
                  <a:lnTo>
                    <a:pt x="4242079" y="9525"/>
                  </a:lnTo>
                  <a:lnTo>
                    <a:pt x="4244708" y="9525"/>
                  </a:lnTo>
                  <a:lnTo>
                    <a:pt x="4245826" y="9067"/>
                  </a:lnTo>
                  <a:lnTo>
                    <a:pt x="4247693" y="7200"/>
                  </a:lnTo>
                  <a:lnTo>
                    <a:pt x="4248150" y="6083"/>
                  </a:lnTo>
                  <a:lnTo>
                    <a:pt x="4248150" y="3454"/>
                  </a:lnTo>
                  <a:close/>
                </a:path>
                <a:path w="6010275" h="1343025">
                  <a:moveTo>
                    <a:pt x="4295775" y="1336954"/>
                  </a:moveTo>
                  <a:lnTo>
                    <a:pt x="4295318" y="1335836"/>
                  </a:lnTo>
                  <a:lnTo>
                    <a:pt x="4293451" y="1333969"/>
                  </a:lnTo>
                  <a:lnTo>
                    <a:pt x="4292333" y="1333500"/>
                  </a:lnTo>
                  <a:lnTo>
                    <a:pt x="4289704" y="1333500"/>
                  </a:lnTo>
                  <a:lnTo>
                    <a:pt x="4288587" y="1333969"/>
                  </a:lnTo>
                  <a:lnTo>
                    <a:pt x="4286720" y="1335836"/>
                  </a:lnTo>
                  <a:lnTo>
                    <a:pt x="4286250" y="1336954"/>
                  </a:lnTo>
                  <a:lnTo>
                    <a:pt x="4286250" y="1339583"/>
                  </a:lnTo>
                  <a:lnTo>
                    <a:pt x="4286720" y="1340700"/>
                  </a:lnTo>
                  <a:lnTo>
                    <a:pt x="4288587" y="1342567"/>
                  </a:lnTo>
                  <a:lnTo>
                    <a:pt x="4289704" y="1343025"/>
                  </a:lnTo>
                  <a:lnTo>
                    <a:pt x="4292333" y="1343025"/>
                  </a:lnTo>
                  <a:lnTo>
                    <a:pt x="4293451" y="1342567"/>
                  </a:lnTo>
                  <a:lnTo>
                    <a:pt x="4295318" y="1340700"/>
                  </a:lnTo>
                  <a:lnTo>
                    <a:pt x="4295775" y="1339583"/>
                  </a:lnTo>
                  <a:lnTo>
                    <a:pt x="4295775" y="1336954"/>
                  </a:lnTo>
                  <a:close/>
                </a:path>
                <a:path w="6010275" h="1343025">
                  <a:moveTo>
                    <a:pt x="4295775" y="670204"/>
                  </a:moveTo>
                  <a:lnTo>
                    <a:pt x="4295318" y="669086"/>
                  </a:lnTo>
                  <a:lnTo>
                    <a:pt x="4293451" y="667219"/>
                  </a:lnTo>
                  <a:lnTo>
                    <a:pt x="4292333" y="666750"/>
                  </a:lnTo>
                  <a:lnTo>
                    <a:pt x="4289704" y="666750"/>
                  </a:lnTo>
                  <a:lnTo>
                    <a:pt x="4288587" y="667219"/>
                  </a:lnTo>
                  <a:lnTo>
                    <a:pt x="4286720" y="669086"/>
                  </a:lnTo>
                  <a:lnTo>
                    <a:pt x="4286250" y="670204"/>
                  </a:lnTo>
                  <a:lnTo>
                    <a:pt x="4286250" y="672833"/>
                  </a:lnTo>
                  <a:lnTo>
                    <a:pt x="4286720" y="673950"/>
                  </a:lnTo>
                  <a:lnTo>
                    <a:pt x="4288587" y="675817"/>
                  </a:lnTo>
                  <a:lnTo>
                    <a:pt x="4289704" y="676275"/>
                  </a:lnTo>
                  <a:lnTo>
                    <a:pt x="4292333" y="676275"/>
                  </a:lnTo>
                  <a:lnTo>
                    <a:pt x="4293451" y="675817"/>
                  </a:lnTo>
                  <a:lnTo>
                    <a:pt x="4295318" y="673950"/>
                  </a:lnTo>
                  <a:lnTo>
                    <a:pt x="4295775" y="672833"/>
                  </a:lnTo>
                  <a:lnTo>
                    <a:pt x="4295775" y="670204"/>
                  </a:lnTo>
                  <a:close/>
                </a:path>
                <a:path w="6010275" h="1343025">
                  <a:moveTo>
                    <a:pt x="4295775" y="3454"/>
                  </a:moveTo>
                  <a:lnTo>
                    <a:pt x="4295318" y="2336"/>
                  </a:lnTo>
                  <a:lnTo>
                    <a:pt x="4293451" y="469"/>
                  </a:lnTo>
                  <a:lnTo>
                    <a:pt x="4292333" y="0"/>
                  </a:lnTo>
                  <a:lnTo>
                    <a:pt x="4289704" y="0"/>
                  </a:lnTo>
                  <a:lnTo>
                    <a:pt x="4288587" y="469"/>
                  </a:lnTo>
                  <a:lnTo>
                    <a:pt x="4286720" y="2336"/>
                  </a:lnTo>
                  <a:lnTo>
                    <a:pt x="4286250" y="3454"/>
                  </a:lnTo>
                  <a:lnTo>
                    <a:pt x="4286250" y="6083"/>
                  </a:lnTo>
                  <a:lnTo>
                    <a:pt x="4286720" y="7200"/>
                  </a:lnTo>
                  <a:lnTo>
                    <a:pt x="4288587" y="9067"/>
                  </a:lnTo>
                  <a:lnTo>
                    <a:pt x="4289704" y="9525"/>
                  </a:lnTo>
                  <a:lnTo>
                    <a:pt x="4292333" y="9525"/>
                  </a:lnTo>
                  <a:lnTo>
                    <a:pt x="4293451" y="9067"/>
                  </a:lnTo>
                  <a:lnTo>
                    <a:pt x="4295318" y="7200"/>
                  </a:lnTo>
                  <a:lnTo>
                    <a:pt x="4295775" y="6083"/>
                  </a:lnTo>
                  <a:lnTo>
                    <a:pt x="4295775" y="3454"/>
                  </a:lnTo>
                  <a:close/>
                </a:path>
                <a:path w="6010275" h="1343025">
                  <a:moveTo>
                    <a:pt x="4343400" y="1336954"/>
                  </a:moveTo>
                  <a:lnTo>
                    <a:pt x="4342943" y="1335836"/>
                  </a:lnTo>
                  <a:lnTo>
                    <a:pt x="4341076" y="1333969"/>
                  </a:lnTo>
                  <a:lnTo>
                    <a:pt x="4339958" y="1333500"/>
                  </a:lnTo>
                  <a:lnTo>
                    <a:pt x="4337329" y="1333500"/>
                  </a:lnTo>
                  <a:lnTo>
                    <a:pt x="4336199" y="1333969"/>
                  </a:lnTo>
                  <a:lnTo>
                    <a:pt x="4334345" y="1335836"/>
                  </a:lnTo>
                  <a:lnTo>
                    <a:pt x="4333875" y="1336954"/>
                  </a:lnTo>
                  <a:lnTo>
                    <a:pt x="4333875" y="1339583"/>
                  </a:lnTo>
                  <a:lnTo>
                    <a:pt x="4334345" y="1340700"/>
                  </a:lnTo>
                  <a:lnTo>
                    <a:pt x="4336199" y="1342567"/>
                  </a:lnTo>
                  <a:lnTo>
                    <a:pt x="4337329" y="1343025"/>
                  </a:lnTo>
                  <a:lnTo>
                    <a:pt x="4339958" y="1343025"/>
                  </a:lnTo>
                  <a:lnTo>
                    <a:pt x="4341076" y="1342567"/>
                  </a:lnTo>
                  <a:lnTo>
                    <a:pt x="4342943" y="1340700"/>
                  </a:lnTo>
                  <a:lnTo>
                    <a:pt x="4343400" y="1339583"/>
                  </a:lnTo>
                  <a:lnTo>
                    <a:pt x="4343400" y="1336954"/>
                  </a:lnTo>
                  <a:close/>
                </a:path>
                <a:path w="6010275" h="1343025">
                  <a:moveTo>
                    <a:pt x="4343400" y="670204"/>
                  </a:moveTo>
                  <a:lnTo>
                    <a:pt x="4342943" y="669086"/>
                  </a:lnTo>
                  <a:lnTo>
                    <a:pt x="4341076" y="667219"/>
                  </a:lnTo>
                  <a:lnTo>
                    <a:pt x="4339958" y="666750"/>
                  </a:lnTo>
                  <a:lnTo>
                    <a:pt x="4337329" y="666750"/>
                  </a:lnTo>
                  <a:lnTo>
                    <a:pt x="4336199" y="667219"/>
                  </a:lnTo>
                  <a:lnTo>
                    <a:pt x="4334345" y="669086"/>
                  </a:lnTo>
                  <a:lnTo>
                    <a:pt x="4333875" y="670204"/>
                  </a:lnTo>
                  <a:lnTo>
                    <a:pt x="4333875" y="672833"/>
                  </a:lnTo>
                  <a:lnTo>
                    <a:pt x="4334345" y="673950"/>
                  </a:lnTo>
                  <a:lnTo>
                    <a:pt x="4336199" y="675817"/>
                  </a:lnTo>
                  <a:lnTo>
                    <a:pt x="4337329" y="676275"/>
                  </a:lnTo>
                  <a:lnTo>
                    <a:pt x="4339958" y="676275"/>
                  </a:lnTo>
                  <a:lnTo>
                    <a:pt x="4341076" y="675817"/>
                  </a:lnTo>
                  <a:lnTo>
                    <a:pt x="4342943" y="673950"/>
                  </a:lnTo>
                  <a:lnTo>
                    <a:pt x="4343400" y="672833"/>
                  </a:lnTo>
                  <a:lnTo>
                    <a:pt x="4343400" y="670204"/>
                  </a:lnTo>
                  <a:close/>
                </a:path>
                <a:path w="6010275" h="1343025">
                  <a:moveTo>
                    <a:pt x="4343400" y="3454"/>
                  </a:moveTo>
                  <a:lnTo>
                    <a:pt x="4342943" y="2336"/>
                  </a:lnTo>
                  <a:lnTo>
                    <a:pt x="4341076" y="469"/>
                  </a:lnTo>
                  <a:lnTo>
                    <a:pt x="4339958" y="0"/>
                  </a:lnTo>
                  <a:lnTo>
                    <a:pt x="4337329" y="0"/>
                  </a:lnTo>
                  <a:lnTo>
                    <a:pt x="4336199" y="469"/>
                  </a:lnTo>
                  <a:lnTo>
                    <a:pt x="4334345" y="2336"/>
                  </a:lnTo>
                  <a:lnTo>
                    <a:pt x="4333875" y="3454"/>
                  </a:lnTo>
                  <a:lnTo>
                    <a:pt x="4333875" y="6083"/>
                  </a:lnTo>
                  <a:lnTo>
                    <a:pt x="4334345" y="7200"/>
                  </a:lnTo>
                  <a:lnTo>
                    <a:pt x="4336199" y="9067"/>
                  </a:lnTo>
                  <a:lnTo>
                    <a:pt x="4337329" y="9525"/>
                  </a:lnTo>
                  <a:lnTo>
                    <a:pt x="4339958" y="9525"/>
                  </a:lnTo>
                  <a:lnTo>
                    <a:pt x="4341076" y="9067"/>
                  </a:lnTo>
                  <a:lnTo>
                    <a:pt x="4342943" y="7200"/>
                  </a:lnTo>
                  <a:lnTo>
                    <a:pt x="4343400" y="6083"/>
                  </a:lnTo>
                  <a:lnTo>
                    <a:pt x="4343400" y="3454"/>
                  </a:lnTo>
                  <a:close/>
                </a:path>
                <a:path w="6010275" h="1343025">
                  <a:moveTo>
                    <a:pt x="4391025" y="1336954"/>
                  </a:moveTo>
                  <a:lnTo>
                    <a:pt x="4390568" y="1335836"/>
                  </a:lnTo>
                  <a:lnTo>
                    <a:pt x="4388701" y="1333969"/>
                  </a:lnTo>
                  <a:lnTo>
                    <a:pt x="4387583" y="1333500"/>
                  </a:lnTo>
                  <a:lnTo>
                    <a:pt x="4384954" y="1333500"/>
                  </a:lnTo>
                  <a:lnTo>
                    <a:pt x="4383824" y="1333969"/>
                  </a:lnTo>
                  <a:lnTo>
                    <a:pt x="4381970" y="1335836"/>
                  </a:lnTo>
                  <a:lnTo>
                    <a:pt x="4381500" y="1336954"/>
                  </a:lnTo>
                  <a:lnTo>
                    <a:pt x="4381500" y="1339583"/>
                  </a:lnTo>
                  <a:lnTo>
                    <a:pt x="4381970" y="1340700"/>
                  </a:lnTo>
                  <a:lnTo>
                    <a:pt x="4383824" y="1342567"/>
                  </a:lnTo>
                  <a:lnTo>
                    <a:pt x="4384954" y="1343025"/>
                  </a:lnTo>
                  <a:lnTo>
                    <a:pt x="4387583" y="1343025"/>
                  </a:lnTo>
                  <a:lnTo>
                    <a:pt x="4388701" y="1342567"/>
                  </a:lnTo>
                  <a:lnTo>
                    <a:pt x="4390568" y="1340700"/>
                  </a:lnTo>
                  <a:lnTo>
                    <a:pt x="4391025" y="1339583"/>
                  </a:lnTo>
                  <a:lnTo>
                    <a:pt x="4391025" y="1336954"/>
                  </a:lnTo>
                  <a:close/>
                </a:path>
                <a:path w="6010275" h="1343025">
                  <a:moveTo>
                    <a:pt x="4391025" y="670204"/>
                  </a:moveTo>
                  <a:lnTo>
                    <a:pt x="4390568" y="669086"/>
                  </a:lnTo>
                  <a:lnTo>
                    <a:pt x="4388701" y="667219"/>
                  </a:lnTo>
                  <a:lnTo>
                    <a:pt x="4387583" y="666750"/>
                  </a:lnTo>
                  <a:lnTo>
                    <a:pt x="4384954" y="666750"/>
                  </a:lnTo>
                  <a:lnTo>
                    <a:pt x="4383824" y="667219"/>
                  </a:lnTo>
                  <a:lnTo>
                    <a:pt x="4381970" y="669086"/>
                  </a:lnTo>
                  <a:lnTo>
                    <a:pt x="4381500" y="670204"/>
                  </a:lnTo>
                  <a:lnTo>
                    <a:pt x="4381500" y="672833"/>
                  </a:lnTo>
                  <a:lnTo>
                    <a:pt x="4381970" y="673950"/>
                  </a:lnTo>
                  <a:lnTo>
                    <a:pt x="4383824" y="675817"/>
                  </a:lnTo>
                  <a:lnTo>
                    <a:pt x="4384954" y="676275"/>
                  </a:lnTo>
                  <a:lnTo>
                    <a:pt x="4387583" y="676275"/>
                  </a:lnTo>
                  <a:lnTo>
                    <a:pt x="4388701" y="675817"/>
                  </a:lnTo>
                  <a:lnTo>
                    <a:pt x="4390568" y="673950"/>
                  </a:lnTo>
                  <a:lnTo>
                    <a:pt x="4391025" y="672833"/>
                  </a:lnTo>
                  <a:lnTo>
                    <a:pt x="4391025" y="670204"/>
                  </a:lnTo>
                  <a:close/>
                </a:path>
                <a:path w="6010275" h="1343025">
                  <a:moveTo>
                    <a:pt x="4391025" y="3454"/>
                  </a:moveTo>
                  <a:lnTo>
                    <a:pt x="4390568" y="2336"/>
                  </a:lnTo>
                  <a:lnTo>
                    <a:pt x="4388701" y="469"/>
                  </a:lnTo>
                  <a:lnTo>
                    <a:pt x="4387583" y="0"/>
                  </a:lnTo>
                  <a:lnTo>
                    <a:pt x="4384954" y="0"/>
                  </a:lnTo>
                  <a:lnTo>
                    <a:pt x="4383824" y="469"/>
                  </a:lnTo>
                  <a:lnTo>
                    <a:pt x="4381970" y="2336"/>
                  </a:lnTo>
                  <a:lnTo>
                    <a:pt x="4381500" y="3454"/>
                  </a:lnTo>
                  <a:lnTo>
                    <a:pt x="4381500" y="6083"/>
                  </a:lnTo>
                  <a:lnTo>
                    <a:pt x="4381970" y="7200"/>
                  </a:lnTo>
                  <a:lnTo>
                    <a:pt x="4383824" y="9067"/>
                  </a:lnTo>
                  <a:lnTo>
                    <a:pt x="4384954" y="9525"/>
                  </a:lnTo>
                  <a:lnTo>
                    <a:pt x="4387583" y="9525"/>
                  </a:lnTo>
                  <a:lnTo>
                    <a:pt x="4388701" y="9067"/>
                  </a:lnTo>
                  <a:lnTo>
                    <a:pt x="4390568" y="7200"/>
                  </a:lnTo>
                  <a:lnTo>
                    <a:pt x="4391025" y="6083"/>
                  </a:lnTo>
                  <a:lnTo>
                    <a:pt x="4391025" y="3454"/>
                  </a:lnTo>
                  <a:close/>
                </a:path>
                <a:path w="6010275" h="1343025">
                  <a:moveTo>
                    <a:pt x="4438650" y="1336954"/>
                  </a:moveTo>
                  <a:lnTo>
                    <a:pt x="4438193" y="1335836"/>
                  </a:lnTo>
                  <a:lnTo>
                    <a:pt x="4436326" y="1333969"/>
                  </a:lnTo>
                  <a:lnTo>
                    <a:pt x="4435208" y="1333500"/>
                  </a:lnTo>
                  <a:lnTo>
                    <a:pt x="4432579" y="1333500"/>
                  </a:lnTo>
                  <a:lnTo>
                    <a:pt x="4431449" y="1333969"/>
                  </a:lnTo>
                  <a:lnTo>
                    <a:pt x="4429595" y="1335836"/>
                  </a:lnTo>
                  <a:lnTo>
                    <a:pt x="4429125" y="1336954"/>
                  </a:lnTo>
                  <a:lnTo>
                    <a:pt x="4429125" y="1339583"/>
                  </a:lnTo>
                  <a:lnTo>
                    <a:pt x="4429595" y="1340700"/>
                  </a:lnTo>
                  <a:lnTo>
                    <a:pt x="4431449" y="1342567"/>
                  </a:lnTo>
                  <a:lnTo>
                    <a:pt x="4432579" y="1343025"/>
                  </a:lnTo>
                  <a:lnTo>
                    <a:pt x="4435208" y="1343025"/>
                  </a:lnTo>
                  <a:lnTo>
                    <a:pt x="4436326" y="1342567"/>
                  </a:lnTo>
                  <a:lnTo>
                    <a:pt x="4438193" y="1340700"/>
                  </a:lnTo>
                  <a:lnTo>
                    <a:pt x="4438650" y="1339583"/>
                  </a:lnTo>
                  <a:lnTo>
                    <a:pt x="4438650" y="1336954"/>
                  </a:lnTo>
                  <a:close/>
                </a:path>
                <a:path w="6010275" h="1343025">
                  <a:moveTo>
                    <a:pt x="4438650" y="670204"/>
                  </a:moveTo>
                  <a:lnTo>
                    <a:pt x="4438193" y="669086"/>
                  </a:lnTo>
                  <a:lnTo>
                    <a:pt x="4436326" y="667219"/>
                  </a:lnTo>
                  <a:lnTo>
                    <a:pt x="4435208" y="666750"/>
                  </a:lnTo>
                  <a:lnTo>
                    <a:pt x="4432579" y="666750"/>
                  </a:lnTo>
                  <a:lnTo>
                    <a:pt x="4431449" y="667219"/>
                  </a:lnTo>
                  <a:lnTo>
                    <a:pt x="4429595" y="669086"/>
                  </a:lnTo>
                  <a:lnTo>
                    <a:pt x="4429125" y="670204"/>
                  </a:lnTo>
                  <a:lnTo>
                    <a:pt x="4429125" y="672833"/>
                  </a:lnTo>
                  <a:lnTo>
                    <a:pt x="4429595" y="673950"/>
                  </a:lnTo>
                  <a:lnTo>
                    <a:pt x="4431449" y="675817"/>
                  </a:lnTo>
                  <a:lnTo>
                    <a:pt x="4432579" y="676275"/>
                  </a:lnTo>
                  <a:lnTo>
                    <a:pt x="4435208" y="676275"/>
                  </a:lnTo>
                  <a:lnTo>
                    <a:pt x="4436326" y="675817"/>
                  </a:lnTo>
                  <a:lnTo>
                    <a:pt x="4438193" y="673950"/>
                  </a:lnTo>
                  <a:lnTo>
                    <a:pt x="4438650" y="672833"/>
                  </a:lnTo>
                  <a:lnTo>
                    <a:pt x="4438650" y="670204"/>
                  </a:lnTo>
                  <a:close/>
                </a:path>
                <a:path w="6010275" h="1343025">
                  <a:moveTo>
                    <a:pt x="4438650" y="3454"/>
                  </a:moveTo>
                  <a:lnTo>
                    <a:pt x="4438193" y="2336"/>
                  </a:lnTo>
                  <a:lnTo>
                    <a:pt x="4436326" y="469"/>
                  </a:lnTo>
                  <a:lnTo>
                    <a:pt x="4435208" y="0"/>
                  </a:lnTo>
                  <a:lnTo>
                    <a:pt x="4432579" y="0"/>
                  </a:lnTo>
                  <a:lnTo>
                    <a:pt x="4431449" y="469"/>
                  </a:lnTo>
                  <a:lnTo>
                    <a:pt x="4429595" y="2336"/>
                  </a:lnTo>
                  <a:lnTo>
                    <a:pt x="4429125" y="3454"/>
                  </a:lnTo>
                  <a:lnTo>
                    <a:pt x="4429125" y="6083"/>
                  </a:lnTo>
                  <a:lnTo>
                    <a:pt x="4429595" y="7200"/>
                  </a:lnTo>
                  <a:lnTo>
                    <a:pt x="4431449" y="9067"/>
                  </a:lnTo>
                  <a:lnTo>
                    <a:pt x="4432579" y="9525"/>
                  </a:lnTo>
                  <a:lnTo>
                    <a:pt x="4435208" y="9525"/>
                  </a:lnTo>
                  <a:lnTo>
                    <a:pt x="4436326" y="9067"/>
                  </a:lnTo>
                  <a:lnTo>
                    <a:pt x="4438193" y="7200"/>
                  </a:lnTo>
                  <a:lnTo>
                    <a:pt x="4438650" y="6083"/>
                  </a:lnTo>
                  <a:lnTo>
                    <a:pt x="4438650" y="3454"/>
                  </a:lnTo>
                  <a:close/>
                </a:path>
                <a:path w="6010275" h="1343025">
                  <a:moveTo>
                    <a:pt x="4486275" y="1336954"/>
                  </a:moveTo>
                  <a:lnTo>
                    <a:pt x="4485818" y="1335836"/>
                  </a:lnTo>
                  <a:lnTo>
                    <a:pt x="4483951" y="1333969"/>
                  </a:lnTo>
                  <a:lnTo>
                    <a:pt x="4482833" y="1333500"/>
                  </a:lnTo>
                  <a:lnTo>
                    <a:pt x="4480204" y="1333500"/>
                  </a:lnTo>
                  <a:lnTo>
                    <a:pt x="4479087" y="1333969"/>
                  </a:lnTo>
                  <a:lnTo>
                    <a:pt x="4477220" y="1335836"/>
                  </a:lnTo>
                  <a:lnTo>
                    <a:pt x="4476750" y="1336954"/>
                  </a:lnTo>
                  <a:lnTo>
                    <a:pt x="4476750" y="1339583"/>
                  </a:lnTo>
                  <a:lnTo>
                    <a:pt x="4477220" y="1340700"/>
                  </a:lnTo>
                  <a:lnTo>
                    <a:pt x="4479087" y="1342567"/>
                  </a:lnTo>
                  <a:lnTo>
                    <a:pt x="4480204" y="1343025"/>
                  </a:lnTo>
                  <a:lnTo>
                    <a:pt x="4482833" y="1343025"/>
                  </a:lnTo>
                  <a:lnTo>
                    <a:pt x="4483951" y="1342567"/>
                  </a:lnTo>
                  <a:lnTo>
                    <a:pt x="4485818" y="1340700"/>
                  </a:lnTo>
                  <a:lnTo>
                    <a:pt x="4486275" y="1339583"/>
                  </a:lnTo>
                  <a:lnTo>
                    <a:pt x="4486275" y="1336954"/>
                  </a:lnTo>
                  <a:close/>
                </a:path>
                <a:path w="6010275" h="1343025">
                  <a:moveTo>
                    <a:pt x="4486275" y="670204"/>
                  </a:moveTo>
                  <a:lnTo>
                    <a:pt x="4485818" y="669086"/>
                  </a:lnTo>
                  <a:lnTo>
                    <a:pt x="4483951" y="667219"/>
                  </a:lnTo>
                  <a:lnTo>
                    <a:pt x="4482833" y="666750"/>
                  </a:lnTo>
                  <a:lnTo>
                    <a:pt x="4480204" y="666750"/>
                  </a:lnTo>
                  <a:lnTo>
                    <a:pt x="4479087" y="667219"/>
                  </a:lnTo>
                  <a:lnTo>
                    <a:pt x="4477220" y="669086"/>
                  </a:lnTo>
                  <a:lnTo>
                    <a:pt x="4476750" y="670204"/>
                  </a:lnTo>
                  <a:lnTo>
                    <a:pt x="4476750" y="672833"/>
                  </a:lnTo>
                  <a:lnTo>
                    <a:pt x="4477220" y="673950"/>
                  </a:lnTo>
                  <a:lnTo>
                    <a:pt x="4479087" y="675817"/>
                  </a:lnTo>
                  <a:lnTo>
                    <a:pt x="4480204" y="676275"/>
                  </a:lnTo>
                  <a:lnTo>
                    <a:pt x="4482833" y="676275"/>
                  </a:lnTo>
                  <a:lnTo>
                    <a:pt x="4483951" y="675817"/>
                  </a:lnTo>
                  <a:lnTo>
                    <a:pt x="4485818" y="673950"/>
                  </a:lnTo>
                  <a:lnTo>
                    <a:pt x="4486275" y="672833"/>
                  </a:lnTo>
                  <a:lnTo>
                    <a:pt x="4486275" y="670204"/>
                  </a:lnTo>
                  <a:close/>
                </a:path>
                <a:path w="6010275" h="1343025">
                  <a:moveTo>
                    <a:pt x="4486275" y="3454"/>
                  </a:moveTo>
                  <a:lnTo>
                    <a:pt x="4485818" y="2336"/>
                  </a:lnTo>
                  <a:lnTo>
                    <a:pt x="4483951" y="469"/>
                  </a:lnTo>
                  <a:lnTo>
                    <a:pt x="4482833" y="0"/>
                  </a:lnTo>
                  <a:lnTo>
                    <a:pt x="4480204" y="0"/>
                  </a:lnTo>
                  <a:lnTo>
                    <a:pt x="4479087" y="469"/>
                  </a:lnTo>
                  <a:lnTo>
                    <a:pt x="4477220" y="2336"/>
                  </a:lnTo>
                  <a:lnTo>
                    <a:pt x="4476750" y="3454"/>
                  </a:lnTo>
                  <a:lnTo>
                    <a:pt x="4476750" y="6083"/>
                  </a:lnTo>
                  <a:lnTo>
                    <a:pt x="4477220" y="7200"/>
                  </a:lnTo>
                  <a:lnTo>
                    <a:pt x="4479087" y="9067"/>
                  </a:lnTo>
                  <a:lnTo>
                    <a:pt x="4480204" y="9525"/>
                  </a:lnTo>
                  <a:lnTo>
                    <a:pt x="4482833" y="9525"/>
                  </a:lnTo>
                  <a:lnTo>
                    <a:pt x="4483951" y="9067"/>
                  </a:lnTo>
                  <a:lnTo>
                    <a:pt x="4485818" y="7200"/>
                  </a:lnTo>
                  <a:lnTo>
                    <a:pt x="4486275" y="6083"/>
                  </a:lnTo>
                  <a:lnTo>
                    <a:pt x="4486275" y="3454"/>
                  </a:lnTo>
                  <a:close/>
                </a:path>
                <a:path w="6010275" h="1343025">
                  <a:moveTo>
                    <a:pt x="4533900" y="1336954"/>
                  </a:moveTo>
                  <a:lnTo>
                    <a:pt x="4533443" y="1335836"/>
                  </a:lnTo>
                  <a:lnTo>
                    <a:pt x="4531576" y="1333969"/>
                  </a:lnTo>
                  <a:lnTo>
                    <a:pt x="4530458" y="1333500"/>
                  </a:lnTo>
                  <a:lnTo>
                    <a:pt x="4527829" y="1333500"/>
                  </a:lnTo>
                  <a:lnTo>
                    <a:pt x="4526712" y="1333969"/>
                  </a:lnTo>
                  <a:lnTo>
                    <a:pt x="4524845" y="1335836"/>
                  </a:lnTo>
                  <a:lnTo>
                    <a:pt x="4524375" y="1336954"/>
                  </a:lnTo>
                  <a:lnTo>
                    <a:pt x="4524375" y="1339583"/>
                  </a:lnTo>
                  <a:lnTo>
                    <a:pt x="4524845" y="1340700"/>
                  </a:lnTo>
                  <a:lnTo>
                    <a:pt x="4526712" y="1342567"/>
                  </a:lnTo>
                  <a:lnTo>
                    <a:pt x="4527829" y="1343025"/>
                  </a:lnTo>
                  <a:lnTo>
                    <a:pt x="4530458" y="1343025"/>
                  </a:lnTo>
                  <a:lnTo>
                    <a:pt x="4531576" y="1342567"/>
                  </a:lnTo>
                  <a:lnTo>
                    <a:pt x="4533443" y="1340700"/>
                  </a:lnTo>
                  <a:lnTo>
                    <a:pt x="4533900" y="1339583"/>
                  </a:lnTo>
                  <a:lnTo>
                    <a:pt x="4533900" y="1336954"/>
                  </a:lnTo>
                  <a:close/>
                </a:path>
                <a:path w="6010275" h="1343025">
                  <a:moveTo>
                    <a:pt x="4533900" y="670204"/>
                  </a:moveTo>
                  <a:lnTo>
                    <a:pt x="4533443" y="669086"/>
                  </a:lnTo>
                  <a:lnTo>
                    <a:pt x="4531576" y="667219"/>
                  </a:lnTo>
                  <a:lnTo>
                    <a:pt x="4530458" y="666750"/>
                  </a:lnTo>
                  <a:lnTo>
                    <a:pt x="4527829" y="666750"/>
                  </a:lnTo>
                  <a:lnTo>
                    <a:pt x="4526712" y="667219"/>
                  </a:lnTo>
                  <a:lnTo>
                    <a:pt x="4524845" y="669086"/>
                  </a:lnTo>
                  <a:lnTo>
                    <a:pt x="4524375" y="670204"/>
                  </a:lnTo>
                  <a:lnTo>
                    <a:pt x="4524375" y="672833"/>
                  </a:lnTo>
                  <a:lnTo>
                    <a:pt x="4524845" y="673950"/>
                  </a:lnTo>
                  <a:lnTo>
                    <a:pt x="4526712" y="675817"/>
                  </a:lnTo>
                  <a:lnTo>
                    <a:pt x="4527829" y="676275"/>
                  </a:lnTo>
                  <a:lnTo>
                    <a:pt x="4530458" y="676275"/>
                  </a:lnTo>
                  <a:lnTo>
                    <a:pt x="4531576" y="675817"/>
                  </a:lnTo>
                  <a:lnTo>
                    <a:pt x="4533443" y="673950"/>
                  </a:lnTo>
                  <a:lnTo>
                    <a:pt x="4533900" y="672833"/>
                  </a:lnTo>
                  <a:lnTo>
                    <a:pt x="4533900" y="670204"/>
                  </a:lnTo>
                  <a:close/>
                </a:path>
                <a:path w="6010275" h="1343025">
                  <a:moveTo>
                    <a:pt x="4533900" y="3454"/>
                  </a:moveTo>
                  <a:lnTo>
                    <a:pt x="4533443" y="2336"/>
                  </a:lnTo>
                  <a:lnTo>
                    <a:pt x="4531576" y="469"/>
                  </a:lnTo>
                  <a:lnTo>
                    <a:pt x="4530458" y="0"/>
                  </a:lnTo>
                  <a:lnTo>
                    <a:pt x="4527829" y="0"/>
                  </a:lnTo>
                  <a:lnTo>
                    <a:pt x="4526712" y="469"/>
                  </a:lnTo>
                  <a:lnTo>
                    <a:pt x="4524845" y="2336"/>
                  </a:lnTo>
                  <a:lnTo>
                    <a:pt x="4524375" y="3454"/>
                  </a:lnTo>
                  <a:lnTo>
                    <a:pt x="4524375" y="6083"/>
                  </a:lnTo>
                  <a:lnTo>
                    <a:pt x="4524845" y="7200"/>
                  </a:lnTo>
                  <a:lnTo>
                    <a:pt x="4526712" y="9067"/>
                  </a:lnTo>
                  <a:lnTo>
                    <a:pt x="4527829" y="9525"/>
                  </a:lnTo>
                  <a:lnTo>
                    <a:pt x="4530458" y="9525"/>
                  </a:lnTo>
                  <a:lnTo>
                    <a:pt x="4531576" y="9067"/>
                  </a:lnTo>
                  <a:lnTo>
                    <a:pt x="4533443" y="7200"/>
                  </a:lnTo>
                  <a:lnTo>
                    <a:pt x="4533900" y="6083"/>
                  </a:lnTo>
                  <a:lnTo>
                    <a:pt x="4533900" y="3454"/>
                  </a:lnTo>
                  <a:close/>
                </a:path>
                <a:path w="6010275" h="1343025">
                  <a:moveTo>
                    <a:pt x="4581525" y="1336954"/>
                  </a:moveTo>
                  <a:lnTo>
                    <a:pt x="4581068" y="1335836"/>
                  </a:lnTo>
                  <a:lnTo>
                    <a:pt x="4579201" y="1333969"/>
                  </a:lnTo>
                  <a:lnTo>
                    <a:pt x="4578083" y="1333500"/>
                  </a:lnTo>
                  <a:lnTo>
                    <a:pt x="4575454" y="1333500"/>
                  </a:lnTo>
                  <a:lnTo>
                    <a:pt x="4574337" y="1333969"/>
                  </a:lnTo>
                  <a:lnTo>
                    <a:pt x="4572470" y="1335836"/>
                  </a:lnTo>
                  <a:lnTo>
                    <a:pt x="4572000" y="1336954"/>
                  </a:lnTo>
                  <a:lnTo>
                    <a:pt x="4572000" y="1339583"/>
                  </a:lnTo>
                  <a:lnTo>
                    <a:pt x="4572470" y="1340700"/>
                  </a:lnTo>
                  <a:lnTo>
                    <a:pt x="4574337" y="1342567"/>
                  </a:lnTo>
                  <a:lnTo>
                    <a:pt x="4575454" y="1343025"/>
                  </a:lnTo>
                  <a:lnTo>
                    <a:pt x="4578083" y="1343025"/>
                  </a:lnTo>
                  <a:lnTo>
                    <a:pt x="4579201" y="1342567"/>
                  </a:lnTo>
                  <a:lnTo>
                    <a:pt x="4581068" y="1340700"/>
                  </a:lnTo>
                  <a:lnTo>
                    <a:pt x="4581525" y="1339583"/>
                  </a:lnTo>
                  <a:lnTo>
                    <a:pt x="4581525" y="1336954"/>
                  </a:lnTo>
                  <a:close/>
                </a:path>
                <a:path w="6010275" h="1343025">
                  <a:moveTo>
                    <a:pt x="4581525" y="670204"/>
                  </a:moveTo>
                  <a:lnTo>
                    <a:pt x="4581068" y="669086"/>
                  </a:lnTo>
                  <a:lnTo>
                    <a:pt x="4579201" y="667219"/>
                  </a:lnTo>
                  <a:lnTo>
                    <a:pt x="4578083" y="666750"/>
                  </a:lnTo>
                  <a:lnTo>
                    <a:pt x="4575454" y="666750"/>
                  </a:lnTo>
                  <a:lnTo>
                    <a:pt x="4574337" y="667219"/>
                  </a:lnTo>
                  <a:lnTo>
                    <a:pt x="4572470" y="669086"/>
                  </a:lnTo>
                  <a:lnTo>
                    <a:pt x="4572000" y="670204"/>
                  </a:lnTo>
                  <a:lnTo>
                    <a:pt x="4572000" y="672833"/>
                  </a:lnTo>
                  <a:lnTo>
                    <a:pt x="4572470" y="673950"/>
                  </a:lnTo>
                  <a:lnTo>
                    <a:pt x="4574337" y="675817"/>
                  </a:lnTo>
                  <a:lnTo>
                    <a:pt x="4575454" y="676275"/>
                  </a:lnTo>
                  <a:lnTo>
                    <a:pt x="4578083" y="676275"/>
                  </a:lnTo>
                  <a:lnTo>
                    <a:pt x="4579201" y="675817"/>
                  </a:lnTo>
                  <a:lnTo>
                    <a:pt x="4581068" y="673950"/>
                  </a:lnTo>
                  <a:lnTo>
                    <a:pt x="4581525" y="672833"/>
                  </a:lnTo>
                  <a:lnTo>
                    <a:pt x="4581525" y="670204"/>
                  </a:lnTo>
                  <a:close/>
                </a:path>
                <a:path w="6010275" h="1343025">
                  <a:moveTo>
                    <a:pt x="4581525" y="3454"/>
                  </a:moveTo>
                  <a:lnTo>
                    <a:pt x="4581068" y="2336"/>
                  </a:lnTo>
                  <a:lnTo>
                    <a:pt x="4579201" y="469"/>
                  </a:lnTo>
                  <a:lnTo>
                    <a:pt x="4578083" y="0"/>
                  </a:lnTo>
                  <a:lnTo>
                    <a:pt x="4575454" y="0"/>
                  </a:lnTo>
                  <a:lnTo>
                    <a:pt x="4574337" y="469"/>
                  </a:lnTo>
                  <a:lnTo>
                    <a:pt x="4572470" y="2336"/>
                  </a:lnTo>
                  <a:lnTo>
                    <a:pt x="4572000" y="3454"/>
                  </a:lnTo>
                  <a:lnTo>
                    <a:pt x="4572000" y="6083"/>
                  </a:lnTo>
                  <a:lnTo>
                    <a:pt x="4572470" y="7200"/>
                  </a:lnTo>
                  <a:lnTo>
                    <a:pt x="4574337" y="9067"/>
                  </a:lnTo>
                  <a:lnTo>
                    <a:pt x="4575454" y="9525"/>
                  </a:lnTo>
                  <a:lnTo>
                    <a:pt x="4578083" y="9525"/>
                  </a:lnTo>
                  <a:lnTo>
                    <a:pt x="4579201" y="9067"/>
                  </a:lnTo>
                  <a:lnTo>
                    <a:pt x="4581068" y="7200"/>
                  </a:lnTo>
                  <a:lnTo>
                    <a:pt x="4581525" y="6083"/>
                  </a:lnTo>
                  <a:lnTo>
                    <a:pt x="4581525" y="3454"/>
                  </a:lnTo>
                  <a:close/>
                </a:path>
                <a:path w="6010275" h="1343025">
                  <a:moveTo>
                    <a:pt x="4629150" y="1336954"/>
                  </a:moveTo>
                  <a:lnTo>
                    <a:pt x="4628693" y="1335836"/>
                  </a:lnTo>
                  <a:lnTo>
                    <a:pt x="4626826" y="1333969"/>
                  </a:lnTo>
                  <a:lnTo>
                    <a:pt x="4625708" y="1333500"/>
                  </a:lnTo>
                  <a:lnTo>
                    <a:pt x="4623079" y="1333500"/>
                  </a:lnTo>
                  <a:lnTo>
                    <a:pt x="4621962" y="1333969"/>
                  </a:lnTo>
                  <a:lnTo>
                    <a:pt x="4620095" y="1335836"/>
                  </a:lnTo>
                  <a:lnTo>
                    <a:pt x="4619625" y="1336954"/>
                  </a:lnTo>
                  <a:lnTo>
                    <a:pt x="4619625" y="1339583"/>
                  </a:lnTo>
                  <a:lnTo>
                    <a:pt x="4620095" y="1340700"/>
                  </a:lnTo>
                  <a:lnTo>
                    <a:pt x="4621962" y="1342567"/>
                  </a:lnTo>
                  <a:lnTo>
                    <a:pt x="4623079" y="1343025"/>
                  </a:lnTo>
                  <a:lnTo>
                    <a:pt x="4625708" y="1343025"/>
                  </a:lnTo>
                  <a:lnTo>
                    <a:pt x="4626826" y="1342567"/>
                  </a:lnTo>
                  <a:lnTo>
                    <a:pt x="4628693" y="1340700"/>
                  </a:lnTo>
                  <a:lnTo>
                    <a:pt x="4629150" y="1339583"/>
                  </a:lnTo>
                  <a:lnTo>
                    <a:pt x="4629150" y="1336954"/>
                  </a:lnTo>
                  <a:close/>
                </a:path>
                <a:path w="6010275" h="1343025">
                  <a:moveTo>
                    <a:pt x="4629150" y="670204"/>
                  </a:moveTo>
                  <a:lnTo>
                    <a:pt x="4628693" y="669086"/>
                  </a:lnTo>
                  <a:lnTo>
                    <a:pt x="4626826" y="667219"/>
                  </a:lnTo>
                  <a:lnTo>
                    <a:pt x="4625708" y="666750"/>
                  </a:lnTo>
                  <a:lnTo>
                    <a:pt x="4623079" y="666750"/>
                  </a:lnTo>
                  <a:lnTo>
                    <a:pt x="4621962" y="667219"/>
                  </a:lnTo>
                  <a:lnTo>
                    <a:pt x="4620095" y="669086"/>
                  </a:lnTo>
                  <a:lnTo>
                    <a:pt x="4619625" y="670204"/>
                  </a:lnTo>
                  <a:lnTo>
                    <a:pt x="4619625" y="672833"/>
                  </a:lnTo>
                  <a:lnTo>
                    <a:pt x="4620095" y="673950"/>
                  </a:lnTo>
                  <a:lnTo>
                    <a:pt x="4621962" y="675817"/>
                  </a:lnTo>
                  <a:lnTo>
                    <a:pt x="4623079" y="676275"/>
                  </a:lnTo>
                  <a:lnTo>
                    <a:pt x="4625708" y="676275"/>
                  </a:lnTo>
                  <a:lnTo>
                    <a:pt x="4626826" y="675817"/>
                  </a:lnTo>
                  <a:lnTo>
                    <a:pt x="4628693" y="673950"/>
                  </a:lnTo>
                  <a:lnTo>
                    <a:pt x="4629150" y="672833"/>
                  </a:lnTo>
                  <a:lnTo>
                    <a:pt x="4629150" y="670204"/>
                  </a:lnTo>
                  <a:close/>
                </a:path>
                <a:path w="6010275" h="1343025">
                  <a:moveTo>
                    <a:pt x="4629150" y="3454"/>
                  </a:moveTo>
                  <a:lnTo>
                    <a:pt x="4628693" y="2336"/>
                  </a:lnTo>
                  <a:lnTo>
                    <a:pt x="4626826" y="469"/>
                  </a:lnTo>
                  <a:lnTo>
                    <a:pt x="4625708" y="0"/>
                  </a:lnTo>
                  <a:lnTo>
                    <a:pt x="4623079" y="0"/>
                  </a:lnTo>
                  <a:lnTo>
                    <a:pt x="4621962" y="469"/>
                  </a:lnTo>
                  <a:lnTo>
                    <a:pt x="4620095" y="2336"/>
                  </a:lnTo>
                  <a:lnTo>
                    <a:pt x="4619625" y="3454"/>
                  </a:lnTo>
                  <a:lnTo>
                    <a:pt x="4619625" y="6083"/>
                  </a:lnTo>
                  <a:lnTo>
                    <a:pt x="4620095" y="7200"/>
                  </a:lnTo>
                  <a:lnTo>
                    <a:pt x="4621962" y="9067"/>
                  </a:lnTo>
                  <a:lnTo>
                    <a:pt x="4623079" y="9525"/>
                  </a:lnTo>
                  <a:lnTo>
                    <a:pt x="4625708" y="9525"/>
                  </a:lnTo>
                  <a:lnTo>
                    <a:pt x="4626826" y="9067"/>
                  </a:lnTo>
                  <a:lnTo>
                    <a:pt x="4628693" y="7200"/>
                  </a:lnTo>
                  <a:lnTo>
                    <a:pt x="4629150" y="6083"/>
                  </a:lnTo>
                  <a:lnTo>
                    <a:pt x="4629150" y="3454"/>
                  </a:lnTo>
                  <a:close/>
                </a:path>
                <a:path w="6010275" h="1343025">
                  <a:moveTo>
                    <a:pt x="4676775" y="1336954"/>
                  </a:moveTo>
                  <a:lnTo>
                    <a:pt x="4676318" y="1335836"/>
                  </a:lnTo>
                  <a:lnTo>
                    <a:pt x="4674451" y="1333969"/>
                  </a:lnTo>
                  <a:lnTo>
                    <a:pt x="4673333" y="1333500"/>
                  </a:lnTo>
                  <a:lnTo>
                    <a:pt x="4670704" y="1333500"/>
                  </a:lnTo>
                  <a:lnTo>
                    <a:pt x="4669587" y="1333969"/>
                  </a:lnTo>
                  <a:lnTo>
                    <a:pt x="4667720" y="1335836"/>
                  </a:lnTo>
                  <a:lnTo>
                    <a:pt x="4667250" y="1336954"/>
                  </a:lnTo>
                  <a:lnTo>
                    <a:pt x="4667250" y="1339583"/>
                  </a:lnTo>
                  <a:lnTo>
                    <a:pt x="4667720" y="1340700"/>
                  </a:lnTo>
                  <a:lnTo>
                    <a:pt x="4669587" y="1342567"/>
                  </a:lnTo>
                  <a:lnTo>
                    <a:pt x="4670704" y="1343025"/>
                  </a:lnTo>
                  <a:lnTo>
                    <a:pt x="4673333" y="1343025"/>
                  </a:lnTo>
                  <a:lnTo>
                    <a:pt x="4674451" y="1342567"/>
                  </a:lnTo>
                  <a:lnTo>
                    <a:pt x="4676318" y="1340700"/>
                  </a:lnTo>
                  <a:lnTo>
                    <a:pt x="4676775" y="1339583"/>
                  </a:lnTo>
                  <a:lnTo>
                    <a:pt x="4676775" y="1336954"/>
                  </a:lnTo>
                  <a:close/>
                </a:path>
                <a:path w="6010275" h="1343025">
                  <a:moveTo>
                    <a:pt x="4676775" y="670204"/>
                  </a:moveTo>
                  <a:lnTo>
                    <a:pt x="4676318" y="669086"/>
                  </a:lnTo>
                  <a:lnTo>
                    <a:pt x="4674451" y="667219"/>
                  </a:lnTo>
                  <a:lnTo>
                    <a:pt x="4673333" y="666750"/>
                  </a:lnTo>
                  <a:lnTo>
                    <a:pt x="4670704" y="666750"/>
                  </a:lnTo>
                  <a:lnTo>
                    <a:pt x="4669587" y="667219"/>
                  </a:lnTo>
                  <a:lnTo>
                    <a:pt x="4667720" y="669086"/>
                  </a:lnTo>
                  <a:lnTo>
                    <a:pt x="4667250" y="670204"/>
                  </a:lnTo>
                  <a:lnTo>
                    <a:pt x="4667250" y="672833"/>
                  </a:lnTo>
                  <a:lnTo>
                    <a:pt x="4667720" y="673950"/>
                  </a:lnTo>
                  <a:lnTo>
                    <a:pt x="4669587" y="675817"/>
                  </a:lnTo>
                  <a:lnTo>
                    <a:pt x="4670704" y="676275"/>
                  </a:lnTo>
                  <a:lnTo>
                    <a:pt x="4673333" y="676275"/>
                  </a:lnTo>
                  <a:lnTo>
                    <a:pt x="4674451" y="675817"/>
                  </a:lnTo>
                  <a:lnTo>
                    <a:pt x="4676318" y="673950"/>
                  </a:lnTo>
                  <a:lnTo>
                    <a:pt x="4676775" y="672833"/>
                  </a:lnTo>
                  <a:lnTo>
                    <a:pt x="4676775" y="670204"/>
                  </a:lnTo>
                  <a:close/>
                </a:path>
                <a:path w="6010275" h="1343025">
                  <a:moveTo>
                    <a:pt x="4676775" y="3454"/>
                  </a:moveTo>
                  <a:lnTo>
                    <a:pt x="4676318" y="2336"/>
                  </a:lnTo>
                  <a:lnTo>
                    <a:pt x="4674451" y="469"/>
                  </a:lnTo>
                  <a:lnTo>
                    <a:pt x="4673333" y="0"/>
                  </a:lnTo>
                  <a:lnTo>
                    <a:pt x="4670704" y="0"/>
                  </a:lnTo>
                  <a:lnTo>
                    <a:pt x="4669587" y="469"/>
                  </a:lnTo>
                  <a:lnTo>
                    <a:pt x="4667720" y="2336"/>
                  </a:lnTo>
                  <a:lnTo>
                    <a:pt x="4667250" y="3454"/>
                  </a:lnTo>
                  <a:lnTo>
                    <a:pt x="4667250" y="6083"/>
                  </a:lnTo>
                  <a:lnTo>
                    <a:pt x="4667720" y="7200"/>
                  </a:lnTo>
                  <a:lnTo>
                    <a:pt x="4669587" y="9067"/>
                  </a:lnTo>
                  <a:lnTo>
                    <a:pt x="4670704" y="9525"/>
                  </a:lnTo>
                  <a:lnTo>
                    <a:pt x="4673333" y="9525"/>
                  </a:lnTo>
                  <a:lnTo>
                    <a:pt x="4674451" y="9067"/>
                  </a:lnTo>
                  <a:lnTo>
                    <a:pt x="4676318" y="7200"/>
                  </a:lnTo>
                  <a:lnTo>
                    <a:pt x="4676775" y="6083"/>
                  </a:lnTo>
                  <a:lnTo>
                    <a:pt x="4676775" y="3454"/>
                  </a:lnTo>
                  <a:close/>
                </a:path>
                <a:path w="6010275" h="1343025">
                  <a:moveTo>
                    <a:pt x="4724400" y="1336954"/>
                  </a:moveTo>
                  <a:lnTo>
                    <a:pt x="4723943" y="1335836"/>
                  </a:lnTo>
                  <a:lnTo>
                    <a:pt x="4722076" y="1333969"/>
                  </a:lnTo>
                  <a:lnTo>
                    <a:pt x="4720958" y="1333500"/>
                  </a:lnTo>
                  <a:lnTo>
                    <a:pt x="4718329" y="1333500"/>
                  </a:lnTo>
                  <a:lnTo>
                    <a:pt x="4717212" y="1333969"/>
                  </a:lnTo>
                  <a:lnTo>
                    <a:pt x="4715345" y="1335836"/>
                  </a:lnTo>
                  <a:lnTo>
                    <a:pt x="4714875" y="1336954"/>
                  </a:lnTo>
                  <a:lnTo>
                    <a:pt x="4714875" y="1339583"/>
                  </a:lnTo>
                  <a:lnTo>
                    <a:pt x="4715345" y="1340700"/>
                  </a:lnTo>
                  <a:lnTo>
                    <a:pt x="4717212" y="1342567"/>
                  </a:lnTo>
                  <a:lnTo>
                    <a:pt x="4718329" y="1343025"/>
                  </a:lnTo>
                  <a:lnTo>
                    <a:pt x="4720958" y="1343025"/>
                  </a:lnTo>
                  <a:lnTo>
                    <a:pt x="4722076" y="1342567"/>
                  </a:lnTo>
                  <a:lnTo>
                    <a:pt x="4723943" y="1340700"/>
                  </a:lnTo>
                  <a:lnTo>
                    <a:pt x="4724400" y="1339583"/>
                  </a:lnTo>
                  <a:lnTo>
                    <a:pt x="4724400" y="1336954"/>
                  </a:lnTo>
                  <a:close/>
                </a:path>
                <a:path w="6010275" h="1343025">
                  <a:moveTo>
                    <a:pt x="4724400" y="670204"/>
                  </a:moveTo>
                  <a:lnTo>
                    <a:pt x="4723943" y="669086"/>
                  </a:lnTo>
                  <a:lnTo>
                    <a:pt x="4722076" y="667219"/>
                  </a:lnTo>
                  <a:lnTo>
                    <a:pt x="4720958" y="666750"/>
                  </a:lnTo>
                  <a:lnTo>
                    <a:pt x="4718329" y="666750"/>
                  </a:lnTo>
                  <a:lnTo>
                    <a:pt x="4717212" y="667219"/>
                  </a:lnTo>
                  <a:lnTo>
                    <a:pt x="4715345" y="669086"/>
                  </a:lnTo>
                  <a:lnTo>
                    <a:pt x="4714875" y="670204"/>
                  </a:lnTo>
                  <a:lnTo>
                    <a:pt x="4714875" y="672833"/>
                  </a:lnTo>
                  <a:lnTo>
                    <a:pt x="4715345" y="673950"/>
                  </a:lnTo>
                  <a:lnTo>
                    <a:pt x="4717212" y="675817"/>
                  </a:lnTo>
                  <a:lnTo>
                    <a:pt x="4718329" y="676275"/>
                  </a:lnTo>
                  <a:lnTo>
                    <a:pt x="4720958" y="676275"/>
                  </a:lnTo>
                  <a:lnTo>
                    <a:pt x="4722076" y="675817"/>
                  </a:lnTo>
                  <a:lnTo>
                    <a:pt x="4723943" y="673950"/>
                  </a:lnTo>
                  <a:lnTo>
                    <a:pt x="4724400" y="672833"/>
                  </a:lnTo>
                  <a:lnTo>
                    <a:pt x="4724400" y="670204"/>
                  </a:lnTo>
                  <a:close/>
                </a:path>
                <a:path w="6010275" h="1343025">
                  <a:moveTo>
                    <a:pt x="4724400" y="3454"/>
                  </a:moveTo>
                  <a:lnTo>
                    <a:pt x="4723943" y="2336"/>
                  </a:lnTo>
                  <a:lnTo>
                    <a:pt x="4722076" y="469"/>
                  </a:lnTo>
                  <a:lnTo>
                    <a:pt x="4720958" y="0"/>
                  </a:lnTo>
                  <a:lnTo>
                    <a:pt x="4718329" y="0"/>
                  </a:lnTo>
                  <a:lnTo>
                    <a:pt x="4717212" y="469"/>
                  </a:lnTo>
                  <a:lnTo>
                    <a:pt x="4715345" y="2336"/>
                  </a:lnTo>
                  <a:lnTo>
                    <a:pt x="4714875" y="3454"/>
                  </a:lnTo>
                  <a:lnTo>
                    <a:pt x="4714875" y="6083"/>
                  </a:lnTo>
                  <a:lnTo>
                    <a:pt x="4715345" y="7200"/>
                  </a:lnTo>
                  <a:lnTo>
                    <a:pt x="4717212" y="9067"/>
                  </a:lnTo>
                  <a:lnTo>
                    <a:pt x="4718329" y="9525"/>
                  </a:lnTo>
                  <a:lnTo>
                    <a:pt x="4720958" y="9525"/>
                  </a:lnTo>
                  <a:lnTo>
                    <a:pt x="4722076" y="9067"/>
                  </a:lnTo>
                  <a:lnTo>
                    <a:pt x="4723943" y="7200"/>
                  </a:lnTo>
                  <a:lnTo>
                    <a:pt x="4724400" y="6083"/>
                  </a:lnTo>
                  <a:lnTo>
                    <a:pt x="4724400" y="3454"/>
                  </a:lnTo>
                  <a:close/>
                </a:path>
                <a:path w="6010275" h="1343025">
                  <a:moveTo>
                    <a:pt x="4772025" y="1336954"/>
                  </a:moveTo>
                  <a:lnTo>
                    <a:pt x="4771568" y="1335836"/>
                  </a:lnTo>
                  <a:lnTo>
                    <a:pt x="4769701" y="1333969"/>
                  </a:lnTo>
                  <a:lnTo>
                    <a:pt x="4768583" y="1333500"/>
                  </a:lnTo>
                  <a:lnTo>
                    <a:pt x="4765954" y="1333500"/>
                  </a:lnTo>
                  <a:lnTo>
                    <a:pt x="4764837" y="1333969"/>
                  </a:lnTo>
                  <a:lnTo>
                    <a:pt x="4762970" y="1335836"/>
                  </a:lnTo>
                  <a:lnTo>
                    <a:pt x="4762500" y="1336954"/>
                  </a:lnTo>
                  <a:lnTo>
                    <a:pt x="4762500" y="1339583"/>
                  </a:lnTo>
                  <a:lnTo>
                    <a:pt x="4762970" y="1340700"/>
                  </a:lnTo>
                  <a:lnTo>
                    <a:pt x="4764837" y="1342567"/>
                  </a:lnTo>
                  <a:lnTo>
                    <a:pt x="4765954" y="1343025"/>
                  </a:lnTo>
                  <a:lnTo>
                    <a:pt x="4768583" y="1343025"/>
                  </a:lnTo>
                  <a:lnTo>
                    <a:pt x="4769701" y="1342567"/>
                  </a:lnTo>
                  <a:lnTo>
                    <a:pt x="4771568" y="1340700"/>
                  </a:lnTo>
                  <a:lnTo>
                    <a:pt x="4772025" y="1339583"/>
                  </a:lnTo>
                  <a:lnTo>
                    <a:pt x="4772025" y="1336954"/>
                  </a:lnTo>
                  <a:close/>
                </a:path>
                <a:path w="6010275" h="1343025">
                  <a:moveTo>
                    <a:pt x="4772025" y="670204"/>
                  </a:moveTo>
                  <a:lnTo>
                    <a:pt x="4771568" y="669086"/>
                  </a:lnTo>
                  <a:lnTo>
                    <a:pt x="4769701" y="667219"/>
                  </a:lnTo>
                  <a:lnTo>
                    <a:pt x="4768583" y="666750"/>
                  </a:lnTo>
                  <a:lnTo>
                    <a:pt x="4765954" y="666750"/>
                  </a:lnTo>
                  <a:lnTo>
                    <a:pt x="4764837" y="667219"/>
                  </a:lnTo>
                  <a:lnTo>
                    <a:pt x="4762970" y="669086"/>
                  </a:lnTo>
                  <a:lnTo>
                    <a:pt x="4762500" y="670204"/>
                  </a:lnTo>
                  <a:lnTo>
                    <a:pt x="4762500" y="672833"/>
                  </a:lnTo>
                  <a:lnTo>
                    <a:pt x="4762970" y="673950"/>
                  </a:lnTo>
                  <a:lnTo>
                    <a:pt x="4764837" y="675817"/>
                  </a:lnTo>
                  <a:lnTo>
                    <a:pt x="4765954" y="676275"/>
                  </a:lnTo>
                  <a:lnTo>
                    <a:pt x="4768583" y="676275"/>
                  </a:lnTo>
                  <a:lnTo>
                    <a:pt x="4769701" y="675817"/>
                  </a:lnTo>
                  <a:lnTo>
                    <a:pt x="4771568" y="673950"/>
                  </a:lnTo>
                  <a:lnTo>
                    <a:pt x="4772025" y="672833"/>
                  </a:lnTo>
                  <a:lnTo>
                    <a:pt x="4772025" y="670204"/>
                  </a:lnTo>
                  <a:close/>
                </a:path>
                <a:path w="6010275" h="1343025">
                  <a:moveTo>
                    <a:pt x="4772025" y="3454"/>
                  </a:moveTo>
                  <a:lnTo>
                    <a:pt x="4771568" y="2336"/>
                  </a:lnTo>
                  <a:lnTo>
                    <a:pt x="4769701" y="469"/>
                  </a:lnTo>
                  <a:lnTo>
                    <a:pt x="4768583" y="0"/>
                  </a:lnTo>
                  <a:lnTo>
                    <a:pt x="4765954" y="0"/>
                  </a:lnTo>
                  <a:lnTo>
                    <a:pt x="4764837" y="469"/>
                  </a:lnTo>
                  <a:lnTo>
                    <a:pt x="4762970" y="2336"/>
                  </a:lnTo>
                  <a:lnTo>
                    <a:pt x="4762500" y="3454"/>
                  </a:lnTo>
                  <a:lnTo>
                    <a:pt x="4762500" y="6083"/>
                  </a:lnTo>
                  <a:lnTo>
                    <a:pt x="4762970" y="7200"/>
                  </a:lnTo>
                  <a:lnTo>
                    <a:pt x="4764837" y="9067"/>
                  </a:lnTo>
                  <a:lnTo>
                    <a:pt x="4765954" y="9525"/>
                  </a:lnTo>
                  <a:lnTo>
                    <a:pt x="4768583" y="9525"/>
                  </a:lnTo>
                  <a:lnTo>
                    <a:pt x="4769701" y="9067"/>
                  </a:lnTo>
                  <a:lnTo>
                    <a:pt x="4771568" y="7200"/>
                  </a:lnTo>
                  <a:lnTo>
                    <a:pt x="4772025" y="6083"/>
                  </a:lnTo>
                  <a:lnTo>
                    <a:pt x="4772025" y="3454"/>
                  </a:lnTo>
                  <a:close/>
                </a:path>
                <a:path w="6010275" h="1343025">
                  <a:moveTo>
                    <a:pt x="4819650" y="1336954"/>
                  </a:moveTo>
                  <a:lnTo>
                    <a:pt x="4819193" y="1335836"/>
                  </a:lnTo>
                  <a:lnTo>
                    <a:pt x="4817326" y="1333969"/>
                  </a:lnTo>
                  <a:lnTo>
                    <a:pt x="4816208" y="1333500"/>
                  </a:lnTo>
                  <a:lnTo>
                    <a:pt x="4813579" y="1333500"/>
                  </a:lnTo>
                  <a:lnTo>
                    <a:pt x="4812449" y="1333969"/>
                  </a:lnTo>
                  <a:lnTo>
                    <a:pt x="4810595" y="1335836"/>
                  </a:lnTo>
                  <a:lnTo>
                    <a:pt x="4810125" y="1336954"/>
                  </a:lnTo>
                  <a:lnTo>
                    <a:pt x="4810125" y="1339583"/>
                  </a:lnTo>
                  <a:lnTo>
                    <a:pt x="4810595" y="1340700"/>
                  </a:lnTo>
                  <a:lnTo>
                    <a:pt x="4812449" y="1342567"/>
                  </a:lnTo>
                  <a:lnTo>
                    <a:pt x="4813579" y="1343025"/>
                  </a:lnTo>
                  <a:lnTo>
                    <a:pt x="4816208" y="1343025"/>
                  </a:lnTo>
                  <a:lnTo>
                    <a:pt x="4817326" y="1342567"/>
                  </a:lnTo>
                  <a:lnTo>
                    <a:pt x="4819193" y="1340700"/>
                  </a:lnTo>
                  <a:lnTo>
                    <a:pt x="4819650" y="1339583"/>
                  </a:lnTo>
                  <a:lnTo>
                    <a:pt x="4819650" y="1336954"/>
                  </a:lnTo>
                  <a:close/>
                </a:path>
                <a:path w="6010275" h="1343025">
                  <a:moveTo>
                    <a:pt x="4819650" y="670204"/>
                  </a:moveTo>
                  <a:lnTo>
                    <a:pt x="4819193" y="669086"/>
                  </a:lnTo>
                  <a:lnTo>
                    <a:pt x="4817326" y="667219"/>
                  </a:lnTo>
                  <a:lnTo>
                    <a:pt x="4816208" y="666750"/>
                  </a:lnTo>
                  <a:lnTo>
                    <a:pt x="4813579" y="666750"/>
                  </a:lnTo>
                  <a:lnTo>
                    <a:pt x="4812449" y="667219"/>
                  </a:lnTo>
                  <a:lnTo>
                    <a:pt x="4810595" y="669086"/>
                  </a:lnTo>
                  <a:lnTo>
                    <a:pt x="4810125" y="670204"/>
                  </a:lnTo>
                  <a:lnTo>
                    <a:pt x="4810125" y="672833"/>
                  </a:lnTo>
                  <a:lnTo>
                    <a:pt x="4810595" y="673950"/>
                  </a:lnTo>
                  <a:lnTo>
                    <a:pt x="4812449" y="675817"/>
                  </a:lnTo>
                  <a:lnTo>
                    <a:pt x="4813579" y="676275"/>
                  </a:lnTo>
                  <a:lnTo>
                    <a:pt x="4816208" y="676275"/>
                  </a:lnTo>
                  <a:lnTo>
                    <a:pt x="4817326" y="675817"/>
                  </a:lnTo>
                  <a:lnTo>
                    <a:pt x="4819193" y="673950"/>
                  </a:lnTo>
                  <a:lnTo>
                    <a:pt x="4819650" y="672833"/>
                  </a:lnTo>
                  <a:lnTo>
                    <a:pt x="4819650" y="670204"/>
                  </a:lnTo>
                  <a:close/>
                </a:path>
                <a:path w="6010275" h="1343025">
                  <a:moveTo>
                    <a:pt x="4819650" y="3454"/>
                  </a:moveTo>
                  <a:lnTo>
                    <a:pt x="4819193" y="2336"/>
                  </a:lnTo>
                  <a:lnTo>
                    <a:pt x="4817326" y="469"/>
                  </a:lnTo>
                  <a:lnTo>
                    <a:pt x="4816208" y="0"/>
                  </a:lnTo>
                  <a:lnTo>
                    <a:pt x="4813579" y="0"/>
                  </a:lnTo>
                  <a:lnTo>
                    <a:pt x="4812449" y="469"/>
                  </a:lnTo>
                  <a:lnTo>
                    <a:pt x="4810595" y="2336"/>
                  </a:lnTo>
                  <a:lnTo>
                    <a:pt x="4810125" y="3454"/>
                  </a:lnTo>
                  <a:lnTo>
                    <a:pt x="4810125" y="6083"/>
                  </a:lnTo>
                  <a:lnTo>
                    <a:pt x="4810595" y="7200"/>
                  </a:lnTo>
                  <a:lnTo>
                    <a:pt x="4812449" y="9067"/>
                  </a:lnTo>
                  <a:lnTo>
                    <a:pt x="4813579" y="9525"/>
                  </a:lnTo>
                  <a:lnTo>
                    <a:pt x="4816208" y="9525"/>
                  </a:lnTo>
                  <a:lnTo>
                    <a:pt x="4817326" y="9067"/>
                  </a:lnTo>
                  <a:lnTo>
                    <a:pt x="4819193" y="7200"/>
                  </a:lnTo>
                  <a:lnTo>
                    <a:pt x="4819650" y="6083"/>
                  </a:lnTo>
                  <a:lnTo>
                    <a:pt x="4819650" y="3454"/>
                  </a:lnTo>
                  <a:close/>
                </a:path>
                <a:path w="6010275" h="1343025">
                  <a:moveTo>
                    <a:pt x="4867275" y="1336954"/>
                  </a:moveTo>
                  <a:lnTo>
                    <a:pt x="4866818" y="1335836"/>
                  </a:lnTo>
                  <a:lnTo>
                    <a:pt x="4864951" y="1333969"/>
                  </a:lnTo>
                  <a:lnTo>
                    <a:pt x="4863833" y="1333500"/>
                  </a:lnTo>
                  <a:lnTo>
                    <a:pt x="4861204" y="1333500"/>
                  </a:lnTo>
                  <a:lnTo>
                    <a:pt x="4860074" y="1333969"/>
                  </a:lnTo>
                  <a:lnTo>
                    <a:pt x="4858220" y="1335836"/>
                  </a:lnTo>
                  <a:lnTo>
                    <a:pt x="4857750" y="1336954"/>
                  </a:lnTo>
                  <a:lnTo>
                    <a:pt x="4857750" y="1339583"/>
                  </a:lnTo>
                  <a:lnTo>
                    <a:pt x="4858220" y="1340700"/>
                  </a:lnTo>
                  <a:lnTo>
                    <a:pt x="4860074" y="1342567"/>
                  </a:lnTo>
                  <a:lnTo>
                    <a:pt x="4861204" y="1343025"/>
                  </a:lnTo>
                  <a:lnTo>
                    <a:pt x="4863833" y="1343025"/>
                  </a:lnTo>
                  <a:lnTo>
                    <a:pt x="4864951" y="1342567"/>
                  </a:lnTo>
                  <a:lnTo>
                    <a:pt x="4866818" y="1340700"/>
                  </a:lnTo>
                  <a:lnTo>
                    <a:pt x="4867275" y="1339583"/>
                  </a:lnTo>
                  <a:lnTo>
                    <a:pt x="4867275" y="1336954"/>
                  </a:lnTo>
                  <a:close/>
                </a:path>
                <a:path w="6010275" h="1343025">
                  <a:moveTo>
                    <a:pt x="4867275" y="670204"/>
                  </a:moveTo>
                  <a:lnTo>
                    <a:pt x="4866818" y="669086"/>
                  </a:lnTo>
                  <a:lnTo>
                    <a:pt x="4864951" y="667219"/>
                  </a:lnTo>
                  <a:lnTo>
                    <a:pt x="4863833" y="666750"/>
                  </a:lnTo>
                  <a:lnTo>
                    <a:pt x="4861204" y="666750"/>
                  </a:lnTo>
                  <a:lnTo>
                    <a:pt x="4860074" y="667219"/>
                  </a:lnTo>
                  <a:lnTo>
                    <a:pt x="4858220" y="669086"/>
                  </a:lnTo>
                  <a:lnTo>
                    <a:pt x="4857750" y="670204"/>
                  </a:lnTo>
                  <a:lnTo>
                    <a:pt x="4857750" y="672833"/>
                  </a:lnTo>
                  <a:lnTo>
                    <a:pt x="4858220" y="673950"/>
                  </a:lnTo>
                  <a:lnTo>
                    <a:pt x="4860074" y="675817"/>
                  </a:lnTo>
                  <a:lnTo>
                    <a:pt x="4861204" y="676275"/>
                  </a:lnTo>
                  <a:lnTo>
                    <a:pt x="4863833" y="676275"/>
                  </a:lnTo>
                  <a:lnTo>
                    <a:pt x="4864951" y="675817"/>
                  </a:lnTo>
                  <a:lnTo>
                    <a:pt x="4866818" y="673950"/>
                  </a:lnTo>
                  <a:lnTo>
                    <a:pt x="4867275" y="672833"/>
                  </a:lnTo>
                  <a:lnTo>
                    <a:pt x="4867275" y="670204"/>
                  </a:lnTo>
                  <a:close/>
                </a:path>
                <a:path w="6010275" h="1343025">
                  <a:moveTo>
                    <a:pt x="4867275" y="3454"/>
                  </a:moveTo>
                  <a:lnTo>
                    <a:pt x="4866818" y="2336"/>
                  </a:lnTo>
                  <a:lnTo>
                    <a:pt x="4864951" y="469"/>
                  </a:lnTo>
                  <a:lnTo>
                    <a:pt x="4863833" y="0"/>
                  </a:lnTo>
                  <a:lnTo>
                    <a:pt x="4861204" y="0"/>
                  </a:lnTo>
                  <a:lnTo>
                    <a:pt x="4860074" y="469"/>
                  </a:lnTo>
                  <a:lnTo>
                    <a:pt x="4858220" y="2336"/>
                  </a:lnTo>
                  <a:lnTo>
                    <a:pt x="4857750" y="3454"/>
                  </a:lnTo>
                  <a:lnTo>
                    <a:pt x="4857750" y="6083"/>
                  </a:lnTo>
                  <a:lnTo>
                    <a:pt x="4858220" y="7200"/>
                  </a:lnTo>
                  <a:lnTo>
                    <a:pt x="4860074" y="9067"/>
                  </a:lnTo>
                  <a:lnTo>
                    <a:pt x="4861204" y="9525"/>
                  </a:lnTo>
                  <a:lnTo>
                    <a:pt x="4863833" y="9525"/>
                  </a:lnTo>
                  <a:lnTo>
                    <a:pt x="4864951" y="9067"/>
                  </a:lnTo>
                  <a:lnTo>
                    <a:pt x="4866818" y="7200"/>
                  </a:lnTo>
                  <a:lnTo>
                    <a:pt x="4867275" y="6083"/>
                  </a:lnTo>
                  <a:lnTo>
                    <a:pt x="4867275" y="3454"/>
                  </a:lnTo>
                  <a:close/>
                </a:path>
                <a:path w="6010275" h="1343025">
                  <a:moveTo>
                    <a:pt x="4914900" y="1336954"/>
                  </a:moveTo>
                  <a:lnTo>
                    <a:pt x="4914443" y="1335836"/>
                  </a:lnTo>
                  <a:lnTo>
                    <a:pt x="4912576" y="1333969"/>
                  </a:lnTo>
                  <a:lnTo>
                    <a:pt x="4911458" y="1333500"/>
                  </a:lnTo>
                  <a:lnTo>
                    <a:pt x="4908829" y="1333500"/>
                  </a:lnTo>
                  <a:lnTo>
                    <a:pt x="4907699" y="1333969"/>
                  </a:lnTo>
                  <a:lnTo>
                    <a:pt x="4905845" y="1335836"/>
                  </a:lnTo>
                  <a:lnTo>
                    <a:pt x="4905375" y="1336954"/>
                  </a:lnTo>
                  <a:lnTo>
                    <a:pt x="4905375" y="1339583"/>
                  </a:lnTo>
                  <a:lnTo>
                    <a:pt x="4905845" y="1340700"/>
                  </a:lnTo>
                  <a:lnTo>
                    <a:pt x="4907699" y="1342567"/>
                  </a:lnTo>
                  <a:lnTo>
                    <a:pt x="4908829" y="1343025"/>
                  </a:lnTo>
                  <a:lnTo>
                    <a:pt x="4911458" y="1343025"/>
                  </a:lnTo>
                  <a:lnTo>
                    <a:pt x="4912576" y="1342567"/>
                  </a:lnTo>
                  <a:lnTo>
                    <a:pt x="4914443" y="1340700"/>
                  </a:lnTo>
                  <a:lnTo>
                    <a:pt x="4914900" y="1339583"/>
                  </a:lnTo>
                  <a:lnTo>
                    <a:pt x="4914900" y="1336954"/>
                  </a:lnTo>
                  <a:close/>
                </a:path>
                <a:path w="6010275" h="1343025">
                  <a:moveTo>
                    <a:pt x="4914900" y="670204"/>
                  </a:moveTo>
                  <a:lnTo>
                    <a:pt x="4914443" y="669086"/>
                  </a:lnTo>
                  <a:lnTo>
                    <a:pt x="4912576" y="667219"/>
                  </a:lnTo>
                  <a:lnTo>
                    <a:pt x="4911458" y="666750"/>
                  </a:lnTo>
                  <a:lnTo>
                    <a:pt x="4908829" y="666750"/>
                  </a:lnTo>
                  <a:lnTo>
                    <a:pt x="4907699" y="667219"/>
                  </a:lnTo>
                  <a:lnTo>
                    <a:pt x="4905845" y="669086"/>
                  </a:lnTo>
                  <a:lnTo>
                    <a:pt x="4905375" y="670204"/>
                  </a:lnTo>
                  <a:lnTo>
                    <a:pt x="4905375" y="672833"/>
                  </a:lnTo>
                  <a:lnTo>
                    <a:pt x="4905845" y="673950"/>
                  </a:lnTo>
                  <a:lnTo>
                    <a:pt x="4907699" y="675817"/>
                  </a:lnTo>
                  <a:lnTo>
                    <a:pt x="4908829" y="676275"/>
                  </a:lnTo>
                  <a:lnTo>
                    <a:pt x="4911458" y="676275"/>
                  </a:lnTo>
                  <a:lnTo>
                    <a:pt x="4912576" y="675817"/>
                  </a:lnTo>
                  <a:lnTo>
                    <a:pt x="4914443" y="673950"/>
                  </a:lnTo>
                  <a:lnTo>
                    <a:pt x="4914900" y="672833"/>
                  </a:lnTo>
                  <a:lnTo>
                    <a:pt x="4914900" y="670204"/>
                  </a:lnTo>
                  <a:close/>
                </a:path>
                <a:path w="6010275" h="1343025">
                  <a:moveTo>
                    <a:pt x="4914900" y="3454"/>
                  </a:moveTo>
                  <a:lnTo>
                    <a:pt x="4914443" y="2336"/>
                  </a:lnTo>
                  <a:lnTo>
                    <a:pt x="4912576" y="469"/>
                  </a:lnTo>
                  <a:lnTo>
                    <a:pt x="4911458" y="0"/>
                  </a:lnTo>
                  <a:lnTo>
                    <a:pt x="4908829" y="0"/>
                  </a:lnTo>
                  <a:lnTo>
                    <a:pt x="4907699" y="469"/>
                  </a:lnTo>
                  <a:lnTo>
                    <a:pt x="4905845" y="2336"/>
                  </a:lnTo>
                  <a:lnTo>
                    <a:pt x="4905375" y="3454"/>
                  </a:lnTo>
                  <a:lnTo>
                    <a:pt x="4905375" y="6083"/>
                  </a:lnTo>
                  <a:lnTo>
                    <a:pt x="4905845" y="7200"/>
                  </a:lnTo>
                  <a:lnTo>
                    <a:pt x="4907699" y="9067"/>
                  </a:lnTo>
                  <a:lnTo>
                    <a:pt x="4908829" y="9525"/>
                  </a:lnTo>
                  <a:lnTo>
                    <a:pt x="4911458" y="9525"/>
                  </a:lnTo>
                  <a:lnTo>
                    <a:pt x="4912576" y="9067"/>
                  </a:lnTo>
                  <a:lnTo>
                    <a:pt x="4914443" y="7200"/>
                  </a:lnTo>
                  <a:lnTo>
                    <a:pt x="4914900" y="6083"/>
                  </a:lnTo>
                  <a:lnTo>
                    <a:pt x="4914900" y="3454"/>
                  </a:lnTo>
                  <a:close/>
                </a:path>
                <a:path w="6010275" h="1343025">
                  <a:moveTo>
                    <a:pt x="4962525" y="1336954"/>
                  </a:moveTo>
                  <a:lnTo>
                    <a:pt x="4962068" y="1335836"/>
                  </a:lnTo>
                  <a:lnTo>
                    <a:pt x="4960201" y="1333969"/>
                  </a:lnTo>
                  <a:lnTo>
                    <a:pt x="4959083" y="1333500"/>
                  </a:lnTo>
                  <a:lnTo>
                    <a:pt x="4956454" y="1333500"/>
                  </a:lnTo>
                  <a:lnTo>
                    <a:pt x="4955324" y="1333969"/>
                  </a:lnTo>
                  <a:lnTo>
                    <a:pt x="4953470" y="1335836"/>
                  </a:lnTo>
                  <a:lnTo>
                    <a:pt x="4953000" y="1336954"/>
                  </a:lnTo>
                  <a:lnTo>
                    <a:pt x="4953000" y="1339583"/>
                  </a:lnTo>
                  <a:lnTo>
                    <a:pt x="4953470" y="1340700"/>
                  </a:lnTo>
                  <a:lnTo>
                    <a:pt x="4955324" y="1342567"/>
                  </a:lnTo>
                  <a:lnTo>
                    <a:pt x="4956454" y="1343025"/>
                  </a:lnTo>
                  <a:lnTo>
                    <a:pt x="4959083" y="1343025"/>
                  </a:lnTo>
                  <a:lnTo>
                    <a:pt x="4960201" y="1342567"/>
                  </a:lnTo>
                  <a:lnTo>
                    <a:pt x="4962068" y="1340700"/>
                  </a:lnTo>
                  <a:lnTo>
                    <a:pt x="4962525" y="1339583"/>
                  </a:lnTo>
                  <a:lnTo>
                    <a:pt x="4962525" y="1336954"/>
                  </a:lnTo>
                  <a:close/>
                </a:path>
                <a:path w="6010275" h="1343025">
                  <a:moveTo>
                    <a:pt x="4962525" y="670204"/>
                  </a:moveTo>
                  <a:lnTo>
                    <a:pt x="4962068" y="669086"/>
                  </a:lnTo>
                  <a:lnTo>
                    <a:pt x="4960201" y="667219"/>
                  </a:lnTo>
                  <a:lnTo>
                    <a:pt x="4959083" y="666750"/>
                  </a:lnTo>
                  <a:lnTo>
                    <a:pt x="4956454" y="666750"/>
                  </a:lnTo>
                  <a:lnTo>
                    <a:pt x="4955324" y="667219"/>
                  </a:lnTo>
                  <a:lnTo>
                    <a:pt x="4953470" y="669086"/>
                  </a:lnTo>
                  <a:lnTo>
                    <a:pt x="4953000" y="670204"/>
                  </a:lnTo>
                  <a:lnTo>
                    <a:pt x="4953000" y="672833"/>
                  </a:lnTo>
                  <a:lnTo>
                    <a:pt x="4953470" y="673950"/>
                  </a:lnTo>
                  <a:lnTo>
                    <a:pt x="4955324" y="675817"/>
                  </a:lnTo>
                  <a:lnTo>
                    <a:pt x="4956454" y="676275"/>
                  </a:lnTo>
                  <a:lnTo>
                    <a:pt x="4959083" y="676275"/>
                  </a:lnTo>
                  <a:lnTo>
                    <a:pt x="4960201" y="675817"/>
                  </a:lnTo>
                  <a:lnTo>
                    <a:pt x="4962068" y="673950"/>
                  </a:lnTo>
                  <a:lnTo>
                    <a:pt x="4962525" y="672833"/>
                  </a:lnTo>
                  <a:lnTo>
                    <a:pt x="4962525" y="670204"/>
                  </a:lnTo>
                  <a:close/>
                </a:path>
                <a:path w="6010275" h="1343025">
                  <a:moveTo>
                    <a:pt x="4962525" y="3454"/>
                  </a:moveTo>
                  <a:lnTo>
                    <a:pt x="4962068" y="2336"/>
                  </a:lnTo>
                  <a:lnTo>
                    <a:pt x="4960201" y="469"/>
                  </a:lnTo>
                  <a:lnTo>
                    <a:pt x="4959083" y="0"/>
                  </a:lnTo>
                  <a:lnTo>
                    <a:pt x="4956454" y="0"/>
                  </a:lnTo>
                  <a:lnTo>
                    <a:pt x="4955324" y="469"/>
                  </a:lnTo>
                  <a:lnTo>
                    <a:pt x="4953470" y="2336"/>
                  </a:lnTo>
                  <a:lnTo>
                    <a:pt x="4953000" y="3454"/>
                  </a:lnTo>
                  <a:lnTo>
                    <a:pt x="4953000" y="6083"/>
                  </a:lnTo>
                  <a:lnTo>
                    <a:pt x="4953470" y="7200"/>
                  </a:lnTo>
                  <a:lnTo>
                    <a:pt x="4955324" y="9067"/>
                  </a:lnTo>
                  <a:lnTo>
                    <a:pt x="4956454" y="9525"/>
                  </a:lnTo>
                  <a:lnTo>
                    <a:pt x="4959083" y="9525"/>
                  </a:lnTo>
                  <a:lnTo>
                    <a:pt x="4960201" y="9067"/>
                  </a:lnTo>
                  <a:lnTo>
                    <a:pt x="4962068" y="7200"/>
                  </a:lnTo>
                  <a:lnTo>
                    <a:pt x="4962525" y="6083"/>
                  </a:lnTo>
                  <a:lnTo>
                    <a:pt x="4962525" y="3454"/>
                  </a:lnTo>
                  <a:close/>
                </a:path>
                <a:path w="6010275" h="1343025">
                  <a:moveTo>
                    <a:pt x="5010150" y="1336954"/>
                  </a:moveTo>
                  <a:lnTo>
                    <a:pt x="5009693" y="1335836"/>
                  </a:lnTo>
                  <a:lnTo>
                    <a:pt x="5007826" y="1333969"/>
                  </a:lnTo>
                  <a:lnTo>
                    <a:pt x="5006708" y="1333500"/>
                  </a:lnTo>
                  <a:lnTo>
                    <a:pt x="5004079" y="1333500"/>
                  </a:lnTo>
                  <a:lnTo>
                    <a:pt x="5002949" y="1333969"/>
                  </a:lnTo>
                  <a:lnTo>
                    <a:pt x="5001095" y="1335836"/>
                  </a:lnTo>
                  <a:lnTo>
                    <a:pt x="5000625" y="1336954"/>
                  </a:lnTo>
                  <a:lnTo>
                    <a:pt x="5000625" y="1339583"/>
                  </a:lnTo>
                  <a:lnTo>
                    <a:pt x="5001095" y="1340700"/>
                  </a:lnTo>
                  <a:lnTo>
                    <a:pt x="5002949" y="1342567"/>
                  </a:lnTo>
                  <a:lnTo>
                    <a:pt x="5004079" y="1343025"/>
                  </a:lnTo>
                  <a:lnTo>
                    <a:pt x="5006708" y="1343025"/>
                  </a:lnTo>
                  <a:lnTo>
                    <a:pt x="5007826" y="1342567"/>
                  </a:lnTo>
                  <a:lnTo>
                    <a:pt x="5009693" y="1340700"/>
                  </a:lnTo>
                  <a:lnTo>
                    <a:pt x="5010150" y="1339583"/>
                  </a:lnTo>
                  <a:lnTo>
                    <a:pt x="5010150" y="1336954"/>
                  </a:lnTo>
                  <a:close/>
                </a:path>
                <a:path w="6010275" h="1343025">
                  <a:moveTo>
                    <a:pt x="5010150" y="670204"/>
                  </a:moveTo>
                  <a:lnTo>
                    <a:pt x="5009693" y="669086"/>
                  </a:lnTo>
                  <a:lnTo>
                    <a:pt x="5007826" y="667219"/>
                  </a:lnTo>
                  <a:lnTo>
                    <a:pt x="5006708" y="666750"/>
                  </a:lnTo>
                  <a:lnTo>
                    <a:pt x="5004079" y="666750"/>
                  </a:lnTo>
                  <a:lnTo>
                    <a:pt x="5002949" y="667219"/>
                  </a:lnTo>
                  <a:lnTo>
                    <a:pt x="5001095" y="669086"/>
                  </a:lnTo>
                  <a:lnTo>
                    <a:pt x="5000625" y="670204"/>
                  </a:lnTo>
                  <a:lnTo>
                    <a:pt x="5000625" y="672833"/>
                  </a:lnTo>
                  <a:lnTo>
                    <a:pt x="5001095" y="673950"/>
                  </a:lnTo>
                  <a:lnTo>
                    <a:pt x="5002949" y="675817"/>
                  </a:lnTo>
                  <a:lnTo>
                    <a:pt x="5004079" y="676275"/>
                  </a:lnTo>
                  <a:lnTo>
                    <a:pt x="5006708" y="676275"/>
                  </a:lnTo>
                  <a:lnTo>
                    <a:pt x="5007826" y="675817"/>
                  </a:lnTo>
                  <a:lnTo>
                    <a:pt x="5009693" y="673950"/>
                  </a:lnTo>
                  <a:lnTo>
                    <a:pt x="5010150" y="672833"/>
                  </a:lnTo>
                  <a:lnTo>
                    <a:pt x="5010150" y="670204"/>
                  </a:lnTo>
                  <a:close/>
                </a:path>
                <a:path w="6010275" h="1343025">
                  <a:moveTo>
                    <a:pt x="5010150" y="3454"/>
                  </a:moveTo>
                  <a:lnTo>
                    <a:pt x="5009693" y="2336"/>
                  </a:lnTo>
                  <a:lnTo>
                    <a:pt x="5007826" y="469"/>
                  </a:lnTo>
                  <a:lnTo>
                    <a:pt x="5006708" y="0"/>
                  </a:lnTo>
                  <a:lnTo>
                    <a:pt x="5004079" y="0"/>
                  </a:lnTo>
                  <a:lnTo>
                    <a:pt x="5002949" y="469"/>
                  </a:lnTo>
                  <a:lnTo>
                    <a:pt x="5001095" y="2336"/>
                  </a:lnTo>
                  <a:lnTo>
                    <a:pt x="5000625" y="3454"/>
                  </a:lnTo>
                  <a:lnTo>
                    <a:pt x="5000625" y="6083"/>
                  </a:lnTo>
                  <a:lnTo>
                    <a:pt x="5001095" y="7200"/>
                  </a:lnTo>
                  <a:lnTo>
                    <a:pt x="5002949" y="9067"/>
                  </a:lnTo>
                  <a:lnTo>
                    <a:pt x="5004079" y="9525"/>
                  </a:lnTo>
                  <a:lnTo>
                    <a:pt x="5006708" y="9525"/>
                  </a:lnTo>
                  <a:lnTo>
                    <a:pt x="5007826" y="9067"/>
                  </a:lnTo>
                  <a:lnTo>
                    <a:pt x="5009693" y="7200"/>
                  </a:lnTo>
                  <a:lnTo>
                    <a:pt x="5010150" y="6083"/>
                  </a:lnTo>
                  <a:lnTo>
                    <a:pt x="5010150" y="3454"/>
                  </a:lnTo>
                  <a:close/>
                </a:path>
                <a:path w="6010275" h="1343025">
                  <a:moveTo>
                    <a:pt x="5057775" y="1336954"/>
                  </a:moveTo>
                  <a:lnTo>
                    <a:pt x="5057318" y="1335836"/>
                  </a:lnTo>
                  <a:lnTo>
                    <a:pt x="5055451" y="1333969"/>
                  </a:lnTo>
                  <a:lnTo>
                    <a:pt x="5054333" y="1333500"/>
                  </a:lnTo>
                  <a:lnTo>
                    <a:pt x="5051704" y="1333500"/>
                  </a:lnTo>
                  <a:lnTo>
                    <a:pt x="5050574" y="1333969"/>
                  </a:lnTo>
                  <a:lnTo>
                    <a:pt x="5048720" y="1335836"/>
                  </a:lnTo>
                  <a:lnTo>
                    <a:pt x="5048250" y="1336954"/>
                  </a:lnTo>
                  <a:lnTo>
                    <a:pt x="5048250" y="1339583"/>
                  </a:lnTo>
                  <a:lnTo>
                    <a:pt x="5048720" y="1340700"/>
                  </a:lnTo>
                  <a:lnTo>
                    <a:pt x="5050574" y="1342567"/>
                  </a:lnTo>
                  <a:lnTo>
                    <a:pt x="5051704" y="1343025"/>
                  </a:lnTo>
                  <a:lnTo>
                    <a:pt x="5054333" y="1343025"/>
                  </a:lnTo>
                  <a:lnTo>
                    <a:pt x="5055451" y="1342567"/>
                  </a:lnTo>
                  <a:lnTo>
                    <a:pt x="5057318" y="1340700"/>
                  </a:lnTo>
                  <a:lnTo>
                    <a:pt x="5057775" y="1339583"/>
                  </a:lnTo>
                  <a:lnTo>
                    <a:pt x="5057775" y="1336954"/>
                  </a:lnTo>
                  <a:close/>
                </a:path>
                <a:path w="6010275" h="1343025">
                  <a:moveTo>
                    <a:pt x="5057775" y="670204"/>
                  </a:moveTo>
                  <a:lnTo>
                    <a:pt x="5057318" y="669086"/>
                  </a:lnTo>
                  <a:lnTo>
                    <a:pt x="5055451" y="667219"/>
                  </a:lnTo>
                  <a:lnTo>
                    <a:pt x="5054333" y="666750"/>
                  </a:lnTo>
                  <a:lnTo>
                    <a:pt x="5051704" y="666750"/>
                  </a:lnTo>
                  <a:lnTo>
                    <a:pt x="5050574" y="667219"/>
                  </a:lnTo>
                  <a:lnTo>
                    <a:pt x="5048720" y="669086"/>
                  </a:lnTo>
                  <a:lnTo>
                    <a:pt x="5048250" y="670204"/>
                  </a:lnTo>
                  <a:lnTo>
                    <a:pt x="5048250" y="672833"/>
                  </a:lnTo>
                  <a:lnTo>
                    <a:pt x="5048720" y="673950"/>
                  </a:lnTo>
                  <a:lnTo>
                    <a:pt x="5050574" y="675817"/>
                  </a:lnTo>
                  <a:lnTo>
                    <a:pt x="5051704" y="676275"/>
                  </a:lnTo>
                  <a:lnTo>
                    <a:pt x="5054333" y="676275"/>
                  </a:lnTo>
                  <a:lnTo>
                    <a:pt x="5055451" y="675817"/>
                  </a:lnTo>
                  <a:lnTo>
                    <a:pt x="5057318" y="673950"/>
                  </a:lnTo>
                  <a:lnTo>
                    <a:pt x="5057775" y="672833"/>
                  </a:lnTo>
                  <a:lnTo>
                    <a:pt x="5057775" y="670204"/>
                  </a:lnTo>
                  <a:close/>
                </a:path>
                <a:path w="6010275" h="1343025">
                  <a:moveTo>
                    <a:pt x="5057775" y="3454"/>
                  </a:moveTo>
                  <a:lnTo>
                    <a:pt x="5057318" y="2336"/>
                  </a:lnTo>
                  <a:lnTo>
                    <a:pt x="5055451" y="469"/>
                  </a:lnTo>
                  <a:lnTo>
                    <a:pt x="5054333" y="0"/>
                  </a:lnTo>
                  <a:lnTo>
                    <a:pt x="5051704" y="0"/>
                  </a:lnTo>
                  <a:lnTo>
                    <a:pt x="5050574" y="469"/>
                  </a:lnTo>
                  <a:lnTo>
                    <a:pt x="5048720" y="2336"/>
                  </a:lnTo>
                  <a:lnTo>
                    <a:pt x="5048250" y="3454"/>
                  </a:lnTo>
                  <a:lnTo>
                    <a:pt x="5048250" y="6083"/>
                  </a:lnTo>
                  <a:lnTo>
                    <a:pt x="5048720" y="7200"/>
                  </a:lnTo>
                  <a:lnTo>
                    <a:pt x="5050574" y="9067"/>
                  </a:lnTo>
                  <a:lnTo>
                    <a:pt x="5051704" y="9525"/>
                  </a:lnTo>
                  <a:lnTo>
                    <a:pt x="5054333" y="9525"/>
                  </a:lnTo>
                  <a:lnTo>
                    <a:pt x="5055451" y="9067"/>
                  </a:lnTo>
                  <a:lnTo>
                    <a:pt x="5057318" y="7200"/>
                  </a:lnTo>
                  <a:lnTo>
                    <a:pt x="5057775" y="6083"/>
                  </a:lnTo>
                  <a:lnTo>
                    <a:pt x="5057775" y="3454"/>
                  </a:lnTo>
                  <a:close/>
                </a:path>
                <a:path w="6010275" h="1343025">
                  <a:moveTo>
                    <a:pt x="5105400" y="1336954"/>
                  </a:moveTo>
                  <a:lnTo>
                    <a:pt x="5104943" y="1335836"/>
                  </a:lnTo>
                  <a:lnTo>
                    <a:pt x="5103076" y="1333969"/>
                  </a:lnTo>
                  <a:lnTo>
                    <a:pt x="5101958" y="1333500"/>
                  </a:lnTo>
                  <a:lnTo>
                    <a:pt x="5099329" y="1333500"/>
                  </a:lnTo>
                  <a:lnTo>
                    <a:pt x="5098212" y="1333969"/>
                  </a:lnTo>
                  <a:lnTo>
                    <a:pt x="5096345" y="1335836"/>
                  </a:lnTo>
                  <a:lnTo>
                    <a:pt x="5095875" y="1336954"/>
                  </a:lnTo>
                  <a:lnTo>
                    <a:pt x="5095875" y="1339583"/>
                  </a:lnTo>
                  <a:lnTo>
                    <a:pt x="5096345" y="1340700"/>
                  </a:lnTo>
                  <a:lnTo>
                    <a:pt x="5098212" y="1342567"/>
                  </a:lnTo>
                  <a:lnTo>
                    <a:pt x="5099329" y="1343025"/>
                  </a:lnTo>
                  <a:lnTo>
                    <a:pt x="5101958" y="1343025"/>
                  </a:lnTo>
                  <a:lnTo>
                    <a:pt x="5103076" y="1342567"/>
                  </a:lnTo>
                  <a:lnTo>
                    <a:pt x="5104943" y="1340700"/>
                  </a:lnTo>
                  <a:lnTo>
                    <a:pt x="5105400" y="1339583"/>
                  </a:lnTo>
                  <a:lnTo>
                    <a:pt x="5105400" y="1336954"/>
                  </a:lnTo>
                  <a:close/>
                </a:path>
                <a:path w="6010275" h="1343025">
                  <a:moveTo>
                    <a:pt x="5105400" y="670204"/>
                  </a:moveTo>
                  <a:lnTo>
                    <a:pt x="5104943" y="669086"/>
                  </a:lnTo>
                  <a:lnTo>
                    <a:pt x="5103076" y="667219"/>
                  </a:lnTo>
                  <a:lnTo>
                    <a:pt x="5101958" y="666750"/>
                  </a:lnTo>
                  <a:lnTo>
                    <a:pt x="5099329" y="666750"/>
                  </a:lnTo>
                  <a:lnTo>
                    <a:pt x="5098212" y="667219"/>
                  </a:lnTo>
                  <a:lnTo>
                    <a:pt x="5096345" y="669086"/>
                  </a:lnTo>
                  <a:lnTo>
                    <a:pt x="5095875" y="670204"/>
                  </a:lnTo>
                  <a:lnTo>
                    <a:pt x="5095875" y="672833"/>
                  </a:lnTo>
                  <a:lnTo>
                    <a:pt x="5096345" y="673950"/>
                  </a:lnTo>
                  <a:lnTo>
                    <a:pt x="5098212" y="675817"/>
                  </a:lnTo>
                  <a:lnTo>
                    <a:pt x="5099329" y="676275"/>
                  </a:lnTo>
                  <a:lnTo>
                    <a:pt x="5101958" y="676275"/>
                  </a:lnTo>
                  <a:lnTo>
                    <a:pt x="5103076" y="675817"/>
                  </a:lnTo>
                  <a:lnTo>
                    <a:pt x="5104943" y="673950"/>
                  </a:lnTo>
                  <a:lnTo>
                    <a:pt x="5105400" y="672833"/>
                  </a:lnTo>
                  <a:lnTo>
                    <a:pt x="5105400" y="670204"/>
                  </a:lnTo>
                  <a:close/>
                </a:path>
                <a:path w="6010275" h="1343025">
                  <a:moveTo>
                    <a:pt x="5105400" y="3454"/>
                  </a:moveTo>
                  <a:lnTo>
                    <a:pt x="5104943" y="2336"/>
                  </a:lnTo>
                  <a:lnTo>
                    <a:pt x="5103076" y="469"/>
                  </a:lnTo>
                  <a:lnTo>
                    <a:pt x="5101958" y="0"/>
                  </a:lnTo>
                  <a:lnTo>
                    <a:pt x="5099329" y="0"/>
                  </a:lnTo>
                  <a:lnTo>
                    <a:pt x="5098212" y="469"/>
                  </a:lnTo>
                  <a:lnTo>
                    <a:pt x="5096345" y="2336"/>
                  </a:lnTo>
                  <a:lnTo>
                    <a:pt x="5095875" y="3454"/>
                  </a:lnTo>
                  <a:lnTo>
                    <a:pt x="5095875" y="6083"/>
                  </a:lnTo>
                  <a:lnTo>
                    <a:pt x="5096345" y="7200"/>
                  </a:lnTo>
                  <a:lnTo>
                    <a:pt x="5098212" y="9067"/>
                  </a:lnTo>
                  <a:lnTo>
                    <a:pt x="5099329" y="9525"/>
                  </a:lnTo>
                  <a:lnTo>
                    <a:pt x="5101958" y="9525"/>
                  </a:lnTo>
                  <a:lnTo>
                    <a:pt x="5103076" y="9067"/>
                  </a:lnTo>
                  <a:lnTo>
                    <a:pt x="5104943" y="7200"/>
                  </a:lnTo>
                  <a:lnTo>
                    <a:pt x="5105400" y="6083"/>
                  </a:lnTo>
                  <a:lnTo>
                    <a:pt x="5105400" y="3454"/>
                  </a:lnTo>
                  <a:close/>
                </a:path>
                <a:path w="6010275" h="1343025">
                  <a:moveTo>
                    <a:pt x="5153025" y="1336954"/>
                  </a:moveTo>
                  <a:lnTo>
                    <a:pt x="5152568" y="1335836"/>
                  </a:lnTo>
                  <a:lnTo>
                    <a:pt x="5150701" y="1333969"/>
                  </a:lnTo>
                  <a:lnTo>
                    <a:pt x="5149583" y="1333500"/>
                  </a:lnTo>
                  <a:lnTo>
                    <a:pt x="5146954" y="1333500"/>
                  </a:lnTo>
                  <a:lnTo>
                    <a:pt x="5145824" y="1333969"/>
                  </a:lnTo>
                  <a:lnTo>
                    <a:pt x="5143970" y="1335836"/>
                  </a:lnTo>
                  <a:lnTo>
                    <a:pt x="5143500" y="1336954"/>
                  </a:lnTo>
                  <a:lnTo>
                    <a:pt x="5143500" y="1339583"/>
                  </a:lnTo>
                  <a:lnTo>
                    <a:pt x="5143970" y="1340700"/>
                  </a:lnTo>
                  <a:lnTo>
                    <a:pt x="5145824" y="1342567"/>
                  </a:lnTo>
                  <a:lnTo>
                    <a:pt x="5146954" y="1343025"/>
                  </a:lnTo>
                  <a:lnTo>
                    <a:pt x="5149583" y="1343025"/>
                  </a:lnTo>
                  <a:lnTo>
                    <a:pt x="5150701" y="1342567"/>
                  </a:lnTo>
                  <a:lnTo>
                    <a:pt x="5152568" y="1340700"/>
                  </a:lnTo>
                  <a:lnTo>
                    <a:pt x="5153025" y="1339583"/>
                  </a:lnTo>
                  <a:lnTo>
                    <a:pt x="5153025" y="1336954"/>
                  </a:lnTo>
                  <a:close/>
                </a:path>
                <a:path w="6010275" h="1343025">
                  <a:moveTo>
                    <a:pt x="5153025" y="670204"/>
                  </a:moveTo>
                  <a:lnTo>
                    <a:pt x="5152568" y="669086"/>
                  </a:lnTo>
                  <a:lnTo>
                    <a:pt x="5150701" y="667219"/>
                  </a:lnTo>
                  <a:lnTo>
                    <a:pt x="5149583" y="666750"/>
                  </a:lnTo>
                  <a:lnTo>
                    <a:pt x="5146954" y="666750"/>
                  </a:lnTo>
                  <a:lnTo>
                    <a:pt x="5145824" y="667219"/>
                  </a:lnTo>
                  <a:lnTo>
                    <a:pt x="5143970" y="669086"/>
                  </a:lnTo>
                  <a:lnTo>
                    <a:pt x="5143500" y="670204"/>
                  </a:lnTo>
                  <a:lnTo>
                    <a:pt x="5143500" y="672833"/>
                  </a:lnTo>
                  <a:lnTo>
                    <a:pt x="5143970" y="673950"/>
                  </a:lnTo>
                  <a:lnTo>
                    <a:pt x="5145824" y="675817"/>
                  </a:lnTo>
                  <a:lnTo>
                    <a:pt x="5146954" y="676275"/>
                  </a:lnTo>
                  <a:lnTo>
                    <a:pt x="5149583" y="676275"/>
                  </a:lnTo>
                  <a:lnTo>
                    <a:pt x="5150701" y="675817"/>
                  </a:lnTo>
                  <a:lnTo>
                    <a:pt x="5152568" y="673950"/>
                  </a:lnTo>
                  <a:lnTo>
                    <a:pt x="5153025" y="672833"/>
                  </a:lnTo>
                  <a:lnTo>
                    <a:pt x="5153025" y="670204"/>
                  </a:lnTo>
                  <a:close/>
                </a:path>
                <a:path w="6010275" h="1343025">
                  <a:moveTo>
                    <a:pt x="5153025" y="3454"/>
                  </a:moveTo>
                  <a:lnTo>
                    <a:pt x="5152568" y="2336"/>
                  </a:lnTo>
                  <a:lnTo>
                    <a:pt x="5150701" y="469"/>
                  </a:lnTo>
                  <a:lnTo>
                    <a:pt x="5149583" y="0"/>
                  </a:lnTo>
                  <a:lnTo>
                    <a:pt x="5146954" y="0"/>
                  </a:lnTo>
                  <a:lnTo>
                    <a:pt x="5145824" y="469"/>
                  </a:lnTo>
                  <a:lnTo>
                    <a:pt x="5143970" y="2336"/>
                  </a:lnTo>
                  <a:lnTo>
                    <a:pt x="5143500" y="3454"/>
                  </a:lnTo>
                  <a:lnTo>
                    <a:pt x="5143500" y="6083"/>
                  </a:lnTo>
                  <a:lnTo>
                    <a:pt x="5143970" y="7200"/>
                  </a:lnTo>
                  <a:lnTo>
                    <a:pt x="5145824" y="9067"/>
                  </a:lnTo>
                  <a:lnTo>
                    <a:pt x="5146954" y="9525"/>
                  </a:lnTo>
                  <a:lnTo>
                    <a:pt x="5149583" y="9525"/>
                  </a:lnTo>
                  <a:lnTo>
                    <a:pt x="5150701" y="9067"/>
                  </a:lnTo>
                  <a:lnTo>
                    <a:pt x="5152568" y="7200"/>
                  </a:lnTo>
                  <a:lnTo>
                    <a:pt x="5153025" y="6083"/>
                  </a:lnTo>
                  <a:lnTo>
                    <a:pt x="5153025" y="3454"/>
                  </a:lnTo>
                  <a:close/>
                </a:path>
                <a:path w="6010275" h="1343025">
                  <a:moveTo>
                    <a:pt x="5200650" y="1336954"/>
                  </a:moveTo>
                  <a:lnTo>
                    <a:pt x="5200193" y="1335836"/>
                  </a:lnTo>
                  <a:lnTo>
                    <a:pt x="5198326" y="1333969"/>
                  </a:lnTo>
                  <a:lnTo>
                    <a:pt x="5197208" y="1333500"/>
                  </a:lnTo>
                  <a:lnTo>
                    <a:pt x="5194579" y="1333500"/>
                  </a:lnTo>
                  <a:lnTo>
                    <a:pt x="5193449" y="1333969"/>
                  </a:lnTo>
                  <a:lnTo>
                    <a:pt x="5191595" y="1335836"/>
                  </a:lnTo>
                  <a:lnTo>
                    <a:pt x="5191125" y="1336954"/>
                  </a:lnTo>
                  <a:lnTo>
                    <a:pt x="5191125" y="1339583"/>
                  </a:lnTo>
                  <a:lnTo>
                    <a:pt x="5191595" y="1340700"/>
                  </a:lnTo>
                  <a:lnTo>
                    <a:pt x="5193449" y="1342567"/>
                  </a:lnTo>
                  <a:lnTo>
                    <a:pt x="5194579" y="1343025"/>
                  </a:lnTo>
                  <a:lnTo>
                    <a:pt x="5197208" y="1343025"/>
                  </a:lnTo>
                  <a:lnTo>
                    <a:pt x="5198326" y="1342567"/>
                  </a:lnTo>
                  <a:lnTo>
                    <a:pt x="5200193" y="1340700"/>
                  </a:lnTo>
                  <a:lnTo>
                    <a:pt x="5200650" y="1339583"/>
                  </a:lnTo>
                  <a:lnTo>
                    <a:pt x="5200650" y="1336954"/>
                  </a:lnTo>
                  <a:close/>
                </a:path>
                <a:path w="6010275" h="1343025">
                  <a:moveTo>
                    <a:pt x="5200650" y="670204"/>
                  </a:moveTo>
                  <a:lnTo>
                    <a:pt x="5200193" y="669086"/>
                  </a:lnTo>
                  <a:lnTo>
                    <a:pt x="5198326" y="667219"/>
                  </a:lnTo>
                  <a:lnTo>
                    <a:pt x="5197208" y="666750"/>
                  </a:lnTo>
                  <a:lnTo>
                    <a:pt x="5194579" y="666750"/>
                  </a:lnTo>
                  <a:lnTo>
                    <a:pt x="5193449" y="667219"/>
                  </a:lnTo>
                  <a:lnTo>
                    <a:pt x="5191595" y="669086"/>
                  </a:lnTo>
                  <a:lnTo>
                    <a:pt x="5191125" y="670204"/>
                  </a:lnTo>
                  <a:lnTo>
                    <a:pt x="5191125" y="672833"/>
                  </a:lnTo>
                  <a:lnTo>
                    <a:pt x="5191595" y="673950"/>
                  </a:lnTo>
                  <a:lnTo>
                    <a:pt x="5193449" y="675817"/>
                  </a:lnTo>
                  <a:lnTo>
                    <a:pt x="5194579" y="676275"/>
                  </a:lnTo>
                  <a:lnTo>
                    <a:pt x="5197208" y="676275"/>
                  </a:lnTo>
                  <a:lnTo>
                    <a:pt x="5198326" y="675817"/>
                  </a:lnTo>
                  <a:lnTo>
                    <a:pt x="5200193" y="673950"/>
                  </a:lnTo>
                  <a:lnTo>
                    <a:pt x="5200650" y="672833"/>
                  </a:lnTo>
                  <a:lnTo>
                    <a:pt x="5200650" y="670204"/>
                  </a:lnTo>
                  <a:close/>
                </a:path>
                <a:path w="6010275" h="1343025">
                  <a:moveTo>
                    <a:pt x="5200650" y="3454"/>
                  </a:moveTo>
                  <a:lnTo>
                    <a:pt x="5200193" y="2336"/>
                  </a:lnTo>
                  <a:lnTo>
                    <a:pt x="5198326" y="469"/>
                  </a:lnTo>
                  <a:lnTo>
                    <a:pt x="5197208" y="0"/>
                  </a:lnTo>
                  <a:lnTo>
                    <a:pt x="5194579" y="0"/>
                  </a:lnTo>
                  <a:lnTo>
                    <a:pt x="5193449" y="469"/>
                  </a:lnTo>
                  <a:lnTo>
                    <a:pt x="5191595" y="2336"/>
                  </a:lnTo>
                  <a:lnTo>
                    <a:pt x="5191125" y="3454"/>
                  </a:lnTo>
                  <a:lnTo>
                    <a:pt x="5191125" y="6083"/>
                  </a:lnTo>
                  <a:lnTo>
                    <a:pt x="5191595" y="7200"/>
                  </a:lnTo>
                  <a:lnTo>
                    <a:pt x="5193449" y="9067"/>
                  </a:lnTo>
                  <a:lnTo>
                    <a:pt x="5194579" y="9525"/>
                  </a:lnTo>
                  <a:lnTo>
                    <a:pt x="5197208" y="9525"/>
                  </a:lnTo>
                  <a:lnTo>
                    <a:pt x="5198326" y="9067"/>
                  </a:lnTo>
                  <a:lnTo>
                    <a:pt x="5200193" y="7200"/>
                  </a:lnTo>
                  <a:lnTo>
                    <a:pt x="5200650" y="6083"/>
                  </a:lnTo>
                  <a:lnTo>
                    <a:pt x="5200650" y="3454"/>
                  </a:lnTo>
                  <a:close/>
                </a:path>
                <a:path w="6010275" h="1343025">
                  <a:moveTo>
                    <a:pt x="5248275" y="1336954"/>
                  </a:moveTo>
                  <a:lnTo>
                    <a:pt x="5247818" y="1335836"/>
                  </a:lnTo>
                  <a:lnTo>
                    <a:pt x="5245951" y="1333969"/>
                  </a:lnTo>
                  <a:lnTo>
                    <a:pt x="5244833" y="1333500"/>
                  </a:lnTo>
                  <a:lnTo>
                    <a:pt x="5242204" y="1333500"/>
                  </a:lnTo>
                  <a:lnTo>
                    <a:pt x="5241074" y="1333969"/>
                  </a:lnTo>
                  <a:lnTo>
                    <a:pt x="5239220" y="1335836"/>
                  </a:lnTo>
                  <a:lnTo>
                    <a:pt x="5238750" y="1336954"/>
                  </a:lnTo>
                  <a:lnTo>
                    <a:pt x="5238750" y="1339583"/>
                  </a:lnTo>
                  <a:lnTo>
                    <a:pt x="5239220" y="1340700"/>
                  </a:lnTo>
                  <a:lnTo>
                    <a:pt x="5241074" y="1342567"/>
                  </a:lnTo>
                  <a:lnTo>
                    <a:pt x="5242204" y="1343025"/>
                  </a:lnTo>
                  <a:lnTo>
                    <a:pt x="5244833" y="1343025"/>
                  </a:lnTo>
                  <a:lnTo>
                    <a:pt x="5245951" y="1342567"/>
                  </a:lnTo>
                  <a:lnTo>
                    <a:pt x="5247818" y="1340700"/>
                  </a:lnTo>
                  <a:lnTo>
                    <a:pt x="5248275" y="1339583"/>
                  </a:lnTo>
                  <a:lnTo>
                    <a:pt x="5248275" y="1336954"/>
                  </a:lnTo>
                  <a:close/>
                </a:path>
                <a:path w="6010275" h="1343025">
                  <a:moveTo>
                    <a:pt x="5248275" y="670204"/>
                  </a:moveTo>
                  <a:lnTo>
                    <a:pt x="5247818" y="669086"/>
                  </a:lnTo>
                  <a:lnTo>
                    <a:pt x="5245951" y="667219"/>
                  </a:lnTo>
                  <a:lnTo>
                    <a:pt x="5244833" y="666750"/>
                  </a:lnTo>
                  <a:lnTo>
                    <a:pt x="5242204" y="666750"/>
                  </a:lnTo>
                  <a:lnTo>
                    <a:pt x="5241074" y="667219"/>
                  </a:lnTo>
                  <a:lnTo>
                    <a:pt x="5239220" y="669086"/>
                  </a:lnTo>
                  <a:lnTo>
                    <a:pt x="5238750" y="670204"/>
                  </a:lnTo>
                  <a:lnTo>
                    <a:pt x="5238750" y="672833"/>
                  </a:lnTo>
                  <a:lnTo>
                    <a:pt x="5239220" y="673950"/>
                  </a:lnTo>
                  <a:lnTo>
                    <a:pt x="5241074" y="675817"/>
                  </a:lnTo>
                  <a:lnTo>
                    <a:pt x="5242204" y="676275"/>
                  </a:lnTo>
                  <a:lnTo>
                    <a:pt x="5244833" y="676275"/>
                  </a:lnTo>
                  <a:lnTo>
                    <a:pt x="5245951" y="675817"/>
                  </a:lnTo>
                  <a:lnTo>
                    <a:pt x="5247818" y="673950"/>
                  </a:lnTo>
                  <a:lnTo>
                    <a:pt x="5248275" y="672833"/>
                  </a:lnTo>
                  <a:lnTo>
                    <a:pt x="5248275" y="670204"/>
                  </a:lnTo>
                  <a:close/>
                </a:path>
                <a:path w="6010275" h="1343025">
                  <a:moveTo>
                    <a:pt x="5248275" y="3454"/>
                  </a:moveTo>
                  <a:lnTo>
                    <a:pt x="5247818" y="2336"/>
                  </a:lnTo>
                  <a:lnTo>
                    <a:pt x="5245951" y="469"/>
                  </a:lnTo>
                  <a:lnTo>
                    <a:pt x="5244833" y="0"/>
                  </a:lnTo>
                  <a:lnTo>
                    <a:pt x="5242204" y="0"/>
                  </a:lnTo>
                  <a:lnTo>
                    <a:pt x="5241074" y="469"/>
                  </a:lnTo>
                  <a:lnTo>
                    <a:pt x="5239220" y="2336"/>
                  </a:lnTo>
                  <a:lnTo>
                    <a:pt x="5238750" y="3454"/>
                  </a:lnTo>
                  <a:lnTo>
                    <a:pt x="5238750" y="6083"/>
                  </a:lnTo>
                  <a:lnTo>
                    <a:pt x="5239220" y="7200"/>
                  </a:lnTo>
                  <a:lnTo>
                    <a:pt x="5241074" y="9067"/>
                  </a:lnTo>
                  <a:lnTo>
                    <a:pt x="5242204" y="9525"/>
                  </a:lnTo>
                  <a:lnTo>
                    <a:pt x="5244833" y="9525"/>
                  </a:lnTo>
                  <a:lnTo>
                    <a:pt x="5245951" y="9067"/>
                  </a:lnTo>
                  <a:lnTo>
                    <a:pt x="5247818" y="7200"/>
                  </a:lnTo>
                  <a:lnTo>
                    <a:pt x="5248275" y="6083"/>
                  </a:lnTo>
                  <a:lnTo>
                    <a:pt x="5248275" y="3454"/>
                  </a:lnTo>
                  <a:close/>
                </a:path>
                <a:path w="6010275" h="1343025">
                  <a:moveTo>
                    <a:pt x="5295900" y="1336954"/>
                  </a:moveTo>
                  <a:lnTo>
                    <a:pt x="5295443" y="1335836"/>
                  </a:lnTo>
                  <a:lnTo>
                    <a:pt x="5293576" y="1333969"/>
                  </a:lnTo>
                  <a:lnTo>
                    <a:pt x="5292458" y="1333500"/>
                  </a:lnTo>
                  <a:lnTo>
                    <a:pt x="5289829" y="1333500"/>
                  </a:lnTo>
                  <a:lnTo>
                    <a:pt x="5288699" y="1333969"/>
                  </a:lnTo>
                  <a:lnTo>
                    <a:pt x="5286845" y="1335836"/>
                  </a:lnTo>
                  <a:lnTo>
                    <a:pt x="5286375" y="1336954"/>
                  </a:lnTo>
                  <a:lnTo>
                    <a:pt x="5286375" y="1339583"/>
                  </a:lnTo>
                  <a:lnTo>
                    <a:pt x="5286845" y="1340700"/>
                  </a:lnTo>
                  <a:lnTo>
                    <a:pt x="5288699" y="1342567"/>
                  </a:lnTo>
                  <a:lnTo>
                    <a:pt x="5289829" y="1343025"/>
                  </a:lnTo>
                  <a:lnTo>
                    <a:pt x="5292458" y="1343025"/>
                  </a:lnTo>
                  <a:lnTo>
                    <a:pt x="5293576" y="1342567"/>
                  </a:lnTo>
                  <a:lnTo>
                    <a:pt x="5295443" y="1340700"/>
                  </a:lnTo>
                  <a:lnTo>
                    <a:pt x="5295900" y="1339583"/>
                  </a:lnTo>
                  <a:lnTo>
                    <a:pt x="5295900" y="1336954"/>
                  </a:lnTo>
                  <a:close/>
                </a:path>
                <a:path w="6010275" h="1343025">
                  <a:moveTo>
                    <a:pt x="5295900" y="670204"/>
                  </a:moveTo>
                  <a:lnTo>
                    <a:pt x="5295443" y="669086"/>
                  </a:lnTo>
                  <a:lnTo>
                    <a:pt x="5293576" y="667219"/>
                  </a:lnTo>
                  <a:lnTo>
                    <a:pt x="5292458" y="666750"/>
                  </a:lnTo>
                  <a:lnTo>
                    <a:pt x="5289829" y="666750"/>
                  </a:lnTo>
                  <a:lnTo>
                    <a:pt x="5288699" y="667219"/>
                  </a:lnTo>
                  <a:lnTo>
                    <a:pt x="5286845" y="669086"/>
                  </a:lnTo>
                  <a:lnTo>
                    <a:pt x="5286375" y="670204"/>
                  </a:lnTo>
                  <a:lnTo>
                    <a:pt x="5286375" y="672833"/>
                  </a:lnTo>
                  <a:lnTo>
                    <a:pt x="5286845" y="673950"/>
                  </a:lnTo>
                  <a:lnTo>
                    <a:pt x="5288699" y="675817"/>
                  </a:lnTo>
                  <a:lnTo>
                    <a:pt x="5289829" y="676275"/>
                  </a:lnTo>
                  <a:lnTo>
                    <a:pt x="5292458" y="676275"/>
                  </a:lnTo>
                  <a:lnTo>
                    <a:pt x="5293576" y="675817"/>
                  </a:lnTo>
                  <a:lnTo>
                    <a:pt x="5295443" y="673950"/>
                  </a:lnTo>
                  <a:lnTo>
                    <a:pt x="5295900" y="672833"/>
                  </a:lnTo>
                  <a:lnTo>
                    <a:pt x="5295900" y="670204"/>
                  </a:lnTo>
                  <a:close/>
                </a:path>
                <a:path w="6010275" h="1343025">
                  <a:moveTo>
                    <a:pt x="5295900" y="3454"/>
                  </a:moveTo>
                  <a:lnTo>
                    <a:pt x="5295443" y="2336"/>
                  </a:lnTo>
                  <a:lnTo>
                    <a:pt x="5293576" y="469"/>
                  </a:lnTo>
                  <a:lnTo>
                    <a:pt x="5292458" y="0"/>
                  </a:lnTo>
                  <a:lnTo>
                    <a:pt x="5289829" y="0"/>
                  </a:lnTo>
                  <a:lnTo>
                    <a:pt x="5288699" y="469"/>
                  </a:lnTo>
                  <a:lnTo>
                    <a:pt x="5286845" y="2336"/>
                  </a:lnTo>
                  <a:lnTo>
                    <a:pt x="5286375" y="3454"/>
                  </a:lnTo>
                  <a:lnTo>
                    <a:pt x="5286375" y="6083"/>
                  </a:lnTo>
                  <a:lnTo>
                    <a:pt x="5286845" y="7200"/>
                  </a:lnTo>
                  <a:lnTo>
                    <a:pt x="5288699" y="9067"/>
                  </a:lnTo>
                  <a:lnTo>
                    <a:pt x="5289829" y="9525"/>
                  </a:lnTo>
                  <a:lnTo>
                    <a:pt x="5292458" y="9525"/>
                  </a:lnTo>
                  <a:lnTo>
                    <a:pt x="5293576" y="9067"/>
                  </a:lnTo>
                  <a:lnTo>
                    <a:pt x="5295443" y="7200"/>
                  </a:lnTo>
                  <a:lnTo>
                    <a:pt x="5295900" y="6083"/>
                  </a:lnTo>
                  <a:lnTo>
                    <a:pt x="5295900" y="3454"/>
                  </a:lnTo>
                  <a:close/>
                </a:path>
                <a:path w="6010275" h="1343025">
                  <a:moveTo>
                    <a:pt x="5343525" y="1336954"/>
                  </a:moveTo>
                  <a:lnTo>
                    <a:pt x="5343068" y="1335836"/>
                  </a:lnTo>
                  <a:lnTo>
                    <a:pt x="5341201" y="1333969"/>
                  </a:lnTo>
                  <a:lnTo>
                    <a:pt x="5340083" y="1333500"/>
                  </a:lnTo>
                  <a:lnTo>
                    <a:pt x="5337454" y="1333500"/>
                  </a:lnTo>
                  <a:lnTo>
                    <a:pt x="5336324" y="1333969"/>
                  </a:lnTo>
                  <a:lnTo>
                    <a:pt x="5334470" y="1335836"/>
                  </a:lnTo>
                  <a:lnTo>
                    <a:pt x="5334000" y="1336954"/>
                  </a:lnTo>
                  <a:lnTo>
                    <a:pt x="5334000" y="1339583"/>
                  </a:lnTo>
                  <a:lnTo>
                    <a:pt x="5334470" y="1340700"/>
                  </a:lnTo>
                  <a:lnTo>
                    <a:pt x="5336324" y="1342567"/>
                  </a:lnTo>
                  <a:lnTo>
                    <a:pt x="5337454" y="1343025"/>
                  </a:lnTo>
                  <a:lnTo>
                    <a:pt x="5340083" y="1343025"/>
                  </a:lnTo>
                  <a:lnTo>
                    <a:pt x="5341201" y="1342567"/>
                  </a:lnTo>
                  <a:lnTo>
                    <a:pt x="5343068" y="1340700"/>
                  </a:lnTo>
                  <a:lnTo>
                    <a:pt x="5343525" y="1339583"/>
                  </a:lnTo>
                  <a:lnTo>
                    <a:pt x="5343525" y="1336954"/>
                  </a:lnTo>
                  <a:close/>
                </a:path>
                <a:path w="6010275" h="1343025">
                  <a:moveTo>
                    <a:pt x="5343525" y="670204"/>
                  </a:moveTo>
                  <a:lnTo>
                    <a:pt x="5343068" y="669086"/>
                  </a:lnTo>
                  <a:lnTo>
                    <a:pt x="5341201" y="667219"/>
                  </a:lnTo>
                  <a:lnTo>
                    <a:pt x="5340083" y="666750"/>
                  </a:lnTo>
                  <a:lnTo>
                    <a:pt x="5337454" y="666750"/>
                  </a:lnTo>
                  <a:lnTo>
                    <a:pt x="5336324" y="667219"/>
                  </a:lnTo>
                  <a:lnTo>
                    <a:pt x="5334470" y="669086"/>
                  </a:lnTo>
                  <a:lnTo>
                    <a:pt x="5334000" y="670204"/>
                  </a:lnTo>
                  <a:lnTo>
                    <a:pt x="5334000" y="672833"/>
                  </a:lnTo>
                  <a:lnTo>
                    <a:pt x="5334470" y="673950"/>
                  </a:lnTo>
                  <a:lnTo>
                    <a:pt x="5336324" y="675817"/>
                  </a:lnTo>
                  <a:lnTo>
                    <a:pt x="5337454" y="676275"/>
                  </a:lnTo>
                  <a:lnTo>
                    <a:pt x="5340083" y="676275"/>
                  </a:lnTo>
                  <a:lnTo>
                    <a:pt x="5341201" y="675817"/>
                  </a:lnTo>
                  <a:lnTo>
                    <a:pt x="5343068" y="673950"/>
                  </a:lnTo>
                  <a:lnTo>
                    <a:pt x="5343525" y="672833"/>
                  </a:lnTo>
                  <a:lnTo>
                    <a:pt x="5343525" y="670204"/>
                  </a:lnTo>
                  <a:close/>
                </a:path>
                <a:path w="6010275" h="1343025">
                  <a:moveTo>
                    <a:pt x="5343525" y="3454"/>
                  </a:moveTo>
                  <a:lnTo>
                    <a:pt x="5343068" y="2336"/>
                  </a:lnTo>
                  <a:lnTo>
                    <a:pt x="5341201" y="469"/>
                  </a:lnTo>
                  <a:lnTo>
                    <a:pt x="5340083" y="0"/>
                  </a:lnTo>
                  <a:lnTo>
                    <a:pt x="5337454" y="0"/>
                  </a:lnTo>
                  <a:lnTo>
                    <a:pt x="5336324" y="469"/>
                  </a:lnTo>
                  <a:lnTo>
                    <a:pt x="5334470" y="2336"/>
                  </a:lnTo>
                  <a:lnTo>
                    <a:pt x="5334000" y="3454"/>
                  </a:lnTo>
                  <a:lnTo>
                    <a:pt x="5334000" y="6083"/>
                  </a:lnTo>
                  <a:lnTo>
                    <a:pt x="5334470" y="7200"/>
                  </a:lnTo>
                  <a:lnTo>
                    <a:pt x="5336324" y="9067"/>
                  </a:lnTo>
                  <a:lnTo>
                    <a:pt x="5337454" y="9525"/>
                  </a:lnTo>
                  <a:lnTo>
                    <a:pt x="5340083" y="9525"/>
                  </a:lnTo>
                  <a:lnTo>
                    <a:pt x="5341201" y="9067"/>
                  </a:lnTo>
                  <a:lnTo>
                    <a:pt x="5343068" y="7200"/>
                  </a:lnTo>
                  <a:lnTo>
                    <a:pt x="5343525" y="6083"/>
                  </a:lnTo>
                  <a:lnTo>
                    <a:pt x="5343525" y="3454"/>
                  </a:lnTo>
                  <a:close/>
                </a:path>
                <a:path w="6010275" h="1343025">
                  <a:moveTo>
                    <a:pt x="5391150" y="1336954"/>
                  </a:moveTo>
                  <a:lnTo>
                    <a:pt x="5390693" y="1335836"/>
                  </a:lnTo>
                  <a:lnTo>
                    <a:pt x="5388826" y="1333969"/>
                  </a:lnTo>
                  <a:lnTo>
                    <a:pt x="5387708" y="1333500"/>
                  </a:lnTo>
                  <a:lnTo>
                    <a:pt x="5385079" y="1333500"/>
                  </a:lnTo>
                  <a:lnTo>
                    <a:pt x="5383949" y="1333969"/>
                  </a:lnTo>
                  <a:lnTo>
                    <a:pt x="5382095" y="1335836"/>
                  </a:lnTo>
                  <a:lnTo>
                    <a:pt x="5381625" y="1336954"/>
                  </a:lnTo>
                  <a:lnTo>
                    <a:pt x="5381625" y="1339583"/>
                  </a:lnTo>
                  <a:lnTo>
                    <a:pt x="5382095" y="1340700"/>
                  </a:lnTo>
                  <a:lnTo>
                    <a:pt x="5383949" y="1342567"/>
                  </a:lnTo>
                  <a:lnTo>
                    <a:pt x="5385079" y="1343025"/>
                  </a:lnTo>
                  <a:lnTo>
                    <a:pt x="5387708" y="1343025"/>
                  </a:lnTo>
                  <a:lnTo>
                    <a:pt x="5388826" y="1342567"/>
                  </a:lnTo>
                  <a:lnTo>
                    <a:pt x="5390693" y="1340700"/>
                  </a:lnTo>
                  <a:lnTo>
                    <a:pt x="5391150" y="1339583"/>
                  </a:lnTo>
                  <a:lnTo>
                    <a:pt x="5391150" y="1336954"/>
                  </a:lnTo>
                  <a:close/>
                </a:path>
                <a:path w="6010275" h="1343025">
                  <a:moveTo>
                    <a:pt x="5391150" y="670204"/>
                  </a:moveTo>
                  <a:lnTo>
                    <a:pt x="5390693" y="669086"/>
                  </a:lnTo>
                  <a:lnTo>
                    <a:pt x="5388826" y="667219"/>
                  </a:lnTo>
                  <a:lnTo>
                    <a:pt x="5387708" y="666750"/>
                  </a:lnTo>
                  <a:lnTo>
                    <a:pt x="5385079" y="666750"/>
                  </a:lnTo>
                  <a:lnTo>
                    <a:pt x="5383949" y="667219"/>
                  </a:lnTo>
                  <a:lnTo>
                    <a:pt x="5382095" y="669086"/>
                  </a:lnTo>
                  <a:lnTo>
                    <a:pt x="5381625" y="670204"/>
                  </a:lnTo>
                  <a:lnTo>
                    <a:pt x="5381625" y="672833"/>
                  </a:lnTo>
                  <a:lnTo>
                    <a:pt x="5382095" y="673950"/>
                  </a:lnTo>
                  <a:lnTo>
                    <a:pt x="5383949" y="675817"/>
                  </a:lnTo>
                  <a:lnTo>
                    <a:pt x="5385079" y="676275"/>
                  </a:lnTo>
                  <a:lnTo>
                    <a:pt x="5387708" y="676275"/>
                  </a:lnTo>
                  <a:lnTo>
                    <a:pt x="5388826" y="675817"/>
                  </a:lnTo>
                  <a:lnTo>
                    <a:pt x="5390693" y="673950"/>
                  </a:lnTo>
                  <a:lnTo>
                    <a:pt x="5391150" y="672833"/>
                  </a:lnTo>
                  <a:lnTo>
                    <a:pt x="5391150" y="670204"/>
                  </a:lnTo>
                  <a:close/>
                </a:path>
                <a:path w="6010275" h="1343025">
                  <a:moveTo>
                    <a:pt x="5391150" y="3454"/>
                  </a:moveTo>
                  <a:lnTo>
                    <a:pt x="5390693" y="2336"/>
                  </a:lnTo>
                  <a:lnTo>
                    <a:pt x="5388826" y="469"/>
                  </a:lnTo>
                  <a:lnTo>
                    <a:pt x="5387708" y="0"/>
                  </a:lnTo>
                  <a:lnTo>
                    <a:pt x="5385079" y="0"/>
                  </a:lnTo>
                  <a:lnTo>
                    <a:pt x="5383949" y="469"/>
                  </a:lnTo>
                  <a:lnTo>
                    <a:pt x="5382095" y="2336"/>
                  </a:lnTo>
                  <a:lnTo>
                    <a:pt x="5381625" y="3454"/>
                  </a:lnTo>
                  <a:lnTo>
                    <a:pt x="5381625" y="6083"/>
                  </a:lnTo>
                  <a:lnTo>
                    <a:pt x="5382095" y="7200"/>
                  </a:lnTo>
                  <a:lnTo>
                    <a:pt x="5383949" y="9067"/>
                  </a:lnTo>
                  <a:lnTo>
                    <a:pt x="5385079" y="9525"/>
                  </a:lnTo>
                  <a:lnTo>
                    <a:pt x="5387708" y="9525"/>
                  </a:lnTo>
                  <a:lnTo>
                    <a:pt x="5388826" y="9067"/>
                  </a:lnTo>
                  <a:lnTo>
                    <a:pt x="5390693" y="7200"/>
                  </a:lnTo>
                  <a:lnTo>
                    <a:pt x="5391150" y="6083"/>
                  </a:lnTo>
                  <a:lnTo>
                    <a:pt x="5391150" y="3454"/>
                  </a:lnTo>
                  <a:close/>
                </a:path>
                <a:path w="6010275" h="1343025">
                  <a:moveTo>
                    <a:pt x="5438775" y="1336954"/>
                  </a:moveTo>
                  <a:lnTo>
                    <a:pt x="5438318" y="1335836"/>
                  </a:lnTo>
                  <a:lnTo>
                    <a:pt x="5436451" y="1333969"/>
                  </a:lnTo>
                  <a:lnTo>
                    <a:pt x="5435333" y="1333500"/>
                  </a:lnTo>
                  <a:lnTo>
                    <a:pt x="5432704" y="1333500"/>
                  </a:lnTo>
                  <a:lnTo>
                    <a:pt x="5431574" y="1333969"/>
                  </a:lnTo>
                  <a:lnTo>
                    <a:pt x="5429720" y="1335836"/>
                  </a:lnTo>
                  <a:lnTo>
                    <a:pt x="5429250" y="1336954"/>
                  </a:lnTo>
                  <a:lnTo>
                    <a:pt x="5429250" y="1339583"/>
                  </a:lnTo>
                  <a:lnTo>
                    <a:pt x="5429720" y="1340700"/>
                  </a:lnTo>
                  <a:lnTo>
                    <a:pt x="5431574" y="1342567"/>
                  </a:lnTo>
                  <a:lnTo>
                    <a:pt x="5432704" y="1343025"/>
                  </a:lnTo>
                  <a:lnTo>
                    <a:pt x="5435333" y="1343025"/>
                  </a:lnTo>
                  <a:lnTo>
                    <a:pt x="5436451" y="1342567"/>
                  </a:lnTo>
                  <a:lnTo>
                    <a:pt x="5438318" y="1340700"/>
                  </a:lnTo>
                  <a:lnTo>
                    <a:pt x="5438775" y="1339583"/>
                  </a:lnTo>
                  <a:lnTo>
                    <a:pt x="5438775" y="1336954"/>
                  </a:lnTo>
                  <a:close/>
                </a:path>
                <a:path w="6010275" h="1343025">
                  <a:moveTo>
                    <a:pt x="5438775" y="670204"/>
                  </a:moveTo>
                  <a:lnTo>
                    <a:pt x="5438318" y="669086"/>
                  </a:lnTo>
                  <a:lnTo>
                    <a:pt x="5436451" y="667219"/>
                  </a:lnTo>
                  <a:lnTo>
                    <a:pt x="5435333" y="666750"/>
                  </a:lnTo>
                  <a:lnTo>
                    <a:pt x="5432704" y="666750"/>
                  </a:lnTo>
                  <a:lnTo>
                    <a:pt x="5431574" y="667219"/>
                  </a:lnTo>
                  <a:lnTo>
                    <a:pt x="5429720" y="669086"/>
                  </a:lnTo>
                  <a:lnTo>
                    <a:pt x="5429250" y="670204"/>
                  </a:lnTo>
                  <a:lnTo>
                    <a:pt x="5429250" y="672833"/>
                  </a:lnTo>
                  <a:lnTo>
                    <a:pt x="5429720" y="673950"/>
                  </a:lnTo>
                  <a:lnTo>
                    <a:pt x="5431574" y="675817"/>
                  </a:lnTo>
                  <a:lnTo>
                    <a:pt x="5432704" y="676275"/>
                  </a:lnTo>
                  <a:lnTo>
                    <a:pt x="5435333" y="676275"/>
                  </a:lnTo>
                  <a:lnTo>
                    <a:pt x="5436451" y="675817"/>
                  </a:lnTo>
                  <a:lnTo>
                    <a:pt x="5438318" y="673950"/>
                  </a:lnTo>
                  <a:lnTo>
                    <a:pt x="5438775" y="672833"/>
                  </a:lnTo>
                  <a:lnTo>
                    <a:pt x="5438775" y="670204"/>
                  </a:lnTo>
                  <a:close/>
                </a:path>
                <a:path w="6010275" h="1343025">
                  <a:moveTo>
                    <a:pt x="5438775" y="3454"/>
                  </a:moveTo>
                  <a:lnTo>
                    <a:pt x="5438318" y="2336"/>
                  </a:lnTo>
                  <a:lnTo>
                    <a:pt x="5436451" y="469"/>
                  </a:lnTo>
                  <a:lnTo>
                    <a:pt x="5435333" y="0"/>
                  </a:lnTo>
                  <a:lnTo>
                    <a:pt x="5432704" y="0"/>
                  </a:lnTo>
                  <a:lnTo>
                    <a:pt x="5431574" y="469"/>
                  </a:lnTo>
                  <a:lnTo>
                    <a:pt x="5429720" y="2336"/>
                  </a:lnTo>
                  <a:lnTo>
                    <a:pt x="5429250" y="3454"/>
                  </a:lnTo>
                  <a:lnTo>
                    <a:pt x="5429250" y="6083"/>
                  </a:lnTo>
                  <a:lnTo>
                    <a:pt x="5429720" y="7200"/>
                  </a:lnTo>
                  <a:lnTo>
                    <a:pt x="5431574" y="9067"/>
                  </a:lnTo>
                  <a:lnTo>
                    <a:pt x="5432704" y="9525"/>
                  </a:lnTo>
                  <a:lnTo>
                    <a:pt x="5435333" y="9525"/>
                  </a:lnTo>
                  <a:lnTo>
                    <a:pt x="5436451" y="9067"/>
                  </a:lnTo>
                  <a:lnTo>
                    <a:pt x="5438318" y="7200"/>
                  </a:lnTo>
                  <a:lnTo>
                    <a:pt x="5438775" y="6083"/>
                  </a:lnTo>
                  <a:lnTo>
                    <a:pt x="5438775" y="3454"/>
                  </a:lnTo>
                  <a:close/>
                </a:path>
                <a:path w="6010275" h="1343025">
                  <a:moveTo>
                    <a:pt x="5486400" y="1336954"/>
                  </a:moveTo>
                  <a:lnTo>
                    <a:pt x="5485943" y="1335836"/>
                  </a:lnTo>
                  <a:lnTo>
                    <a:pt x="5484076" y="1333969"/>
                  </a:lnTo>
                  <a:lnTo>
                    <a:pt x="5482958" y="1333500"/>
                  </a:lnTo>
                  <a:lnTo>
                    <a:pt x="5480329" y="1333500"/>
                  </a:lnTo>
                  <a:lnTo>
                    <a:pt x="5479199" y="1333969"/>
                  </a:lnTo>
                  <a:lnTo>
                    <a:pt x="5477345" y="1335836"/>
                  </a:lnTo>
                  <a:lnTo>
                    <a:pt x="5476875" y="1336954"/>
                  </a:lnTo>
                  <a:lnTo>
                    <a:pt x="5476875" y="1339583"/>
                  </a:lnTo>
                  <a:lnTo>
                    <a:pt x="5477345" y="1340700"/>
                  </a:lnTo>
                  <a:lnTo>
                    <a:pt x="5479199" y="1342567"/>
                  </a:lnTo>
                  <a:lnTo>
                    <a:pt x="5480329" y="1343025"/>
                  </a:lnTo>
                  <a:lnTo>
                    <a:pt x="5482958" y="1343025"/>
                  </a:lnTo>
                  <a:lnTo>
                    <a:pt x="5484076" y="1342567"/>
                  </a:lnTo>
                  <a:lnTo>
                    <a:pt x="5485943" y="1340700"/>
                  </a:lnTo>
                  <a:lnTo>
                    <a:pt x="5486400" y="1339583"/>
                  </a:lnTo>
                  <a:lnTo>
                    <a:pt x="5486400" y="1336954"/>
                  </a:lnTo>
                  <a:close/>
                </a:path>
                <a:path w="6010275" h="1343025">
                  <a:moveTo>
                    <a:pt x="5486400" y="670204"/>
                  </a:moveTo>
                  <a:lnTo>
                    <a:pt x="5485943" y="669086"/>
                  </a:lnTo>
                  <a:lnTo>
                    <a:pt x="5484076" y="667219"/>
                  </a:lnTo>
                  <a:lnTo>
                    <a:pt x="5482958" y="666750"/>
                  </a:lnTo>
                  <a:lnTo>
                    <a:pt x="5480329" y="666750"/>
                  </a:lnTo>
                  <a:lnTo>
                    <a:pt x="5479199" y="667219"/>
                  </a:lnTo>
                  <a:lnTo>
                    <a:pt x="5477345" y="669086"/>
                  </a:lnTo>
                  <a:lnTo>
                    <a:pt x="5476875" y="670204"/>
                  </a:lnTo>
                  <a:lnTo>
                    <a:pt x="5476875" y="672833"/>
                  </a:lnTo>
                  <a:lnTo>
                    <a:pt x="5477345" y="673950"/>
                  </a:lnTo>
                  <a:lnTo>
                    <a:pt x="5479199" y="675817"/>
                  </a:lnTo>
                  <a:lnTo>
                    <a:pt x="5480329" y="676275"/>
                  </a:lnTo>
                  <a:lnTo>
                    <a:pt x="5482958" y="676275"/>
                  </a:lnTo>
                  <a:lnTo>
                    <a:pt x="5484076" y="675817"/>
                  </a:lnTo>
                  <a:lnTo>
                    <a:pt x="5485943" y="673950"/>
                  </a:lnTo>
                  <a:lnTo>
                    <a:pt x="5486400" y="672833"/>
                  </a:lnTo>
                  <a:lnTo>
                    <a:pt x="5486400" y="670204"/>
                  </a:lnTo>
                  <a:close/>
                </a:path>
                <a:path w="6010275" h="1343025">
                  <a:moveTo>
                    <a:pt x="5486400" y="3454"/>
                  </a:moveTo>
                  <a:lnTo>
                    <a:pt x="5485943" y="2336"/>
                  </a:lnTo>
                  <a:lnTo>
                    <a:pt x="5484076" y="469"/>
                  </a:lnTo>
                  <a:lnTo>
                    <a:pt x="5482958" y="0"/>
                  </a:lnTo>
                  <a:lnTo>
                    <a:pt x="5480329" y="0"/>
                  </a:lnTo>
                  <a:lnTo>
                    <a:pt x="5479199" y="469"/>
                  </a:lnTo>
                  <a:lnTo>
                    <a:pt x="5477345" y="2336"/>
                  </a:lnTo>
                  <a:lnTo>
                    <a:pt x="5476875" y="3454"/>
                  </a:lnTo>
                  <a:lnTo>
                    <a:pt x="5476875" y="6083"/>
                  </a:lnTo>
                  <a:lnTo>
                    <a:pt x="5477345" y="7200"/>
                  </a:lnTo>
                  <a:lnTo>
                    <a:pt x="5479199" y="9067"/>
                  </a:lnTo>
                  <a:lnTo>
                    <a:pt x="5480329" y="9525"/>
                  </a:lnTo>
                  <a:lnTo>
                    <a:pt x="5482958" y="9525"/>
                  </a:lnTo>
                  <a:lnTo>
                    <a:pt x="5484076" y="9067"/>
                  </a:lnTo>
                  <a:lnTo>
                    <a:pt x="5485943" y="7200"/>
                  </a:lnTo>
                  <a:lnTo>
                    <a:pt x="5486400" y="6083"/>
                  </a:lnTo>
                  <a:lnTo>
                    <a:pt x="5486400" y="3454"/>
                  </a:lnTo>
                  <a:close/>
                </a:path>
                <a:path w="6010275" h="1343025">
                  <a:moveTo>
                    <a:pt x="5534025" y="1336954"/>
                  </a:moveTo>
                  <a:lnTo>
                    <a:pt x="5533568" y="1335836"/>
                  </a:lnTo>
                  <a:lnTo>
                    <a:pt x="5531701" y="1333969"/>
                  </a:lnTo>
                  <a:lnTo>
                    <a:pt x="5530583" y="1333500"/>
                  </a:lnTo>
                  <a:lnTo>
                    <a:pt x="5527954" y="1333500"/>
                  </a:lnTo>
                  <a:lnTo>
                    <a:pt x="5526824" y="1333969"/>
                  </a:lnTo>
                  <a:lnTo>
                    <a:pt x="5524970" y="1335836"/>
                  </a:lnTo>
                  <a:lnTo>
                    <a:pt x="5524500" y="1336954"/>
                  </a:lnTo>
                  <a:lnTo>
                    <a:pt x="5524500" y="1339583"/>
                  </a:lnTo>
                  <a:lnTo>
                    <a:pt x="5524970" y="1340700"/>
                  </a:lnTo>
                  <a:lnTo>
                    <a:pt x="5526824" y="1342567"/>
                  </a:lnTo>
                  <a:lnTo>
                    <a:pt x="5527954" y="1343025"/>
                  </a:lnTo>
                  <a:lnTo>
                    <a:pt x="5530583" y="1343025"/>
                  </a:lnTo>
                  <a:lnTo>
                    <a:pt x="5531701" y="1342567"/>
                  </a:lnTo>
                  <a:lnTo>
                    <a:pt x="5533568" y="1340700"/>
                  </a:lnTo>
                  <a:lnTo>
                    <a:pt x="5534025" y="1339583"/>
                  </a:lnTo>
                  <a:lnTo>
                    <a:pt x="5534025" y="1336954"/>
                  </a:lnTo>
                  <a:close/>
                </a:path>
                <a:path w="6010275" h="1343025">
                  <a:moveTo>
                    <a:pt x="5534025" y="670204"/>
                  </a:moveTo>
                  <a:lnTo>
                    <a:pt x="5533568" y="669086"/>
                  </a:lnTo>
                  <a:lnTo>
                    <a:pt x="5531701" y="667219"/>
                  </a:lnTo>
                  <a:lnTo>
                    <a:pt x="5530583" y="666750"/>
                  </a:lnTo>
                  <a:lnTo>
                    <a:pt x="5527954" y="666750"/>
                  </a:lnTo>
                  <a:lnTo>
                    <a:pt x="5526824" y="667219"/>
                  </a:lnTo>
                  <a:lnTo>
                    <a:pt x="5524970" y="669086"/>
                  </a:lnTo>
                  <a:lnTo>
                    <a:pt x="5524500" y="670204"/>
                  </a:lnTo>
                  <a:lnTo>
                    <a:pt x="5524500" y="672833"/>
                  </a:lnTo>
                  <a:lnTo>
                    <a:pt x="5524970" y="673950"/>
                  </a:lnTo>
                  <a:lnTo>
                    <a:pt x="5526824" y="675817"/>
                  </a:lnTo>
                  <a:lnTo>
                    <a:pt x="5527954" y="676275"/>
                  </a:lnTo>
                  <a:lnTo>
                    <a:pt x="5530583" y="676275"/>
                  </a:lnTo>
                  <a:lnTo>
                    <a:pt x="5531701" y="675817"/>
                  </a:lnTo>
                  <a:lnTo>
                    <a:pt x="5533568" y="673950"/>
                  </a:lnTo>
                  <a:lnTo>
                    <a:pt x="5534025" y="672833"/>
                  </a:lnTo>
                  <a:lnTo>
                    <a:pt x="5534025" y="670204"/>
                  </a:lnTo>
                  <a:close/>
                </a:path>
                <a:path w="6010275" h="1343025">
                  <a:moveTo>
                    <a:pt x="5534025" y="3454"/>
                  </a:moveTo>
                  <a:lnTo>
                    <a:pt x="5533568" y="2336"/>
                  </a:lnTo>
                  <a:lnTo>
                    <a:pt x="5531701" y="469"/>
                  </a:lnTo>
                  <a:lnTo>
                    <a:pt x="5530583" y="0"/>
                  </a:lnTo>
                  <a:lnTo>
                    <a:pt x="5527954" y="0"/>
                  </a:lnTo>
                  <a:lnTo>
                    <a:pt x="5526824" y="469"/>
                  </a:lnTo>
                  <a:lnTo>
                    <a:pt x="5524970" y="2336"/>
                  </a:lnTo>
                  <a:lnTo>
                    <a:pt x="5524500" y="3454"/>
                  </a:lnTo>
                  <a:lnTo>
                    <a:pt x="5524500" y="6083"/>
                  </a:lnTo>
                  <a:lnTo>
                    <a:pt x="5524970" y="7200"/>
                  </a:lnTo>
                  <a:lnTo>
                    <a:pt x="5526824" y="9067"/>
                  </a:lnTo>
                  <a:lnTo>
                    <a:pt x="5527954" y="9525"/>
                  </a:lnTo>
                  <a:lnTo>
                    <a:pt x="5530583" y="9525"/>
                  </a:lnTo>
                  <a:lnTo>
                    <a:pt x="5531701" y="9067"/>
                  </a:lnTo>
                  <a:lnTo>
                    <a:pt x="5533568" y="7200"/>
                  </a:lnTo>
                  <a:lnTo>
                    <a:pt x="5534025" y="6083"/>
                  </a:lnTo>
                  <a:lnTo>
                    <a:pt x="5534025" y="3454"/>
                  </a:lnTo>
                  <a:close/>
                </a:path>
                <a:path w="6010275" h="1343025">
                  <a:moveTo>
                    <a:pt x="5581650" y="1336954"/>
                  </a:moveTo>
                  <a:lnTo>
                    <a:pt x="5581193" y="1335836"/>
                  </a:lnTo>
                  <a:lnTo>
                    <a:pt x="5579326" y="1333969"/>
                  </a:lnTo>
                  <a:lnTo>
                    <a:pt x="5578208" y="1333500"/>
                  </a:lnTo>
                  <a:lnTo>
                    <a:pt x="5575579" y="1333500"/>
                  </a:lnTo>
                  <a:lnTo>
                    <a:pt x="5574449" y="1333969"/>
                  </a:lnTo>
                  <a:lnTo>
                    <a:pt x="5572595" y="1335836"/>
                  </a:lnTo>
                  <a:lnTo>
                    <a:pt x="5572125" y="1336954"/>
                  </a:lnTo>
                  <a:lnTo>
                    <a:pt x="5572125" y="1339583"/>
                  </a:lnTo>
                  <a:lnTo>
                    <a:pt x="5572595" y="1340700"/>
                  </a:lnTo>
                  <a:lnTo>
                    <a:pt x="5574449" y="1342567"/>
                  </a:lnTo>
                  <a:lnTo>
                    <a:pt x="5575579" y="1343025"/>
                  </a:lnTo>
                  <a:lnTo>
                    <a:pt x="5578208" y="1343025"/>
                  </a:lnTo>
                  <a:lnTo>
                    <a:pt x="5579326" y="1342567"/>
                  </a:lnTo>
                  <a:lnTo>
                    <a:pt x="5581193" y="1340700"/>
                  </a:lnTo>
                  <a:lnTo>
                    <a:pt x="5581650" y="1339583"/>
                  </a:lnTo>
                  <a:lnTo>
                    <a:pt x="5581650" y="1336954"/>
                  </a:lnTo>
                  <a:close/>
                </a:path>
                <a:path w="6010275" h="1343025">
                  <a:moveTo>
                    <a:pt x="5581650" y="670204"/>
                  </a:moveTo>
                  <a:lnTo>
                    <a:pt x="5581193" y="669086"/>
                  </a:lnTo>
                  <a:lnTo>
                    <a:pt x="5579326" y="667219"/>
                  </a:lnTo>
                  <a:lnTo>
                    <a:pt x="5578208" y="666750"/>
                  </a:lnTo>
                  <a:lnTo>
                    <a:pt x="5575579" y="666750"/>
                  </a:lnTo>
                  <a:lnTo>
                    <a:pt x="5574449" y="667219"/>
                  </a:lnTo>
                  <a:lnTo>
                    <a:pt x="5572595" y="669086"/>
                  </a:lnTo>
                  <a:lnTo>
                    <a:pt x="5572125" y="670204"/>
                  </a:lnTo>
                  <a:lnTo>
                    <a:pt x="5572125" y="672833"/>
                  </a:lnTo>
                  <a:lnTo>
                    <a:pt x="5572595" y="673950"/>
                  </a:lnTo>
                  <a:lnTo>
                    <a:pt x="5574449" y="675817"/>
                  </a:lnTo>
                  <a:lnTo>
                    <a:pt x="5575579" y="676275"/>
                  </a:lnTo>
                  <a:lnTo>
                    <a:pt x="5578208" y="676275"/>
                  </a:lnTo>
                  <a:lnTo>
                    <a:pt x="5579326" y="675817"/>
                  </a:lnTo>
                  <a:lnTo>
                    <a:pt x="5581193" y="673950"/>
                  </a:lnTo>
                  <a:lnTo>
                    <a:pt x="5581650" y="672833"/>
                  </a:lnTo>
                  <a:lnTo>
                    <a:pt x="5581650" y="670204"/>
                  </a:lnTo>
                  <a:close/>
                </a:path>
                <a:path w="6010275" h="1343025">
                  <a:moveTo>
                    <a:pt x="5581650" y="3454"/>
                  </a:moveTo>
                  <a:lnTo>
                    <a:pt x="5581193" y="2336"/>
                  </a:lnTo>
                  <a:lnTo>
                    <a:pt x="5579326" y="469"/>
                  </a:lnTo>
                  <a:lnTo>
                    <a:pt x="5578208" y="0"/>
                  </a:lnTo>
                  <a:lnTo>
                    <a:pt x="5575579" y="0"/>
                  </a:lnTo>
                  <a:lnTo>
                    <a:pt x="5574449" y="469"/>
                  </a:lnTo>
                  <a:lnTo>
                    <a:pt x="5572595" y="2336"/>
                  </a:lnTo>
                  <a:lnTo>
                    <a:pt x="5572125" y="3454"/>
                  </a:lnTo>
                  <a:lnTo>
                    <a:pt x="5572125" y="6083"/>
                  </a:lnTo>
                  <a:lnTo>
                    <a:pt x="5572595" y="7200"/>
                  </a:lnTo>
                  <a:lnTo>
                    <a:pt x="5574449" y="9067"/>
                  </a:lnTo>
                  <a:lnTo>
                    <a:pt x="5575579" y="9525"/>
                  </a:lnTo>
                  <a:lnTo>
                    <a:pt x="5578208" y="9525"/>
                  </a:lnTo>
                  <a:lnTo>
                    <a:pt x="5579326" y="9067"/>
                  </a:lnTo>
                  <a:lnTo>
                    <a:pt x="5581193" y="7200"/>
                  </a:lnTo>
                  <a:lnTo>
                    <a:pt x="5581650" y="6083"/>
                  </a:lnTo>
                  <a:lnTo>
                    <a:pt x="5581650" y="3454"/>
                  </a:lnTo>
                  <a:close/>
                </a:path>
                <a:path w="6010275" h="1343025">
                  <a:moveTo>
                    <a:pt x="5629275" y="1336954"/>
                  </a:moveTo>
                  <a:lnTo>
                    <a:pt x="5628818" y="1335836"/>
                  </a:lnTo>
                  <a:lnTo>
                    <a:pt x="5626951" y="1333969"/>
                  </a:lnTo>
                  <a:lnTo>
                    <a:pt x="5625833" y="1333500"/>
                  </a:lnTo>
                  <a:lnTo>
                    <a:pt x="5623204" y="1333500"/>
                  </a:lnTo>
                  <a:lnTo>
                    <a:pt x="5622074" y="1333969"/>
                  </a:lnTo>
                  <a:lnTo>
                    <a:pt x="5620220" y="1335836"/>
                  </a:lnTo>
                  <a:lnTo>
                    <a:pt x="5619750" y="1336954"/>
                  </a:lnTo>
                  <a:lnTo>
                    <a:pt x="5619750" y="1339583"/>
                  </a:lnTo>
                  <a:lnTo>
                    <a:pt x="5620220" y="1340700"/>
                  </a:lnTo>
                  <a:lnTo>
                    <a:pt x="5622074" y="1342567"/>
                  </a:lnTo>
                  <a:lnTo>
                    <a:pt x="5623204" y="1343025"/>
                  </a:lnTo>
                  <a:lnTo>
                    <a:pt x="5625833" y="1343025"/>
                  </a:lnTo>
                  <a:lnTo>
                    <a:pt x="5626951" y="1342567"/>
                  </a:lnTo>
                  <a:lnTo>
                    <a:pt x="5628818" y="1340700"/>
                  </a:lnTo>
                  <a:lnTo>
                    <a:pt x="5629275" y="1339583"/>
                  </a:lnTo>
                  <a:lnTo>
                    <a:pt x="5629275" y="1336954"/>
                  </a:lnTo>
                  <a:close/>
                </a:path>
                <a:path w="6010275" h="1343025">
                  <a:moveTo>
                    <a:pt x="5629275" y="670204"/>
                  </a:moveTo>
                  <a:lnTo>
                    <a:pt x="5628818" y="669086"/>
                  </a:lnTo>
                  <a:lnTo>
                    <a:pt x="5626951" y="667219"/>
                  </a:lnTo>
                  <a:lnTo>
                    <a:pt x="5625833" y="666750"/>
                  </a:lnTo>
                  <a:lnTo>
                    <a:pt x="5623204" y="666750"/>
                  </a:lnTo>
                  <a:lnTo>
                    <a:pt x="5622074" y="667219"/>
                  </a:lnTo>
                  <a:lnTo>
                    <a:pt x="5620220" y="669086"/>
                  </a:lnTo>
                  <a:lnTo>
                    <a:pt x="5619750" y="670204"/>
                  </a:lnTo>
                  <a:lnTo>
                    <a:pt x="5619750" y="672833"/>
                  </a:lnTo>
                  <a:lnTo>
                    <a:pt x="5620220" y="673950"/>
                  </a:lnTo>
                  <a:lnTo>
                    <a:pt x="5622074" y="675817"/>
                  </a:lnTo>
                  <a:lnTo>
                    <a:pt x="5623204" y="676275"/>
                  </a:lnTo>
                  <a:lnTo>
                    <a:pt x="5625833" y="676275"/>
                  </a:lnTo>
                  <a:lnTo>
                    <a:pt x="5626951" y="675817"/>
                  </a:lnTo>
                  <a:lnTo>
                    <a:pt x="5628818" y="673950"/>
                  </a:lnTo>
                  <a:lnTo>
                    <a:pt x="5629275" y="672833"/>
                  </a:lnTo>
                  <a:lnTo>
                    <a:pt x="5629275" y="670204"/>
                  </a:lnTo>
                  <a:close/>
                </a:path>
                <a:path w="6010275" h="1343025">
                  <a:moveTo>
                    <a:pt x="5629275" y="3454"/>
                  </a:moveTo>
                  <a:lnTo>
                    <a:pt x="5628818" y="2336"/>
                  </a:lnTo>
                  <a:lnTo>
                    <a:pt x="5626951" y="469"/>
                  </a:lnTo>
                  <a:lnTo>
                    <a:pt x="5625833" y="0"/>
                  </a:lnTo>
                  <a:lnTo>
                    <a:pt x="5623204" y="0"/>
                  </a:lnTo>
                  <a:lnTo>
                    <a:pt x="5622074" y="469"/>
                  </a:lnTo>
                  <a:lnTo>
                    <a:pt x="5620220" y="2336"/>
                  </a:lnTo>
                  <a:lnTo>
                    <a:pt x="5619750" y="3454"/>
                  </a:lnTo>
                  <a:lnTo>
                    <a:pt x="5619750" y="6083"/>
                  </a:lnTo>
                  <a:lnTo>
                    <a:pt x="5620220" y="7200"/>
                  </a:lnTo>
                  <a:lnTo>
                    <a:pt x="5622074" y="9067"/>
                  </a:lnTo>
                  <a:lnTo>
                    <a:pt x="5623204" y="9525"/>
                  </a:lnTo>
                  <a:lnTo>
                    <a:pt x="5625833" y="9525"/>
                  </a:lnTo>
                  <a:lnTo>
                    <a:pt x="5626951" y="9067"/>
                  </a:lnTo>
                  <a:lnTo>
                    <a:pt x="5628818" y="7200"/>
                  </a:lnTo>
                  <a:lnTo>
                    <a:pt x="5629275" y="6083"/>
                  </a:lnTo>
                  <a:lnTo>
                    <a:pt x="5629275" y="3454"/>
                  </a:lnTo>
                  <a:close/>
                </a:path>
                <a:path w="6010275" h="1343025">
                  <a:moveTo>
                    <a:pt x="5676900" y="1336954"/>
                  </a:moveTo>
                  <a:lnTo>
                    <a:pt x="5676443" y="1335836"/>
                  </a:lnTo>
                  <a:lnTo>
                    <a:pt x="5674576" y="1333969"/>
                  </a:lnTo>
                  <a:lnTo>
                    <a:pt x="5673458" y="1333500"/>
                  </a:lnTo>
                  <a:lnTo>
                    <a:pt x="5670829" y="1333500"/>
                  </a:lnTo>
                  <a:lnTo>
                    <a:pt x="5669699" y="1333969"/>
                  </a:lnTo>
                  <a:lnTo>
                    <a:pt x="5667845" y="1335836"/>
                  </a:lnTo>
                  <a:lnTo>
                    <a:pt x="5667375" y="1336954"/>
                  </a:lnTo>
                  <a:lnTo>
                    <a:pt x="5667375" y="1339583"/>
                  </a:lnTo>
                  <a:lnTo>
                    <a:pt x="5667845" y="1340700"/>
                  </a:lnTo>
                  <a:lnTo>
                    <a:pt x="5669699" y="1342567"/>
                  </a:lnTo>
                  <a:lnTo>
                    <a:pt x="5670829" y="1343025"/>
                  </a:lnTo>
                  <a:lnTo>
                    <a:pt x="5673458" y="1343025"/>
                  </a:lnTo>
                  <a:lnTo>
                    <a:pt x="5674576" y="1342567"/>
                  </a:lnTo>
                  <a:lnTo>
                    <a:pt x="5676443" y="1340700"/>
                  </a:lnTo>
                  <a:lnTo>
                    <a:pt x="5676900" y="1339583"/>
                  </a:lnTo>
                  <a:lnTo>
                    <a:pt x="5676900" y="1336954"/>
                  </a:lnTo>
                  <a:close/>
                </a:path>
                <a:path w="6010275" h="1343025">
                  <a:moveTo>
                    <a:pt x="5676900" y="670204"/>
                  </a:moveTo>
                  <a:lnTo>
                    <a:pt x="5676443" y="669086"/>
                  </a:lnTo>
                  <a:lnTo>
                    <a:pt x="5674576" y="667219"/>
                  </a:lnTo>
                  <a:lnTo>
                    <a:pt x="5673458" y="666750"/>
                  </a:lnTo>
                  <a:lnTo>
                    <a:pt x="5670829" y="666750"/>
                  </a:lnTo>
                  <a:lnTo>
                    <a:pt x="5669699" y="667219"/>
                  </a:lnTo>
                  <a:lnTo>
                    <a:pt x="5667845" y="669086"/>
                  </a:lnTo>
                  <a:lnTo>
                    <a:pt x="5667375" y="670204"/>
                  </a:lnTo>
                  <a:lnTo>
                    <a:pt x="5667375" y="672833"/>
                  </a:lnTo>
                  <a:lnTo>
                    <a:pt x="5667845" y="673950"/>
                  </a:lnTo>
                  <a:lnTo>
                    <a:pt x="5669699" y="675817"/>
                  </a:lnTo>
                  <a:lnTo>
                    <a:pt x="5670829" y="676275"/>
                  </a:lnTo>
                  <a:lnTo>
                    <a:pt x="5673458" y="676275"/>
                  </a:lnTo>
                  <a:lnTo>
                    <a:pt x="5674576" y="675817"/>
                  </a:lnTo>
                  <a:lnTo>
                    <a:pt x="5676443" y="673950"/>
                  </a:lnTo>
                  <a:lnTo>
                    <a:pt x="5676900" y="672833"/>
                  </a:lnTo>
                  <a:lnTo>
                    <a:pt x="5676900" y="670204"/>
                  </a:lnTo>
                  <a:close/>
                </a:path>
                <a:path w="6010275" h="1343025">
                  <a:moveTo>
                    <a:pt x="5676900" y="3454"/>
                  </a:moveTo>
                  <a:lnTo>
                    <a:pt x="5676443" y="2336"/>
                  </a:lnTo>
                  <a:lnTo>
                    <a:pt x="5674576" y="469"/>
                  </a:lnTo>
                  <a:lnTo>
                    <a:pt x="5673458" y="0"/>
                  </a:lnTo>
                  <a:lnTo>
                    <a:pt x="5670829" y="0"/>
                  </a:lnTo>
                  <a:lnTo>
                    <a:pt x="5669699" y="469"/>
                  </a:lnTo>
                  <a:lnTo>
                    <a:pt x="5667845" y="2336"/>
                  </a:lnTo>
                  <a:lnTo>
                    <a:pt x="5667375" y="3454"/>
                  </a:lnTo>
                  <a:lnTo>
                    <a:pt x="5667375" y="6083"/>
                  </a:lnTo>
                  <a:lnTo>
                    <a:pt x="5667845" y="7200"/>
                  </a:lnTo>
                  <a:lnTo>
                    <a:pt x="5669699" y="9067"/>
                  </a:lnTo>
                  <a:lnTo>
                    <a:pt x="5670829" y="9525"/>
                  </a:lnTo>
                  <a:lnTo>
                    <a:pt x="5673458" y="9525"/>
                  </a:lnTo>
                  <a:lnTo>
                    <a:pt x="5674576" y="9067"/>
                  </a:lnTo>
                  <a:lnTo>
                    <a:pt x="5676443" y="7200"/>
                  </a:lnTo>
                  <a:lnTo>
                    <a:pt x="5676900" y="6083"/>
                  </a:lnTo>
                  <a:lnTo>
                    <a:pt x="5676900" y="3454"/>
                  </a:lnTo>
                  <a:close/>
                </a:path>
                <a:path w="6010275" h="1343025">
                  <a:moveTo>
                    <a:pt x="5724525" y="1336954"/>
                  </a:moveTo>
                  <a:lnTo>
                    <a:pt x="5724068" y="1335836"/>
                  </a:lnTo>
                  <a:lnTo>
                    <a:pt x="5722201" y="1333969"/>
                  </a:lnTo>
                  <a:lnTo>
                    <a:pt x="5721083" y="1333500"/>
                  </a:lnTo>
                  <a:lnTo>
                    <a:pt x="5718454" y="1333500"/>
                  </a:lnTo>
                  <a:lnTo>
                    <a:pt x="5717324" y="1333969"/>
                  </a:lnTo>
                  <a:lnTo>
                    <a:pt x="5715470" y="1335836"/>
                  </a:lnTo>
                  <a:lnTo>
                    <a:pt x="5715000" y="1336954"/>
                  </a:lnTo>
                  <a:lnTo>
                    <a:pt x="5715000" y="1339583"/>
                  </a:lnTo>
                  <a:lnTo>
                    <a:pt x="5715470" y="1340700"/>
                  </a:lnTo>
                  <a:lnTo>
                    <a:pt x="5717324" y="1342567"/>
                  </a:lnTo>
                  <a:lnTo>
                    <a:pt x="5718454" y="1343025"/>
                  </a:lnTo>
                  <a:lnTo>
                    <a:pt x="5721083" y="1343025"/>
                  </a:lnTo>
                  <a:lnTo>
                    <a:pt x="5722201" y="1342567"/>
                  </a:lnTo>
                  <a:lnTo>
                    <a:pt x="5724068" y="1340700"/>
                  </a:lnTo>
                  <a:lnTo>
                    <a:pt x="5724525" y="1339583"/>
                  </a:lnTo>
                  <a:lnTo>
                    <a:pt x="5724525" y="1336954"/>
                  </a:lnTo>
                  <a:close/>
                </a:path>
                <a:path w="6010275" h="1343025">
                  <a:moveTo>
                    <a:pt x="5724525" y="670204"/>
                  </a:moveTo>
                  <a:lnTo>
                    <a:pt x="5724068" y="669086"/>
                  </a:lnTo>
                  <a:lnTo>
                    <a:pt x="5722201" y="667219"/>
                  </a:lnTo>
                  <a:lnTo>
                    <a:pt x="5721083" y="666750"/>
                  </a:lnTo>
                  <a:lnTo>
                    <a:pt x="5718454" y="666750"/>
                  </a:lnTo>
                  <a:lnTo>
                    <a:pt x="5717324" y="667219"/>
                  </a:lnTo>
                  <a:lnTo>
                    <a:pt x="5715470" y="669086"/>
                  </a:lnTo>
                  <a:lnTo>
                    <a:pt x="5715000" y="670204"/>
                  </a:lnTo>
                  <a:lnTo>
                    <a:pt x="5715000" y="672833"/>
                  </a:lnTo>
                  <a:lnTo>
                    <a:pt x="5715470" y="673950"/>
                  </a:lnTo>
                  <a:lnTo>
                    <a:pt x="5717324" y="675817"/>
                  </a:lnTo>
                  <a:lnTo>
                    <a:pt x="5718454" y="676275"/>
                  </a:lnTo>
                  <a:lnTo>
                    <a:pt x="5721083" y="676275"/>
                  </a:lnTo>
                  <a:lnTo>
                    <a:pt x="5722201" y="675817"/>
                  </a:lnTo>
                  <a:lnTo>
                    <a:pt x="5724068" y="673950"/>
                  </a:lnTo>
                  <a:lnTo>
                    <a:pt x="5724525" y="672833"/>
                  </a:lnTo>
                  <a:lnTo>
                    <a:pt x="5724525" y="670204"/>
                  </a:lnTo>
                  <a:close/>
                </a:path>
                <a:path w="6010275" h="1343025">
                  <a:moveTo>
                    <a:pt x="5724525" y="3454"/>
                  </a:moveTo>
                  <a:lnTo>
                    <a:pt x="5724068" y="2336"/>
                  </a:lnTo>
                  <a:lnTo>
                    <a:pt x="5722201" y="469"/>
                  </a:lnTo>
                  <a:lnTo>
                    <a:pt x="5721083" y="0"/>
                  </a:lnTo>
                  <a:lnTo>
                    <a:pt x="5718454" y="0"/>
                  </a:lnTo>
                  <a:lnTo>
                    <a:pt x="5717324" y="469"/>
                  </a:lnTo>
                  <a:lnTo>
                    <a:pt x="5715470" y="2336"/>
                  </a:lnTo>
                  <a:lnTo>
                    <a:pt x="5715000" y="3454"/>
                  </a:lnTo>
                  <a:lnTo>
                    <a:pt x="5715000" y="6083"/>
                  </a:lnTo>
                  <a:lnTo>
                    <a:pt x="5715470" y="7200"/>
                  </a:lnTo>
                  <a:lnTo>
                    <a:pt x="5717324" y="9067"/>
                  </a:lnTo>
                  <a:lnTo>
                    <a:pt x="5718454" y="9525"/>
                  </a:lnTo>
                  <a:lnTo>
                    <a:pt x="5721083" y="9525"/>
                  </a:lnTo>
                  <a:lnTo>
                    <a:pt x="5722201" y="9067"/>
                  </a:lnTo>
                  <a:lnTo>
                    <a:pt x="5724068" y="7200"/>
                  </a:lnTo>
                  <a:lnTo>
                    <a:pt x="5724525" y="6083"/>
                  </a:lnTo>
                  <a:lnTo>
                    <a:pt x="5724525" y="3454"/>
                  </a:lnTo>
                  <a:close/>
                </a:path>
                <a:path w="6010275" h="1343025">
                  <a:moveTo>
                    <a:pt x="5772150" y="1336954"/>
                  </a:moveTo>
                  <a:lnTo>
                    <a:pt x="5771693" y="1335836"/>
                  </a:lnTo>
                  <a:lnTo>
                    <a:pt x="5769826" y="1333969"/>
                  </a:lnTo>
                  <a:lnTo>
                    <a:pt x="5768708" y="1333500"/>
                  </a:lnTo>
                  <a:lnTo>
                    <a:pt x="5766079" y="1333500"/>
                  </a:lnTo>
                  <a:lnTo>
                    <a:pt x="5764949" y="1333969"/>
                  </a:lnTo>
                  <a:lnTo>
                    <a:pt x="5763095" y="1335836"/>
                  </a:lnTo>
                  <a:lnTo>
                    <a:pt x="5762625" y="1336954"/>
                  </a:lnTo>
                  <a:lnTo>
                    <a:pt x="5762625" y="1339583"/>
                  </a:lnTo>
                  <a:lnTo>
                    <a:pt x="5763095" y="1340700"/>
                  </a:lnTo>
                  <a:lnTo>
                    <a:pt x="5764949" y="1342567"/>
                  </a:lnTo>
                  <a:lnTo>
                    <a:pt x="5766079" y="1343025"/>
                  </a:lnTo>
                  <a:lnTo>
                    <a:pt x="5768708" y="1343025"/>
                  </a:lnTo>
                  <a:lnTo>
                    <a:pt x="5769826" y="1342567"/>
                  </a:lnTo>
                  <a:lnTo>
                    <a:pt x="5771693" y="1340700"/>
                  </a:lnTo>
                  <a:lnTo>
                    <a:pt x="5772150" y="1339583"/>
                  </a:lnTo>
                  <a:lnTo>
                    <a:pt x="5772150" y="1336954"/>
                  </a:lnTo>
                  <a:close/>
                </a:path>
                <a:path w="6010275" h="1343025">
                  <a:moveTo>
                    <a:pt x="5772150" y="670204"/>
                  </a:moveTo>
                  <a:lnTo>
                    <a:pt x="5771693" y="669086"/>
                  </a:lnTo>
                  <a:lnTo>
                    <a:pt x="5769826" y="667219"/>
                  </a:lnTo>
                  <a:lnTo>
                    <a:pt x="5768708" y="666750"/>
                  </a:lnTo>
                  <a:lnTo>
                    <a:pt x="5766079" y="666750"/>
                  </a:lnTo>
                  <a:lnTo>
                    <a:pt x="5764949" y="667219"/>
                  </a:lnTo>
                  <a:lnTo>
                    <a:pt x="5763095" y="669086"/>
                  </a:lnTo>
                  <a:lnTo>
                    <a:pt x="5762625" y="670204"/>
                  </a:lnTo>
                  <a:lnTo>
                    <a:pt x="5762625" y="672833"/>
                  </a:lnTo>
                  <a:lnTo>
                    <a:pt x="5763095" y="673950"/>
                  </a:lnTo>
                  <a:lnTo>
                    <a:pt x="5764949" y="675817"/>
                  </a:lnTo>
                  <a:lnTo>
                    <a:pt x="5766079" y="676275"/>
                  </a:lnTo>
                  <a:lnTo>
                    <a:pt x="5768708" y="676275"/>
                  </a:lnTo>
                  <a:lnTo>
                    <a:pt x="5769826" y="675817"/>
                  </a:lnTo>
                  <a:lnTo>
                    <a:pt x="5771693" y="673950"/>
                  </a:lnTo>
                  <a:lnTo>
                    <a:pt x="5772150" y="672833"/>
                  </a:lnTo>
                  <a:lnTo>
                    <a:pt x="5772150" y="670204"/>
                  </a:lnTo>
                  <a:close/>
                </a:path>
                <a:path w="6010275" h="1343025">
                  <a:moveTo>
                    <a:pt x="5772150" y="3454"/>
                  </a:moveTo>
                  <a:lnTo>
                    <a:pt x="5771693" y="2336"/>
                  </a:lnTo>
                  <a:lnTo>
                    <a:pt x="5769826" y="469"/>
                  </a:lnTo>
                  <a:lnTo>
                    <a:pt x="5768708" y="0"/>
                  </a:lnTo>
                  <a:lnTo>
                    <a:pt x="5766079" y="0"/>
                  </a:lnTo>
                  <a:lnTo>
                    <a:pt x="5764949" y="469"/>
                  </a:lnTo>
                  <a:lnTo>
                    <a:pt x="5763095" y="2336"/>
                  </a:lnTo>
                  <a:lnTo>
                    <a:pt x="5762625" y="3454"/>
                  </a:lnTo>
                  <a:lnTo>
                    <a:pt x="5762625" y="6083"/>
                  </a:lnTo>
                  <a:lnTo>
                    <a:pt x="5763095" y="7200"/>
                  </a:lnTo>
                  <a:lnTo>
                    <a:pt x="5764949" y="9067"/>
                  </a:lnTo>
                  <a:lnTo>
                    <a:pt x="5766079" y="9525"/>
                  </a:lnTo>
                  <a:lnTo>
                    <a:pt x="5768708" y="9525"/>
                  </a:lnTo>
                  <a:lnTo>
                    <a:pt x="5769826" y="9067"/>
                  </a:lnTo>
                  <a:lnTo>
                    <a:pt x="5771693" y="7200"/>
                  </a:lnTo>
                  <a:lnTo>
                    <a:pt x="5772150" y="6083"/>
                  </a:lnTo>
                  <a:lnTo>
                    <a:pt x="5772150" y="3454"/>
                  </a:lnTo>
                  <a:close/>
                </a:path>
                <a:path w="6010275" h="1343025">
                  <a:moveTo>
                    <a:pt x="5819775" y="1336954"/>
                  </a:moveTo>
                  <a:lnTo>
                    <a:pt x="5819318" y="1335836"/>
                  </a:lnTo>
                  <a:lnTo>
                    <a:pt x="5817451" y="1333969"/>
                  </a:lnTo>
                  <a:lnTo>
                    <a:pt x="5816333" y="1333500"/>
                  </a:lnTo>
                  <a:lnTo>
                    <a:pt x="5813704" y="1333500"/>
                  </a:lnTo>
                  <a:lnTo>
                    <a:pt x="5812574" y="1333969"/>
                  </a:lnTo>
                  <a:lnTo>
                    <a:pt x="5810720" y="1335836"/>
                  </a:lnTo>
                  <a:lnTo>
                    <a:pt x="5810250" y="1336954"/>
                  </a:lnTo>
                  <a:lnTo>
                    <a:pt x="5810250" y="1339583"/>
                  </a:lnTo>
                  <a:lnTo>
                    <a:pt x="5810720" y="1340700"/>
                  </a:lnTo>
                  <a:lnTo>
                    <a:pt x="5812574" y="1342567"/>
                  </a:lnTo>
                  <a:lnTo>
                    <a:pt x="5813704" y="1343025"/>
                  </a:lnTo>
                  <a:lnTo>
                    <a:pt x="5816333" y="1343025"/>
                  </a:lnTo>
                  <a:lnTo>
                    <a:pt x="5817451" y="1342567"/>
                  </a:lnTo>
                  <a:lnTo>
                    <a:pt x="5819318" y="1340700"/>
                  </a:lnTo>
                  <a:lnTo>
                    <a:pt x="5819775" y="1339583"/>
                  </a:lnTo>
                  <a:lnTo>
                    <a:pt x="5819775" y="1336954"/>
                  </a:lnTo>
                  <a:close/>
                </a:path>
                <a:path w="6010275" h="1343025">
                  <a:moveTo>
                    <a:pt x="5819775" y="670204"/>
                  </a:moveTo>
                  <a:lnTo>
                    <a:pt x="5819318" y="669086"/>
                  </a:lnTo>
                  <a:lnTo>
                    <a:pt x="5817451" y="667219"/>
                  </a:lnTo>
                  <a:lnTo>
                    <a:pt x="5816333" y="666750"/>
                  </a:lnTo>
                  <a:lnTo>
                    <a:pt x="5813704" y="666750"/>
                  </a:lnTo>
                  <a:lnTo>
                    <a:pt x="5812574" y="667219"/>
                  </a:lnTo>
                  <a:lnTo>
                    <a:pt x="5810720" y="669086"/>
                  </a:lnTo>
                  <a:lnTo>
                    <a:pt x="5810250" y="670204"/>
                  </a:lnTo>
                  <a:lnTo>
                    <a:pt x="5810250" y="672833"/>
                  </a:lnTo>
                  <a:lnTo>
                    <a:pt x="5810720" y="673950"/>
                  </a:lnTo>
                  <a:lnTo>
                    <a:pt x="5812574" y="675817"/>
                  </a:lnTo>
                  <a:lnTo>
                    <a:pt x="5813704" y="676275"/>
                  </a:lnTo>
                  <a:lnTo>
                    <a:pt x="5816333" y="676275"/>
                  </a:lnTo>
                  <a:lnTo>
                    <a:pt x="5817451" y="675817"/>
                  </a:lnTo>
                  <a:lnTo>
                    <a:pt x="5819318" y="673950"/>
                  </a:lnTo>
                  <a:lnTo>
                    <a:pt x="5819775" y="672833"/>
                  </a:lnTo>
                  <a:lnTo>
                    <a:pt x="5819775" y="670204"/>
                  </a:lnTo>
                  <a:close/>
                </a:path>
                <a:path w="6010275" h="1343025">
                  <a:moveTo>
                    <a:pt x="5819775" y="3454"/>
                  </a:moveTo>
                  <a:lnTo>
                    <a:pt x="5819318" y="2336"/>
                  </a:lnTo>
                  <a:lnTo>
                    <a:pt x="5817451" y="469"/>
                  </a:lnTo>
                  <a:lnTo>
                    <a:pt x="5816333" y="0"/>
                  </a:lnTo>
                  <a:lnTo>
                    <a:pt x="5813704" y="0"/>
                  </a:lnTo>
                  <a:lnTo>
                    <a:pt x="5812574" y="469"/>
                  </a:lnTo>
                  <a:lnTo>
                    <a:pt x="5810720" y="2336"/>
                  </a:lnTo>
                  <a:lnTo>
                    <a:pt x="5810250" y="3454"/>
                  </a:lnTo>
                  <a:lnTo>
                    <a:pt x="5810250" y="6083"/>
                  </a:lnTo>
                  <a:lnTo>
                    <a:pt x="5810720" y="7200"/>
                  </a:lnTo>
                  <a:lnTo>
                    <a:pt x="5812574" y="9067"/>
                  </a:lnTo>
                  <a:lnTo>
                    <a:pt x="5813704" y="9525"/>
                  </a:lnTo>
                  <a:lnTo>
                    <a:pt x="5816333" y="9525"/>
                  </a:lnTo>
                  <a:lnTo>
                    <a:pt x="5817451" y="9067"/>
                  </a:lnTo>
                  <a:lnTo>
                    <a:pt x="5819318" y="7200"/>
                  </a:lnTo>
                  <a:lnTo>
                    <a:pt x="5819775" y="6083"/>
                  </a:lnTo>
                  <a:lnTo>
                    <a:pt x="5819775" y="3454"/>
                  </a:lnTo>
                  <a:close/>
                </a:path>
                <a:path w="6010275" h="1343025">
                  <a:moveTo>
                    <a:pt x="5867400" y="1336954"/>
                  </a:moveTo>
                  <a:lnTo>
                    <a:pt x="5866943" y="1335836"/>
                  </a:lnTo>
                  <a:lnTo>
                    <a:pt x="5865076" y="1333969"/>
                  </a:lnTo>
                  <a:lnTo>
                    <a:pt x="5863958" y="1333500"/>
                  </a:lnTo>
                  <a:lnTo>
                    <a:pt x="5861329" y="1333500"/>
                  </a:lnTo>
                  <a:lnTo>
                    <a:pt x="5860199" y="1333969"/>
                  </a:lnTo>
                  <a:lnTo>
                    <a:pt x="5858345" y="1335836"/>
                  </a:lnTo>
                  <a:lnTo>
                    <a:pt x="5857875" y="1336954"/>
                  </a:lnTo>
                  <a:lnTo>
                    <a:pt x="5857875" y="1339583"/>
                  </a:lnTo>
                  <a:lnTo>
                    <a:pt x="5858345" y="1340700"/>
                  </a:lnTo>
                  <a:lnTo>
                    <a:pt x="5860199" y="1342567"/>
                  </a:lnTo>
                  <a:lnTo>
                    <a:pt x="5861329" y="1343025"/>
                  </a:lnTo>
                  <a:lnTo>
                    <a:pt x="5863958" y="1343025"/>
                  </a:lnTo>
                  <a:lnTo>
                    <a:pt x="5865076" y="1342567"/>
                  </a:lnTo>
                  <a:lnTo>
                    <a:pt x="5866943" y="1340700"/>
                  </a:lnTo>
                  <a:lnTo>
                    <a:pt x="5867400" y="1339583"/>
                  </a:lnTo>
                  <a:lnTo>
                    <a:pt x="5867400" y="1336954"/>
                  </a:lnTo>
                  <a:close/>
                </a:path>
                <a:path w="6010275" h="1343025">
                  <a:moveTo>
                    <a:pt x="5867400" y="670204"/>
                  </a:moveTo>
                  <a:lnTo>
                    <a:pt x="5866943" y="669086"/>
                  </a:lnTo>
                  <a:lnTo>
                    <a:pt x="5865076" y="667219"/>
                  </a:lnTo>
                  <a:lnTo>
                    <a:pt x="5863958" y="666750"/>
                  </a:lnTo>
                  <a:lnTo>
                    <a:pt x="5861329" y="666750"/>
                  </a:lnTo>
                  <a:lnTo>
                    <a:pt x="5860199" y="667219"/>
                  </a:lnTo>
                  <a:lnTo>
                    <a:pt x="5858345" y="669086"/>
                  </a:lnTo>
                  <a:lnTo>
                    <a:pt x="5857875" y="670204"/>
                  </a:lnTo>
                  <a:lnTo>
                    <a:pt x="5857875" y="672833"/>
                  </a:lnTo>
                  <a:lnTo>
                    <a:pt x="5858345" y="673950"/>
                  </a:lnTo>
                  <a:lnTo>
                    <a:pt x="5860199" y="675817"/>
                  </a:lnTo>
                  <a:lnTo>
                    <a:pt x="5861329" y="676275"/>
                  </a:lnTo>
                  <a:lnTo>
                    <a:pt x="5863958" y="676275"/>
                  </a:lnTo>
                  <a:lnTo>
                    <a:pt x="5865076" y="675817"/>
                  </a:lnTo>
                  <a:lnTo>
                    <a:pt x="5866943" y="673950"/>
                  </a:lnTo>
                  <a:lnTo>
                    <a:pt x="5867400" y="672833"/>
                  </a:lnTo>
                  <a:lnTo>
                    <a:pt x="5867400" y="670204"/>
                  </a:lnTo>
                  <a:close/>
                </a:path>
                <a:path w="6010275" h="1343025">
                  <a:moveTo>
                    <a:pt x="5867400" y="3454"/>
                  </a:moveTo>
                  <a:lnTo>
                    <a:pt x="5866943" y="2336"/>
                  </a:lnTo>
                  <a:lnTo>
                    <a:pt x="5865076" y="469"/>
                  </a:lnTo>
                  <a:lnTo>
                    <a:pt x="5863958" y="0"/>
                  </a:lnTo>
                  <a:lnTo>
                    <a:pt x="5861329" y="0"/>
                  </a:lnTo>
                  <a:lnTo>
                    <a:pt x="5860199" y="469"/>
                  </a:lnTo>
                  <a:lnTo>
                    <a:pt x="5858345" y="2336"/>
                  </a:lnTo>
                  <a:lnTo>
                    <a:pt x="5857875" y="3454"/>
                  </a:lnTo>
                  <a:lnTo>
                    <a:pt x="5857875" y="6083"/>
                  </a:lnTo>
                  <a:lnTo>
                    <a:pt x="5858345" y="7200"/>
                  </a:lnTo>
                  <a:lnTo>
                    <a:pt x="5860199" y="9067"/>
                  </a:lnTo>
                  <a:lnTo>
                    <a:pt x="5861329" y="9525"/>
                  </a:lnTo>
                  <a:lnTo>
                    <a:pt x="5863958" y="9525"/>
                  </a:lnTo>
                  <a:lnTo>
                    <a:pt x="5865076" y="9067"/>
                  </a:lnTo>
                  <a:lnTo>
                    <a:pt x="5866943" y="7200"/>
                  </a:lnTo>
                  <a:lnTo>
                    <a:pt x="5867400" y="6083"/>
                  </a:lnTo>
                  <a:lnTo>
                    <a:pt x="5867400" y="3454"/>
                  </a:lnTo>
                  <a:close/>
                </a:path>
                <a:path w="6010275" h="1343025">
                  <a:moveTo>
                    <a:pt x="5915025" y="1336954"/>
                  </a:moveTo>
                  <a:lnTo>
                    <a:pt x="5914568" y="1335836"/>
                  </a:lnTo>
                  <a:lnTo>
                    <a:pt x="5912701" y="1333969"/>
                  </a:lnTo>
                  <a:lnTo>
                    <a:pt x="5911583" y="1333500"/>
                  </a:lnTo>
                  <a:lnTo>
                    <a:pt x="5908954" y="1333500"/>
                  </a:lnTo>
                  <a:lnTo>
                    <a:pt x="5907824" y="1333969"/>
                  </a:lnTo>
                  <a:lnTo>
                    <a:pt x="5905970" y="1335836"/>
                  </a:lnTo>
                  <a:lnTo>
                    <a:pt x="5905500" y="1336954"/>
                  </a:lnTo>
                  <a:lnTo>
                    <a:pt x="5905500" y="1339583"/>
                  </a:lnTo>
                  <a:lnTo>
                    <a:pt x="5905970" y="1340700"/>
                  </a:lnTo>
                  <a:lnTo>
                    <a:pt x="5907824" y="1342567"/>
                  </a:lnTo>
                  <a:lnTo>
                    <a:pt x="5908954" y="1343025"/>
                  </a:lnTo>
                  <a:lnTo>
                    <a:pt x="5911583" y="1343025"/>
                  </a:lnTo>
                  <a:lnTo>
                    <a:pt x="5912701" y="1342567"/>
                  </a:lnTo>
                  <a:lnTo>
                    <a:pt x="5914568" y="1340700"/>
                  </a:lnTo>
                  <a:lnTo>
                    <a:pt x="5915025" y="1339583"/>
                  </a:lnTo>
                  <a:lnTo>
                    <a:pt x="5915025" y="1336954"/>
                  </a:lnTo>
                  <a:close/>
                </a:path>
                <a:path w="6010275" h="1343025">
                  <a:moveTo>
                    <a:pt x="5915025" y="670204"/>
                  </a:moveTo>
                  <a:lnTo>
                    <a:pt x="5914568" y="669086"/>
                  </a:lnTo>
                  <a:lnTo>
                    <a:pt x="5912701" y="667219"/>
                  </a:lnTo>
                  <a:lnTo>
                    <a:pt x="5911583" y="666750"/>
                  </a:lnTo>
                  <a:lnTo>
                    <a:pt x="5908954" y="666750"/>
                  </a:lnTo>
                  <a:lnTo>
                    <a:pt x="5907824" y="667219"/>
                  </a:lnTo>
                  <a:lnTo>
                    <a:pt x="5905970" y="669086"/>
                  </a:lnTo>
                  <a:lnTo>
                    <a:pt x="5905500" y="670204"/>
                  </a:lnTo>
                  <a:lnTo>
                    <a:pt x="5905500" y="672833"/>
                  </a:lnTo>
                  <a:lnTo>
                    <a:pt x="5905970" y="673950"/>
                  </a:lnTo>
                  <a:lnTo>
                    <a:pt x="5907824" y="675817"/>
                  </a:lnTo>
                  <a:lnTo>
                    <a:pt x="5908954" y="676275"/>
                  </a:lnTo>
                  <a:lnTo>
                    <a:pt x="5911583" y="676275"/>
                  </a:lnTo>
                  <a:lnTo>
                    <a:pt x="5912701" y="675817"/>
                  </a:lnTo>
                  <a:lnTo>
                    <a:pt x="5914568" y="673950"/>
                  </a:lnTo>
                  <a:lnTo>
                    <a:pt x="5915025" y="672833"/>
                  </a:lnTo>
                  <a:lnTo>
                    <a:pt x="5915025" y="670204"/>
                  </a:lnTo>
                  <a:close/>
                </a:path>
                <a:path w="6010275" h="1343025">
                  <a:moveTo>
                    <a:pt x="5915025" y="3454"/>
                  </a:moveTo>
                  <a:lnTo>
                    <a:pt x="5914568" y="2336"/>
                  </a:lnTo>
                  <a:lnTo>
                    <a:pt x="5912701" y="469"/>
                  </a:lnTo>
                  <a:lnTo>
                    <a:pt x="5911583" y="0"/>
                  </a:lnTo>
                  <a:lnTo>
                    <a:pt x="5908954" y="0"/>
                  </a:lnTo>
                  <a:lnTo>
                    <a:pt x="5907824" y="469"/>
                  </a:lnTo>
                  <a:lnTo>
                    <a:pt x="5905970" y="2336"/>
                  </a:lnTo>
                  <a:lnTo>
                    <a:pt x="5905500" y="3454"/>
                  </a:lnTo>
                  <a:lnTo>
                    <a:pt x="5905500" y="6083"/>
                  </a:lnTo>
                  <a:lnTo>
                    <a:pt x="5905970" y="7200"/>
                  </a:lnTo>
                  <a:lnTo>
                    <a:pt x="5907824" y="9067"/>
                  </a:lnTo>
                  <a:lnTo>
                    <a:pt x="5908954" y="9525"/>
                  </a:lnTo>
                  <a:lnTo>
                    <a:pt x="5911583" y="9525"/>
                  </a:lnTo>
                  <a:lnTo>
                    <a:pt x="5912701" y="9067"/>
                  </a:lnTo>
                  <a:lnTo>
                    <a:pt x="5914568" y="7200"/>
                  </a:lnTo>
                  <a:lnTo>
                    <a:pt x="5915025" y="6083"/>
                  </a:lnTo>
                  <a:lnTo>
                    <a:pt x="5915025" y="3454"/>
                  </a:lnTo>
                  <a:close/>
                </a:path>
                <a:path w="6010275" h="1343025">
                  <a:moveTo>
                    <a:pt x="5962650" y="1336954"/>
                  </a:moveTo>
                  <a:lnTo>
                    <a:pt x="5962193" y="1335836"/>
                  </a:lnTo>
                  <a:lnTo>
                    <a:pt x="5960326" y="1333969"/>
                  </a:lnTo>
                  <a:lnTo>
                    <a:pt x="5959208" y="1333500"/>
                  </a:lnTo>
                  <a:lnTo>
                    <a:pt x="5956579" y="1333500"/>
                  </a:lnTo>
                  <a:lnTo>
                    <a:pt x="5955449" y="1333969"/>
                  </a:lnTo>
                  <a:lnTo>
                    <a:pt x="5953595" y="1335836"/>
                  </a:lnTo>
                  <a:lnTo>
                    <a:pt x="5953125" y="1336954"/>
                  </a:lnTo>
                  <a:lnTo>
                    <a:pt x="5953125" y="1339583"/>
                  </a:lnTo>
                  <a:lnTo>
                    <a:pt x="5953595" y="1340700"/>
                  </a:lnTo>
                  <a:lnTo>
                    <a:pt x="5955449" y="1342567"/>
                  </a:lnTo>
                  <a:lnTo>
                    <a:pt x="5956579" y="1343025"/>
                  </a:lnTo>
                  <a:lnTo>
                    <a:pt x="5959208" y="1343025"/>
                  </a:lnTo>
                  <a:lnTo>
                    <a:pt x="5960326" y="1342567"/>
                  </a:lnTo>
                  <a:lnTo>
                    <a:pt x="5962193" y="1340700"/>
                  </a:lnTo>
                  <a:lnTo>
                    <a:pt x="5962650" y="1339583"/>
                  </a:lnTo>
                  <a:lnTo>
                    <a:pt x="5962650" y="1336954"/>
                  </a:lnTo>
                  <a:close/>
                </a:path>
                <a:path w="6010275" h="1343025">
                  <a:moveTo>
                    <a:pt x="5962650" y="670204"/>
                  </a:moveTo>
                  <a:lnTo>
                    <a:pt x="5962193" y="669086"/>
                  </a:lnTo>
                  <a:lnTo>
                    <a:pt x="5960326" y="667219"/>
                  </a:lnTo>
                  <a:lnTo>
                    <a:pt x="5959208" y="666750"/>
                  </a:lnTo>
                  <a:lnTo>
                    <a:pt x="5956579" y="666750"/>
                  </a:lnTo>
                  <a:lnTo>
                    <a:pt x="5955449" y="667219"/>
                  </a:lnTo>
                  <a:lnTo>
                    <a:pt x="5953595" y="669086"/>
                  </a:lnTo>
                  <a:lnTo>
                    <a:pt x="5953125" y="670204"/>
                  </a:lnTo>
                  <a:lnTo>
                    <a:pt x="5953125" y="672833"/>
                  </a:lnTo>
                  <a:lnTo>
                    <a:pt x="5953595" y="673950"/>
                  </a:lnTo>
                  <a:lnTo>
                    <a:pt x="5955449" y="675817"/>
                  </a:lnTo>
                  <a:lnTo>
                    <a:pt x="5956579" y="676275"/>
                  </a:lnTo>
                  <a:lnTo>
                    <a:pt x="5959208" y="676275"/>
                  </a:lnTo>
                  <a:lnTo>
                    <a:pt x="5960326" y="675817"/>
                  </a:lnTo>
                  <a:lnTo>
                    <a:pt x="5962193" y="673950"/>
                  </a:lnTo>
                  <a:lnTo>
                    <a:pt x="5962650" y="672833"/>
                  </a:lnTo>
                  <a:lnTo>
                    <a:pt x="5962650" y="670204"/>
                  </a:lnTo>
                  <a:close/>
                </a:path>
                <a:path w="6010275" h="1343025">
                  <a:moveTo>
                    <a:pt x="5962650" y="3454"/>
                  </a:moveTo>
                  <a:lnTo>
                    <a:pt x="5962193" y="2336"/>
                  </a:lnTo>
                  <a:lnTo>
                    <a:pt x="5960326" y="469"/>
                  </a:lnTo>
                  <a:lnTo>
                    <a:pt x="5959208" y="0"/>
                  </a:lnTo>
                  <a:lnTo>
                    <a:pt x="5956579" y="0"/>
                  </a:lnTo>
                  <a:lnTo>
                    <a:pt x="5955449" y="469"/>
                  </a:lnTo>
                  <a:lnTo>
                    <a:pt x="5953595" y="2336"/>
                  </a:lnTo>
                  <a:lnTo>
                    <a:pt x="5953125" y="3454"/>
                  </a:lnTo>
                  <a:lnTo>
                    <a:pt x="5953125" y="6083"/>
                  </a:lnTo>
                  <a:lnTo>
                    <a:pt x="5953595" y="7200"/>
                  </a:lnTo>
                  <a:lnTo>
                    <a:pt x="5955449" y="9067"/>
                  </a:lnTo>
                  <a:lnTo>
                    <a:pt x="5956579" y="9525"/>
                  </a:lnTo>
                  <a:lnTo>
                    <a:pt x="5959208" y="9525"/>
                  </a:lnTo>
                  <a:lnTo>
                    <a:pt x="5960326" y="9067"/>
                  </a:lnTo>
                  <a:lnTo>
                    <a:pt x="5962193" y="7200"/>
                  </a:lnTo>
                  <a:lnTo>
                    <a:pt x="5962650" y="6083"/>
                  </a:lnTo>
                  <a:lnTo>
                    <a:pt x="5962650" y="3454"/>
                  </a:lnTo>
                  <a:close/>
                </a:path>
                <a:path w="6010275" h="1343025">
                  <a:moveTo>
                    <a:pt x="6010275" y="1336954"/>
                  </a:moveTo>
                  <a:lnTo>
                    <a:pt x="6009818" y="1335836"/>
                  </a:lnTo>
                  <a:lnTo>
                    <a:pt x="6007951" y="1333969"/>
                  </a:lnTo>
                  <a:lnTo>
                    <a:pt x="6006833" y="1333500"/>
                  </a:lnTo>
                  <a:lnTo>
                    <a:pt x="6004204" y="1333500"/>
                  </a:lnTo>
                  <a:lnTo>
                    <a:pt x="6003087" y="1333969"/>
                  </a:lnTo>
                  <a:lnTo>
                    <a:pt x="6001220" y="1335836"/>
                  </a:lnTo>
                  <a:lnTo>
                    <a:pt x="6000750" y="1336954"/>
                  </a:lnTo>
                  <a:lnTo>
                    <a:pt x="6000750" y="1339583"/>
                  </a:lnTo>
                  <a:lnTo>
                    <a:pt x="6001220" y="1340700"/>
                  </a:lnTo>
                  <a:lnTo>
                    <a:pt x="6003087" y="1342567"/>
                  </a:lnTo>
                  <a:lnTo>
                    <a:pt x="6004204" y="1343025"/>
                  </a:lnTo>
                  <a:lnTo>
                    <a:pt x="6006833" y="1343025"/>
                  </a:lnTo>
                  <a:lnTo>
                    <a:pt x="6007951" y="1342567"/>
                  </a:lnTo>
                  <a:lnTo>
                    <a:pt x="6009818" y="1340700"/>
                  </a:lnTo>
                  <a:lnTo>
                    <a:pt x="6010275" y="1339583"/>
                  </a:lnTo>
                  <a:lnTo>
                    <a:pt x="6010275" y="1336954"/>
                  </a:lnTo>
                  <a:close/>
                </a:path>
                <a:path w="6010275" h="1343025">
                  <a:moveTo>
                    <a:pt x="6010275" y="670204"/>
                  </a:moveTo>
                  <a:lnTo>
                    <a:pt x="6009818" y="669086"/>
                  </a:lnTo>
                  <a:lnTo>
                    <a:pt x="6007951" y="667219"/>
                  </a:lnTo>
                  <a:lnTo>
                    <a:pt x="6006833" y="666750"/>
                  </a:lnTo>
                  <a:lnTo>
                    <a:pt x="6004204" y="666750"/>
                  </a:lnTo>
                  <a:lnTo>
                    <a:pt x="6003087" y="667219"/>
                  </a:lnTo>
                  <a:lnTo>
                    <a:pt x="6001220" y="669086"/>
                  </a:lnTo>
                  <a:lnTo>
                    <a:pt x="6000750" y="670204"/>
                  </a:lnTo>
                  <a:lnTo>
                    <a:pt x="6000750" y="672833"/>
                  </a:lnTo>
                  <a:lnTo>
                    <a:pt x="6001220" y="673950"/>
                  </a:lnTo>
                  <a:lnTo>
                    <a:pt x="6003087" y="675817"/>
                  </a:lnTo>
                  <a:lnTo>
                    <a:pt x="6004204" y="676275"/>
                  </a:lnTo>
                  <a:lnTo>
                    <a:pt x="6006833" y="676275"/>
                  </a:lnTo>
                  <a:lnTo>
                    <a:pt x="6007951" y="675817"/>
                  </a:lnTo>
                  <a:lnTo>
                    <a:pt x="6009818" y="673950"/>
                  </a:lnTo>
                  <a:lnTo>
                    <a:pt x="6010275" y="672833"/>
                  </a:lnTo>
                  <a:lnTo>
                    <a:pt x="6010275" y="670204"/>
                  </a:lnTo>
                  <a:close/>
                </a:path>
                <a:path w="6010275" h="1343025">
                  <a:moveTo>
                    <a:pt x="6010275" y="3454"/>
                  </a:moveTo>
                  <a:lnTo>
                    <a:pt x="6009818" y="2336"/>
                  </a:lnTo>
                  <a:lnTo>
                    <a:pt x="6007951" y="469"/>
                  </a:lnTo>
                  <a:lnTo>
                    <a:pt x="6006833" y="0"/>
                  </a:lnTo>
                  <a:lnTo>
                    <a:pt x="6004204" y="0"/>
                  </a:lnTo>
                  <a:lnTo>
                    <a:pt x="6003087" y="469"/>
                  </a:lnTo>
                  <a:lnTo>
                    <a:pt x="6001220" y="2336"/>
                  </a:lnTo>
                  <a:lnTo>
                    <a:pt x="6000750" y="3454"/>
                  </a:lnTo>
                  <a:lnTo>
                    <a:pt x="6000750" y="6083"/>
                  </a:lnTo>
                  <a:lnTo>
                    <a:pt x="6001220" y="7200"/>
                  </a:lnTo>
                  <a:lnTo>
                    <a:pt x="6003087" y="9067"/>
                  </a:lnTo>
                  <a:lnTo>
                    <a:pt x="6004204" y="9525"/>
                  </a:lnTo>
                  <a:lnTo>
                    <a:pt x="6006833" y="9525"/>
                  </a:lnTo>
                  <a:lnTo>
                    <a:pt x="6007951" y="9067"/>
                  </a:lnTo>
                  <a:lnTo>
                    <a:pt x="6009818" y="7200"/>
                  </a:lnTo>
                  <a:lnTo>
                    <a:pt x="6010275" y="6083"/>
                  </a:lnTo>
                  <a:lnTo>
                    <a:pt x="6010275" y="345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59" name="object 37" descr=""/>
            <p:cNvPicPr/>
            <p:nvPr/>
          </p:nvPicPr>
          <p:blipFill>
            <a:blip r:embed="rId1"/>
            <a:stretch/>
          </p:blipFill>
          <p:spPr>
            <a:xfrm>
              <a:off x="6315120" y="5262480"/>
              <a:ext cx="9000" cy="1342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60" name="object 38"/>
          <p:cNvSpPr/>
          <p:nvPr/>
        </p:nvSpPr>
        <p:spPr>
          <a:xfrm>
            <a:off x="5984640" y="6505560"/>
            <a:ext cx="152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40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1" name="object 39"/>
          <p:cNvSpPr/>
          <p:nvPr/>
        </p:nvSpPr>
        <p:spPr>
          <a:xfrm>
            <a:off x="5984640" y="5838840"/>
            <a:ext cx="152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60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2" name="object 40"/>
          <p:cNvSpPr/>
          <p:nvPr/>
        </p:nvSpPr>
        <p:spPr>
          <a:xfrm>
            <a:off x="9115920" y="6759720"/>
            <a:ext cx="2563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object 41"/>
          <p:cNvSpPr/>
          <p:nvPr/>
        </p:nvSpPr>
        <p:spPr>
          <a:xfrm>
            <a:off x="5779800" y="5327280"/>
            <a:ext cx="153360" cy="119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800" bIns="0" anchor="t" vert="vert270">
            <a:noAutofit/>
          </a:bodyPr>
          <a:p>
            <a:pPr marL="12600">
              <a:lnSpc>
                <a:spcPct val="100000"/>
              </a:lnSpc>
              <a:spcBef>
                <a:spcPts val="14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Arial MT"/>
              </a:rPr>
              <a:t>Reading netflix </a:t>
            </a:r>
            <a:r>
              <a:rPr b="0" lang="ro-RO" sz="900" spc="-12" strike="noStrike">
                <a:solidFill>
                  <a:srgbClr val="ffffff"/>
                </a:solidFill>
                <a:latin typeface="Arial MT"/>
              </a:rPr>
              <a:t>users%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object 42"/>
          <p:cNvSpPr/>
          <p:nvPr/>
        </p:nvSpPr>
        <p:spPr>
          <a:xfrm>
            <a:off x="6180120" y="661680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2019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5" name="object 43" descr=""/>
          <p:cNvPicPr/>
          <p:nvPr/>
        </p:nvPicPr>
        <p:blipFill>
          <a:blip r:embed="rId2"/>
          <a:stretch/>
        </p:blipFill>
        <p:spPr>
          <a:xfrm>
            <a:off x="7486560" y="5262480"/>
            <a:ext cx="9000" cy="1342800"/>
          </a:xfrm>
          <a:prstGeom prst="rect">
            <a:avLst/>
          </a:prstGeom>
          <a:ln w="0">
            <a:noFill/>
          </a:ln>
        </p:spPr>
      </p:pic>
      <p:sp>
        <p:nvSpPr>
          <p:cNvPr id="366" name="object 44"/>
          <p:cNvSpPr/>
          <p:nvPr/>
        </p:nvSpPr>
        <p:spPr>
          <a:xfrm>
            <a:off x="7351560" y="661680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7" name="object 45"/>
          <p:cNvGrpSpPr/>
          <p:nvPr/>
        </p:nvGrpSpPr>
        <p:grpSpPr>
          <a:xfrm>
            <a:off x="8658360" y="5262480"/>
            <a:ext cx="1180440" cy="1342800"/>
            <a:chOff x="8658360" y="5262480"/>
            <a:chExt cx="1180440" cy="1342800"/>
          </a:xfrm>
        </p:grpSpPr>
        <p:pic>
          <p:nvPicPr>
            <p:cNvPr id="368" name="object 46" descr=""/>
            <p:cNvPicPr/>
            <p:nvPr/>
          </p:nvPicPr>
          <p:blipFill>
            <a:blip r:embed="rId3"/>
            <a:stretch/>
          </p:blipFill>
          <p:spPr>
            <a:xfrm>
              <a:off x="8658360" y="5262480"/>
              <a:ext cx="9000" cy="13428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69" name="object 47" descr=""/>
            <p:cNvPicPr/>
            <p:nvPr/>
          </p:nvPicPr>
          <p:blipFill>
            <a:blip r:embed="rId4"/>
            <a:stretch/>
          </p:blipFill>
          <p:spPr>
            <a:xfrm>
              <a:off x="9829800" y="5262480"/>
              <a:ext cx="9000" cy="134280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70" name="object 48"/>
          <p:cNvSpPr/>
          <p:nvPr/>
        </p:nvSpPr>
        <p:spPr>
          <a:xfrm>
            <a:off x="8523360" y="661680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2021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1" name="object 49"/>
          <p:cNvSpPr/>
          <p:nvPr/>
        </p:nvSpPr>
        <p:spPr>
          <a:xfrm>
            <a:off x="9694800" y="661680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2022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2" name="object 50" descr=""/>
          <p:cNvPicPr/>
          <p:nvPr/>
        </p:nvPicPr>
        <p:blipFill>
          <a:blip r:embed="rId5"/>
          <a:stretch/>
        </p:blipFill>
        <p:spPr>
          <a:xfrm>
            <a:off x="11001240" y="5262480"/>
            <a:ext cx="9000" cy="1342800"/>
          </a:xfrm>
          <a:prstGeom prst="rect">
            <a:avLst/>
          </a:prstGeom>
          <a:ln w="0">
            <a:noFill/>
          </a:ln>
        </p:spPr>
      </p:pic>
      <p:sp>
        <p:nvSpPr>
          <p:cNvPr id="373" name="object 51"/>
          <p:cNvSpPr/>
          <p:nvPr/>
        </p:nvSpPr>
        <p:spPr>
          <a:xfrm>
            <a:off x="10866240" y="661680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2023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4" name="object 52" descr=""/>
          <p:cNvPicPr/>
          <p:nvPr/>
        </p:nvPicPr>
        <p:blipFill>
          <a:blip r:embed="rId6"/>
          <a:stretch/>
        </p:blipFill>
        <p:spPr>
          <a:xfrm>
            <a:off x="12173040" y="5262480"/>
            <a:ext cx="9000" cy="1342800"/>
          </a:xfrm>
          <a:prstGeom prst="rect">
            <a:avLst/>
          </a:prstGeom>
          <a:ln w="0">
            <a:noFill/>
          </a:ln>
        </p:spPr>
      </p:pic>
      <p:sp>
        <p:nvSpPr>
          <p:cNvPr id="375" name="object 53"/>
          <p:cNvSpPr/>
          <p:nvPr/>
        </p:nvSpPr>
        <p:spPr>
          <a:xfrm>
            <a:off x="12038040" y="661680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2024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76" name="object 54"/>
          <p:cNvGrpSpPr/>
          <p:nvPr/>
        </p:nvGrpSpPr>
        <p:grpSpPr>
          <a:xfrm>
            <a:off x="6315120" y="4996440"/>
            <a:ext cx="5857560" cy="1310040"/>
            <a:chOff x="6315120" y="4996440"/>
            <a:chExt cx="5857560" cy="1310040"/>
          </a:xfrm>
        </p:grpSpPr>
        <p:sp>
          <p:nvSpPr>
            <p:cNvPr id="377" name="object 55"/>
            <p:cNvSpPr/>
            <p:nvPr/>
          </p:nvSpPr>
          <p:spPr>
            <a:xfrm>
              <a:off x="6315120" y="5596920"/>
              <a:ext cx="5857560" cy="54900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549000"/>
                <a:gd name="textAreaBottom" fmla="*/ 549360 h 549000"/>
              </a:gdLst>
              <a:ahLst/>
              <a:rect l="textAreaLeft" t="textAreaTop" r="textAreaRight" b="textAreaBottom"/>
              <a:pathLst>
                <a:path w="5857875" h="549275">
                  <a:moveTo>
                    <a:pt x="0" y="233639"/>
                  </a:moveTo>
                  <a:lnTo>
                    <a:pt x="1171574" y="548749"/>
                  </a:lnTo>
                  <a:lnTo>
                    <a:pt x="2343149" y="377748"/>
                  </a:lnTo>
                  <a:lnTo>
                    <a:pt x="3514724" y="0"/>
                  </a:lnTo>
                  <a:lnTo>
                    <a:pt x="4686299" y="23233"/>
                  </a:lnTo>
                  <a:lnTo>
                    <a:pt x="5857874" y="436164"/>
                  </a:lnTo>
                </a:path>
              </a:pathLst>
            </a:custGeom>
            <a:noFill/>
            <a:ln w="28574">
              <a:solidFill>
                <a:srgbClr val="6f9dda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object 56"/>
            <p:cNvSpPr/>
            <p:nvPr/>
          </p:nvSpPr>
          <p:spPr>
            <a:xfrm>
              <a:off x="6315120" y="5372280"/>
              <a:ext cx="5857560" cy="53100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531000"/>
                <a:gd name="textAreaBottom" fmla="*/ 531360 h 531000"/>
              </a:gdLst>
              <a:ahLst/>
              <a:rect l="textAreaLeft" t="textAreaTop" r="textAreaRight" b="textAreaBottom"/>
              <a:pathLst>
                <a:path w="5857875" h="531495">
                  <a:moveTo>
                    <a:pt x="0" y="79320"/>
                  </a:moveTo>
                  <a:lnTo>
                    <a:pt x="1171574" y="531193"/>
                  </a:lnTo>
                  <a:lnTo>
                    <a:pt x="2343149" y="47870"/>
                  </a:lnTo>
                  <a:lnTo>
                    <a:pt x="3514724" y="84717"/>
                  </a:lnTo>
                  <a:lnTo>
                    <a:pt x="4686299" y="0"/>
                  </a:lnTo>
                  <a:lnTo>
                    <a:pt x="5857874" y="150313"/>
                  </a:lnTo>
                </a:path>
              </a:pathLst>
            </a:custGeom>
            <a:noFill/>
            <a:ln w="28574">
              <a:solidFill>
                <a:srgbClr val="6fb0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9" name="object 57"/>
            <p:cNvSpPr/>
            <p:nvPr/>
          </p:nvSpPr>
          <p:spPr>
            <a:xfrm>
              <a:off x="6315120" y="5330160"/>
              <a:ext cx="5857560" cy="97632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976320"/>
                <a:gd name="textAreaBottom" fmla="*/ 976680 h 976320"/>
              </a:gdLst>
              <a:ahLst/>
              <a:rect l="textAreaLeft" t="textAreaTop" r="textAreaRight" b="textAreaBottom"/>
              <a:pathLst>
                <a:path w="5857875" h="976629">
                  <a:moveTo>
                    <a:pt x="0" y="689179"/>
                  </a:moveTo>
                  <a:lnTo>
                    <a:pt x="1171574" y="508907"/>
                  </a:lnTo>
                  <a:lnTo>
                    <a:pt x="2343149" y="546101"/>
                  </a:lnTo>
                  <a:lnTo>
                    <a:pt x="3514724" y="0"/>
                  </a:lnTo>
                  <a:lnTo>
                    <a:pt x="4686299" y="818634"/>
                  </a:lnTo>
                  <a:lnTo>
                    <a:pt x="5857874" y="976504"/>
                  </a:lnTo>
                </a:path>
              </a:pathLst>
            </a:custGeom>
            <a:noFill/>
            <a:ln w="28574">
              <a:solidFill>
                <a:srgbClr val="fee266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0" name="object 58"/>
            <p:cNvSpPr/>
            <p:nvPr/>
          </p:nvSpPr>
          <p:spPr>
            <a:xfrm>
              <a:off x="6315120" y="5292360"/>
              <a:ext cx="5857560" cy="80748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807480"/>
                <a:gd name="textAreaBottom" fmla="*/ 807840 h 807480"/>
              </a:gdLst>
              <a:ahLst/>
              <a:rect l="textAreaLeft" t="textAreaTop" r="textAreaRight" b="textAreaBottom"/>
              <a:pathLst>
                <a:path w="5857875" h="807720">
                  <a:moveTo>
                    <a:pt x="0" y="807314"/>
                  </a:moveTo>
                  <a:lnTo>
                    <a:pt x="1171574" y="0"/>
                  </a:lnTo>
                  <a:lnTo>
                    <a:pt x="2343149" y="482259"/>
                  </a:lnTo>
                  <a:lnTo>
                    <a:pt x="3514724" y="738098"/>
                  </a:lnTo>
                  <a:lnTo>
                    <a:pt x="4686299" y="2581"/>
                  </a:lnTo>
                  <a:lnTo>
                    <a:pt x="5857874" y="33419"/>
                  </a:lnTo>
                </a:path>
              </a:pathLst>
            </a:custGeom>
            <a:noFill/>
            <a:ln w="28574">
              <a:solidFill>
                <a:srgbClr val="fbb61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" name="object 59"/>
            <p:cNvSpPr/>
            <p:nvPr/>
          </p:nvSpPr>
          <p:spPr>
            <a:xfrm>
              <a:off x="6315120" y="5539320"/>
              <a:ext cx="5857560" cy="52596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525960"/>
                <a:gd name="textAreaBottom" fmla="*/ 526320 h 525960"/>
              </a:gdLst>
              <a:ahLst/>
              <a:rect l="textAreaLeft" t="textAreaTop" r="textAreaRight" b="textAreaBottom"/>
              <a:pathLst>
                <a:path w="5857875" h="526414">
                  <a:moveTo>
                    <a:pt x="0" y="59533"/>
                  </a:moveTo>
                  <a:lnTo>
                    <a:pt x="1171574" y="0"/>
                  </a:lnTo>
                  <a:lnTo>
                    <a:pt x="2343149" y="526210"/>
                  </a:lnTo>
                  <a:lnTo>
                    <a:pt x="3514724" y="193792"/>
                  </a:lnTo>
                  <a:lnTo>
                    <a:pt x="4686299" y="39436"/>
                  </a:lnTo>
                  <a:lnTo>
                    <a:pt x="5857874" y="506729"/>
                  </a:lnTo>
                </a:path>
              </a:pathLst>
            </a:custGeom>
            <a:noFill/>
            <a:ln w="28574">
              <a:solidFill>
                <a:srgbClr val="f15628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2" name="object 60"/>
            <p:cNvSpPr/>
            <p:nvPr/>
          </p:nvSpPr>
          <p:spPr>
            <a:xfrm>
              <a:off x="6315120" y="5408640"/>
              <a:ext cx="5857560" cy="69372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693720"/>
                <a:gd name="textAreaBottom" fmla="*/ 694080 h 693720"/>
              </a:gdLst>
              <a:ahLst/>
              <a:rect l="textAreaLeft" t="textAreaTop" r="textAreaRight" b="textAreaBottom"/>
              <a:pathLst>
                <a:path w="5857875" h="694054">
                  <a:moveTo>
                    <a:pt x="0" y="324383"/>
                  </a:moveTo>
                  <a:lnTo>
                    <a:pt x="1171574" y="0"/>
                  </a:lnTo>
                  <a:lnTo>
                    <a:pt x="2343149" y="694015"/>
                  </a:lnTo>
                  <a:lnTo>
                    <a:pt x="3514724" y="603840"/>
                  </a:lnTo>
                  <a:lnTo>
                    <a:pt x="4686299" y="182301"/>
                  </a:lnTo>
                  <a:lnTo>
                    <a:pt x="5857874" y="35979"/>
                  </a:lnTo>
                </a:path>
              </a:pathLst>
            </a:custGeom>
            <a:noFill/>
            <a:ln w="28574">
              <a:solidFill>
                <a:srgbClr val="0f827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3" name="object 61"/>
            <p:cNvSpPr/>
            <p:nvPr/>
          </p:nvSpPr>
          <p:spPr>
            <a:xfrm>
              <a:off x="6315120" y="5350680"/>
              <a:ext cx="5857560" cy="68976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689760"/>
                <a:gd name="textAreaBottom" fmla="*/ 690120 h 689760"/>
              </a:gdLst>
              <a:ahLst/>
              <a:rect l="textAreaLeft" t="textAreaTop" r="textAreaRight" b="textAreaBottom"/>
              <a:pathLst>
                <a:path w="5857875" h="690245">
                  <a:moveTo>
                    <a:pt x="0" y="288044"/>
                  </a:moveTo>
                  <a:lnTo>
                    <a:pt x="1171574" y="376357"/>
                  </a:lnTo>
                  <a:lnTo>
                    <a:pt x="2343149" y="584787"/>
                  </a:lnTo>
                  <a:lnTo>
                    <a:pt x="3514724" y="16865"/>
                  </a:lnTo>
                  <a:lnTo>
                    <a:pt x="4686299" y="0"/>
                  </a:lnTo>
                  <a:lnTo>
                    <a:pt x="5857874" y="689829"/>
                  </a:lnTo>
                </a:path>
              </a:pathLst>
            </a:custGeom>
            <a:noFill/>
            <a:ln w="28574">
              <a:solidFill>
                <a:srgbClr val="0db09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4" name="object 62"/>
            <p:cNvSpPr/>
            <p:nvPr/>
          </p:nvSpPr>
          <p:spPr>
            <a:xfrm>
              <a:off x="6315120" y="5362200"/>
              <a:ext cx="5857560" cy="72864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728640"/>
                <a:gd name="textAreaBottom" fmla="*/ 729000 h 728640"/>
              </a:gdLst>
              <a:ahLst/>
              <a:rect l="textAreaLeft" t="textAreaTop" r="textAreaRight" b="textAreaBottom"/>
              <a:pathLst>
                <a:path w="5857875" h="728979">
                  <a:moveTo>
                    <a:pt x="0" y="436407"/>
                  </a:moveTo>
                  <a:lnTo>
                    <a:pt x="1171574" y="470137"/>
                  </a:lnTo>
                  <a:lnTo>
                    <a:pt x="2343149" y="342603"/>
                  </a:lnTo>
                  <a:lnTo>
                    <a:pt x="3514724" y="728522"/>
                  </a:lnTo>
                  <a:lnTo>
                    <a:pt x="4686299" y="389070"/>
                  </a:lnTo>
                  <a:lnTo>
                    <a:pt x="5857874" y="0"/>
                  </a:lnTo>
                </a:path>
              </a:pathLst>
            </a:custGeom>
            <a:noFill/>
            <a:ln w="28574">
              <a:solidFill>
                <a:srgbClr val="c3b07b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5" name="object 63"/>
            <p:cNvSpPr/>
            <p:nvPr/>
          </p:nvSpPr>
          <p:spPr>
            <a:xfrm>
              <a:off x="6315120" y="5317200"/>
              <a:ext cx="5857560" cy="84420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844200"/>
                <a:gd name="textAreaBottom" fmla="*/ 844560 h 844200"/>
              </a:gdLst>
              <a:ahLst/>
              <a:rect l="textAreaLeft" t="textAreaTop" r="textAreaRight" b="textAreaBottom"/>
              <a:pathLst>
                <a:path w="5857875" h="844550">
                  <a:moveTo>
                    <a:pt x="0" y="591931"/>
                  </a:moveTo>
                  <a:lnTo>
                    <a:pt x="1171574" y="844452"/>
                  </a:lnTo>
                  <a:lnTo>
                    <a:pt x="2343149" y="0"/>
                  </a:lnTo>
                  <a:lnTo>
                    <a:pt x="3514724" y="543019"/>
                  </a:lnTo>
                  <a:lnTo>
                    <a:pt x="4686299" y="439493"/>
                  </a:lnTo>
                  <a:lnTo>
                    <a:pt x="5857874" y="119494"/>
                  </a:lnTo>
                </a:path>
              </a:pathLst>
            </a:custGeom>
            <a:noFill/>
            <a:ln w="28574">
              <a:solidFill>
                <a:srgbClr val="af906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" name="object 64"/>
            <p:cNvSpPr/>
            <p:nvPr/>
          </p:nvSpPr>
          <p:spPr>
            <a:xfrm>
              <a:off x="6315120" y="5399280"/>
              <a:ext cx="5857560" cy="638280"/>
            </a:xfrm>
            <a:custGeom>
              <a:avLst/>
              <a:gdLst>
                <a:gd name="textAreaLeft" fmla="*/ 0 w 5857560"/>
                <a:gd name="textAreaRight" fmla="*/ 5857920 w 5857560"/>
                <a:gd name="textAreaTop" fmla="*/ 0 h 638280"/>
                <a:gd name="textAreaBottom" fmla="*/ 638640 h 638280"/>
              </a:gdLst>
              <a:ahLst/>
              <a:rect l="textAreaLeft" t="textAreaTop" r="textAreaRight" b="textAreaBottom"/>
              <a:pathLst>
                <a:path w="5857875" h="638810">
                  <a:moveTo>
                    <a:pt x="0" y="162566"/>
                  </a:moveTo>
                  <a:lnTo>
                    <a:pt x="1171574" y="0"/>
                  </a:lnTo>
                  <a:lnTo>
                    <a:pt x="2343149" y="532466"/>
                  </a:lnTo>
                  <a:lnTo>
                    <a:pt x="3514724" y="638197"/>
                  </a:lnTo>
                  <a:lnTo>
                    <a:pt x="4686299" y="147227"/>
                  </a:lnTo>
                  <a:lnTo>
                    <a:pt x="5857874" y="48863"/>
                  </a:lnTo>
                </a:path>
              </a:pathLst>
            </a:custGeom>
            <a:noFill/>
            <a:ln w="28574">
              <a:solidFill>
                <a:srgbClr val="2878b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387" name="object 65" descr=""/>
            <p:cNvPicPr/>
            <p:nvPr/>
          </p:nvPicPr>
          <p:blipFill>
            <a:blip r:embed="rId7"/>
            <a:stretch/>
          </p:blipFill>
          <p:spPr>
            <a:xfrm>
              <a:off x="6331680" y="4996440"/>
              <a:ext cx="9000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88" name="object 66" descr=""/>
            <p:cNvPicPr/>
            <p:nvPr/>
          </p:nvPicPr>
          <p:blipFill>
            <a:blip r:embed="rId8"/>
            <a:stretch/>
          </p:blipFill>
          <p:spPr>
            <a:xfrm>
              <a:off x="6941520" y="4996440"/>
              <a:ext cx="9000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89" name="object 67" descr=""/>
            <p:cNvPicPr/>
            <p:nvPr/>
          </p:nvPicPr>
          <p:blipFill>
            <a:blip r:embed="rId9"/>
            <a:stretch/>
          </p:blipFill>
          <p:spPr>
            <a:xfrm>
              <a:off x="738936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0" name="object 68" descr=""/>
            <p:cNvPicPr/>
            <p:nvPr/>
          </p:nvPicPr>
          <p:blipFill>
            <a:blip r:embed="rId10"/>
            <a:stretch/>
          </p:blipFill>
          <p:spPr>
            <a:xfrm>
              <a:off x="795132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91" name="object 69"/>
          <p:cNvSpPr/>
          <p:nvPr/>
        </p:nvSpPr>
        <p:spPr>
          <a:xfrm>
            <a:off x="5797440" y="4950000"/>
            <a:ext cx="2638800" cy="37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641880"/>
                <a:tab algn="l" pos="1252080"/>
                <a:tab algn="l" pos="1703880"/>
                <a:tab algn="l" pos="2270160"/>
              </a:tabLst>
            </a:pPr>
            <a:r>
              <a:rPr b="1" lang="ro-RO" sz="900" spc="-12" strike="noStrike">
                <a:solidFill>
                  <a:srgbClr val="d1d0cd"/>
                </a:solidFill>
                <a:latin typeface="Arial"/>
              </a:rPr>
              <a:t>Country</a:t>
            </a:r>
            <a:r>
              <a:rPr b="1" lang="ro-RO" sz="900" spc="-1" strike="noStrike">
                <a:solidFill>
                  <a:srgbClr val="d1d0cd"/>
                </a:solidFill>
                <a:latin typeface="Arial"/>
              </a:rPr>
              <a:t>	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Australia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Brazil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Canada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France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199440">
              <a:lnSpc>
                <a:spcPct val="100000"/>
              </a:lnSpc>
              <a:spcBef>
                <a:spcPts val="669"/>
              </a:spcBef>
              <a:tabLst>
                <a:tab algn="l" pos="641880"/>
                <a:tab algn="l" pos="1252080"/>
                <a:tab algn="l" pos="1703880"/>
                <a:tab algn="l" pos="2270160"/>
              </a:tabLst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80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2" name="object 70"/>
          <p:cNvGrpSpPr/>
          <p:nvPr/>
        </p:nvGrpSpPr>
        <p:grpSpPr>
          <a:xfrm>
            <a:off x="8475480" y="4996440"/>
            <a:ext cx="3114360" cy="95040"/>
            <a:chOff x="8475480" y="4996440"/>
            <a:chExt cx="3114360" cy="95040"/>
          </a:xfrm>
        </p:grpSpPr>
        <p:pic>
          <p:nvPicPr>
            <p:cNvPr id="393" name="object 71" descr=""/>
            <p:cNvPicPr/>
            <p:nvPr/>
          </p:nvPicPr>
          <p:blipFill>
            <a:blip r:embed="rId11"/>
            <a:stretch/>
          </p:blipFill>
          <p:spPr>
            <a:xfrm>
              <a:off x="847548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4" name="object 72" descr=""/>
            <p:cNvPicPr/>
            <p:nvPr/>
          </p:nvPicPr>
          <p:blipFill>
            <a:blip r:embed="rId12"/>
            <a:stretch/>
          </p:blipFill>
          <p:spPr>
            <a:xfrm>
              <a:off x="911340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5" name="object 73" descr=""/>
            <p:cNvPicPr/>
            <p:nvPr/>
          </p:nvPicPr>
          <p:blipFill>
            <a:blip r:embed="rId13"/>
            <a:stretch/>
          </p:blipFill>
          <p:spPr>
            <a:xfrm>
              <a:off x="952308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6" name="object 74" descr=""/>
            <p:cNvPicPr/>
            <p:nvPr/>
          </p:nvPicPr>
          <p:blipFill>
            <a:blip r:embed="rId14"/>
            <a:stretch/>
          </p:blipFill>
          <p:spPr>
            <a:xfrm>
              <a:off x="999936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7" name="object 75" descr=""/>
            <p:cNvPicPr/>
            <p:nvPr/>
          </p:nvPicPr>
          <p:blipFill>
            <a:blip r:embed="rId15"/>
            <a:stretch/>
          </p:blipFill>
          <p:spPr>
            <a:xfrm>
              <a:off x="1075176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398" name="object 76" descr=""/>
            <p:cNvPicPr/>
            <p:nvPr/>
          </p:nvPicPr>
          <p:blipFill>
            <a:blip r:embed="rId16"/>
            <a:stretch/>
          </p:blipFill>
          <p:spPr>
            <a:xfrm>
              <a:off x="11494800" y="4996440"/>
              <a:ext cx="95040" cy="95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99" name="object 77"/>
          <p:cNvSpPr/>
          <p:nvPr/>
        </p:nvSpPr>
        <p:spPr>
          <a:xfrm>
            <a:off x="8576640" y="4950000"/>
            <a:ext cx="36306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648360"/>
                <a:tab algn="l" pos="1061640"/>
                <a:tab algn="l" pos="1538640"/>
                <a:tab algn="l" pos="2289240"/>
                <a:tab algn="l" pos="3032640"/>
              </a:tabLst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Germany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India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Japan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South 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Ko…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Ki…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St…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0" name="object 78"/>
          <p:cNvSpPr/>
          <p:nvPr/>
        </p:nvSpPr>
        <p:spPr>
          <a:xfrm>
            <a:off x="1590840" y="2173320"/>
            <a:ext cx="6714720" cy="2057040"/>
          </a:xfrm>
          <a:custGeom>
            <a:avLst/>
            <a:gdLst>
              <a:gd name="textAreaLeft" fmla="*/ 0 w 6714720"/>
              <a:gd name="textAreaRight" fmla="*/ 6715080 w 6714720"/>
              <a:gd name="textAreaTop" fmla="*/ 0 h 2057040"/>
              <a:gd name="textAreaBottom" fmla="*/ 2057400 h 2057040"/>
            </a:gdLst>
            <a:ahLst/>
            <a:rect l="textAreaLeft" t="textAreaTop" r="textAreaRight" b="textAreaBottom"/>
            <a:pathLst>
              <a:path w="6715125" h="2057400">
                <a:moveTo>
                  <a:pt x="9525" y="2051316"/>
                </a:moveTo>
                <a:lnTo>
                  <a:pt x="9067" y="2050199"/>
                </a:lnTo>
                <a:lnTo>
                  <a:pt x="7200" y="2048332"/>
                </a:lnTo>
                <a:lnTo>
                  <a:pt x="6083" y="2047862"/>
                </a:lnTo>
                <a:lnTo>
                  <a:pt x="3454" y="2047862"/>
                </a:lnTo>
                <a:lnTo>
                  <a:pt x="2336" y="2048332"/>
                </a:lnTo>
                <a:lnTo>
                  <a:pt x="469" y="2050199"/>
                </a:lnTo>
                <a:lnTo>
                  <a:pt x="0" y="2051316"/>
                </a:lnTo>
                <a:lnTo>
                  <a:pt x="0" y="2053945"/>
                </a:lnTo>
                <a:lnTo>
                  <a:pt x="469" y="2055063"/>
                </a:lnTo>
                <a:lnTo>
                  <a:pt x="2336" y="2056930"/>
                </a:lnTo>
                <a:lnTo>
                  <a:pt x="3454" y="2057387"/>
                </a:lnTo>
                <a:lnTo>
                  <a:pt x="6083" y="2057387"/>
                </a:lnTo>
                <a:lnTo>
                  <a:pt x="7200" y="2056930"/>
                </a:lnTo>
                <a:lnTo>
                  <a:pt x="9067" y="2055063"/>
                </a:lnTo>
                <a:lnTo>
                  <a:pt x="9525" y="2053945"/>
                </a:lnTo>
                <a:lnTo>
                  <a:pt x="9525" y="2051316"/>
                </a:lnTo>
                <a:close/>
              </a:path>
              <a:path w="6715125" h="2057400">
                <a:moveTo>
                  <a:pt x="9525" y="2003691"/>
                </a:moveTo>
                <a:lnTo>
                  <a:pt x="9067" y="2002574"/>
                </a:lnTo>
                <a:lnTo>
                  <a:pt x="7200" y="2000707"/>
                </a:lnTo>
                <a:lnTo>
                  <a:pt x="6083" y="2000237"/>
                </a:lnTo>
                <a:lnTo>
                  <a:pt x="3454" y="2000237"/>
                </a:lnTo>
                <a:lnTo>
                  <a:pt x="2336" y="2000707"/>
                </a:lnTo>
                <a:lnTo>
                  <a:pt x="469" y="2002574"/>
                </a:lnTo>
                <a:lnTo>
                  <a:pt x="0" y="2003691"/>
                </a:lnTo>
                <a:lnTo>
                  <a:pt x="0" y="2006320"/>
                </a:lnTo>
                <a:lnTo>
                  <a:pt x="469" y="2007438"/>
                </a:lnTo>
                <a:lnTo>
                  <a:pt x="2336" y="2009305"/>
                </a:lnTo>
                <a:lnTo>
                  <a:pt x="3454" y="2009762"/>
                </a:lnTo>
                <a:lnTo>
                  <a:pt x="6083" y="2009762"/>
                </a:lnTo>
                <a:lnTo>
                  <a:pt x="7200" y="2009305"/>
                </a:lnTo>
                <a:lnTo>
                  <a:pt x="9067" y="2007438"/>
                </a:lnTo>
                <a:lnTo>
                  <a:pt x="9525" y="2006320"/>
                </a:lnTo>
                <a:lnTo>
                  <a:pt x="9525" y="2003691"/>
                </a:lnTo>
                <a:close/>
              </a:path>
              <a:path w="6715125" h="2057400">
                <a:moveTo>
                  <a:pt x="9525" y="1956066"/>
                </a:moveTo>
                <a:lnTo>
                  <a:pt x="9067" y="1954949"/>
                </a:lnTo>
                <a:lnTo>
                  <a:pt x="7200" y="1953082"/>
                </a:lnTo>
                <a:lnTo>
                  <a:pt x="6083" y="1952612"/>
                </a:lnTo>
                <a:lnTo>
                  <a:pt x="3454" y="1952612"/>
                </a:lnTo>
                <a:lnTo>
                  <a:pt x="2336" y="1953082"/>
                </a:lnTo>
                <a:lnTo>
                  <a:pt x="469" y="1954949"/>
                </a:lnTo>
                <a:lnTo>
                  <a:pt x="0" y="1956066"/>
                </a:lnTo>
                <a:lnTo>
                  <a:pt x="0" y="1958695"/>
                </a:lnTo>
                <a:lnTo>
                  <a:pt x="469" y="1959813"/>
                </a:lnTo>
                <a:lnTo>
                  <a:pt x="2336" y="1961680"/>
                </a:lnTo>
                <a:lnTo>
                  <a:pt x="3454" y="1962137"/>
                </a:lnTo>
                <a:lnTo>
                  <a:pt x="6083" y="1962137"/>
                </a:lnTo>
                <a:lnTo>
                  <a:pt x="7200" y="1961680"/>
                </a:lnTo>
                <a:lnTo>
                  <a:pt x="9067" y="1959813"/>
                </a:lnTo>
                <a:lnTo>
                  <a:pt x="9525" y="1958695"/>
                </a:lnTo>
                <a:lnTo>
                  <a:pt x="9525" y="1956066"/>
                </a:lnTo>
                <a:close/>
              </a:path>
              <a:path w="6715125" h="2057400">
                <a:moveTo>
                  <a:pt x="9525" y="1908441"/>
                </a:moveTo>
                <a:lnTo>
                  <a:pt x="9067" y="1907324"/>
                </a:lnTo>
                <a:lnTo>
                  <a:pt x="7200" y="1905457"/>
                </a:lnTo>
                <a:lnTo>
                  <a:pt x="6083" y="1904987"/>
                </a:lnTo>
                <a:lnTo>
                  <a:pt x="3454" y="1904987"/>
                </a:lnTo>
                <a:lnTo>
                  <a:pt x="2336" y="1905457"/>
                </a:lnTo>
                <a:lnTo>
                  <a:pt x="469" y="1907324"/>
                </a:lnTo>
                <a:lnTo>
                  <a:pt x="0" y="1908441"/>
                </a:lnTo>
                <a:lnTo>
                  <a:pt x="0" y="1911070"/>
                </a:lnTo>
                <a:lnTo>
                  <a:pt x="469" y="1912188"/>
                </a:lnTo>
                <a:lnTo>
                  <a:pt x="2336" y="1914055"/>
                </a:lnTo>
                <a:lnTo>
                  <a:pt x="3454" y="1914512"/>
                </a:lnTo>
                <a:lnTo>
                  <a:pt x="6083" y="1914512"/>
                </a:lnTo>
                <a:lnTo>
                  <a:pt x="7200" y="1914055"/>
                </a:lnTo>
                <a:lnTo>
                  <a:pt x="9067" y="1912188"/>
                </a:lnTo>
                <a:lnTo>
                  <a:pt x="9525" y="1911070"/>
                </a:lnTo>
                <a:lnTo>
                  <a:pt x="9525" y="1908441"/>
                </a:lnTo>
                <a:close/>
              </a:path>
              <a:path w="6715125" h="2057400">
                <a:moveTo>
                  <a:pt x="9525" y="1860816"/>
                </a:moveTo>
                <a:lnTo>
                  <a:pt x="9067" y="1859699"/>
                </a:lnTo>
                <a:lnTo>
                  <a:pt x="7200" y="1857832"/>
                </a:lnTo>
                <a:lnTo>
                  <a:pt x="6083" y="1857362"/>
                </a:lnTo>
                <a:lnTo>
                  <a:pt x="3454" y="1857362"/>
                </a:lnTo>
                <a:lnTo>
                  <a:pt x="2336" y="1857832"/>
                </a:lnTo>
                <a:lnTo>
                  <a:pt x="469" y="1859699"/>
                </a:lnTo>
                <a:lnTo>
                  <a:pt x="0" y="1860816"/>
                </a:lnTo>
                <a:lnTo>
                  <a:pt x="0" y="1863445"/>
                </a:lnTo>
                <a:lnTo>
                  <a:pt x="469" y="1864563"/>
                </a:lnTo>
                <a:lnTo>
                  <a:pt x="2336" y="1866430"/>
                </a:lnTo>
                <a:lnTo>
                  <a:pt x="3454" y="1866887"/>
                </a:lnTo>
                <a:lnTo>
                  <a:pt x="6083" y="1866887"/>
                </a:lnTo>
                <a:lnTo>
                  <a:pt x="7200" y="1866430"/>
                </a:lnTo>
                <a:lnTo>
                  <a:pt x="9067" y="1864563"/>
                </a:lnTo>
                <a:lnTo>
                  <a:pt x="9525" y="1863445"/>
                </a:lnTo>
                <a:lnTo>
                  <a:pt x="9525" y="1860816"/>
                </a:lnTo>
                <a:close/>
              </a:path>
              <a:path w="6715125" h="2057400">
                <a:moveTo>
                  <a:pt x="9525" y="1813191"/>
                </a:moveTo>
                <a:lnTo>
                  <a:pt x="9067" y="1812074"/>
                </a:lnTo>
                <a:lnTo>
                  <a:pt x="7200" y="1810207"/>
                </a:lnTo>
                <a:lnTo>
                  <a:pt x="6083" y="1809737"/>
                </a:lnTo>
                <a:lnTo>
                  <a:pt x="3454" y="1809737"/>
                </a:lnTo>
                <a:lnTo>
                  <a:pt x="2336" y="1810207"/>
                </a:lnTo>
                <a:lnTo>
                  <a:pt x="469" y="1812074"/>
                </a:lnTo>
                <a:lnTo>
                  <a:pt x="0" y="1813191"/>
                </a:lnTo>
                <a:lnTo>
                  <a:pt x="0" y="1815820"/>
                </a:lnTo>
                <a:lnTo>
                  <a:pt x="469" y="1816938"/>
                </a:lnTo>
                <a:lnTo>
                  <a:pt x="2336" y="1818805"/>
                </a:lnTo>
                <a:lnTo>
                  <a:pt x="3454" y="1819262"/>
                </a:lnTo>
                <a:lnTo>
                  <a:pt x="6083" y="1819262"/>
                </a:lnTo>
                <a:lnTo>
                  <a:pt x="7200" y="1818805"/>
                </a:lnTo>
                <a:lnTo>
                  <a:pt x="9067" y="1816938"/>
                </a:lnTo>
                <a:lnTo>
                  <a:pt x="9525" y="1815820"/>
                </a:lnTo>
                <a:lnTo>
                  <a:pt x="9525" y="1813191"/>
                </a:lnTo>
                <a:close/>
              </a:path>
              <a:path w="6715125" h="2057400">
                <a:moveTo>
                  <a:pt x="9525" y="1765566"/>
                </a:moveTo>
                <a:lnTo>
                  <a:pt x="9067" y="1764449"/>
                </a:lnTo>
                <a:lnTo>
                  <a:pt x="7200" y="1762582"/>
                </a:lnTo>
                <a:lnTo>
                  <a:pt x="6083" y="1762112"/>
                </a:lnTo>
                <a:lnTo>
                  <a:pt x="3454" y="1762112"/>
                </a:lnTo>
                <a:lnTo>
                  <a:pt x="2336" y="1762582"/>
                </a:lnTo>
                <a:lnTo>
                  <a:pt x="469" y="1764449"/>
                </a:lnTo>
                <a:lnTo>
                  <a:pt x="0" y="1765566"/>
                </a:lnTo>
                <a:lnTo>
                  <a:pt x="0" y="1768195"/>
                </a:lnTo>
                <a:lnTo>
                  <a:pt x="469" y="1769313"/>
                </a:lnTo>
                <a:lnTo>
                  <a:pt x="2336" y="1771180"/>
                </a:lnTo>
                <a:lnTo>
                  <a:pt x="3454" y="1771637"/>
                </a:lnTo>
                <a:lnTo>
                  <a:pt x="6083" y="1771637"/>
                </a:lnTo>
                <a:lnTo>
                  <a:pt x="7200" y="1771180"/>
                </a:lnTo>
                <a:lnTo>
                  <a:pt x="9067" y="1769313"/>
                </a:lnTo>
                <a:lnTo>
                  <a:pt x="9525" y="1768195"/>
                </a:lnTo>
                <a:lnTo>
                  <a:pt x="9525" y="1765566"/>
                </a:lnTo>
                <a:close/>
              </a:path>
              <a:path w="6715125" h="2057400">
                <a:moveTo>
                  <a:pt x="9525" y="1717941"/>
                </a:moveTo>
                <a:lnTo>
                  <a:pt x="9067" y="1716824"/>
                </a:lnTo>
                <a:lnTo>
                  <a:pt x="7200" y="1714957"/>
                </a:lnTo>
                <a:lnTo>
                  <a:pt x="6083" y="1714487"/>
                </a:lnTo>
                <a:lnTo>
                  <a:pt x="3454" y="1714487"/>
                </a:lnTo>
                <a:lnTo>
                  <a:pt x="2336" y="1714957"/>
                </a:lnTo>
                <a:lnTo>
                  <a:pt x="469" y="1716824"/>
                </a:lnTo>
                <a:lnTo>
                  <a:pt x="0" y="1717941"/>
                </a:lnTo>
                <a:lnTo>
                  <a:pt x="0" y="1720570"/>
                </a:lnTo>
                <a:lnTo>
                  <a:pt x="469" y="1721688"/>
                </a:lnTo>
                <a:lnTo>
                  <a:pt x="2336" y="1723555"/>
                </a:lnTo>
                <a:lnTo>
                  <a:pt x="3454" y="1724012"/>
                </a:lnTo>
                <a:lnTo>
                  <a:pt x="6083" y="1724012"/>
                </a:lnTo>
                <a:lnTo>
                  <a:pt x="7200" y="1723555"/>
                </a:lnTo>
                <a:lnTo>
                  <a:pt x="9067" y="1721688"/>
                </a:lnTo>
                <a:lnTo>
                  <a:pt x="9525" y="1720570"/>
                </a:lnTo>
                <a:lnTo>
                  <a:pt x="9525" y="1717941"/>
                </a:lnTo>
                <a:close/>
              </a:path>
              <a:path w="6715125" h="2057400">
                <a:moveTo>
                  <a:pt x="9525" y="1670316"/>
                </a:moveTo>
                <a:lnTo>
                  <a:pt x="9067" y="1669199"/>
                </a:lnTo>
                <a:lnTo>
                  <a:pt x="7200" y="1667332"/>
                </a:lnTo>
                <a:lnTo>
                  <a:pt x="6083" y="1666862"/>
                </a:lnTo>
                <a:lnTo>
                  <a:pt x="3454" y="1666862"/>
                </a:lnTo>
                <a:lnTo>
                  <a:pt x="2336" y="1667332"/>
                </a:lnTo>
                <a:lnTo>
                  <a:pt x="469" y="1669199"/>
                </a:lnTo>
                <a:lnTo>
                  <a:pt x="0" y="1670316"/>
                </a:lnTo>
                <a:lnTo>
                  <a:pt x="0" y="1672945"/>
                </a:lnTo>
                <a:lnTo>
                  <a:pt x="469" y="1674063"/>
                </a:lnTo>
                <a:lnTo>
                  <a:pt x="2336" y="1675930"/>
                </a:lnTo>
                <a:lnTo>
                  <a:pt x="3454" y="1676387"/>
                </a:lnTo>
                <a:lnTo>
                  <a:pt x="6083" y="1676387"/>
                </a:lnTo>
                <a:lnTo>
                  <a:pt x="7200" y="1675930"/>
                </a:lnTo>
                <a:lnTo>
                  <a:pt x="9067" y="1674063"/>
                </a:lnTo>
                <a:lnTo>
                  <a:pt x="9525" y="1672945"/>
                </a:lnTo>
                <a:lnTo>
                  <a:pt x="9525" y="1670316"/>
                </a:lnTo>
                <a:close/>
              </a:path>
              <a:path w="6715125" h="2057400">
                <a:moveTo>
                  <a:pt x="9525" y="1622691"/>
                </a:moveTo>
                <a:lnTo>
                  <a:pt x="9067" y="1621574"/>
                </a:lnTo>
                <a:lnTo>
                  <a:pt x="7200" y="1619707"/>
                </a:lnTo>
                <a:lnTo>
                  <a:pt x="6083" y="1619237"/>
                </a:lnTo>
                <a:lnTo>
                  <a:pt x="3454" y="1619237"/>
                </a:lnTo>
                <a:lnTo>
                  <a:pt x="2336" y="1619707"/>
                </a:lnTo>
                <a:lnTo>
                  <a:pt x="469" y="1621574"/>
                </a:lnTo>
                <a:lnTo>
                  <a:pt x="0" y="1622691"/>
                </a:lnTo>
                <a:lnTo>
                  <a:pt x="0" y="1625320"/>
                </a:lnTo>
                <a:lnTo>
                  <a:pt x="469" y="1626438"/>
                </a:lnTo>
                <a:lnTo>
                  <a:pt x="2336" y="1628305"/>
                </a:lnTo>
                <a:lnTo>
                  <a:pt x="3454" y="1628762"/>
                </a:lnTo>
                <a:lnTo>
                  <a:pt x="6083" y="1628762"/>
                </a:lnTo>
                <a:lnTo>
                  <a:pt x="7200" y="1628305"/>
                </a:lnTo>
                <a:lnTo>
                  <a:pt x="9067" y="1626438"/>
                </a:lnTo>
                <a:lnTo>
                  <a:pt x="9525" y="1625320"/>
                </a:lnTo>
                <a:lnTo>
                  <a:pt x="9525" y="1622691"/>
                </a:lnTo>
                <a:close/>
              </a:path>
              <a:path w="6715125" h="2057400">
                <a:moveTo>
                  <a:pt x="9525" y="1575066"/>
                </a:moveTo>
                <a:lnTo>
                  <a:pt x="9067" y="1573949"/>
                </a:lnTo>
                <a:lnTo>
                  <a:pt x="7200" y="1572082"/>
                </a:lnTo>
                <a:lnTo>
                  <a:pt x="6083" y="1571612"/>
                </a:lnTo>
                <a:lnTo>
                  <a:pt x="3454" y="1571612"/>
                </a:lnTo>
                <a:lnTo>
                  <a:pt x="2336" y="1572082"/>
                </a:lnTo>
                <a:lnTo>
                  <a:pt x="469" y="1573949"/>
                </a:lnTo>
                <a:lnTo>
                  <a:pt x="0" y="1575066"/>
                </a:lnTo>
                <a:lnTo>
                  <a:pt x="0" y="1577695"/>
                </a:lnTo>
                <a:lnTo>
                  <a:pt x="469" y="1578813"/>
                </a:lnTo>
                <a:lnTo>
                  <a:pt x="2336" y="1580680"/>
                </a:lnTo>
                <a:lnTo>
                  <a:pt x="3454" y="1581137"/>
                </a:lnTo>
                <a:lnTo>
                  <a:pt x="6083" y="1581137"/>
                </a:lnTo>
                <a:lnTo>
                  <a:pt x="7200" y="1580680"/>
                </a:lnTo>
                <a:lnTo>
                  <a:pt x="9067" y="1578813"/>
                </a:lnTo>
                <a:lnTo>
                  <a:pt x="9525" y="1577695"/>
                </a:lnTo>
                <a:lnTo>
                  <a:pt x="9525" y="1575066"/>
                </a:lnTo>
                <a:close/>
              </a:path>
              <a:path w="6715125" h="2057400">
                <a:moveTo>
                  <a:pt x="9525" y="1527441"/>
                </a:moveTo>
                <a:lnTo>
                  <a:pt x="9067" y="1526324"/>
                </a:lnTo>
                <a:lnTo>
                  <a:pt x="7200" y="1524457"/>
                </a:lnTo>
                <a:lnTo>
                  <a:pt x="6083" y="1523987"/>
                </a:lnTo>
                <a:lnTo>
                  <a:pt x="3454" y="1523987"/>
                </a:lnTo>
                <a:lnTo>
                  <a:pt x="2336" y="1524457"/>
                </a:lnTo>
                <a:lnTo>
                  <a:pt x="469" y="1526324"/>
                </a:lnTo>
                <a:lnTo>
                  <a:pt x="0" y="1527441"/>
                </a:lnTo>
                <a:lnTo>
                  <a:pt x="0" y="1530070"/>
                </a:lnTo>
                <a:lnTo>
                  <a:pt x="469" y="1531188"/>
                </a:lnTo>
                <a:lnTo>
                  <a:pt x="2336" y="1533055"/>
                </a:lnTo>
                <a:lnTo>
                  <a:pt x="3454" y="1533512"/>
                </a:lnTo>
                <a:lnTo>
                  <a:pt x="6083" y="1533512"/>
                </a:lnTo>
                <a:lnTo>
                  <a:pt x="7200" y="1533055"/>
                </a:lnTo>
                <a:lnTo>
                  <a:pt x="9067" y="1531188"/>
                </a:lnTo>
                <a:lnTo>
                  <a:pt x="9525" y="1530070"/>
                </a:lnTo>
                <a:lnTo>
                  <a:pt x="9525" y="1527441"/>
                </a:lnTo>
                <a:close/>
              </a:path>
              <a:path w="6715125" h="2057400">
                <a:moveTo>
                  <a:pt x="9525" y="1479816"/>
                </a:moveTo>
                <a:lnTo>
                  <a:pt x="9067" y="1478699"/>
                </a:lnTo>
                <a:lnTo>
                  <a:pt x="7200" y="1476832"/>
                </a:lnTo>
                <a:lnTo>
                  <a:pt x="6083" y="1476362"/>
                </a:lnTo>
                <a:lnTo>
                  <a:pt x="3454" y="1476362"/>
                </a:lnTo>
                <a:lnTo>
                  <a:pt x="2336" y="1476832"/>
                </a:lnTo>
                <a:lnTo>
                  <a:pt x="469" y="1478699"/>
                </a:lnTo>
                <a:lnTo>
                  <a:pt x="0" y="1479816"/>
                </a:lnTo>
                <a:lnTo>
                  <a:pt x="0" y="1482445"/>
                </a:lnTo>
                <a:lnTo>
                  <a:pt x="469" y="1483563"/>
                </a:lnTo>
                <a:lnTo>
                  <a:pt x="2336" y="1485430"/>
                </a:lnTo>
                <a:lnTo>
                  <a:pt x="3454" y="1485887"/>
                </a:lnTo>
                <a:lnTo>
                  <a:pt x="6083" y="1485887"/>
                </a:lnTo>
                <a:lnTo>
                  <a:pt x="7200" y="1485430"/>
                </a:lnTo>
                <a:lnTo>
                  <a:pt x="9067" y="1483563"/>
                </a:lnTo>
                <a:lnTo>
                  <a:pt x="9525" y="1482445"/>
                </a:lnTo>
                <a:lnTo>
                  <a:pt x="9525" y="1479816"/>
                </a:lnTo>
                <a:close/>
              </a:path>
              <a:path w="6715125" h="2057400">
                <a:moveTo>
                  <a:pt x="9525" y="1432191"/>
                </a:moveTo>
                <a:lnTo>
                  <a:pt x="9067" y="1431074"/>
                </a:lnTo>
                <a:lnTo>
                  <a:pt x="7200" y="1429207"/>
                </a:lnTo>
                <a:lnTo>
                  <a:pt x="6083" y="1428750"/>
                </a:lnTo>
                <a:lnTo>
                  <a:pt x="3454" y="1428750"/>
                </a:lnTo>
                <a:lnTo>
                  <a:pt x="2336" y="1429207"/>
                </a:lnTo>
                <a:lnTo>
                  <a:pt x="469" y="1431074"/>
                </a:lnTo>
                <a:lnTo>
                  <a:pt x="0" y="1432191"/>
                </a:lnTo>
                <a:lnTo>
                  <a:pt x="0" y="1434820"/>
                </a:lnTo>
                <a:lnTo>
                  <a:pt x="469" y="1435938"/>
                </a:lnTo>
                <a:lnTo>
                  <a:pt x="2336" y="1437805"/>
                </a:lnTo>
                <a:lnTo>
                  <a:pt x="3454" y="1438262"/>
                </a:lnTo>
                <a:lnTo>
                  <a:pt x="6083" y="1438262"/>
                </a:lnTo>
                <a:lnTo>
                  <a:pt x="7200" y="1437805"/>
                </a:lnTo>
                <a:lnTo>
                  <a:pt x="9067" y="1435938"/>
                </a:lnTo>
                <a:lnTo>
                  <a:pt x="9525" y="1434820"/>
                </a:lnTo>
                <a:lnTo>
                  <a:pt x="9525" y="1432191"/>
                </a:lnTo>
                <a:close/>
              </a:path>
              <a:path w="6715125" h="2057400">
                <a:moveTo>
                  <a:pt x="9525" y="1384566"/>
                </a:moveTo>
                <a:lnTo>
                  <a:pt x="9067" y="1383449"/>
                </a:lnTo>
                <a:lnTo>
                  <a:pt x="7200" y="1381582"/>
                </a:lnTo>
                <a:lnTo>
                  <a:pt x="6083" y="1381125"/>
                </a:lnTo>
                <a:lnTo>
                  <a:pt x="3454" y="1381125"/>
                </a:lnTo>
                <a:lnTo>
                  <a:pt x="2336" y="1381582"/>
                </a:lnTo>
                <a:lnTo>
                  <a:pt x="469" y="1383449"/>
                </a:lnTo>
                <a:lnTo>
                  <a:pt x="0" y="1384566"/>
                </a:lnTo>
                <a:lnTo>
                  <a:pt x="0" y="1387195"/>
                </a:lnTo>
                <a:lnTo>
                  <a:pt x="469" y="1388313"/>
                </a:lnTo>
                <a:lnTo>
                  <a:pt x="2336" y="1390180"/>
                </a:lnTo>
                <a:lnTo>
                  <a:pt x="3454" y="1390637"/>
                </a:lnTo>
                <a:lnTo>
                  <a:pt x="6083" y="1390637"/>
                </a:lnTo>
                <a:lnTo>
                  <a:pt x="7200" y="1390180"/>
                </a:lnTo>
                <a:lnTo>
                  <a:pt x="9067" y="1388313"/>
                </a:lnTo>
                <a:lnTo>
                  <a:pt x="9525" y="1387195"/>
                </a:lnTo>
                <a:lnTo>
                  <a:pt x="9525" y="1384566"/>
                </a:lnTo>
                <a:close/>
              </a:path>
              <a:path w="6715125" h="2057400">
                <a:moveTo>
                  <a:pt x="9525" y="1336941"/>
                </a:moveTo>
                <a:lnTo>
                  <a:pt x="9067" y="1335824"/>
                </a:lnTo>
                <a:lnTo>
                  <a:pt x="7200" y="1333957"/>
                </a:lnTo>
                <a:lnTo>
                  <a:pt x="6083" y="1333487"/>
                </a:lnTo>
                <a:lnTo>
                  <a:pt x="3454" y="1333487"/>
                </a:lnTo>
                <a:lnTo>
                  <a:pt x="2336" y="1333957"/>
                </a:lnTo>
                <a:lnTo>
                  <a:pt x="469" y="1335824"/>
                </a:lnTo>
                <a:lnTo>
                  <a:pt x="0" y="1336941"/>
                </a:lnTo>
                <a:lnTo>
                  <a:pt x="0" y="1339570"/>
                </a:lnTo>
                <a:lnTo>
                  <a:pt x="469" y="1340688"/>
                </a:lnTo>
                <a:lnTo>
                  <a:pt x="2336" y="1342555"/>
                </a:lnTo>
                <a:lnTo>
                  <a:pt x="3454" y="1343012"/>
                </a:lnTo>
                <a:lnTo>
                  <a:pt x="6083" y="1343012"/>
                </a:lnTo>
                <a:lnTo>
                  <a:pt x="7200" y="1342555"/>
                </a:lnTo>
                <a:lnTo>
                  <a:pt x="9067" y="1340688"/>
                </a:lnTo>
                <a:lnTo>
                  <a:pt x="9525" y="1339570"/>
                </a:lnTo>
                <a:lnTo>
                  <a:pt x="9525" y="1336941"/>
                </a:lnTo>
                <a:close/>
              </a:path>
              <a:path w="6715125" h="2057400">
                <a:moveTo>
                  <a:pt x="9525" y="1289316"/>
                </a:moveTo>
                <a:lnTo>
                  <a:pt x="9067" y="1288199"/>
                </a:lnTo>
                <a:lnTo>
                  <a:pt x="7200" y="1286332"/>
                </a:lnTo>
                <a:lnTo>
                  <a:pt x="6083" y="1285875"/>
                </a:lnTo>
                <a:lnTo>
                  <a:pt x="3454" y="1285875"/>
                </a:lnTo>
                <a:lnTo>
                  <a:pt x="2336" y="1286332"/>
                </a:lnTo>
                <a:lnTo>
                  <a:pt x="469" y="1288199"/>
                </a:lnTo>
                <a:lnTo>
                  <a:pt x="0" y="1289316"/>
                </a:lnTo>
                <a:lnTo>
                  <a:pt x="0" y="1291945"/>
                </a:lnTo>
                <a:lnTo>
                  <a:pt x="469" y="1293063"/>
                </a:lnTo>
                <a:lnTo>
                  <a:pt x="2336" y="1294930"/>
                </a:lnTo>
                <a:lnTo>
                  <a:pt x="3454" y="1295387"/>
                </a:lnTo>
                <a:lnTo>
                  <a:pt x="6083" y="1295387"/>
                </a:lnTo>
                <a:lnTo>
                  <a:pt x="7200" y="1294930"/>
                </a:lnTo>
                <a:lnTo>
                  <a:pt x="9067" y="1293063"/>
                </a:lnTo>
                <a:lnTo>
                  <a:pt x="9525" y="1291945"/>
                </a:lnTo>
                <a:lnTo>
                  <a:pt x="9525" y="1289316"/>
                </a:lnTo>
                <a:close/>
              </a:path>
              <a:path w="6715125" h="2057400">
                <a:moveTo>
                  <a:pt x="9525" y="1241691"/>
                </a:moveTo>
                <a:lnTo>
                  <a:pt x="9067" y="1240574"/>
                </a:lnTo>
                <a:lnTo>
                  <a:pt x="7200" y="1238707"/>
                </a:lnTo>
                <a:lnTo>
                  <a:pt x="6083" y="1238250"/>
                </a:lnTo>
                <a:lnTo>
                  <a:pt x="3454" y="1238250"/>
                </a:lnTo>
                <a:lnTo>
                  <a:pt x="2336" y="1238707"/>
                </a:lnTo>
                <a:lnTo>
                  <a:pt x="469" y="1240574"/>
                </a:lnTo>
                <a:lnTo>
                  <a:pt x="0" y="1241691"/>
                </a:lnTo>
                <a:lnTo>
                  <a:pt x="0" y="1244320"/>
                </a:lnTo>
                <a:lnTo>
                  <a:pt x="469" y="1245438"/>
                </a:lnTo>
                <a:lnTo>
                  <a:pt x="2336" y="1247305"/>
                </a:lnTo>
                <a:lnTo>
                  <a:pt x="3454" y="1247762"/>
                </a:lnTo>
                <a:lnTo>
                  <a:pt x="6083" y="1247762"/>
                </a:lnTo>
                <a:lnTo>
                  <a:pt x="7200" y="1247305"/>
                </a:lnTo>
                <a:lnTo>
                  <a:pt x="9067" y="1245438"/>
                </a:lnTo>
                <a:lnTo>
                  <a:pt x="9525" y="1244320"/>
                </a:lnTo>
                <a:lnTo>
                  <a:pt x="9525" y="1241691"/>
                </a:lnTo>
                <a:close/>
              </a:path>
              <a:path w="6715125" h="2057400">
                <a:moveTo>
                  <a:pt x="9525" y="1194066"/>
                </a:moveTo>
                <a:lnTo>
                  <a:pt x="9067" y="1192949"/>
                </a:lnTo>
                <a:lnTo>
                  <a:pt x="7200" y="1191082"/>
                </a:lnTo>
                <a:lnTo>
                  <a:pt x="6083" y="1190625"/>
                </a:lnTo>
                <a:lnTo>
                  <a:pt x="3454" y="1190625"/>
                </a:lnTo>
                <a:lnTo>
                  <a:pt x="2336" y="1191082"/>
                </a:lnTo>
                <a:lnTo>
                  <a:pt x="469" y="1192949"/>
                </a:lnTo>
                <a:lnTo>
                  <a:pt x="0" y="1194066"/>
                </a:lnTo>
                <a:lnTo>
                  <a:pt x="0" y="1196695"/>
                </a:lnTo>
                <a:lnTo>
                  <a:pt x="469" y="1197813"/>
                </a:lnTo>
                <a:lnTo>
                  <a:pt x="2336" y="1199680"/>
                </a:lnTo>
                <a:lnTo>
                  <a:pt x="3454" y="1200137"/>
                </a:lnTo>
                <a:lnTo>
                  <a:pt x="6083" y="1200137"/>
                </a:lnTo>
                <a:lnTo>
                  <a:pt x="7200" y="1199680"/>
                </a:lnTo>
                <a:lnTo>
                  <a:pt x="9067" y="1197813"/>
                </a:lnTo>
                <a:lnTo>
                  <a:pt x="9525" y="1196695"/>
                </a:lnTo>
                <a:lnTo>
                  <a:pt x="9525" y="1194066"/>
                </a:lnTo>
                <a:close/>
              </a:path>
              <a:path w="6715125" h="2057400">
                <a:moveTo>
                  <a:pt x="9525" y="1146441"/>
                </a:moveTo>
                <a:lnTo>
                  <a:pt x="9067" y="1145324"/>
                </a:lnTo>
                <a:lnTo>
                  <a:pt x="7200" y="1143457"/>
                </a:lnTo>
                <a:lnTo>
                  <a:pt x="6083" y="1143000"/>
                </a:lnTo>
                <a:lnTo>
                  <a:pt x="3454" y="1143000"/>
                </a:lnTo>
                <a:lnTo>
                  <a:pt x="2336" y="1143457"/>
                </a:lnTo>
                <a:lnTo>
                  <a:pt x="469" y="1145324"/>
                </a:lnTo>
                <a:lnTo>
                  <a:pt x="0" y="1146441"/>
                </a:lnTo>
                <a:lnTo>
                  <a:pt x="0" y="1149070"/>
                </a:lnTo>
                <a:lnTo>
                  <a:pt x="469" y="1150188"/>
                </a:lnTo>
                <a:lnTo>
                  <a:pt x="2336" y="1152055"/>
                </a:lnTo>
                <a:lnTo>
                  <a:pt x="3454" y="1152512"/>
                </a:lnTo>
                <a:lnTo>
                  <a:pt x="6083" y="1152512"/>
                </a:lnTo>
                <a:lnTo>
                  <a:pt x="7200" y="1152055"/>
                </a:lnTo>
                <a:lnTo>
                  <a:pt x="9067" y="1150188"/>
                </a:lnTo>
                <a:lnTo>
                  <a:pt x="9525" y="1149070"/>
                </a:lnTo>
                <a:lnTo>
                  <a:pt x="9525" y="1146441"/>
                </a:lnTo>
                <a:close/>
              </a:path>
              <a:path w="6715125" h="2057400">
                <a:moveTo>
                  <a:pt x="9525" y="1098816"/>
                </a:moveTo>
                <a:lnTo>
                  <a:pt x="9067" y="1097699"/>
                </a:lnTo>
                <a:lnTo>
                  <a:pt x="7200" y="1095832"/>
                </a:lnTo>
                <a:lnTo>
                  <a:pt x="6083" y="1095362"/>
                </a:lnTo>
                <a:lnTo>
                  <a:pt x="3454" y="1095362"/>
                </a:lnTo>
                <a:lnTo>
                  <a:pt x="2336" y="1095832"/>
                </a:lnTo>
                <a:lnTo>
                  <a:pt x="469" y="1097699"/>
                </a:lnTo>
                <a:lnTo>
                  <a:pt x="0" y="1098816"/>
                </a:lnTo>
                <a:lnTo>
                  <a:pt x="0" y="1101445"/>
                </a:lnTo>
                <a:lnTo>
                  <a:pt x="469" y="1102563"/>
                </a:lnTo>
                <a:lnTo>
                  <a:pt x="2336" y="1104430"/>
                </a:lnTo>
                <a:lnTo>
                  <a:pt x="3454" y="1104887"/>
                </a:lnTo>
                <a:lnTo>
                  <a:pt x="6083" y="1104887"/>
                </a:lnTo>
                <a:lnTo>
                  <a:pt x="7200" y="1104430"/>
                </a:lnTo>
                <a:lnTo>
                  <a:pt x="9067" y="1102563"/>
                </a:lnTo>
                <a:lnTo>
                  <a:pt x="9525" y="1101445"/>
                </a:lnTo>
                <a:lnTo>
                  <a:pt x="9525" y="1098816"/>
                </a:lnTo>
                <a:close/>
              </a:path>
              <a:path w="6715125" h="2057400">
                <a:moveTo>
                  <a:pt x="9525" y="1051191"/>
                </a:moveTo>
                <a:lnTo>
                  <a:pt x="9067" y="1050074"/>
                </a:lnTo>
                <a:lnTo>
                  <a:pt x="7200" y="1048207"/>
                </a:lnTo>
                <a:lnTo>
                  <a:pt x="6083" y="1047750"/>
                </a:lnTo>
                <a:lnTo>
                  <a:pt x="3454" y="1047750"/>
                </a:lnTo>
                <a:lnTo>
                  <a:pt x="2336" y="1048207"/>
                </a:lnTo>
                <a:lnTo>
                  <a:pt x="469" y="1050074"/>
                </a:lnTo>
                <a:lnTo>
                  <a:pt x="0" y="1051191"/>
                </a:lnTo>
                <a:lnTo>
                  <a:pt x="0" y="1053820"/>
                </a:lnTo>
                <a:lnTo>
                  <a:pt x="469" y="1054938"/>
                </a:lnTo>
                <a:lnTo>
                  <a:pt x="2336" y="1056805"/>
                </a:lnTo>
                <a:lnTo>
                  <a:pt x="3454" y="1057262"/>
                </a:lnTo>
                <a:lnTo>
                  <a:pt x="6083" y="1057262"/>
                </a:lnTo>
                <a:lnTo>
                  <a:pt x="7200" y="1056805"/>
                </a:lnTo>
                <a:lnTo>
                  <a:pt x="9067" y="1054938"/>
                </a:lnTo>
                <a:lnTo>
                  <a:pt x="9525" y="1053820"/>
                </a:lnTo>
                <a:lnTo>
                  <a:pt x="9525" y="1051191"/>
                </a:lnTo>
                <a:close/>
              </a:path>
              <a:path w="6715125" h="2057400">
                <a:moveTo>
                  <a:pt x="9525" y="1003566"/>
                </a:moveTo>
                <a:lnTo>
                  <a:pt x="9067" y="1002449"/>
                </a:lnTo>
                <a:lnTo>
                  <a:pt x="7200" y="1000582"/>
                </a:lnTo>
                <a:lnTo>
                  <a:pt x="6083" y="1000125"/>
                </a:lnTo>
                <a:lnTo>
                  <a:pt x="3454" y="1000125"/>
                </a:lnTo>
                <a:lnTo>
                  <a:pt x="2336" y="1000582"/>
                </a:lnTo>
                <a:lnTo>
                  <a:pt x="469" y="1002449"/>
                </a:lnTo>
                <a:lnTo>
                  <a:pt x="0" y="1003566"/>
                </a:lnTo>
                <a:lnTo>
                  <a:pt x="0" y="1006195"/>
                </a:lnTo>
                <a:lnTo>
                  <a:pt x="469" y="1007313"/>
                </a:lnTo>
                <a:lnTo>
                  <a:pt x="2336" y="1009180"/>
                </a:lnTo>
                <a:lnTo>
                  <a:pt x="3454" y="1009637"/>
                </a:lnTo>
                <a:lnTo>
                  <a:pt x="6083" y="1009637"/>
                </a:lnTo>
                <a:lnTo>
                  <a:pt x="7200" y="1009180"/>
                </a:lnTo>
                <a:lnTo>
                  <a:pt x="9067" y="1007313"/>
                </a:lnTo>
                <a:lnTo>
                  <a:pt x="9525" y="1006195"/>
                </a:lnTo>
                <a:lnTo>
                  <a:pt x="9525" y="1003566"/>
                </a:lnTo>
                <a:close/>
              </a:path>
              <a:path w="6715125" h="2057400">
                <a:moveTo>
                  <a:pt x="9525" y="955941"/>
                </a:moveTo>
                <a:lnTo>
                  <a:pt x="9067" y="954824"/>
                </a:lnTo>
                <a:lnTo>
                  <a:pt x="7200" y="952957"/>
                </a:lnTo>
                <a:lnTo>
                  <a:pt x="6083" y="952500"/>
                </a:lnTo>
                <a:lnTo>
                  <a:pt x="3454" y="952500"/>
                </a:lnTo>
                <a:lnTo>
                  <a:pt x="2336" y="952957"/>
                </a:lnTo>
                <a:lnTo>
                  <a:pt x="469" y="954824"/>
                </a:lnTo>
                <a:lnTo>
                  <a:pt x="0" y="955941"/>
                </a:lnTo>
                <a:lnTo>
                  <a:pt x="0" y="958570"/>
                </a:lnTo>
                <a:lnTo>
                  <a:pt x="469" y="959688"/>
                </a:lnTo>
                <a:lnTo>
                  <a:pt x="2336" y="961555"/>
                </a:lnTo>
                <a:lnTo>
                  <a:pt x="3454" y="962012"/>
                </a:lnTo>
                <a:lnTo>
                  <a:pt x="6083" y="962012"/>
                </a:lnTo>
                <a:lnTo>
                  <a:pt x="7200" y="961555"/>
                </a:lnTo>
                <a:lnTo>
                  <a:pt x="9067" y="959688"/>
                </a:lnTo>
                <a:lnTo>
                  <a:pt x="9525" y="958570"/>
                </a:lnTo>
                <a:lnTo>
                  <a:pt x="9525" y="955941"/>
                </a:lnTo>
                <a:close/>
              </a:path>
              <a:path w="6715125" h="2057400">
                <a:moveTo>
                  <a:pt x="9525" y="908316"/>
                </a:moveTo>
                <a:lnTo>
                  <a:pt x="9067" y="907199"/>
                </a:lnTo>
                <a:lnTo>
                  <a:pt x="7200" y="905332"/>
                </a:lnTo>
                <a:lnTo>
                  <a:pt x="6083" y="904875"/>
                </a:lnTo>
                <a:lnTo>
                  <a:pt x="3454" y="904875"/>
                </a:lnTo>
                <a:lnTo>
                  <a:pt x="2336" y="905332"/>
                </a:lnTo>
                <a:lnTo>
                  <a:pt x="469" y="907199"/>
                </a:lnTo>
                <a:lnTo>
                  <a:pt x="0" y="908316"/>
                </a:lnTo>
                <a:lnTo>
                  <a:pt x="0" y="910945"/>
                </a:lnTo>
                <a:lnTo>
                  <a:pt x="469" y="912063"/>
                </a:lnTo>
                <a:lnTo>
                  <a:pt x="2336" y="913930"/>
                </a:lnTo>
                <a:lnTo>
                  <a:pt x="3454" y="914387"/>
                </a:lnTo>
                <a:lnTo>
                  <a:pt x="6083" y="914387"/>
                </a:lnTo>
                <a:lnTo>
                  <a:pt x="7200" y="913930"/>
                </a:lnTo>
                <a:lnTo>
                  <a:pt x="9067" y="912063"/>
                </a:lnTo>
                <a:lnTo>
                  <a:pt x="9525" y="910945"/>
                </a:lnTo>
                <a:lnTo>
                  <a:pt x="9525" y="908316"/>
                </a:lnTo>
                <a:close/>
              </a:path>
              <a:path w="6715125" h="2057400">
                <a:moveTo>
                  <a:pt x="9525" y="860691"/>
                </a:moveTo>
                <a:lnTo>
                  <a:pt x="9067" y="859574"/>
                </a:lnTo>
                <a:lnTo>
                  <a:pt x="7200" y="857707"/>
                </a:lnTo>
                <a:lnTo>
                  <a:pt x="6083" y="857250"/>
                </a:lnTo>
                <a:lnTo>
                  <a:pt x="3454" y="857250"/>
                </a:lnTo>
                <a:lnTo>
                  <a:pt x="2336" y="857707"/>
                </a:lnTo>
                <a:lnTo>
                  <a:pt x="469" y="859574"/>
                </a:lnTo>
                <a:lnTo>
                  <a:pt x="0" y="860691"/>
                </a:lnTo>
                <a:lnTo>
                  <a:pt x="0" y="863320"/>
                </a:lnTo>
                <a:lnTo>
                  <a:pt x="469" y="864438"/>
                </a:lnTo>
                <a:lnTo>
                  <a:pt x="2336" y="866305"/>
                </a:lnTo>
                <a:lnTo>
                  <a:pt x="3454" y="866762"/>
                </a:lnTo>
                <a:lnTo>
                  <a:pt x="6083" y="866762"/>
                </a:lnTo>
                <a:lnTo>
                  <a:pt x="7200" y="866305"/>
                </a:lnTo>
                <a:lnTo>
                  <a:pt x="9067" y="864438"/>
                </a:lnTo>
                <a:lnTo>
                  <a:pt x="9525" y="863320"/>
                </a:lnTo>
                <a:lnTo>
                  <a:pt x="9525" y="860691"/>
                </a:lnTo>
                <a:close/>
              </a:path>
              <a:path w="6715125" h="2057400">
                <a:moveTo>
                  <a:pt x="9525" y="813066"/>
                </a:moveTo>
                <a:lnTo>
                  <a:pt x="9067" y="811949"/>
                </a:lnTo>
                <a:lnTo>
                  <a:pt x="7200" y="810082"/>
                </a:lnTo>
                <a:lnTo>
                  <a:pt x="6083" y="809625"/>
                </a:lnTo>
                <a:lnTo>
                  <a:pt x="3454" y="809625"/>
                </a:lnTo>
                <a:lnTo>
                  <a:pt x="2336" y="810082"/>
                </a:lnTo>
                <a:lnTo>
                  <a:pt x="469" y="811949"/>
                </a:lnTo>
                <a:lnTo>
                  <a:pt x="0" y="813066"/>
                </a:lnTo>
                <a:lnTo>
                  <a:pt x="0" y="815695"/>
                </a:lnTo>
                <a:lnTo>
                  <a:pt x="469" y="816813"/>
                </a:lnTo>
                <a:lnTo>
                  <a:pt x="2336" y="818680"/>
                </a:lnTo>
                <a:lnTo>
                  <a:pt x="3454" y="819137"/>
                </a:lnTo>
                <a:lnTo>
                  <a:pt x="6083" y="819137"/>
                </a:lnTo>
                <a:lnTo>
                  <a:pt x="7200" y="818680"/>
                </a:lnTo>
                <a:lnTo>
                  <a:pt x="9067" y="816813"/>
                </a:lnTo>
                <a:lnTo>
                  <a:pt x="9525" y="815695"/>
                </a:lnTo>
                <a:lnTo>
                  <a:pt x="9525" y="813066"/>
                </a:lnTo>
                <a:close/>
              </a:path>
              <a:path w="6715125" h="2057400">
                <a:moveTo>
                  <a:pt x="9525" y="765441"/>
                </a:moveTo>
                <a:lnTo>
                  <a:pt x="9067" y="764324"/>
                </a:lnTo>
                <a:lnTo>
                  <a:pt x="7200" y="762457"/>
                </a:lnTo>
                <a:lnTo>
                  <a:pt x="6083" y="762000"/>
                </a:lnTo>
                <a:lnTo>
                  <a:pt x="3454" y="762000"/>
                </a:lnTo>
                <a:lnTo>
                  <a:pt x="2336" y="762457"/>
                </a:lnTo>
                <a:lnTo>
                  <a:pt x="469" y="764324"/>
                </a:lnTo>
                <a:lnTo>
                  <a:pt x="0" y="765441"/>
                </a:lnTo>
                <a:lnTo>
                  <a:pt x="0" y="768070"/>
                </a:lnTo>
                <a:lnTo>
                  <a:pt x="469" y="769188"/>
                </a:lnTo>
                <a:lnTo>
                  <a:pt x="2336" y="771055"/>
                </a:lnTo>
                <a:lnTo>
                  <a:pt x="3454" y="771512"/>
                </a:lnTo>
                <a:lnTo>
                  <a:pt x="6083" y="771512"/>
                </a:lnTo>
                <a:lnTo>
                  <a:pt x="7200" y="771055"/>
                </a:lnTo>
                <a:lnTo>
                  <a:pt x="9067" y="769188"/>
                </a:lnTo>
                <a:lnTo>
                  <a:pt x="9525" y="768070"/>
                </a:lnTo>
                <a:lnTo>
                  <a:pt x="9525" y="765441"/>
                </a:lnTo>
                <a:close/>
              </a:path>
              <a:path w="6715125" h="2057400">
                <a:moveTo>
                  <a:pt x="9525" y="717816"/>
                </a:moveTo>
                <a:lnTo>
                  <a:pt x="9067" y="716699"/>
                </a:lnTo>
                <a:lnTo>
                  <a:pt x="7200" y="714832"/>
                </a:lnTo>
                <a:lnTo>
                  <a:pt x="6083" y="714362"/>
                </a:lnTo>
                <a:lnTo>
                  <a:pt x="3454" y="714362"/>
                </a:lnTo>
                <a:lnTo>
                  <a:pt x="2336" y="714832"/>
                </a:lnTo>
                <a:lnTo>
                  <a:pt x="469" y="716699"/>
                </a:lnTo>
                <a:lnTo>
                  <a:pt x="0" y="717816"/>
                </a:lnTo>
                <a:lnTo>
                  <a:pt x="0" y="720445"/>
                </a:lnTo>
                <a:lnTo>
                  <a:pt x="469" y="721563"/>
                </a:lnTo>
                <a:lnTo>
                  <a:pt x="2336" y="723430"/>
                </a:lnTo>
                <a:lnTo>
                  <a:pt x="3454" y="723887"/>
                </a:lnTo>
                <a:lnTo>
                  <a:pt x="6083" y="723887"/>
                </a:lnTo>
                <a:lnTo>
                  <a:pt x="7200" y="723430"/>
                </a:lnTo>
                <a:lnTo>
                  <a:pt x="9067" y="721563"/>
                </a:lnTo>
                <a:lnTo>
                  <a:pt x="9525" y="720445"/>
                </a:lnTo>
                <a:lnTo>
                  <a:pt x="9525" y="717816"/>
                </a:lnTo>
                <a:close/>
              </a:path>
              <a:path w="6715125" h="2057400">
                <a:moveTo>
                  <a:pt x="9525" y="670191"/>
                </a:moveTo>
                <a:lnTo>
                  <a:pt x="9067" y="669074"/>
                </a:lnTo>
                <a:lnTo>
                  <a:pt x="7200" y="667207"/>
                </a:lnTo>
                <a:lnTo>
                  <a:pt x="6083" y="666750"/>
                </a:lnTo>
                <a:lnTo>
                  <a:pt x="3454" y="666750"/>
                </a:lnTo>
                <a:lnTo>
                  <a:pt x="2336" y="667207"/>
                </a:lnTo>
                <a:lnTo>
                  <a:pt x="469" y="669074"/>
                </a:lnTo>
                <a:lnTo>
                  <a:pt x="0" y="670191"/>
                </a:lnTo>
                <a:lnTo>
                  <a:pt x="0" y="672820"/>
                </a:lnTo>
                <a:lnTo>
                  <a:pt x="469" y="673938"/>
                </a:lnTo>
                <a:lnTo>
                  <a:pt x="2336" y="675805"/>
                </a:lnTo>
                <a:lnTo>
                  <a:pt x="3454" y="676262"/>
                </a:lnTo>
                <a:lnTo>
                  <a:pt x="6083" y="676262"/>
                </a:lnTo>
                <a:lnTo>
                  <a:pt x="7200" y="675805"/>
                </a:lnTo>
                <a:lnTo>
                  <a:pt x="9067" y="673938"/>
                </a:lnTo>
                <a:lnTo>
                  <a:pt x="9525" y="672820"/>
                </a:lnTo>
                <a:lnTo>
                  <a:pt x="9525" y="670191"/>
                </a:lnTo>
                <a:close/>
              </a:path>
              <a:path w="6715125" h="2057400">
                <a:moveTo>
                  <a:pt x="9525" y="622566"/>
                </a:moveTo>
                <a:lnTo>
                  <a:pt x="9067" y="621449"/>
                </a:lnTo>
                <a:lnTo>
                  <a:pt x="7200" y="619582"/>
                </a:lnTo>
                <a:lnTo>
                  <a:pt x="6083" y="619125"/>
                </a:lnTo>
                <a:lnTo>
                  <a:pt x="3454" y="619125"/>
                </a:lnTo>
                <a:lnTo>
                  <a:pt x="2336" y="619582"/>
                </a:lnTo>
                <a:lnTo>
                  <a:pt x="469" y="621449"/>
                </a:lnTo>
                <a:lnTo>
                  <a:pt x="0" y="622566"/>
                </a:lnTo>
                <a:lnTo>
                  <a:pt x="0" y="625195"/>
                </a:lnTo>
                <a:lnTo>
                  <a:pt x="469" y="626313"/>
                </a:lnTo>
                <a:lnTo>
                  <a:pt x="2336" y="628180"/>
                </a:lnTo>
                <a:lnTo>
                  <a:pt x="3454" y="628637"/>
                </a:lnTo>
                <a:lnTo>
                  <a:pt x="6083" y="628637"/>
                </a:lnTo>
                <a:lnTo>
                  <a:pt x="7200" y="628180"/>
                </a:lnTo>
                <a:lnTo>
                  <a:pt x="9067" y="626313"/>
                </a:lnTo>
                <a:lnTo>
                  <a:pt x="9525" y="625195"/>
                </a:lnTo>
                <a:lnTo>
                  <a:pt x="9525" y="622566"/>
                </a:lnTo>
                <a:close/>
              </a:path>
              <a:path w="6715125" h="2057400">
                <a:moveTo>
                  <a:pt x="9525" y="574941"/>
                </a:moveTo>
                <a:lnTo>
                  <a:pt x="9067" y="573824"/>
                </a:lnTo>
                <a:lnTo>
                  <a:pt x="7200" y="571957"/>
                </a:lnTo>
                <a:lnTo>
                  <a:pt x="6083" y="571487"/>
                </a:lnTo>
                <a:lnTo>
                  <a:pt x="3454" y="571487"/>
                </a:lnTo>
                <a:lnTo>
                  <a:pt x="2336" y="571957"/>
                </a:lnTo>
                <a:lnTo>
                  <a:pt x="469" y="573824"/>
                </a:lnTo>
                <a:lnTo>
                  <a:pt x="0" y="574941"/>
                </a:lnTo>
                <a:lnTo>
                  <a:pt x="0" y="577570"/>
                </a:lnTo>
                <a:lnTo>
                  <a:pt x="469" y="578688"/>
                </a:lnTo>
                <a:lnTo>
                  <a:pt x="2336" y="580555"/>
                </a:lnTo>
                <a:lnTo>
                  <a:pt x="3454" y="581012"/>
                </a:lnTo>
                <a:lnTo>
                  <a:pt x="6083" y="581012"/>
                </a:lnTo>
                <a:lnTo>
                  <a:pt x="7200" y="580555"/>
                </a:lnTo>
                <a:lnTo>
                  <a:pt x="9067" y="578688"/>
                </a:lnTo>
                <a:lnTo>
                  <a:pt x="9525" y="577570"/>
                </a:lnTo>
                <a:lnTo>
                  <a:pt x="9525" y="574941"/>
                </a:lnTo>
                <a:close/>
              </a:path>
              <a:path w="6715125" h="2057400">
                <a:moveTo>
                  <a:pt x="9525" y="527316"/>
                </a:moveTo>
                <a:lnTo>
                  <a:pt x="9067" y="526199"/>
                </a:lnTo>
                <a:lnTo>
                  <a:pt x="7200" y="524332"/>
                </a:lnTo>
                <a:lnTo>
                  <a:pt x="6083" y="523875"/>
                </a:lnTo>
                <a:lnTo>
                  <a:pt x="3454" y="523875"/>
                </a:lnTo>
                <a:lnTo>
                  <a:pt x="2336" y="524332"/>
                </a:lnTo>
                <a:lnTo>
                  <a:pt x="469" y="526199"/>
                </a:lnTo>
                <a:lnTo>
                  <a:pt x="0" y="527316"/>
                </a:lnTo>
                <a:lnTo>
                  <a:pt x="0" y="529945"/>
                </a:lnTo>
                <a:lnTo>
                  <a:pt x="469" y="531063"/>
                </a:lnTo>
                <a:lnTo>
                  <a:pt x="2336" y="532930"/>
                </a:lnTo>
                <a:lnTo>
                  <a:pt x="3454" y="533387"/>
                </a:lnTo>
                <a:lnTo>
                  <a:pt x="6083" y="533387"/>
                </a:lnTo>
                <a:lnTo>
                  <a:pt x="7200" y="532930"/>
                </a:lnTo>
                <a:lnTo>
                  <a:pt x="9067" y="531063"/>
                </a:lnTo>
                <a:lnTo>
                  <a:pt x="9525" y="529945"/>
                </a:lnTo>
                <a:lnTo>
                  <a:pt x="9525" y="527316"/>
                </a:lnTo>
                <a:close/>
              </a:path>
              <a:path w="6715125" h="2057400">
                <a:moveTo>
                  <a:pt x="9525" y="479691"/>
                </a:moveTo>
                <a:lnTo>
                  <a:pt x="9067" y="478574"/>
                </a:lnTo>
                <a:lnTo>
                  <a:pt x="7200" y="476707"/>
                </a:lnTo>
                <a:lnTo>
                  <a:pt x="6083" y="476250"/>
                </a:lnTo>
                <a:lnTo>
                  <a:pt x="3454" y="476250"/>
                </a:lnTo>
                <a:lnTo>
                  <a:pt x="2336" y="476707"/>
                </a:lnTo>
                <a:lnTo>
                  <a:pt x="469" y="478574"/>
                </a:lnTo>
                <a:lnTo>
                  <a:pt x="0" y="479691"/>
                </a:lnTo>
                <a:lnTo>
                  <a:pt x="0" y="482320"/>
                </a:lnTo>
                <a:lnTo>
                  <a:pt x="469" y="483438"/>
                </a:lnTo>
                <a:lnTo>
                  <a:pt x="2336" y="485305"/>
                </a:lnTo>
                <a:lnTo>
                  <a:pt x="3454" y="485775"/>
                </a:lnTo>
                <a:lnTo>
                  <a:pt x="6083" y="485775"/>
                </a:lnTo>
                <a:lnTo>
                  <a:pt x="7200" y="485305"/>
                </a:lnTo>
                <a:lnTo>
                  <a:pt x="9067" y="483438"/>
                </a:lnTo>
                <a:lnTo>
                  <a:pt x="9525" y="482320"/>
                </a:lnTo>
                <a:lnTo>
                  <a:pt x="9525" y="479691"/>
                </a:lnTo>
                <a:close/>
              </a:path>
              <a:path w="6715125" h="2057400">
                <a:moveTo>
                  <a:pt x="9525" y="432066"/>
                </a:moveTo>
                <a:lnTo>
                  <a:pt x="9067" y="430949"/>
                </a:lnTo>
                <a:lnTo>
                  <a:pt x="7200" y="429082"/>
                </a:lnTo>
                <a:lnTo>
                  <a:pt x="6083" y="428625"/>
                </a:lnTo>
                <a:lnTo>
                  <a:pt x="3454" y="428625"/>
                </a:lnTo>
                <a:lnTo>
                  <a:pt x="2336" y="429082"/>
                </a:lnTo>
                <a:lnTo>
                  <a:pt x="469" y="430949"/>
                </a:lnTo>
                <a:lnTo>
                  <a:pt x="0" y="432066"/>
                </a:lnTo>
                <a:lnTo>
                  <a:pt x="0" y="434695"/>
                </a:lnTo>
                <a:lnTo>
                  <a:pt x="469" y="435813"/>
                </a:lnTo>
                <a:lnTo>
                  <a:pt x="2336" y="437680"/>
                </a:lnTo>
                <a:lnTo>
                  <a:pt x="3454" y="438150"/>
                </a:lnTo>
                <a:lnTo>
                  <a:pt x="6083" y="438150"/>
                </a:lnTo>
                <a:lnTo>
                  <a:pt x="7200" y="437680"/>
                </a:lnTo>
                <a:lnTo>
                  <a:pt x="9067" y="435813"/>
                </a:lnTo>
                <a:lnTo>
                  <a:pt x="9525" y="434695"/>
                </a:lnTo>
                <a:lnTo>
                  <a:pt x="9525" y="432066"/>
                </a:lnTo>
                <a:close/>
              </a:path>
              <a:path w="6715125" h="2057400">
                <a:moveTo>
                  <a:pt x="9525" y="384441"/>
                </a:moveTo>
                <a:lnTo>
                  <a:pt x="9067" y="383324"/>
                </a:lnTo>
                <a:lnTo>
                  <a:pt x="7200" y="381457"/>
                </a:lnTo>
                <a:lnTo>
                  <a:pt x="6083" y="381000"/>
                </a:lnTo>
                <a:lnTo>
                  <a:pt x="3454" y="381000"/>
                </a:lnTo>
                <a:lnTo>
                  <a:pt x="2336" y="381457"/>
                </a:lnTo>
                <a:lnTo>
                  <a:pt x="469" y="383324"/>
                </a:lnTo>
                <a:lnTo>
                  <a:pt x="0" y="384441"/>
                </a:lnTo>
                <a:lnTo>
                  <a:pt x="0" y="387070"/>
                </a:lnTo>
                <a:lnTo>
                  <a:pt x="469" y="388188"/>
                </a:lnTo>
                <a:lnTo>
                  <a:pt x="2336" y="390055"/>
                </a:lnTo>
                <a:lnTo>
                  <a:pt x="3454" y="390525"/>
                </a:lnTo>
                <a:lnTo>
                  <a:pt x="6083" y="390525"/>
                </a:lnTo>
                <a:lnTo>
                  <a:pt x="7200" y="390055"/>
                </a:lnTo>
                <a:lnTo>
                  <a:pt x="9067" y="388188"/>
                </a:lnTo>
                <a:lnTo>
                  <a:pt x="9525" y="387070"/>
                </a:lnTo>
                <a:lnTo>
                  <a:pt x="9525" y="384441"/>
                </a:lnTo>
                <a:close/>
              </a:path>
              <a:path w="6715125" h="2057400">
                <a:moveTo>
                  <a:pt x="9525" y="336816"/>
                </a:moveTo>
                <a:lnTo>
                  <a:pt x="9067" y="335699"/>
                </a:lnTo>
                <a:lnTo>
                  <a:pt x="7200" y="333832"/>
                </a:lnTo>
                <a:lnTo>
                  <a:pt x="6083" y="333375"/>
                </a:lnTo>
                <a:lnTo>
                  <a:pt x="3454" y="333375"/>
                </a:lnTo>
                <a:lnTo>
                  <a:pt x="2336" y="333832"/>
                </a:lnTo>
                <a:lnTo>
                  <a:pt x="469" y="335699"/>
                </a:lnTo>
                <a:lnTo>
                  <a:pt x="0" y="336816"/>
                </a:lnTo>
                <a:lnTo>
                  <a:pt x="0" y="339445"/>
                </a:lnTo>
                <a:lnTo>
                  <a:pt x="469" y="340563"/>
                </a:lnTo>
                <a:lnTo>
                  <a:pt x="2336" y="342430"/>
                </a:lnTo>
                <a:lnTo>
                  <a:pt x="3454" y="342900"/>
                </a:lnTo>
                <a:lnTo>
                  <a:pt x="6083" y="342900"/>
                </a:lnTo>
                <a:lnTo>
                  <a:pt x="7200" y="342430"/>
                </a:lnTo>
                <a:lnTo>
                  <a:pt x="9067" y="340563"/>
                </a:lnTo>
                <a:lnTo>
                  <a:pt x="9525" y="339445"/>
                </a:lnTo>
                <a:lnTo>
                  <a:pt x="9525" y="336816"/>
                </a:lnTo>
                <a:close/>
              </a:path>
              <a:path w="6715125" h="2057400">
                <a:moveTo>
                  <a:pt x="9525" y="289191"/>
                </a:moveTo>
                <a:lnTo>
                  <a:pt x="9067" y="288074"/>
                </a:lnTo>
                <a:lnTo>
                  <a:pt x="7200" y="286207"/>
                </a:lnTo>
                <a:lnTo>
                  <a:pt x="6083" y="285750"/>
                </a:lnTo>
                <a:lnTo>
                  <a:pt x="3454" y="285750"/>
                </a:lnTo>
                <a:lnTo>
                  <a:pt x="2336" y="286207"/>
                </a:lnTo>
                <a:lnTo>
                  <a:pt x="469" y="288074"/>
                </a:lnTo>
                <a:lnTo>
                  <a:pt x="0" y="289191"/>
                </a:lnTo>
                <a:lnTo>
                  <a:pt x="0" y="291820"/>
                </a:lnTo>
                <a:lnTo>
                  <a:pt x="469" y="292938"/>
                </a:lnTo>
                <a:lnTo>
                  <a:pt x="2336" y="294805"/>
                </a:lnTo>
                <a:lnTo>
                  <a:pt x="3454" y="295275"/>
                </a:lnTo>
                <a:lnTo>
                  <a:pt x="6083" y="295275"/>
                </a:lnTo>
                <a:lnTo>
                  <a:pt x="7200" y="294805"/>
                </a:lnTo>
                <a:lnTo>
                  <a:pt x="9067" y="292938"/>
                </a:lnTo>
                <a:lnTo>
                  <a:pt x="9525" y="291820"/>
                </a:lnTo>
                <a:lnTo>
                  <a:pt x="9525" y="289191"/>
                </a:lnTo>
                <a:close/>
              </a:path>
              <a:path w="6715125" h="2057400">
                <a:moveTo>
                  <a:pt x="9525" y="241566"/>
                </a:moveTo>
                <a:lnTo>
                  <a:pt x="9067" y="240449"/>
                </a:lnTo>
                <a:lnTo>
                  <a:pt x="7200" y="238582"/>
                </a:lnTo>
                <a:lnTo>
                  <a:pt x="6083" y="238125"/>
                </a:lnTo>
                <a:lnTo>
                  <a:pt x="3454" y="238125"/>
                </a:lnTo>
                <a:lnTo>
                  <a:pt x="2336" y="238582"/>
                </a:lnTo>
                <a:lnTo>
                  <a:pt x="469" y="240449"/>
                </a:lnTo>
                <a:lnTo>
                  <a:pt x="0" y="241566"/>
                </a:lnTo>
                <a:lnTo>
                  <a:pt x="0" y="244195"/>
                </a:lnTo>
                <a:lnTo>
                  <a:pt x="469" y="245313"/>
                </a:lnTo>
                <a:lnTo>
                  <a:pt x="2336" y="247180"/>
                </a:lnTo>
                <a:lnTo>
                  <a:pt x="3454" y="247650"/>
                </a:lnTo>
                <a:lnTo>
                  <a:pt x="6083" y="247650"/>
                </a:lnTo>
                <a:lnTo>
                  <a:pt x="7200" y="247180"/>
                </a:lnTo>
                <a:lnTo>
                  <a:pt x="9067" y="245313"/>
                </a:lnTo>
                <a:lnTo>
                  <a:pt x="9525" y="244195"/>
                </a:lnTo>
                <a:lnTo>
                  <a:pt x="9525" y="241566"/>
                </a:lnTo>
                <a:close/>
              </a:path>
              <a:path w="6715125" h="2057400">
                <a:moveTo>
                  <a:pt x="9525" y="193941"/>
                </a:moveTo>
                <a:lnTo>
                  <a:pt x="9067" y="192824"/>
                </a:lnTo>
                <a:lnTo>
                  <a:pt x="7200" y="190957"/>
                </a:lnTo>
                <a:lnTo>
                  <a:pt x="6083" y="190500"/>
                </a:lnTo>
                <a:lnTo>
                  <a:pt x="3454" y="190500"/>
                </a:lnTo>
                <a:lnTo>
                  <a:pt x="2336" y="190957"/>
                </a:lnTo>
                <a:lnTo>
                  <a:pt x="469" y="192824"/>
                </a:lnTo>
                <a:lnTo>
                  <a:pt x="0" y="193941"/>
                </a:lnTo>
                <a:lnTo>
                  <a:pt x="0" y="196570"/>
                </a:lnTo>
                <a:lnTo>
                  <a:pt x="469" y="197688"/>
                </a:lnTo>
                <a:lnTo>
                  <a:pt x="2336" y="199555"/>
                </a:lnTo>
                <a:lnTo>
                  <a:pt x="3454" y="200025"/>
                </a:lnTo>
                <a:lnTo>
                  <a:pt x="6083" y="200025"/>
                </a:lnTo>
                <a:lnTo>
                  <a:pt x="7200" y="199555"/>
                </a:lnTo>
                <a:lnTo>
                  <a:pt x="9067" y="197688"/>
                </a:lnTo>
                <a:lnTo>
                  <a:pt x="9525" y="196570"/>
                </a:lnTo>
                <a:lnTo>
                  <a:pt x="9525" y="193941"/>
                </a:lnTo>
                <a:close/>
              </a:path>
              <a:path w="6715125" h="2057400">
                <a:moveTo>
                  <a:pt x="9525" y="146316"/>
                </a:moveTo>
                <a:lnTo>
                  <a:pt x="9067" y="145199"/>
                </a:lnTo>
                <a:lnTo>
                  <a:pt x="7200" y="143332"/>
                </a:lnTo>
                <a:lnTo>
                  <a:pt x="6083" y="142875"/>
                </a:lnTo>
                <a:lnTo>
                  <a:pt x="3454" y="142875"/>
                </a:lnTo>
                <a:lnTo>
                  <a:pt x="2336" y="143332"/>
                </a:lnTo>
                <a:lnTo>
                  <a:pt x="469" y="145199"/>
                </a:lnTo>
                <a:lnTo>
                  <a:pt x="0" y="146316"/>
                </a:lnTo>
                <a:lnTo>
                  <a:pt x="0" y="148945"/>
                </a:lnTo>
                <a:lnTo>
                  <a:pt x="469" y="150063"/>
                </a:lnTo>
                <a:lnTo>
                  <a:pt x="2336" y="151930"/>
                </a:lnTo>
                <a:lnTo>
                  <a:pt x="3454" y="152400"/>
                </a:lnTo>
                <a:lnTo>
                  <a:pt x="6083" y="152400"/>
                </a:lnTo>
                <a:lnTo>
                  <a:pt x="7200" y="151930"/>
                </a:lnTo>
                <a:lnTo>
                  <a:pt x="9067" y="150063"/>
                </a:lnTo>
                <a:lnTo>
                  <a:pt x="9525" y="148945"/>
                </a:lnTo>
                <a:lnTo>
                  <a:pt x="9525" y="146316"/>
                </a:lnTo>
                <a:close/>
              </a:path>
              <a:path w="6715125" h="2057400">
                <a:moveTo>
                  <a:pt x="9525" y="98691"/>
                </a:moveTo>
                <a:lnTo>
                  <a:pt x="9067" y="97574"/>
                </a:lnTo>
                <a:lnTo>
                  <a:pt x="7200" y="95707"/>
                </a:lnTo>
                <a:lnTo>
                  <a:pt x="6083" y="95250"/>
                </a:lnTo>
                <a:lnTo>
                  <a:pt x="3454" y="95250"/>
                </a:lnTo>
                <a:lnTo>
                  <a:pt x="2336" y="95707"/>
                </a:lnTo>
                <a:lnTo>
                  <a:pt x="469" y="97574"/>
                </a:lnTo>
                <a:lnTo>
                  <a:pt x="0" y="98691"/>
                </a:lnTo>
                <a:lnTo>
                  <a:pt x="0" y="101320"/>
                </a:lnTo>
                <a:lnTo>
                  <a:pt x="469" y="102438"/>
                </a:lnTo>
                <a:lnTo>
                  <a:pt x="2336" y="104305"/>
                </a:lnTo>
                <a:lnTo>
                  <a:pt x="3454" y="104775"/>
                </a:lnTo>
                <a:lnTo>
                  <a:pt x="6083" y="104775"/>
                </a:lnTo>
                <a:lnTo>
                  <a:pt x="7200" y="104305"/>
                </a:lnTo>
                <a:lnTo>
                  <a:pt x="9067" y="102438"/>
                </a:lnTo>
                <a:lnTo>
                  <a:pt x="9525" y="101320"/>
                </a:lnTo>
                <a:lnTo>
                  <a:pt x="9525" y="98691"/>
                </a:lnTo>
                <a:close/>
              </a:path>
              <a:path w="6715125" h="2057400">
                <a:moveTo>
                  <a:pt x="9525" y="51066"/>
                </a:moveTo>
                <a:lnTo>
                  <a:pt x="9067" y="49949"/>
                </a:lnTo>
                <a:lnTo>
                  <a:pt x="7200" y="48082"/>
                </a:lnTo>
                <a:lnTo>
                  <a:pt x="6083" y="47625"/>
                </a:lnTo>
                <a:lnTo>
                  <a:pt x="3454" y="47625"/>
                </a:lnTo>
                <a:lnTo>
                  <a:pt x="2336" y="48082"/>
                </a:lnTo>
                <a:lnTo>
                  <a:pt x="469" y="49949"/>
                </a:lnTo>
                <a:lnTo>
                  <a:pt x="0" y="51066"/>
                </a:lnTo>
                <a:lnTo>
                  <a:pt x="0" y="53695"/>
                </a:lnTo>
                <a:lnTo>
                  <a:pt x="469" y="54813"/>
                </a:lnTo>
                <a:lnTo>
                  <a:pt x="2336" y="56680"/>
                </a:lnTo>
                <a:lnTo>
                  <a:pt x="3454" y="57150"/>
                </a:lnTo>
                <a:lnTo>
                  <a:pt x="6083" y="57150"/>
                </a:lnTo>
                <a:lnTo>
                  <a:pt x="7200" y="56680"/>
                </a:lnTo>
                <a:lnTo>
                  <a:pt x="9067" y="54813"/>
                </a:lnTo>
                <a:lnTo>
                  <a:pt x="9525" y="53695"/>
                </a:lnTo>
                <a:lnTo>
                  <a:pt x="9525" y="51066"/>
                </a:lnTo>
                <a:close/>
              </a:path>
              <a:path w="6715125" h="2057400">
                <a:moveTo>
                  <a:pt x="9525" y="3441"/>
                </a:moveTo>
                <a:lnTo>
                  <a:pt x="9067" y="2324"/>
                </a:lnTo>
                <a:lnTo>
                  <a:pt x="7200" y="457"/>
                </a:lnTo>
                <a:lnTo>
                  <a:pt x="6083" y="0"/>
                </a:lnTo>
                <a:lnTo>
                  <a:pt x="3454" y="0"/>
                </a:lnTo>
                <a:lnTo>
                  <a:pt x="2336" y="457"/>
                </a:lnTo>
                <a:lnTo>
                  <a:pt x="469" y="2324"/>
                </a:lnTo>
                <a:lnTo>
                  <a:pt x="0" y="3441"/>
                </a:lnTo>
                <a:lnTo>
                  <a:pt x="0" y="6070"/>
                </a:lnTo>
                <a:lnTo>
                  <a:pt x="469" y="7188"/>
                </a:lnTo>
                <a:lnTo>
                  <a:pt x="2336" y="9055"/>
                </a:lnTo>
                <a:lnTo>
                  <a:pt x="3454" y="9525"/>
                </a:lnTo>
                <a:lnTo>
                  <a:pt x="6083" y="9525"/>
                </a:lnTo>
                <a:lnTo>
                  <a:pt x="7200" y="9055"/>
                </a:lnTo>
                <a:lnTo>
                  <a:pt x="9067" y="7188"/>
                </a:lnTo>
                <a:lnTo>
                  <a:pt x="9525" y="6070"/>
                </a:lnTo>
                <a:lnTo>
                  <a:pt x="9525" y="3441"/>
                </a:lnTo>
                <a:close/>
              </a:path>
              <a:path w="6715125" h="2057400">
                <a:moveTo>
                  <a:pt x="1350645" y="2051316"/>
                </a:moveTo>
                <a:lnTo>
                  <a:pt x="1350187" y="2050199"/>
                </a:lnTo>
                <a:lnTo>
                  <a:pt x="1348320" y="2048332"/>
                </a:lnTo>
                <a:lnTo>
                  <a:pt x="1347203" y="2047862"/>
                </a:lnTo>
                <a:lnTo>
                  <a:pt x="1344574" y="2047862"/>
                </a:lnTo>
                <a:lnTo>
                  <a:pt x="1343456" y="2048332"/>
                </a:lnTo>
                <a:lnTo>
                  <a:pt x="1341589" y="2050199"/>
                </a:lnTo>
                <a:lnTo>
                  <a:pt x="1341120" y="2051316"/>
                </a:lnTo>
                <a:lnTo>
                  <a:pt x="1341120" y="2053945"/>
                </a:lnTo>
                <a:lnTo>
                  <a:pt x="1341589" y="2055063"/>
                </a:lnTo>
                <a:lnTo>
                  <a:pt x="1343456" y="2056930"/>
                </a:lnTo>
                <a:lnTo>
                  <a:pt x="1344574" y="2057387"/>
                </a:lnTo>
                <a:lnTo>
                  <a:pt x="1347203" y="2057387"/>
                </a:lnTo>
                <a:lnTo>
                  <a:pt x="1348320" y="2056930"/>
                </a:lnTo>
                <a:lnTo>
                  <a:pt x="1350187" y="2055063"/>
                </a:lnTo>
                <a:lnTo>
                  <a:pt x="1350645" y="2053945"/>
                </a:lnTo>
                <a:lnTo>
                  <a:pt x="1350645" y="2051316"/>
                </a:lnTo>
                <a:close/>
              </a:path>
              <a:path w="6715125" h="2057400">
                <a:moveTo>
                  <a:pt x="1350645" y="2003691"/>
                </a:moveTo>
                <a:lnTo>
                  <a:pt x="1350187" y="2002574"/>
                </a:lnTo>
                <a:lnTo>
                  <a:pt x="1348320" y="2000707"/>
                </a:lnTo>
                <a:lnTo>
                  <a:pt x="1347203" y="2000237"/>
                </a:lnTo>
                <a:lnTo>
                  <a:pt x="1344574" y="2000237"/>
                </a:lnTo>
                <a:lnTo>
                  <a:pt x="1343456" y="2000707"/>
                </a:lnTo>
                <a:lnTo>
                  <a:pt x="1341589" y="2002574"/>
                </a:lnTo>
                <a:lnTo>
                  <a:pt x="1341120" y="2003691"/>
                </a:lnTo>
                <a:lnTo>
                  <a:pt x="1341120" y="2006320"/>
                </a:lnTo>
                <a:lnTo>
                  <a:pt x="1341589" y="2007438"/>
                </a:lnTo>
                <a:lnTo>
                  <a:pt x="1343456" y="2009305"/>
                </a:lnTo>
                <a:lnTo>
                  <a:pt x="1344574" y="2009762"/>
                </a:lnTo>
                <a:lnTo>
                  <a:pt x="1347203" y="2009762"/>
                </a:lnTo>
                <a:lnTo>
                  <a:pt x="1348320" y="2009305"/>
                </a:lnTo>
                <a:lnTo>
                  <a:pt x="1350187" y="2007438"/>
                </a:lnTo>
                <a:lnTo>
                  <a:pt x="1350645" y="2006320"/>
                </a:lnTo>
                <a:lnTo>
                  <a:pt x="1350645" y="2003691"/>
                </a:lnTo>
                <a:close/>
              </a:path>
              <a:path w="6715125" h="2057400">
                <a:moveTo>
                  <a:pt x="1350645" y="1956066"/>
                </a:moveTo>
                <a:lnTo>
                  <a:pt x="1350187" y="1954949"/>
                </a:lnTo>
                <a:lnTo>
                  <a:pt x="1348320" y="1953082"/>
                </a:lnTo>
                <a:lnTo>
                  <a:pt x="1347203" y="1952612"/>
                </a:lnTo>
                <a:lnTo>
                  <a:pt x="1344574" y="1952612"/>
                </a:lnTo>
                <a:lnTo>
                  <a:pt x="1343456" y="1953082"/>
                </a:lnTo>
                <a:lnTo>
                  <a:pt x="1341589" y="1954949"/>
                </a:lnTo>
                <a:lnTo>
                  <a:pt x="1341120" y="1956066"/>
                </a:lnTo>
                <a:lnTo>
                  <a:pt x="1341120" y="1958695"/>
                </a:lnTo>
                <a:lnTo>
                  <a:pt x="1341589" y="1959813"/>
                </a:lnTo>
                <a:lnTo>
                  <a:pt x="1343456" y="1961680"/>
                </a:lnTo>
                <a:lnTo>
                  <a:pt x="1344574" y="1962137"/>
                </a:lnTo>
                <a:lnTo>
                  <a:pt x="1347203" y="1962137"/>
                </a:lnTo>
                <a:lnTo>
                  <a:pt x="1348320" y="1961680"/>
                </a:lnTo>
                <a:lnTo>
                  <a:pt x="1350187" y="1959813"/>
                </a:lnTo>
                <a:lnTo>
                  <a:pt x="1350645" y="1958695"/>
                </a:lnTo>
                <a:lnTo>
                  <a:pt x="1350645" y="1956066"/>
                </a:lnTo>
                <a:close/>
              </a:path>
              <a:path w="6715125" h="2057400">
                <a:moveTo>
                  <a:pt x="1350645" y="1908441"/>
                </a:moveTo>
                <a:lnTo>
                  <a:pt x="1350187" y="1907324"/>
                </a:lnTo>
                <a:lnTo>
                  <a:pt x="1348320" y="1905457"/>
                </a:lnTo>
                <a:lnTo>
                  <a:pt x="1347203" y="1904987"/>
                </a:lnTo>
                <a:lnTo>
                  <a:pt x="1344574" y="1904987"/>
                </a:lnTo>
                <a:lnTo>
                  <a:pt x="1343456" y="1905457"/>
                </a:lnTo>
                <a:lnTo>
                  <a:pt x="1341589" y="1907324"/>
                </a:lnTo>
                <a:lnTo>
                  <a:pt x="1341120" y="1908441"/>
                </a:lnTo>
                <a:lnTo>
                  <a:pt x="1341120" y="1911070"/>
                </a:lnTo>
                <a:lnTo>
                  <a:pt x="1341589" y="1912188"/>
                </a:lnTo>
                <a:lnTo>
                  <a:pt x="1343456" y="1914055"/>
                </a:lnTo>
                <a:lnTo>
                  <a:pt x="1344574" y="1914512"/>
                </a:lnTo>
                <a:lnTo>
                  <a:pt x="1347203" y="1914512"/>
                </a:lnTo>
                <a:lnTo>
                  <a:pt x="1348320" y="1914055"/>
                </a:lnTo>
                <a:lnTo>
                  <a:pt x="1350187" y="1912188"/>
                </a:lnTo>
                <a:lnTo>
                  <a:pt x="1350645" y="1911070"/>
                </a:lnTo>
                <a:lnTo>
                  <a:pt x="1350645" y="1908441"/>
                </a:lnTo>
                <a:close/>
              </a:path>
              <a:path w="6715125" h="2057400">
                <a:moveTo>
                  <a:pt x="1350645" y="1860816"/>
                </a:moveTo>
                <a:lnTo>
                  <a:pt x="1350187" y="1859699"/>
                </a:lnTo>
                <a:lnTo>
                  <a:pt x="1348320" y="1857832"/>
                </a:lnTo>
                <a:lnTo>
                  <a:pt x="1347203" y="1857362"/>
                </a:lnTo>
                <a:lnTo>
                  <a:pt x="1344574" y="1857362"/>
                </a:lnTo>
                <a:lnTo>
                  <a:pt x="1343456" y="1857832"/>
                </a:lnTo>
                <a:lnTo>
                  <a:pt x="1341589" y="1859699"/>
                </a:lnTo>
                <a:lnTo>
                  <a:pt x="1341120" y="1860816"/>
                </a:lnTo>
                <a:lnTo>
                  <a:pt x="1341120" y="1863445"/>
                </a:lnTo>
                <a:lnTo>
                  <a:pt x="1341589" y="1864563"/>
                </a:lnTo>
                <a:lnTo>
                  <a:pt x="1343456" y="1866430"/>
                </a:lnTo>
                <a:lnTo>
                  <a:pt x="1344574" y="1866887"/>
                </a:lnTo>
                <a:lnTo>
                  <a:pt x="1347203" y="1866887"/>
                </a:lnTo>
                <a:lnTo>
                  <a:pt x="1348320" y="1866430"/>
                </a:lnTo>
                <a:lnTo>
                  <a:pt x="1350187" y="1864563"/>
                </a:lnTo>
                <a:lnTo>
                  <a:pt x="1350645" y="1863445"/>
                </a:lnTo>
                <a:lnTo>
                  <a:pt x="1350645" y="1860816"/>
                </a:lnTo>
                <a:close/>
              </a:path>
              <a:path w="6715125" h="2057400">
                <a:moveTo>
                  <a:pt x="1350645" y="1813191"/>
                </a:moveTo>
                <a:lnTo>
                  <a:pt x="1350187" y="1812074"/>
                </a:lnTo>
                <a:lnTo>
                  <a:pt x="1348320" y="1810207"/>
                </a:lnTo>
                <a:lnTo>
                  <a:pt x="1347203" y="1809737"/>
                </a:lnTo>
                <a:lnTo>
                  <a:pt x="1344574" y="1809737"/>
                </a:lnTo>
                <a:lnTo>
                  <a:pt x="1343456" y="1810207"/>
                </a:lnTo>
                <a:lnTo>
                  <a:pt x="1341589" y="1812074"/>
                </a:lnTo>
                <a:lnTo>
                  <a:pt x="1341120" y="1813191"/>
                </a:lnTo>
                <a:lnTo>
                  <a:pt x="1341120" y="1815820"/>
                </a:lnTo>
                <a:lnTo>
                  <a:pt x="1341589" y="1816938"/>
                </a:lnTo>
                <a:lnTo>
                  <a:pt x="1343456" y="1818805"/>
                </a:lnTo>
                <a:lnTo>
                  <a:pt x="1344574" y="1819262"/>
                </a:lnTo>
                <a:lnTo>
                  <a:pt x="1347203" y="1819262"/>
                </a:lnTo>
                <a:lnTo>
                  <a:pt x="1348320" y="1818805"/>
                </a:lnTo>
                <a:lnTo>
                  <a:pt x="1350187" y="1816938"/>
                </a:lnTo>
                <a:lnTo>
                  <a:pt x="1350645" y="1815820"/>
                </a:lnTo>
                <a:lnTo>
                  <a:pt x="1350645" y="1813191"/>
                </a:lnTo>
                <a:close/>
              </a:path>
              <a:path w="6715125" h="2057400">
                <a:moveTo>
                  <a:pt x="1350645" y="1765566"/>
                </a:moveTo>
                <a:lnTo>
                  <a:pt x="1350187" y="1764449"/>
                </a:lnTo>
                <a:lnTo>
                  <a:pt x="1348320" y="1762582"/>
                </a:lnTo>
                <a:lnTo>
                  <a:pt x="1347203" y="1762112"/>
                </a:lnTo>
                <a:lnTo>
                  <a:pt x="1344574" y="1762112"/>
                </a:lnTo>
                <a:lnTo>
                  <a:pt x="1343456" y="1762582"/>
                </a:lnTo>
                <a:lnTo>
                  <a:pt x="1341589" y="1764449"/>
                </a:lnTo>
                <a:lnTo>
                  <a:pt x="1341120" y="1765566"/>
                </a:lnTo>
                <a:lnTo>
                  <a:pt x="1341120" y="1768195"/>
                </a:lnTo>
                <a:lnTo>
                  <a:pt x="1341589" y="1769313"/>
                </a:lnTo>
                <a:lnTo>
                  <a:pt x="1343456" y="1771180"/>
                </a:lnTo>
                <a:lnTo>
                  <a:pt x="1344574" y="1771637"/>
                </a:lnTo>
                <a:lnTo>
                  <a:pt x="1347203" y="1771637"/>
                </a:lnTo>
                <a:lnTo>
                  <a:pt x="1348320" y="1771180"/>
                </a:lnTo>
                <a:lnTo>
                  <a:pt x="1350187" y="1769313"/>
                </a:lnTo>
                <a:lnTo>
                  <a:pt x="1350645" y="1768195"/>
                </a:lnTo>
                <a:lnTo>
                  <a:pt x="1350645" y="1765566"/>
                </a:lnTo>
                <a:close/>
              </a:path>
              <a:path w="6715125" h="2057400">
                <a:moveTo>
                  <a:pt x="1350645" y="1717941"/>
                </a:moveTo>
                <a:lnTo>
                  <a:pt x="1350187" y="1716824"/>
                </a:lnTo>
                <a:lnTo>
                  <a:pt x="1348320" y="1714957"/>
                </a:lnTo>
                <a:lnTo>
                  <a:pt x="1347203" y="1714487"/>
                </a:lnTo>
                <a:lnTo>
                  <a:pt x="1344574" y="1714487"/>
                </a:lnTo>
                <a:lnTo>
                  <a:pt x="1343456" y="1714957"/>
                </a:lnTo>
                <a:lnTo>
                  <a:pt x="1341589" y="1716824"/>
                </a:lnTo>
                <a:lnTo>
                  <a:pt x="1341120" y="1717941"/>
                </a:lnTo>
                <a:lnTo>
                  <a:pt x="1341120" y="1720570"/>
                </a:lnTo>
                <a:lnTo>
                  <a:pt x="1341589" y="1721688"/>
                </a:lnTo>
                <a:lnTo>
                  <a:pt x="1343456" y="1723555"/>
                </a:lnTo>
                <a:lnTo>
                  <a:pt x="1344574" y="1724012"/>
                </a:lnTo>
                <a:lnTo>
                  <a:pt x="1347203" y="1724012"/>
                </a:lnTo>
                <a:lnTo>
                  <a:pt x="1348320" y="1723555"/>
                </a:lnTo>
                <a:lnTo>
                  <a:pt x="1350187" y="1721688"/>
                </a:lnTo>
                <a:lnTo>
                  <a:pt x="1350645" y="1720570"/>
                </a:lnTo>
                <a:lnTo>
                  <a:pt x="1350645" y="1717941"/>
                </a:lnTo>
                <a:close/>
              </a:path>
              <a:path w="6715125" h="2057400">
                <a:moveTo>
                  <a:pt x="1350645" y="1670316"/>
                </a:moveTo>
                <a:lnTo>
                  <a:pt x="1350187" y="1669199"/>
                </a:lnTo>
                <a:lnTo>
                  <a:pt x="1348320" y="1667332"/>
                </a:lnTo>
                <a:lnTo>
                  <a:pt x="1347203" y="1666862"/>
                </a:lnTo>
                <a:lnTo>
                  <a:pt x="1344574" y="1666862"/>
                </a:lnTo>
                <a:lnTo>
                  <a:pt x="1343456" y="1667332"/>
                </a:lnTo>
                <a:lnTo>
                  <a:pt x="1341589" y="1669199"/>
                </a:lnTo>
                <a:lnTo>
                  <a:pt x="1341120" y="1670316"/>
                </a:lnTo>
                <a:lnTo>
                  <a:pt x="1341120" y="1672945"/>
                </a:lnTo>
                <a:lnTo>
                  <a:pt x="1341589" y="1674063"/>
                </a:lnTo>
                <a:lnTo>
                  <a:pt x="1343456" y="1675930"/>
                </a:lnTo>
                <a:lnTo>
                  <a:pt x="1344574" y="1676387"/>
                </a:lnTo>
                <a:lnTo>
                  <a:pt x="1347203" y="1676387"/>
                </a:lnTo>
                <a:lnTo>
                  <a:pt x="1348320" y="1675930"/>
                </a:lnTo>
                <a:lnTo>
                  <a:pt x="1350187" y="1674063"/>
                </a:lnTo>
                <a:lnTo>
                  <a:pt x="1350645" y="1672945"/>
                </a:lnTo>
                <a:lnTo>
                  <a:pt x="1350645" y="1670316"/>
                </a:lnTo>
                <a:close/>
              </a:path>
              <a:path w="6715125" h="2057400">
                <a:moveTo>
                  <a:pt x="1350645" y="1622691"/>
                </a:moveTo>
                <a:lnTo>
                  <a:pt x="1350187" y="1621574"/>
                </a:lnTo>
                <a:lnTo>
                  <a:pt x="1348320" y="1619707"/>
                </a:lnTo>
                <a:lnTo>
                  <a:pt x="1347203" y="1619237"/>
                </a:lnTo>
                <a:lnTo>
                  <a:pt x="1344574" y="1619237"/>
                </a:lnTo>
                <a:lnTo>
                  <a:pt x="1343456" y="1619707"/>
                </a:lnTo>
                <a:lnTo>
                  <a:pt x="1341589" y="1621574"/>
                </a:lnTo>
                <a:lnTo>
                  <a:pt x="1341120" y="1622691"/>
                </a:lnTo>
                <a:lnTo>
                  <a:pt x="1341120" y="1625320"/>
                </a:lnTo>
                <a:lnTo>
                  <a:pt x="1341589" y="1626438"/>
                </a:lnTo>
                <a:lnTo>
                  <a:pt x="1343456" y="1628305"/>
                </a:lnTo>
                <a:lnTo>
                  <a:pt x="1344574" y="1628762"/>
                </a:lnTo>
                <a:lnTo>
                  <a:pt x="1347203" y="1628762"/>
                </a:lnTo>
                <a:lnTo>
                  <a:pt x="1348320" y="1628305"/>
                </a:lnTo>
                <a:lnTo>
                  <a:pt x="1350187" y="1626438"/>
                </a:lnTo>
                <a:lnTo>
                  <a:pt x="1350645" y="1625320"/>
                </a:lnTo>
                <a:lnTo>
                  <a:pt x="1350645" y="1622691"/>
                </a:lnTo>
                <a:close/>
              </a:path>
              <a:path w="6715125" h="2057400">
                <a:moveTo>
                  <a:pt x="1350645" y="1575066"/>
                </a:moveTo>
                <a:lnTo>
                  <a:pt x="1350187" y="1573949"/>
                </a:lnTo>
                <a:lnTo>
                  <a:pt x="1348320" y="1572082"/>
                </a:lnTo>
                <a:lnTo>
                  <a:pt x="1347203" y="1571612"/>
                </a:lnTo>
                <a:lnTo>
                  <a:pt x="1344574" y="1571612"/>
                </a:lnTo>
                <a:lnTo>
                  <a:pt x="1343456" y="1572082"/>
                </a:lnTo>
                <a:lnTo>
                  <a:pt x="1341589" y="1573949"/>
                </a:lnTo>
                <a:lnTo>
                  <a:pt x="1341120" y="1575066"/>
                </a:lnTo>
                <a:lnTo>
                  <a:pt x="1341120" y="1577695"/>
                </a:lnTo>
                <a:lnTo>
                  <a:pt x="1341589" y="1578813"/>
                </a:lnTo>
                <a:lnTo>
                  <a:pt x="1343456" y="1580680"/>
                </a:lnTo>
                <a:lnTo>
                  <a:pt x="1344574" y="1581137"/>
                </a:lnTo>
                <a:lnTo>
                  <a:pt x="1347203" y="1581137"/>
                </a:lnTo>
                <a:lnTo>
                  <a:pt x="1348320" y="1580680"/>
                </a:lnTo>
                <a:lnTo>
                  <a:pt x="1350187" y="1578813"/>
                </a:lnTo>
                <a:lnTo>
                  <a:pt x="1350645" y="1577695"/>
                </a:lnTo>
                <a:lnTo>
                  <a:pt x="1350645" y="1575066"/>
                </a:lnTo>
                <a:close/>
              </a:path>
              <a:path w="6715125" h="2057400">
                <a:moveTo>
                  <a:pt x="1350645" y="1527441"/>
                </a:moveTo>
                <a:lnTo>
                  <a:pt x="1350187" y="1526324"/>
                </a:lnTo>
                <a:lnTo>
                  <a:pt x="1348320" y="1524457"/>
                </a:lnTo>
                <a:lnTo>
                  <a:pt x="1347203" y="1523987"/>
                </a:lnTo>
                <a:lnTo>
                  <a:pt x="1344574" y="1523987"/>
                </a:lnTo>
                <a:lnTo>
                  <a:pt x="1343456" y="1524457"/>
                </a:lnTo>
                <a:lnTo>
                  <a:pt x="1341589" y="1526324"/>
                </a:lnTo>
                <a:lnTo>
                  <a:pt x="1341120" y="1527441"/>
                </a:lnTo>
                <a:lnTo>
                  <a:pt x="1341120" y="1530070"/>
                </a:lnTo>
                <a:lnTo>
                  <a:pt x="1341589" y="1531188"/>
                </a:lnTo>
                <a:lnTo>
                  <a:pt x="1343456" y="1533055"/>
                </a:lnTo>
                <a:lnTo>
                  <a:pt x="1344574" y="1533512"/>
                </a:lnTo>
                <a:lnTo>
                  <a:pt x="1347203" y="1533512"/>
                </a:lnTo>
                <a:lnTo>
                  <a:pt x="1348320" y="1533055"/>
                </a:lnTo>
                <a:lnTo>
                  <a:pt x="1350187" y="1531188"/>
                </a:lnTo>
                <a:lnTo>
                  <a:pt x="1350645" y="1530070"/>
                </a:lnTo>
                <a:lnTo>
                  <a:pt x="1350645" y="1527441"/>
                </a:lnTo>
                <a:close/>
              </a:path>
              <a:path w="6715125" h="2057400">
                <a:moveTo>
                  <a:pt x="1350645" y="1479816"/>
                </a:moveTo>
                <a:lnTo>
                  <a:pt x="1350187" y="1478699"/>
                </a:lnTo>
                <a:lnTo>
                  <a:pt x="1348320" y="1476832"/>
                </a:lnTo>
                <a:lnTo>
                  <a:pt x="1347203" y="1476362"/>
                </a:lnTo>
                <a:lnTo>
                  <a:pt x="1344574" y="1476362"/>
                </a:lnTo>
                <a:lnTo>
                  <a:pt x="1343456" y="1476832"/>
                </a:lnTo>
                <a:lnTo>
                  <a:pt x="1341589" y="1478699"/>
                </a:lnTo>
                <a:lnTo>
                  <a:pt x="1341120" y="1479816"/>
                </a:lnTo>
                <a:lnTo>
                  <a:pt x="1341120" y="1482445"/>
                </a:lnTo>
                <a:lnTo>
                  <a:pt x="1341589" y="1483563"/>
                </a:lnTo>
                <a:lnTo>
                  <a:pt x="1343456" y="1485430"/>
                </a:lnTo>
                <a:lnTo>
                  <a:pt x="1344574" y="1485887"/>
                </a:lnTo>
                <a:lnTo>
                  <a:pt x="1347203" y="1485887"/>
                </a:lnTo>
                <a:lnTo>
                  <a:pt x="1348320" y="1485430"/>
                </a:lnTo>
                <a:lnTo>
                  <a:pt x="1350187" y="1483563"/>
                </a:lnTo>
                <a:lnTo>
                  <a:pt x="1350645" y="1482445"/>
                </a:lnTo>
                <a:lnTo>
                  <a:pt x="1350645" y="1479816"/>
                </a:lnTo>
                <a:close/>
              </a:path>
              <a:path w="6715125" h="2057400">
                <a:moveTo>
                  <a:pt x="1350645" y="1432191"/>
                </a:moveTo>
                <a:lnTo>
                  <a:pt x="1350187" y="1431074"/>
                </a:lnTo>
                <a:lnTo>
                  <a:pt x="1348320" y="1429207"/>
                </a:lnTo>
                <a:lnTo>
                  <a:pt x="1347203" y="1428750"/>
                </a:lnTo>
                <a:lnTo>
                  <a:pt x="1344574" y="1428750"/>
                </a:lnTo>
                <a:lnTo>
                  <a:pt x="1343456" y="1429207"/>
                </a:lnTo>
                <a:lnTo>
                  <a:pt x="1341589" y="1431074"/>
                </a:lnTo>
                <a:lnTo>
                  <a:pt x="1341120" y="1432191"/>
                </a:lnTo>
                <a:lnTo>
                  <a:pt x="1341120" y="1434820"/>
                </a:lnTo>
                <a:lnTo>
                  <a:pt x="1341589" y="1435938"/>
                </a:lnTo>
                <a:lnTo>
                  <a:pt x="1343456" y="1437805"/>
                </a:lnTo>
                <a:lnTo>
                  <a:pt x="1344574" y="1438262"/>
                </a:lnTo>
                <a:lnTo>
                  <a:pt x="1347203" y="1438262"/>
                </a:lnTo>
                <a:lnTo>
                  <a:pt x="1348320" y="1437805"/>
                </a:lnTo>
                <a:lnTo>
                  <a:pt x="1350187" y="1435938"/>
                </a:lnTo>
                <a:lnTo>
                  <a:pt x="1350645" y="1434820"/>
                </a:lnTo>
                <a:lnTo>
                  <a:pt x="1350645" y="1432191"/>
                </a:lnTo>
                <a:close/>
              </a:path>
              <a:path w="6715125" h="2057400">
                <a:moveTo>
                  <a:pt x="1350645" y="1384566"/>
                </a:moveTo>
                <a:lnTo>
                  <a:pt x="1350187" y="1383449"/>
                </a:lnTo>
                <a:lnTo>
                  <a:pt x="1348320" y="1381582"/>
                </a:lnTo>
                <a:lnTo>
                  <a:pt x="1347203" y="1381125"/>
                </a:lnTo>
                <a:lnTo>
                  <a:pt x="1344574" y="1381125"/>
                </a:lnTo>
                <a:lnTo>
                  <a:pt x="1343456" y="1381582"/>
                </a:lnTo>
                <a:lnTo>
                  <a:pt x="1341589" y="1383449"/>
                </a:lnTo>
                <a:lnTo>
                  <a:pt x="1341120" y="1384566"/>
                </a:lnTo>
                <a:lnTo>
                  <a:pt x="1341120" y="1387195"/>
                </a:lnTo>
                <a:lnTo>
                  <a:pt x="1341589" y="1388313"/>
                </a:lnTo>
                <a:lnTo>
                  <a:pt x="1343456" y="1390180"/>
                </a:lnTo>
                <a:lnTo>
                  <a:pt x="1344574" y="1390637"/>
                </a:lnTo>
                <a:lnTo>
                  <a:pt x="1347203" y="1390637"/>
                </a:lnTo>
                <a:lnTo>
                  <a:pt x="1348320" y="1390180"/>
                </a:lnTo>
                <a:lnTo>
                  <a:pt x="1350187" y="1388313"/>
                </a:lnTo>
                <a:lnTo>
                  <a:pt x="1350645" y="1387195"/>
                </a:lnTo>
                <a:lnTo>
                  <a:pt x="1350645" y="1384566"/>
                </a:lnTo>
                <a:close/>
              </a:path>
              <a:path w="6715125" h="2057400">
                <a:moveTo>
                  <a:pt x="1350645" y="1336941"/>
                </a:moveTo>
                <a:lnTo>
                  <a:pt x="1350187" y="1335824"/>
                </a:lnTo>
                <a:lnTo>
                  <a:pt x="1348320" y="1333957"/>
                </a:lnTo>
                <a:lnTo>
                  <a:pt x="1347203" y="1333487"/>
                </a:lnTo>
                <a:lnTo>
                  <a:pt x="1344574" y="1333487"/>
                </a:lnTo>
                <a:lnTo>
                  <a:pt x="1343456" y="1333957"/>
                </a:lnTo>
                <a:lnTo>
                  <a:pt x="1341589" y="1335824"/>
                </a:lnTo>
                <a:lnTo>
                  <a:pt x="1341120" y="1336941"/>
                </a:lnTo>
                <a:lnTo>
                  <a:pt x="1341120" y="1339570"/>
                </a:lnTo>
                <a:lnTo>
                  <a:pt x="1341589" y="1340688"/>
                </a:lnTo>
                <a:lnTo>
                  <a:pt x="1343456" y="1342555"/>
                </a:lnTo>
                <a:lnTo>
                  <a:pt x="1344574" y="1343012"/>
                </a:lnTo>
                <a:lnTo>
                  <a:pt x="1347203" y="1343012"/>
                </a:lnTo>
                <a:lnTo>
                  <a:pt x="1348320" y="1342555"/>
                </a:lnTo>
                <a:lnTo>
                  <a:pt x="1350187" y="1340688"/>
                </a:lnTo>
                <a:lnTo>
                  <a:pt x="1350645" y="1339570"/>
                </a:lnTo>
                <a:lnTo>
                  <a:pt x="1350645" y="1336941"/>
                </a:lnTo>
                <a:close/>
              </a:path>
              <a:path w="6715125" h="2057400">
                <a:moveTo>
                  <a:pt x="1350645" y="1289316"/>
                </a:moveTo>
                <a:lnTo>
                  <a:pt x="1350187" y="1288199"/>
                </a:lnTo>
                <a:lnTo>
                  <a:pt x="1348320" y="1286332"/>
                </a:lnTo>
                <a:lnTo>
                  <a:pt x="1347203" y="1285875"/>
                </a:lnTo>
                <a:lnTo>
                  <a:pt x="1344574" y="1285875"/>
                </a:lnTo>
                <a:lnTo>
                  <a:pt x="1343456" y="1286332"/>
                </a:lnTo>
                <a:lnTo>
                  <a:pt x="1341589" y="1288199"/>
                </a:lnTo>
                <a:lnTo>
                  <a:pt x="1341120" y="1289316"/>
                </a:lnTo>
                <a:lnTo>
                  <a:pt x="1341120" y="1291945"/>
                </a:lnTo>
                <a:lnTo>
                  <a:pt x="1341589" y="1293063"/>
                </a:lnTo>
                <a:lnTo>
                  <a:pt x="1343456" y="1294930"/>
                </a:lnTo>
                <a:lnTo>
                  <a:pt x="1344574" y="1295387"/>
                </a:lnTo>
                <a:lnTo>
                  <a:pt x="1347203" y="1295387"/>
                </a:lnTo>
                <a:lnTo>
                  <a:pt x="1348320" y="1294930"/>
                </a:lnTo>
                <a:lnTo>
                  <a:pt x="1350187" y="1293063"/>
                </a:lnTo>
                <a:lnTo>
                  <a:pt x="1350645" y="1291945"/>
                </a:lnTo>
                <a:lnTo>
                  <a:pt x="1350645" y="1289316"/>
                </a:lnTo>
                <a:close/>
              </a:path>
              <a:path w="6715125" h="2057400">
                <a:moveTo>
                  <a:pt x="1350645" y="1241691"/>
                </a:moveTo>
                <a:lnTo>
                  <a:pt x="1350187" y="1240574"/>
                </a:lnTo>
                <a:lnTo>
                  <a:pt x="1348320" y="1238707"/>
                </a:lnTo>
                <a:lnTo>
                  <a:pt x="1347203" y="1238250"/>
                </a:lnTo>
                <a:lnTo>
                  <a:pt x="1344574" y="1238250"/>
                </a:lnTo>
                <a:lnTo>
                  <a:pt x="1343456" y="1238707"/>
                </a:lnTo>
                <a:lnTo>
                  <a:pt x="1341589" y="1240574"/>
                </a:lnTo>
                <a:lnTo>
                  <a:pt x="1341120" y="1241691"/>
                </a:lnTo>
                <a:lnTo>
                  <a:pt x="1341120" y="1244320"/>
                </a:lnTo>
                <a:lnTo>
                  <a:pt x="1341589" y="1245438"/>
                </a:lnTo>
                <a:lnTo>
                  <a:pt x="1343456" y="1247305"/>
                </a:lnTo>
                <a:lnTo>
                  <a:pt x="1344574" y="1247762"/>
                </a:lnTo>
                <a:lnTo>
                  <a:pt x="1347203" y="1247762"/>
                </a:lnTo>
                <a:lnTo>
                  <a:pt x="1348320" y="1247305"/>
                </a:lnTo>
                <a:lnTo>
                  <a:pt x="1350187" y="1245438"/>
                </a:lnTo>
                <a:lnTo>
                  <a:pt x="1350645" y="1244320"/>
                </a:lnTo>
                <a:lnTo>
                  <a:pt x="1350645" y="1241691"/>
                </a:lnTo>
                <a:close/>
              </a:path>
              <a:path w="6715125" h="2057400">
                <a:moveTo>
                  <a:pt x="1350645" y="1194066"/>
                </a:moveTo>
                <a:lnTo>
                  <a:pt x="1350187" y="1192949"/>
                </a:lnTo>
                <a:lnTo>
                  <a:pt x="1348320" y="1191082"/>
                </a:lnTo>
                <a:lnTo>
                  <a:pt x="1347203" y="1190625"/>
                </a:lnTo>
                <a:lnTo>
                  <a:pt x="1344574" y="1190625"/>
                </a:lnTo>
                <a:lnTo>
                  <a:pt x="1343456" y="1191082"/>
                </a:lnTo>
                <a:lnTo>
                  <a:pt x="1341589" y="1192949"/>
                </a:lnTo>
                <a:lnTo>
                  <a:pt x="1341120" y="1194066"/>
                </a:lnTo>
                <a:lnTo>
                  <a:pt x="1341120" y="1196695"/>
                </a:lnTo>
                <a:lnTo>
                  <a:pt x="1341589" y="1197813"/>
                </a:lnTo>
                <a:lnTo>
                  <a:pt x="1343456" y="1199680"/>
                </a:lnTo>
                <a:lnTo>
                  <a:pt x="1344574" y="1200137"/>
                </a:lnTo>
                <a:lnTo>
                  <a:pt x="1347203" y="1200137"/>
                </a:lnTo>
                <a:lnTo>
                  <a:pt x="1348320" y="1199680"/>
                </a:lnTo>
                <a:lnTo>
                  <a:pt x="1350187" y="1197813"/>
                </a:lnTo>
                <a:lnTo>
                  <a:pt x="1350645" y="1196695"/>
                </a:lnTo>
                <a:lnTo>
                  <a:pt x="1350645" y="1194066"/>
                </a:lnTo>
                <a:close/>
              </a:path>
              <a:path w="6715125" h="2057400">
                <a:moveTo>
                  <a:pt x="1350645" y="1146441"/>
                </a:moveTo>
                <a:lnTo>
                  <a:pt x="1350187" y="1145324"/>
                </a:lnTo>
                <a:lnTo>
                  <a:pt x="1348320" y="1143457"/>
                </a:lnTo>
                <a:lnTo>
                  <a:pt x="1347203" y="1143000"/>
                </a:lnTo>
                <a:lnTo>
                  <a:pt x="1344574" y="1143000"/>
                </a:lnTo>
                <a:lnTo>
                  <a:pt x="1343456" y="1143457"/>
                </a:lnTo>
                <a:lnTo>
                  <a:pt x="1341589" y="1145324"/>
                </a:lnTo>
                <a:lnTo>
                  <a:pt x="1341120" y="1146441"/>
                </a:lnTo>
                <a:lnTo>
                  <a:pt x="1341120" y="1149070"/>
                </a:lnTo>
                <a:lnTo>
                  <a:pt x="1341589" y="1150188"/>
                </a:lnTo>
                <a:lnTo>
                  <a:pt x="1343456" y="1152055"/>
                </a:lnTo>
                <a:lnTo>
                  <a:pt x="1344574" y="1152512"/>
                </a:lnTo>
                <a:lnTo>
                  <a:pt x="1347203" y="1152512"/>
                </a:lnTo>
                <a:lnTo>
                  <a:pt x="1348320" y="1152055"/>
                </a:lnTo>
                <a:lnTo>
                  <a:pt x="1350187" y="1150188"/>
                </a:lnTo>
                <a:lnTo>
                  <a:pt x="1350645" y="1149070"/>
                </a:lnTo>
                <a:lnTo>
                  <a:pt x="1350645" y="1146441"/>
                </a:lnTo>
                <a:close/>
              </a:path>
              <a:path w="6715125" h="2057400">
                <a:moveTo>
                  <a:pt x="1350645" y="1098816"/>
                </a:moveTo>
                <a:lnTo>
                  <a:pt x="1350187" y="1097699"/>
                </a:lnTo>
                <a:lnTo>
                  <a:pt x="1348320" y="1095832"/>
                </a:lnTo>
                <a:lnTo>
                  <a:pt x="1347203" y="1095362"/>
                </a:lnTo>
                <a:lnTo>
                  <a:pt x="1344574" y="1095362"/>
                </a:lnTo>
                <a:lnTo>
                  <a:pt x="1343456" y="1095832"/>
                </a:lnTo>
                <a:lnTo>
                  <a:pt x="1341589" y="1097699"/>
                </a:lnTo>
                <a:lnTo>
                  <a:pt x="1341120" y="1098816"/>
                </a:lnTo>
                <a:lnTo>
                  <a:pt x="1341120" y="1101445"/>
                </a:lnTo>
                <a:lnTo>
                  <a:pt x="1341589" y="1102563"/>
                </a:lnTo>
                <a:lnTo>
                  <a:pt x="1343456" y="1104430"/>
                </a:lnTo>
                <a:lnTo>
                  <a:pt x="1344574" y="1104887"/>
                </a:lnTo>
                <a:lnTo>
                  <a:pt x="1347203" y="1104887"/>
                </a:lnTo>
                <a:lnTo>
                  <a:pt x="1348320" y="1104430"/>
                </a:lnTo>
                <a:lnTo>
                  <a:pt x="1350187" y="1102563"/>
                </a:lnTo>
                <a:lnTo>
                  <a:pt x="1350645" y="1101445"/>
                </a:lnTo>
                <a:lnTo>
                  <a:pt x="1350645" y="1098816"/>
                </a:lnTo>
                <a:close/>
              </a:path>
              <a:path w="6715125" h="2057400">
                <a:moveTo>
                  <a:pt x="1350645" y="1051191"/>
                </a:moveTo>
                <a:lnTo>
                  <a:pt x="1350187" y="1050074"/>
                </a:lnTo>
                <a:lnTo>
                  <a:pt x="1348320" y="1048207"/>
                </a:lnTo>
                <a:lnTo>
                  <a:pt x="1347203" y="1047750"/>
                </a:lnTo>
                <a:lnTo>
                  <a:pt x="1344574" y="1047750"/>
                </a:lnTo>
                <a:lnTo>
                  <a:pt x="1343456" y="1048207"/>
                </a:lnTo>
                <a:lnTo>
                  <a:pt x="1341589" y="1050074"/>
                </a:lnTo>
                <a:lnTo>
                  <a:pt x="1341120" y="1051191"/>
                </a:lnTo>
                <a:lnTo>
                  <a:pt x="1341120" y="1053820"/>
                </a:lnTo>
                <a:lnTo>
                  <a:pt x="1341589" y="1054938"/>
                </a:lnTo>
                <a:lnTo>
                  <a:pt x="1343456" y="1056805"/>
                </a:lnTo>
                <a:lnTo>
                  <a:pt x="1344574" y="1057262"/>
                </a:lnTo>
                <a:lnTo>
                  <a:pt x="1347203" y="1057262"/>
                </a:lnTo>
                <a:lnTo>
                  <a:pt x="1348320" y="1056805"/>
                </a:lnTo>
                <a:lnTo>
                  <a:pt x="1350187" y="1054938"/>
                </a:lnTo>
                <a:lnTo>
                  <a:pt x="1350645" y="1053820"/>
                </a:lnTo>
                <a:lnTo>
                  <a:pt x="1350645" y="1051191"/>
                </a:lnTo>
                <a:close/>
              </a:path>
              <a:path w="6715125" h="2057400">
                <a:moveTo>
                  <a:pt x="1350645" y="1003566"/>
                </a:moveTo>
                <a:lnTo>
                  <a:pt x="1350187" y="1002449"/>
                </a:lnTo>
                <a:lnTo>
                  <a:pt x="1348320" y="1000582"/>
                </a:lnTo>
                <a:lnTo>
                  <a:pt x="1347203" y="1000125"/>
                </a:lnTo>
                <a:lnTo>
                  <a:pt x="1344574" y="1000125"/>
                </a:lnTo>
                <a:lnTo>
                  <a:pt x="1343456" y="1000582"/>
                </a:lnTo>
                <a:lnTo>
                  <a:pt x="1341589" y="1002449"/>
                </a:lnTo>
                <a:lnTo>
                  <a:pt x="1341120" y="1003566"/>
                </a:lnTo>
                <a:lnTo>
                  <a:pt x="1341120" y="1006195"/>
                </a:lnTo>
                <a:lnTo>
                  <a:pt x="1341589" y="1007313"/>
                </a:lnTo>
                <a:lnTo>
                  <a:pt x="1343456" y="1009180"/>
                </a:lnTo>
                <a:lnTo>
                  <a:pt x="1344574" y="1009637"/>
                </a:lnTo>
                <a:lnTo>
                  <a:pt x="1347203" y="1009637"/>
                </a:lnTo>
                <a:lnTo>
                  <a:pt x="1348320" y="1009180"/>
                </a:lnTo>
                <a:lnTo>
                  <a:pt x="1350187" y="1007313"/>
                </a:lnTo>
                <a:lnTo>
                  <a:pt x="1350645" y="1006195"/>
                </a:lnTo>
                <a:lnTo>
                  <a:pt x="1350645" y="1003566"/>
                </a:lnTo>
                <a:close/>
              </a:path>
              <a:path w="6715125" h="2057400">
                <a:moveTo>
                  <a:pt x="1350645" y="955941"/>
                </a:moveTo>
                <a:lnTo>
                  <a:pt x="1350187" y="954824"/>
                </a:lnTo>
                <a:lnTo>
                  <a:pt x="1348320" y="952957"/>
                </a:lnTo>
                <a:lnTo>
                  <a:pt x="1347203" y="952500"/>
                </a:lnTo>
                <a:lnTo>
                  <a:pt x="1344574" y="952500"/>
                </a:lnTo>
                <a:lnTo>
                  <a:pt x="1343456" y="952957"/>
                </a:lnTo>
                <a:lnTo>
                  <a:pt x="1341589" y="954824"/>
                </a:lnTo>
                <a:lnTo>
                  <a:pt x="1341120" y="955941"/>
                </a:lnTo>
                <a:lnTo>
                  <a:pt x="1341120" y="958570"/>
                </a:lnTo>
                <a:lnTo>
                  <a:pt x="1341589" y="959688"/>
                </a:lnTo>
                <a:lnTo>
                  <a:pt x="1343456" y="961555"/>
                </a:lnTo>
                <a:lnTo>
                  <a:pt x="1344574" y="962012"/>
                </a:lnTo>
                <a:lnTo>
                  <a:pt x="1347203" y="962012"/>
                </a:lnTo>
                <a:lnTo>
                  <a:pt x="1348320" y="961555"/>
                </a:lnTo>
                <a:lnTo>
                  <a:pt x="1350187" y="959688"/>
                </a:lnTo>
                <a:lnTo>
                  <a:pt x="1350645" y="958570"/>
                </a:lnTo>
                <a:lnTo>
                  <a:pt x="1350645" y="955941"/>
                </a:lnTo>
                <a:close/>
              </a:path>
              <a:path w="6715125" h="2057400">
                <a:moveTo>
                  <a:pt x="1350645" y="908316"/>
                </a:moveTo>
                <a:lnTo>
                  <a:pt x="1350187" y="907199"/>
                </a:lnTo>
                <a:lnTo>
                  <a:pt x="1348320" y="905332"/>
                </a:lnTo>
                <a:lnTo>
                  <a:pt x="1347203" y="904875"/>
                </a:lnTo>
                <a:lnTo>
                  <a:pt x="1344574" y="904875"/>
                </a:lnTo>
                <a:lnTo>
                  <a:pt x="1343456" y="905332"/>
                </a:lnTo>
                <a:lnTo>
                  <a:pt x="1341589" y="907199"/>
                </a:lnTo>
                <a:lnTo>
                  <a:pt x="1341120" y="908316"/>
                </a:lnTo>
                <a:lnTo>
                  <a:pt x="1341120" y="910945"/>
                </a:lnTo>
                <a:lnTo>
                  <a:pt x="1341589" y="912063"/>
                </a:lnTo>
                <a:lnTo>
                  <a:pt x="1343456" y="913930"/>
                </a:lnTo>
                <a:lnTo>
                  <a:pt x="1344574" y="914387"/>
                </a:lnTo>
                <a:lnTo>
                  <a:pt x="1347203" y="914387"/>
                </a:lnTo>
                <a:lnTo>
                  <a:pt x="1348320" y="913930"/>
                </a:lnTo>
                <a:lnTo>
                  <a:pt x="1350187" y="912063"/>
                </a:lnTo>
                <a:lnTo>
                  <a:pt x="1350645" y="910945"/>
                </a:lnTo>
                <a:lnTo>
                  <a:pt x="1350645" y="908316"/>
                </a:lnTo>
                <a:close/>
              </a:path>
              <a:path w="6715125" h="2057400">
                <a:moveTo>
                  <a:pt x="1350645" y="860691"/>
                </a:moveTo>
                <a:lnTo>
                  <a:pt x="1350187" y="859574"/>
                </a:lnTo>
                <a:lnTo>
                  <a:pt x="1348320" y="857707"/>
                </a:lnTo>
                <a:lnTo>
                  <a:pt x="1347203" y="857250"/>
                </a:lnTo>
                <a:lnTo>
                  <a:pt x="1344574" y="857250"/>
                </a:lnTo>
                <a:lnTo>
                  <a:pt x="1343456" y="857707"/>
                </a:lnTo>
                <a:lnTo>
                  <a:pt x="1341589" y="859574"/>
                </a:lnTo>
                <a:lnTo>
                  <a:pt x="1341120" y="860691"/>
                </a:lnTo>
                <a:lnTo>
                  <a:pt x="1341120" y="863320"/>
                </a:lnTo>
                <a:lnTo>
                  <a:pt x="1341589" y="864438"/>
                </a:lnTo>
                <a:lnTo>
                  <a:pt x="1343456" y="866305"/>
                </a:lnTo>
                <a:lnTo>
                  <a:pt x="1344574" y="866762"/>
                </a:lnTo>
                <a:lnTo>
                  <a:pt x="1347203" y="866762"/>
                </a:lnTo>
                <a:lnTo>
                  <a:pt x="1348320" y="866305"/>
                </a:lnTo>
                <a:lnTo>
                  <a:pt x="1350187" y="864438"/>
                </a:lnTo>
                <a:lnTo>
                  <a:pt x="1350645" y="863320"/>
                </a:lnTo>
                <a:lnTo>
                  <a:pt x="1350645" y="860691"/>
                </a:lnTo>
                <a:close/>
              </a:path>
              <a:path w="6715125" h="2057400">
                <a:moveTo>
                  <a:pt x="1350645" y="813066"/>
                </a:moveTo>
                <a:lnTo>
                  <a:pt x="1350187" y="811949"/>
                </a:lnTo>
                <a:lnTo>
                  <a:pt x="1348320" y="810082"/>
                </a:lnTo>
                <a:lnTo>
                  <a:pt x="1347203" y="809625"/>
                </a:lnTo>
                <a:lnTo>
                  <a:pt x="1344574" y="809625"/>
                </a:lnTo>
                <a:lnTo>
                  <a:pt x="1343456" y="810082"/>
                </a:lnTo>
                <a:lnTo>
                  <a:pt x="1341589" y="811949"/>
                </a:lnTo>
                <a:lnTo>
                  <a:pt x="1341120" y="813066"/>
                </a:lnTo>
                <a:lnTo>
                  <a:pt x="1341120" y="815695"/>
                </a:lnTo>
                <a:lnTo>
                  <a:pt x="1341589" y="816813"/>
                </a:lnTo>
                <a:lnTo>
                  <a:pt x="1343456" y="818680"/>
                </a:lnTo>
                <a:lnTo>
                  <a:pt x="1344574" y="819137"/>
                </a:lnTo>
                <a:lnTo>
                  <a:pt x="1347203" y="819137"/>
                </a:lnTo>
                <a:lnTo>
                  <a:pt x="1348320" y="818680"/>
                </a:lnTo>
                <a:lnTo>
                  <a:pt x="1350187" y="816813"/>
                </a:lnTo>
                <a:lnTo>
                  <a:pt x="1350645" y="815695"/>
                </a:lnTo>
                <a:lnTo>
                  <a:pt x="1350645" y="813066"/>
                </a:lnTo>
                <a:close/>
              </a:path>
              <a:path w="6715125" h="2057400">
                <a:moveTo>
                  <a:pt x="1350645" y="765441"/>
                </a:moveTo>
                <a:lnTo>
                  <a:pt x="1350187" y="764324"/>
                </a:lnTo>
                <a:lnTo>
                  <a:pt x="1348320" y="762457"/>
                </a:lnTo>
                <a:lnTo>
                  <a:pt x="1347203" y="762000"/>
                </a:lnTo>
                <a:lnTo>
                  <a:pt x="1344574" y="762000"/>
                </a:lnTo>
                <a:lnTo>
                  <a:pt x="1343456" y="762457"/>
                </a:lnTo>
                <a:lnTo>
                  <a:pt x="1341589" y="764324"/>
                </a:lnTo>
                <a:lnTo>
                  <a:pt x="1341120" y="765441"/>
                </a:lnTo>
                <a:lnTo>
                  <a:pt x="1341120" y="768070"/>
                </a:lnTo>
                <a:lnTo>
                  <a:pt x="1341589" y="769188"/>
                </a:lnTo>
                <a:lnTo>
                  <a:pt x="1343456" y="771055"/>
                </a:lnTo>
                <a:lnTo>
                  <a:pt x="1344574" y="771512"/>
                </a:lnTo>
                <a:lnTo>
                  <a:pt x="1347203" y="771512"/>
                </a:lnTo>
                <a:lnTo>
                  <a:pt x="1348320" y="771055"/>
                </a:lnTo>
                <a:lnTo>
                  <a:pt x="1350187" y="769188"/>
                </a:lnTo>
                <a:lnTo>
                  <a:pt x="1350645" y="768070"/>
                </a:lnTo>
                <a:lnTo>
                  <a:pt x="1350645" y="765441"/>
                </a:lnTo>
                <a:close/>
              </a:path>
              <a:path w="6715125" h="2057400">
                <a:moveTo>
                  <a:pt x="1350645" y="717816"/>
                </a:moveTo>
                <a:lnTo>
                  <a:pt x="1350187" y="716699"/>
                </a:lnTo>
                <a:lnTo>
                  <a:pt x="1348320" y="714832"/>
                </a:lnTo>
                <a:lnTo>
                  <a:pt x="1347203" y="714362"/>
                </a:lnTo>
                <a:lnTo>
                  <a:pt x="1344574" y="714362"/>
                </a:lnTo>
                <a:lnTo>
                  <a:pt x="1343456" y="714832"/>
                </a:lnTo>
                <a:lnTo>
                  <a:pt x="1341589" y="716699"/>
                </a:lnTo>
                <a:lnTo>
                  <a:pt x="1341120" y="717816"/>
                </a:lnTo>
                <a:lnTo>
                  <a:pt x="1341120" y="720445"/>
                </a:lnTo>
                <a:lnTo>
                  <a:pt x="1341589" y="721563"/>
                </a:lnTo>
                <a:lnTo>
                  <a:pt x="1343456" y="723430"/>
                </a:lnTo>
                <a:lnTo>
                  <a:pt x="1344574" y="723887"/>
                </a:lnTo>
                <a:lnTo>
                  <a:pt x="1347203" y="723887"/>
                </a:lnTo>
                <a:lnTo>
                  <a:pt x="1348320" y="723430"/>
                </a:lnTo>
                <a:lnTo>
                  <a:pt x="1350187" y="721563"/>
                </a:lnTo>
                <a:lnTo>
                  <a:pt x="1350645" y="720445"/>
                </a:lnTo>
                <a:lnTo>
                  <a:pt x="1350645" y="717816"/>
                </a:lnTo>
                <a:close/>
              </a:path>
              <a:path w="6715125" h="2057400">
                <a:moveTo>
                  <a:pt x="1350645" y="670191"/>
                </a:moveTo>
                <a:lnTo>
                  <a:pt x="1350187" y="669074"/>
                </a:lnTo>
                <a:lnTo>
                  <a:pt x="1348320" y="667207"/>
                </a:lnTo>
                <a:lnTo>
                  <a:pt x="1347203" y="666750"/>
                </a:lnTo>
                <a:lnTo>
                  <a:pt x="1344574" y="666750"/>
                </a:lnTo>
                <a:lnTo>
                  <a:pt x="1343456" y="667207"/>
                </a:lnTo>
                <a:lnTo>
                  <a:pt x="1341589" y="669074"/>
                </a:lnTo>
                <a:lnTo>
                  <a:pt x="1341120" y="670191"/>
                </a:lnTo>
                <a:lnTo>
                  <a:pt x="1341120" y="672820"/>
                </a:lnTo>
                <a:lnTo>
                  <a:pt x="1341589" y="673938"/>
                </a:lnTo>
                <a:lnTo>
                  <a:pt x="1343456" y="675805"/>
                </a:lnTo>
                <a:lnTo>
                  <a:pt x="1344574" y="676262"/>
                </a:lnTo>
                <a:lnTo>
                  <a:pt x="1347203" y="676262"/>
                </a:lnTo>
                <a:lnTo>
                  <a:pt x="1348320" y="675805"/>
                </a:lnTo>
                <a:lnTo>
                  <a:pt x="1350187" y="673938"/>
                </a:lnTo>
                <a:lnTo>
                  <a:pt x="1350645" y="672820"/>
                </a:lnTo>
                <a:lnTo>
                  <a:pt x="1350645" y="670191"/>
                </a:lnTo>
                <a:close/>
              </a:path>
              <a:path w="6715125" h="2057400">
                <a:moveTo>
                  <a:pt x="1350645" y="622566"/>
                </a:moveTo>
                <a:lnTo>
                  <a:pt x="1350187" y="621449"/>
                </a:lnTo>
                <a:lnTo>
                  <a:pt x="1348320" y="619582"/>
                </a:lnTo>
                <a:lnTo>
                  <a:pt x="1347203" y="619125"/>
                </a:lnTo>
                <a:lnTo>
                  <a:pt x="1344574" y="619125"/>
                </a:lnTo>
                <a:lnTo>
                  <a:pt x="1343456" y="619582"/>
                </a:lnTo>
                <a:lnTo>
                  <a:pt x="1341589" y="621449"/>
                </a:lnTo>
                <a:lnTo>
                  <a:pt x="1341120" y="622566"/>
                </a:lnTo>
                <a:lnTo>
                  <a:pt x="1341120" y="625195"/>
                </a:lnTo>
                <a:lnTo>
                  <a:pt x="1341589" y="626313"/>
                </a:lnTo>
                <a:lnTo>
                  <a:pt x="1343456" y="628180"/>
                </a:lnTo>
                <a:lnTo>
                  <a:pt x="1344574" y="628637"/>
                </a:lnTo>
                <a:lnTo>
                  <a:pt x="1347203" y="628637"/>
                </a:lnTo>
                <a:lnTo>
                  <a:pt x="1348320" y="628180"/>
                </a:lnTo>
                <a:lnTo>
                  <a:pt x="1350187" y="626313"/>
                </a:lnTo>
                <a:lnTo>
                  <a:pt x="1350645" y="625195"/>
                </a:lnTo>
                <a:lnTo>
                  <a:pt x="1350645" y="622566"/>
                </a:lnTo>
                <a:close/>
              </a:path>
              <a:path w="6715125" h="2057400">
                <a:moveTo>
                  <a:pt x="1350645" y="574941"/>
                </a:moveTo>
                <a:lnTo>
                  <a:pt x="1350187" y="573824"/>
                </a:lnTo>
                <a:lnTo>
                  <a:pt x="1348320" y="571957"/>
                </a:lnTo>
                <a:lnTo>
                  <a:pt x="1347203" y="571487"/>
                </a:lnTo>
                <a:lnTo>
                  <a:pt x="1344574" y="571487"/>
                </a:lnTo>
                <a:lnTo>
                  <a:pt x="1343456" y="571957"/>
                </a:lnTo>
                <a:lnTo>
                  <a:pt x="1341589" y="573824"/>
                </a:lnTo>
                <a:lnTo>
                  <a:pt x="1341120" y="574941"/>
                </a:lnTo>
                <a:lnTo>
                  <a:pt x="1341120" y="577570"/>
                </a:lnTo>
                <a:lnTo>
                  <a:pt x="1341589" y="578688"/>
                </a:lnTo>
                <a:lnTo>
                  <a:pt x="1343456" y="580555"/>
                </a:lnTo>
                <a:lnTo>
                  <a:pt x="1344574" y="581012"/>
                </a:lnTo>
                <a:lnTo>
                  <a:pt x="1347203" y="581012"/>
                </a:lnTo>
                <a:lnTo>
                  <a:pt x="1348320" y="580555"/>
                </a:lnTo>
                <a:lnTo>
                  <a:pt x="1350187" y="578688"/>
                </a:lnTo>
                <a:lnTo>
                  <a:pt x="1350645" y="577570"/>
                </a:lnTo>
                <a:lnTo>
                  <a:pt x="1350645" y="574941"/>
                </a:lnTo>
                <a:close/>
              </a:path>
              <a:path w="6715125" h="2057400">
                <a:moveTo>
                  <a:pt x="1350645" y="527316"/>
                </a:moveTo>
                <a:lnTo>
                  <a:pt x="1350187" y="526199"/>
                </a:lnTo>
                <a:lnTo>
                  <a:pt x="1348320" y="524332"/>
                </a:lnTo>
                <a:lnTo>
                  <a:pt x="1347203" y="523875"/>
                </a:lnTo>
                <a:lnTo>
                  <a:pt x="1344574" y="523875"/>
                </a:lnTo>
                <a:lnTo>
                  <a:pt x="1343456" y="524332"/>
                </a:lnTo>
                <a:lnTo>
                  <a:pt x="1341589" y="526199"/>
                </a:lnTo>
                <a:lnTo>
                  <a:pt x="1341120" y="527316"/>
                </a:lnTo>
                <a:lnTo>
                  <a:pt x="1341120" y="529945"/>
                </a:lnTo>
                <a:lnTo>
                  <a:pt x="1341589" y="531063"/>
                </a:lnTo>
                <a:lnTo>
                  <a:pt x="1343456" y="532930"/>
                </a:lnTo>
                <a:lnTo>
                  <a:pt x="1344574" y="533387"/>
                </a:lnTo>
                <a:lnTo>
                  <a:pt x="1347203" y="533387"/>
                </a:lnTo>
                <a:lnTo>
                  <a:pt x="1348320" y="532930"/>
                </a:lnTo>
                <a:lnTo>
                  <a:pt x="1350187" y="531063"/>
                </a:lnTo>
                <a:lnTo>
                  <a:pt x="1350645" y="529945"/>
                </a:lnTo>
                <a:lnTo>
                  <a:pt x="1350645" y="527316"/>
                </a:lnTo>
                <a:close/>
              </a:path>
              <a:path w="6715125" h="2057400">
                <a:moveTo>
                  <a:pt x="1350645" y="479691"/>
                </a:moveTo>
                <a:lnTo>
                  <a:pt x="1350187" y="478574"/>
                </a:lnTo>
                <a:lnTo>
                  <a:pt x="1348320" y="476707"/>
                </a:lnTo>
                <a:lnTo>
                  <a:pt x="1347203" y="476250"/>
                </a:lnTo>
                <a:lnTo>
                  <a:pt x="1344574" y="476250"/>
                </a:lnTo>
                <a:lnTo>
                  <a:pt x="1343456" y="476707"/>
                </a:lnTo>
                <a:lnTo>
                  <a:pt x="1341589" y="478574"/>
                </a:lnTo>
                <a:lnTo>
                  <a:pt x="1341120" y="479691"/>
                </a:lnTo>
                <a:lnTo>
                  <a:pt x="1341120" y="482320"/>
                </a:lnTo>
                <a:lnTo>
                  <a:pt x="1341589" y="483438"/>
                </a:lnTo>
                <a:lnTo>
                  <a:pt x="1343456" y="485305"/>
                </a:lnTo>
                <a:lnTo>
                  <a:pt x="1344574" y="485775"/>
                </a:lnTo>
                <a:lnTo>
                  <a:pt x="1347203" y="485775"/>
                </a:lnTo>
                <a:lnTo>
                  <a:pt x="1348320" y="485305"/>
                </a:lnTo>
                <a:lnTo>
                  <a:pt x="1350187" y="483438"/>
                </a:lnTo>
                <a:lnTo>
                  <a:pt x="1350645" y="482320"/>
                </a:lnTo>
                <a:lnTo>
                  <a:pt x="1350645" y="479691"/>
                </a:lnTo>
                <a:close/>
              </a:path>
              <a:path w="6715125" h="2057400">
                <a:moveTo>
                  <a:pt x="1350645" y="432066"/>
                </a:moveTo>
                <a:lnTo>
                  <a:pt x="1350187" y="430949"/>
                </a:lnTo>
                <a:lnTo>
                  <a:pt x="1348320" y="429082"/>
                </a:lnTo>
                <a:lnTo>
                  <a:pt x="1347203" y="428625"/>
                </a:lnTo>
                <a:lnTo>
                  <a:pt x="1344574" y="428625"/>
                </a:lnTo>
                <a:lnTo>
                  <a:pt x="1343456" y="429082"/>
                </a:lnTo>
                <a:lnTo>
                  <a:pt x="1341589" y="430949"/>
                </a:lnTo>
                <a:lnTo>
                  <a:pt x="1341120" y="432066"/>
                </a:lnTo>
                <a:lnTo>
                  <a:pt x="1341120" y="434695"/>
                </a:lnTo>
                <a:lnTo>
                  <a:pt x="1341589" y="435813"/>
                </a:lnTo>
                <a:lnTo>
                  <a:pt x="1343456" y="437680"/>
                </a:lnTo>
                <a:lnTo>
                  <a:pt x="1344574" y="438150"/>
                </a:lnTo>
                <a:lnTo>
                  <a:pt x="1347203" y="438150"/>
                </a:lnTo>
                <a:lnTo>
                  <a:pt x="1348320" y="437680"/>
                </a:lnTo>
                <a:lnTo>
                  <a:pt x="1350187" y="435813"/>
                </a:lnTo>
                <a:lnTo>
                  <a:pt x="1350645" y="434695"/>
                </a:lnTo>
                <a:lnTo>
                  <a:pt x="1350645" y="432066"/>
                </a:lnTo>
                <a:close/>
              </a:path>
              <a:path w="6715125" h="2057400">
                <a:moveTo>
                  <a:pt x="1350645" y="384441"/>
                </a:moveTo>
                <a:lnTo>
                  <a:pt x="1350187" y="383324"/>
                </a:lnTo>
                <a:lnTo>
                  <a:pt x="1348320" y="381457"/>
                </a:lnTo>
                <a:lnTo>
                  <a:pt x="1347203" y="381000"/>
                </a:lnTo>
                <a:lnTo>
                  <a:pt x="1344574" y="381000"/>
                </a:lnTo>
                <a:lnTo>
                  <a:pt x="1343456" y="381457"/>
                </a:lnTo>
                <a:lnTo>
                  <a:pt x="1341589" y="383324"/>
                </a:lnTo>
                <a:lnTo>
                  <a:pt x="1341120" y="384441"/>
                </a:lnTo>
                <a:lnTo>
                  <a:pt x="1341120" y="387070"/>
                </a:lnTo>
                <a:lnTo>
                  <a:pt x="1341589" y="388188"/>
                </a:lnTo>
                <a:lnTo>
                  <a:pt x="1343456" y="390055"/>
                </a:lnTo>
                <a:lnTo>
                  <a:pt x="1344574" y="390525"/>
                </a:lnTo>
                <a:lnTo>
                  <a:pt x="1347203" y="390525"/>
                </a:lnTo>
                <a:lnTo>
                  <a:pt x="1348320" y="390055"/>
                </a:lnTo>
                <a:lnTo>
                  <a:pt x="1350187" y="388188"/>
                </a:lnTo>
                <a:lnTo>
                  <a:pt x="1350645" y="387070"/>
                </a:lnTo>
                <a:lnTo>
                  <a:pt x="1350645" y="384441"/>
                </a:lnTo>
                <a:close/>
              </a:path>
              <a:path w="6715125" h="2057400">
                <a:moveTo>
                  <a:pt x="1350645" y="336816"/>
                </a:moveTo>
                <a:lnTo>
                  <a:pt x="1350187" y="335699"/>
                </a:lnTo>
                <a:lnTo>
                  <a:pt x="1348320" y="333832"/>
                </a:lnTo>
                <a:lnTo>
                  <a:pt x="1347203" y="333375"/>
                </a:lnTo>
                <a:lnTo>
                  <a:pt x="1344574" y="333375"/>
                </a:lnTo>
                <a:lnTo>
                  <a:pt x="1343456" y="333832"/>
                </a:lnTo>
                <a:lnTo>
                  <a:pt x="1341589" y="335699"/>
                </a:lnTo>
                <a:lnTo>
                  <a:pt x="1341120" y="336816"/>
                </a:lnTo>
                <a:lnTo>
                  <a:pt x="1341120" y="339445"/>
                </a:lnTo>
                <a:lnTo>
                  <a:pt x="1341589" y="340563"/>
                </a:lnTo>
                <a:lnTo>
                  <a:pt x="1343456" y="342430"/>
                </a:lnTo>
                <a:lnTo>
                  <a:pt x="1344574" y="342900"/>
                </a:lnTo>
                <a:lnTo>
                  <a:pt x="1347203" y="342900"/>
                </a:lnTo>
                <a:lnTo>
                  <a:pt x="1348320" y="342430"/>
                </a:lnTo>
                <a:lnTo>
                  <a:pt x="1350187" y="340563"/>
                </a:lnTo>
                <a:lnTo>
                  <a:pt x="1350645" y="339445"/>
                </a:lnTo>
                <a:lnTo>
                  <a:pt x="1350645" y="336816"/>
                </a:lnTo>
                <a:close/>
              </a:path>
              <a:path w="6715125" h="2057400">
                <a:moveTo>
                  <a:pt x="1350645" y="289191"/>
                </a:moveTo>
                <a:lnTo>
                  <a:pt x="1350187" y="288074"/>
                </a:lnTo>
                <a:lnTo>
                  <a:pt x="1348320" y="286207"/>
                </a:lnTo>
                <a:lnTo>
                  <a:pt x="1347203" y="285750"/>
                </a:lnTo>
                <a:lnTo>
                  <a:pt x="1344574" y="285750"/>
                </a:lnTo>
                <a:lnTo>
                  <a:pt x="1343456" y="286207"/>
                </a:lnTo>
                <a:lnTo>
                  <a:pt x="1341589" y="288074"/>
                </a:lnTo>
                <a:lnTo>
                  <a:pt x="1341120" y="289191"/>
                </a:lnTo>
                <a:lnTo>
                  <a:pt x="1341120" y="291820"/>
                </a:lnTo>
                <a:lnTo>
                  <a:pt x="1341589" y="292938"/>
                </a:lnTo>
                <a:lnTo>
                  <a:pt x="1343456" y="294805"/>
                </a:lnTo>
                <a:lnTo>
                  <a:pt x="1344574" y="295275"/>
                </a:lnTo>
                <a:lnTo>
                  <a:pt x="1347203" y="295275"/>
                </a:lnTo>
                <a:lnTo>
                  <a:pt x="1348320" y="294805"/>
                </a:lnTo>
                <a:lnTo>
                  <a:pt x="1350187" y="292938"/>
                </a:lnTo>
                <a:lnTo>
                  <a:pt x="1350645" y="291820"/>
                </a:lnTo>
                <a:lnTo>
                  <a:pt x="1350645" y="289191"/>
                </a:lnTo>
                <a:close/>
              </a:path>
              <a:path w="6715125" h="2057400">
                <a:moveTo>
                  <a:pt x="1350645" y="241566"/>
                </a:moveTo>
                <a:lnTo>
                  <a:pt x="1350187" y="240449"/>
                </a:lnTo>
                <a:lnTo>
                  <a:pt x="1348320" y="238582"/>
                </a:lnTo>
                <a:lnTo>
                  <a:pt x="1347203" y="238125"/>
                </a:lnTo>
                <a:lnTo>
                  <a:pt x="1344574" y="238125"/>
                </a:lnTo>
                <a:lnTo>
                  <a:pt x="1343456" y="238582"/>
                </a:lnTo>
                <a:lnTo>
                  <a:pt x="1341589" y="240449"/>
                </a:lnTo>
                <a:lnTo>
                  <a:pt x="1341120" y="241566"/>
                </a:lnTo>
                <a:lnTo>
                  <a:pt x="1341120" y="244195"/>
                </a:lnTo>
                <a:lnTo>
                  <a:pt x="1341589" y="245313"/>
                </a:lnTo>
                <a:lnTo>
                  <a:pt x="1343456" y="247180"/>
                </a:lnTo>
                <a:lnTo>
                  <a:pt x="1344574" y="247650"/>
                </a:lnTo>
                <a:lnTo>
                  <a:pt x="1347203" y="247650"/>
                </a:lnTo>
                <a:lnTo>
                  <a:pt x="1348320" y="247180"/>
                </a:lnTo>
                <a:lnTo>
                  <a:pt x="1350187" y="245313"/>
                </a:lnTo>
                <a:lnTo>
                  <a:pt x="1350645" y="244195"/>
                </a:lnTo>
                <a:lnTo>
                  <a:pt x="1350645" y="241566"/>
                </a:lnTo>
                <a:close/>
              </a:path>
              <a:path w="6715125" h="2057400">
                <a:moveTo>
                  <a:pt x="1350645" y="193941"/>
                </a:moveTo>
                <a:lnTo>
                  <a:pt x="1350187" y="192824"/>
                </a:lnTo>
                <a:lnTo>
                  <a:pt x="1348320" y="190957"/>
                </a:lnTo>
                <a:lnTo>
                  <a:pt x="1347203" y="190500"/>
                </a:lnTo>
                <a:lnTo>
                  <a:pt x="1344574" y="190500"/>
                </a:lnTo>
                <a:lnTo>
                  <a:pt x="1343456" y="190957"/>
                </a:lnTo>
                <a:lnTo>
                  <a:pt x="1341589" y="192824"/>
                </a:lnTo>
                <a:lnTo>
                  <a:pt x="1341120" y="193941"/>
                </a:lnTo>
                <a:lnTo>
                  <a:pt x="1341120" y="196570"/>
                </a:lnTo>
                <a:lnTo>
                  <a:pt x="1341589" y="197688"/>
                </a:lnTo>
                <a:lnTo>
                  <a:pt x="1343456" y="199555"/>
                </a:lnTo>
                <a:lnTo>
                  <a:pt x="1344574" y="200025"/>
                </a:lnTo>
                <a:lnTo>
                  <a:pt x="1347203" y="200025"/>
                </a:lnTo>
                <a:lnTo>
                  <a:pt x="1348320" y="199555"/>
                </a:lnTo>
                <a:lnTo>
                  <a:pt x="1350187" y="197688"/>
                </a:lnTo>
                <a:lnTo>
                  <a:pt x="1350645" y="196570"/>
                </a:lnTo>
                <a:lnTo>
                  <a:pt x="1350645" y="193941"/>
                </a:lnTo>
                <a:close/>
              </a:path>
              <a:path w="6715125" h="2057400">
                <a:moveTo>
                  <a:pt x="1350645" y="146316"/>
                </a:moveTo>
                <a:lnTo>
                  <a:pt x="1350187" y="145199"/>
                </a:lnTo>
                <a:lnTo>
                  <a:pt x="1348320" y="143332"/>
                </a:lnTo>
                <a:lnTo>
                  <a:pt x="1347203" y="142875"/>
                </a:lnTo>
                <a:lnTo>
                  <a:pt x="1344574" y="142875"/>
                </a:lnTo>
                <a:lnTo>
                  <a:pt x="1343456" y="143332"/>
                </a:lnTo>
                <a:lnTo>
                  <a:pt x="1341589" y="145199"/>
                </a:lnTo>
                <a:lnTo>
                  <a:pt x="1341120" y="146316"/>
                </a:lnTo>
                <a:lnTo>
                  <a:pt x="1341120" y="148945"/>
                </a:lnTo>
                <a:lnTo>
                  <a:pt x="1341589" y="150063"/>
                </a:lnTo>
                <a:lnTo>
                  <a:pt x="1343456" y="151930"/>
                </a:lnTo>
                <a:lnTo>
                  <a:pt x="1344574" y="152400"/>
                </a:lnTo>
                <a:lnTo>
                  <a:pt x="1347203" y="152400"/>
                </a:lnTo>
                <a:lnTo>
                  <a:pt x="1348320" y="151930"/>
                </a:lnTo>
                <a:lnTo>
                  <a:pt x="1350187" y="150063"/>
                </a:lnTo>
                <a:lnTo>
                  <a:pt x="1350645" y="148945"/>
                </a:lnTo>
                <a:lnTo>
                  <a:pt x="1350645" y="146316"/>
                </a:lnTo>
                <a:close/>
              </a:path>
              <a:path w="6715125" h="2057400">
                <a:moveTo>
                  <a:pt x="1350645" y="98691"/>
                </a:moveTo>
                <a:lnTo>
                  <a:pt x="1350187" y="97574"/>
                </a:lnTo>
                <a:lnTo>
                  <a:pt x="1348320" y="95707"/>
                </a:lnTo>
                <a:lnTo>
                  <a:pt x="1347203" y="95250"/>
                </a:lnTo>
                <a:lnTo>
                  <a:pt x="1344574" y="95250"/>
                </a:lnTo>
                <a:lnTo>
                  <a:pt x="1343456" y="95707"/>
                </a:lnTo>
                <a:lnTo>
                  <a:pt x="1341589" y="97574"/>
                </a:lnTo>
                <a:lnTo>
                  <a:pt x="1341120" y="98691"/>
                </a:lnTo>
                <a:lnTo>
                  <a:pt x="1341120" y="101320"/>
                </a:lnTo>
                <a:lnTo>
                  <a:pt x="1341589" y="102438"/>
                </a:lnTo>
                <a:lnTo>
                  <a:pt x="1343456" y="104305"/>
                </a:lnTo>
                <a:lnTo>
                  <a:pt x="1344574" y="104775"/>
                </a:lnTo>
                <a:lnTo>
                  <a:pt x="1347203" y="104775"/>
                </a:lnTo>
                <a:lnTo>
                  <a:pt x="1348320" y="104305"/>
                </a:lnTo>
                <a:lnTo>
                  <a:pt x="1350187" y="102438"/>
                </a:lnTo>
                <a:lnTo>
                  <a:pt x="1350645" y="101320"/>
                </a:lnTo>
                <a:lnTo>
                  <a:pt x="1350645" y="98691"/>
                </a:lnTo>
                <a:close/>
              </a:path>
              <a:path w="6715125" h="2057400">
                <a:moveTo>
                  <a:pt x="1350645" y="51066"/>
                </a:moveTo>
                <a:lnTo>
                  <a:pt x="1350187" y="49949"/>
                </a:lnTo>
                <a:lnTo>
                  <a:pt x="1348320" y="48082"/>
                </a:lnTo>
                <a:lnTo>
                  <a:pt x="1347203" y="47625"/>
                </a:lnTo>
                <a:lnTo>
                  <a:pt x="1344574" y="47625"/>
                </a:lnTo>
                <a:lnTo>
                  <a:pt x="1343456" y="48082"/>
                </a:lnTo>
                <a:lnTo>
                  <a:pt x="1341589" y="49949"/>
                </a:lnTo>
                <a:lnTo>
                  <a:pt x="1341120" y="51066"/>
                </a:lnTo>
                <a:lnTo>
                  <a:pt x="1341120" y="53695"/>
                </a:lnTo>
                <a:lnTo>
                  <a:pt x="1341589" y="54813"/>
                </a:lnTo>
                <a:lnTo>
                  <a:pt x="1343456" y="56680"/>
                </a:lnTo>
                <a:lnTo>
                  <a:pt x="1344574" y="57150"/>
                </a:lnTo>
                <a:lnTo>
                  <a:pt x="1347203" y="57150"/>
                </a:lnTo>
                <a:lnTo>
                  <a:pt x="1348320" y="56680"/>
                </a:lnTo>
                <a:lnTo>
                  <a:pt x="1350187" y="54813"/>
                </a:lnTo>
                <a:lnTo>
                  <a:pt x="1350645" y="53695"/>
                </a:lnTo>
                <a:lnTo>
                  <a:pt x="1350645" y="51066"/>
                </a:lnTo>
                <a:close/>
              </a:path>
              <a:path w="6715125" h="2057400">
                <a:moveTo>
                  <a:pt x="1350645" y="3441"/>
                </a:moveTo>
                <a:lnTo>
                  <a:pt x="1350187" y="2324"/>
                </a:lnTo>
                <a:lnTo>
                  <a:pt x="1348320" y="457"/>
                </a:lnTo>
                <a:lnTo>
                  <a:pt x="1347203" y="0"/>
                </a:lnTo>
                <a:lnTo>
                  <a:pt x="1344574" y="0"/>
                </a:lnTo>
                <a:lnTo>
                  <a:pt x="1343456" y="457"/>
                </a:lnTo>
                <a:lnTo>
                  <a:pt x="1341589" y="2324"/>
                </a:lnTo>
                <a:lnTo>
                  <a:pt x="1341120" y="3441"/>
                </a:lnTo>
                <a:lnTo>
                  <a:pt x="1341120" y="6070"/>
                </a:lnTo>
                <a:lnTo>
                  <a:pt x="1341589" y="7188"/>
                </a:lnTo>
                <a:lnTo>
                  <a:pt x="1343456" y="9055"/>
                </a:lnTo>
                <a:lnTo>
                  <a:pt x="1344574" y="9525"/>
                </a:lnTo>
                <a:lnTo>
                  <a:pt x="1347203" y="9525"/>
                </a:lnTo>
                <a:lnTo>
                  <a:pt x="1348320" y="9055"/>
                </a:lnTo>
                <a:lnTo>
                  <a:pt x="1350187" y="7188"/>
                </a:lnTo>
                <a:lnTo>
                  <a:pt x="1350645" y="6070"/>
                </a:lnTo>
                <a:lnTo>
                  <a:pt x="1350645" y="3441"/>
                </a:lnTo>
                <a:close/>
              </a:path>
              <a:path w="6715125" h="2057400">
                <a:moveTo>
                  <a:pt x="2691765" y="2051316"/>
                </a:moveTo>
                <a:lnTo>
                  <a:pt x="2691307" y="2050199"/>
                </a:lnTo>
                <a:lnTo>
                  <a:pt x="2689441" y="2048332"/>
                </a:lnTo>
                <a:lnTo>
                  <a:pt x="2688323" y="2047862"/>
                </a:lnTo>
                <a:lnTo>
                  <a:pt x="2685694" y="2047862"/>
                </a:lnTo>
                <a:lnTo>
                  <a:pt x="2684576" y="2048332"/>
                </a:lnTo>
                <a:lnTo>
                  <a:pt x="2682710" y="2050199"/>
                </a:lnTo>
                <a:lnTo>
                  <a:pt x="2682240" y="2051316"/>
                </a:lnTo>
                <a:lnTo>
                  <a:pt x="2682240" y="2053945"/>
                </a:lnTo>
                <a:lnTo>
                  <a:pt x="2682710" y="2055063"/>
                </a:lnTo>
                <a:lnTo>
                  <a:pt x="2684576" y="2056930"/>
                </a:lnTo>
                <a:lnTo>
                  <a:pt x="2685694" y="2057387"/>
                </a:lnTo>
                <a:lnTo>
                  <a:pt x="2688323" y="2057387"/>
                </a:lnTo>
                <a:lnTo>
                  <a:pt x="2689441" y="2056930"/>
                </a:lnTo>
                <a:lnTo>
                  <a:pt x="2691307" y="2055063"/>
                </a:lnTo>
                <a:lnTo>
                  <a:pt x="2691765" y="2053945"/>
                </a:lnTo>
                <a:lnTo>
                  <a:pt x="2691765" y="2051316"/>
                </a:lnTo>
                <a:close/>
              </a:path>
              <a:path w="6715125" h="2057400">
                <a:moveTo>
                  <a:pt x="2691765" y="2003691"/>
                </a:moveTo>
                <a:lnTo>
                  <a:pt x="2691307" y="2002574"/>
                </a:lnTo>
                <a:lnTo>
                  <a:pt x="2689441" y="2000707"/>
                </a:lnTo>
                <a:lnTo>
                  <a:pt x="2688323" y="2000237"/>
                </a:lnTo>
                <a:lnTo>
                  <a:pt x="2685694" y="2000237"/>
                </a:lnTo>
                <a:lnTo>
                  <a:pt x="2684576" y="2000707"/>
                </a:lnTo>
                <a:lnTo>
                  <a:pt x="2682710" y="2002574"/>
                </a:lnTo>
                <a:lnTo>
                  <a:pt x="2682240" y="2003691"/>
                </a:lnTo>
                <a:lnTo>
                  <a:pt x="2682240" y="2006320"/>
                </a:lnTo>
                <a:lnTo>
                  <a:pt x="2682710" y="2007438"/>
                </a:lnTo>
                <a:lnTo>
                  <a:pt x="2684576" y="2009305"/>
                </a:lnTo>
                <a:lnTo>
                  <a:pt x="2685694" y="2009762"/>
                </a:lnTo>
                <a:lnTo>
                  <a:pt x="2688323" y="2009762"/>
                </a:lnTo>
                <a:lnTo>
                  <a:pt x="2689441" y="2009305"/>
                </a:lnTo>
                <a:lnTo>
                  <a:pt x="2691307" y="2007438"/>
                </a:lnTo>
                <a:lnTo>
                  <a:pt x="2691765" y="2006320"/>
                </a:lnTo>
                <a:lnTo>
                  <a:pt x="2691765" y="2003691"/>
                </a:lnTo>
                <a:close/>
              </a:path>
              <a:path w="6715125" h="2057400">
                <a:moveTo>
                  <a:pt x="2691765" y="1956066"/>
                </a:moveTo>
                <a:lnTo>
                  <a:pt x="2691307" y="1954949"/>
                </a:lnTo>
                <a:lnTo>
                  <a:pt x="2689441" y="1953082"/>
                </a:lnTo>
                <a:lnTo>
                  <a:pt x="2688323" y="1952612"/>
                </a:lnTo>
                <a:lnTo>
                  <a:pt x="2685694" y="1952612"/>
                </a:lnTo>
                <a:lnTo>
                  <a:pt x="2684576" y="1953082"/>
                </a:lnTo>
                <a:lnTo>
                  <a:pt x="2682710" y="1954949"/>
                </a:lnTo>
                <a:lnTo>
                  <a:pt x="2682240" y="1956066"/>
                </a:lnTo>
                <a:lnTo>
                  <a:pt x="2682240" y="1958695"/>
                </a:lnTo>
                <a:lnTo>
                  <a:pt x="2682710" y="1959813"/>
                </a:lnTo>
                <a:lnTo>
                  <a:pt x="2684576" y="1961680"/>
                </a:lnTo>
                <a:lnTo>
                  <a:pt x="2685694" y="1962137"/>
                </a:lnTo>
                <a:lnTo>
                  <a:pt x="2688323" y="1962137"/>
                </a:lnTo>
                <a:lnTo>
                  <a:pt x="2689441" y="1961680"/>
                </a:lnTo>
                <a:lnTo>
                  <a:pt x="2691307" y="1959813"/>
                </a:lnTo>
                <a:lnTo>
                  <a:pt x="2691765" y="1958695"/>
                </a:lnTo>
                <a:lnTo>
                  <a:pt x="2691765" y="1956066"/>
                </a:lnTo>
                <a:close/>
              </a:path>
              <a:path w="6715125" h="2057400">
                <a:moveTo>
                  <a:pt x="2691765" y="1908441"/>
                </a:moveTo>
                <a:lnTo>
                  <a:pt x="2691307" y="1907324"/>
                </a:lnTo>
                <a:lnTo>
                  <a:pt x="2689441" y="1905457"/>
                </a:lnTo>
                <a:lnTo>
                  <a:pt x="2688323" y="1904987"/>
                </a:lnTo>
                <a:lnTo>
                  <a:pt x="2685694" y="1904987"/>
                </a:lnTo>
                <a:lnTo>
                  <a:pt x="2684576" y="1905457"/>
                </a:lnTo>
                <a:lnTo>
                  <a:pt x="2682710" y="1907324"/>
                </a:lnTo>
                <a:lnTo>
                  <a:pt x="2682240" y="1908441"/>
                </a:lnTo>
                <a:lnTo>
                  <a:pt x="2682240" y="1911070"/>
                </a:lnTo>
                <a:lnTo>
                  <a:pt x="2682710" y="1912188"/>
                </a:lnTo>
                <a:lnTo>
                  <a:pt x="2684576" y="1914055"/>
                </a:lnTo>
                <a:lnTo>
                  <a:pt x="2685694" y="1914512"/>
                </a:lnTo>
                <a:lnTo>
                  <a:pt x="2688323" y="1914512"/>
                </a:lnTo>
                <a:lnTo>
                  <a:pt x="2689441" y="1914055"/>
                </a:lnTo>
                <a:lnTo>
                  <a:pt x="2691307" y="1912188"/>
                </a:lnTo>
                <a:lnTo>
                  <a:pt x="2691765" y="1911070"/>
                </a:lnTo>
                <a:lnTo>
                  <a:pt x="2691765" y="1908441"/>
                </a:lnTo>
                <a:close/>
              </a:path>
              <a:path w="6715125" h="2057400">
                <a:moveTo>
                  <a:pt x="2691765" y="1860816"/>
                </a:moveTo>
                <a:lnTo>
                  <a:pt x="2691307" y="1859699"/>
                </a:lnTo>
                <a:lnTo>
                  <a:pt x="2689441" y="1857832"/>
                </a:lnTo>
                <a:lnTo>
                  <a:pt x="2688323" y="1857362"/>
                </a:lnTo>
                <a:lnTo>
                  <a:pt x="2685694" y="1857362"/>
                </a:lnTo>
                <a:lnTo>
                  <a:pt x="2684576" y="1857832"/>
                </a:lnTo>
                <a:lnTo>
                  <a:pt x="2682710" y="1859699"/>
                </a:lnTo>
                <a:lnTo>
                  <a:pt x="2682240" y="1860816"/>
                </a:lnTo>
                <a:lnTo>
                  <a:pt x="2682240" y="1863445"/>
                </a:lnTo>
                <a:lnTo>
                  <a:pt x="2682710" y="1864563"/>
                </a:lnTo>
                <a:lnTo>
                  <a:pt x="2684576" y="1866430"/>
                </a:lnTo>
                <a:lnTo>
                  <a:pt x="2685694" y="1866887"/>
                </a:lnTo>
                <a:lnTo>
                  <a:pt x="2688323" y="1866887"/>
                </a:lnTo>
                <a:lnTo>
                  <a:pt x="2689441" y="1866430"/>
                </a:lnTo>
                <a:lnTo>
                  <a:pt x="2691307" y="1864563"/>
                </a:lnTo>
                <a:lnTo>
                  <a:pt x="2691765" y="1863445"/>
                </a:lnTo>
                <a:lnTo>
                  <a:pt x="2691765" y="1860816"/>
                </a:lnTo>
                <a:close/>
              </a:path>
              <a:path w="6715125" h="2057400">
                <a:moveTo>
                  <a:pt x="2691765" y="1813191"/>
                </a:moveTo>
                <a:lnTo>
                  <a:pt x="2691307" y="1812074"/>
                </a:lnTo>
                <a:lnTo>
                  <a:pt x="2689441" y="1810207"/>
                </a:lnTo>
                <a:lnTo>
                  <a:pt x="2688323" y="1809737"/>
                </a:lnTo>
                <a:lnTo>
                  <a:pt x="2685694" y="1809737"/>
                </a:lnTo>
                <a:lnTo>
                  <a:pt x="2684576" y="1810207"/>
                </a:lnTo>
                <a:lnTo>
                  <a:pt x="2682710" y="1812074"/>
                </a:lnTo>
                <a:lnTo>
                  <a:pt x="2682240" y="1813191"/>
                </a:lnTo>
                <a:lnTo>
                  <a:pt x="2682240" y="1815820"/>
                </a:lnTo>
                <a:lnTo>
                  <a:pt x="2682710" y="1816938"/>
                </a:lnTo>
                <a:lnTo>
                  <a:pt x="2684576" y="1818805"/>
                </a:lnTo>
                <a:lnTo>
                  <a:pt x="2685694" y="1819262"/>
                </a:lnTo>
                <a:lnTo>
                  <a:pt x="2688323" y="1819262"/>
                </a:lnTo>
                <a:lnTo>
                  <a:pt x="2689441" y="1818805"/>
                </a:lnTo>
                <a:lnTo>
                  <a:pt x="2691307" y="1816938"/>
                </a:lnTo>
                <a:lnTo>
                  <a:pt x="2691765" y="1815820"/>
                </a:lnTo>
                <a:lnTo>
                  <a:pt x="2691765" y="1813191"/>
                </a:lnTo>
                <a:close/>
              </a:path>
              <a:path w="6715125" h="2057400">
                <a:moveTo>
                  <a:pt x="2691765" y="1765566"/>
                </a:moveTo>
                <a:lnTo>
                  <a:pt x="2691307" y="1764449"/>
                </a:lnTo>
                <a:lnTo>
                  <a:pt x="2689441" y="1762582"/>
                </a:lnTo>
                <a:lnTo>
                  <a:pt x="2688323" y="1762112"/>
                </a:lnTo>
                <a:lnTo>
                  <a:pt x="2685694" y="1762112"/>
                </a:lnTo>
                <a:lnTo>
                  <a:pt x="2684576" y="1762582"/>
                </a:lnTo>
                <a:lnTo>
                  <a:pt x="2682710" y="1764449"/>
                </a:lnTo>
                <a:lnTo>
                  <a:pt x="2682240" y="1765566"/>
                </a:lnTo>
                <a:lnTo>
                  <a:pt x="2682240" y="1768195"/>
                </a:lnTo>
                <a:lnTo>
                  <a:pt x="2682710" y="1769313"/>
                </a:lnTo>
                <a:lnTo>
                  <a:pt x="2684576" y="1771180"/>
                </a:lnTo>
                <a:lnTo>
                  <a:pt x="2685694" y="1771637"/>
                </a:lnTo>
                <a:lnTo>
                  <a:pt x="2688323" y="1771637"/>
                </a:lnTo>
                <a:lnTo>
                  <a:pt x="2689441" y="1771180"/>
                </a:lnTo>
                <a:lnTo>
                  <a:pt x="2691307" y="1769313"/>
                </a:lnTo>
                <a:lnTo>
                  <a:pt x="2691765" y="1768195"/>
                </a:lnTo>
                <a:lnTo>
                  <a:pt x="2691765" y="1765566"/>
                </a:lnTo>
                <a:close/>
              </a:path>
              <a:path w="6715125" h="2057400">
                <a:moveTo>
                  <a:pt x="2691765" y="1717941"/>
                </a:moveTo>
                <a:lnTo>
                  <a:pt x="2691307" y="1716824"/>
                </a:lnTo>
                <a:lnTo>
                  <a:pt x="2689441" y="1714957"/>
                </a:lnTo>
                <a:lnTo>
                  <a:pt x="2688323" y="1714487"/>
                </a:lnTo>
                <a:lnTo>
                  <a:pt x="2685694" y="1714487"/>
                </a:lnTo>
                <a:lnTo>
                  <a:pt x="2684576" y="1714957"/>
                </a:lnTo>
                <a:lnTo>
                  <a:pt x="2682710" y="1716824"/>
                </a:lnTo>
                <a:lnTo>
                  <a:pt x="2682240" y="1717941"/>
                </a:lnTo>
                <a:lnTo>
                  <a:pt x="2682240" y="1720570"/>
                </a:lnTo>
                <a:lnTo>
                  <a:pt x="2682710" y="1721688"/>
                </a:lnTo>
                <a:lnTo>
                  <a:pt x="2684576" y="1723555"/>
                </a:lnTo>
                <a:lnTo>
                  <a:pt x="2685694" y="1724012"/>
                </a:lnTo>
                <a:lnTo>
                  <a:pt x="2688323" y="1724012"/>
                </a:lnTo>
                <a:lnTo>
                  <a:pt x="2689441" y="1723555"/>
                </a:lnTo>
                <a:lnTo>
                  <a:pt x="2691307" y="1721688"/>
                </a:lnTo>
                <a:lnTo>
                  <a:pt x="2691765" y="1720570"/>
                </a:lnTo>
                <a:lnTo>
                  <a:pt x="2691765" y="1717941"/>
                </a:lnTo>
                <a:close/>
              </a:path>
              <a:path w="6715125" h="2057400">
                <a:moveTo>
                  <a:pt x="2691765" y="1670316"/>
                </a:moveTo>
                <a:lnTo>
                  <a:pt x="2691307" y="1669199"/>
                </a:lnTo>
                <a:lnTo>
                  <a:pt x="2689441" y="1667332"/>
                </a:lnTo>
                <a:lnTo>
                  <a:pt x="2688323" y="1666862"/>
                </a:lnTo>
                <a:lnTo>
                  <a:pt x="2685694" y="1666862"/>
                </a:lnTo>
                <a:lnTo>
                  <a:pt x="2684576" y="1667332"/>
                </a:lnTo>
                <a:lnTo>
                  <a:pt x="2682710" y="1669199"/>
                </a:lnTo>
                <a:lnTo>
                  <a:pt x="2682240" y="1670316"/>
                </a:lnTo>
                <a:lnTo>
                  <a:pt x="2682240" y="1672945"/>
                </a:lnTo>
                <a:lnTo>
                  <a:pt x="2682710" y="1674063"/>
                </a:lnTo>
                <a:lnTo>
                  <a:pt x="2684576" y="1675930"/>
                </a:lnTo>
                <a:lnTo>
                  <a:pt x="2685694" y="1676387"/>
                </a:lnTo>
                <a:lnTo>
                  <a:pt x="2688323" y="1676387"/>
                </a:lnTo>
                <a:lnTo>
                  <a:pt x="2689441" y="1675930"/>
                </a:lnTo>
                <a:lnTo>
                  <a:pt x="2691307" y="1674063"/>
                </a:lnTo>
                <a:lnTo>
                  <a:pt x="2691765" y="1672945"/>
                </a:lnTo>
                <a:lnTo>
                  <a:pt x="2691765" y="1670316"/>
                </a:lnTo>
                <a:close/>
              </a:path>
              <a:path w="6715125" h="2057400">
                <a:moveTo>
                  <a:pt x="2691765" y="1622691"/>
                </a:moveTo>
                <a:lnTo>
                  <a:pt x="2691307" y="1621574"/>
                </a:lnTo>
                <a:lnTo>
                  <a:pt x="2689441" y="1619707"/>
                </a:lnTo>
                <a:lnTo>
                  <a:pt x="2688323" y="1619237"/>
                </a:lnTo>
                <a:lnTo>
                  <a:pt x="2685694" y="1619237"/>
                </a:lnTo>
                <a:lnTo>
                  <a:pt x="2684576" y="1619707"/>
                </a:lnTo>
                <a:lnTo>
                  <a:pt x="2682710" y="1621574"/>
                </a:lnTo>
                <a:lnTo>
                  <a:pt x="2682240" y="1622691"/>
                </a:lnTo>
                <a:lnTo>
                  <a:pt x="2682240" y="1625320"/>
                </a:lnTo>
                <a:lnTo>
                  <a:pt x="2682710" y="1626438"/>
                </a:lnTo>
                <a:lnTo>
                  <a:pt x="2684576" y="1628305"/>
                </a:lnTo>
                <a:lnTo>
                  <a:pt x="2685694" y="1628762"/>
                </a:lnTo>
                <a:lnTo>
                  <a:pt x="2688323" y="1628762"/>
                </a:lnTo>
                <a:lnTo>
                  <a:pt x="2689441" y="1628305"/>
                </a:lnTo>
                <a:lnTo>
                  <a:pt x="2691307" y="1626438"/>
                </a:lnTo>
                <a:lnTo>
                  <a:pt x="2691765" y="1625320"/>
                </a:lnTo>
                <a:lnTo>
                  <a:pt x="2691765" y="1622691"/>
                </a:lnTo>
                <a:close/>
              </a:path>
              <a:path w="6715125" h="2057400">
                <a:moveTo>
                  <a:pt x="2691765" y="1575066"/>
                </a:moveTo>
                <a:lnTo>
                  <a:pt x="2691307" y="1573949"/>
                </a:lnTo>
                <a:lnTo>
                  <a:pt x="2689441" y="1572082"/>
                </a:lnTo>
                <a:lnTo>
                  <a:pt x="2688323" y="1571612"/>
                </a:lnTo>
                <a:lnTo>
                  <a:pt x="2685694" y="1571612"/>
                </a:lnTo>
                <a:lnTo>
                  <a:pt x="2684576" y="1572082"/>
                </a:lnTo>
                <a:lnTo>
                  <a:pt x="2682710" y="1573949"/>
                </a:lnTo>
                <a:lnTo>
                  <a:pt x="2682240" y="1575066"/>
                </a:lnTo>
                <a:lnTo>
                  <a:pt x="2682240" y="1577695"/>
                </a:lnTo>
                <a:lnTo>
                  <a:pt x="2682710" y="1578813"/>
                </a:lnTo>
                <a:lnTo>
                  <a:pt x="2684576" y="1580680"/>
                </a:lnTo>
                <a:lnTo>
                  <a:pt x="2685694" y="1581137"/>
                </a:lnTo>
                <a:lnTo>
                  <a:pt x="2688323" y="1581137"/>
                </a:lnTo>
                <a:lnTo>
                  <a:pt x="2689441" y="1580680"/>
                </a:lnTo>
                <a:lnTo>
                  <a:pt x="2691307" y="1578813"/>
                </a:lnTo>
                <a:lnTo>
                  <a:pt x="2691765" y="1577695"/>
                </a:lnTo>
                <a:lnTo>
                  <a:pt x="2691765" y="1575066"/>
                </a:lnTo>
                <a:close/>
              </a:path>
              <a:path w="6715125" h="2057400">
                <a:moveTo>
                  <a:pt x="2691765" y="1527441"/>
                </a:moveTo>
                <a:lnTo>
                  <a:pt x="2691307" y="1526324"/>
                </a:lnTo>
                <a:lnTo>
                  <a:pt x="2689441" y="1524457"/>
                </a:lnTo>
                <a:lnTo>
                  <a:pt x="2688323" y="1523987"/>
                </a:lnTo>
                <a:lnTo>
                  <a:pt x="2685694" y="1523987"/>
                </a:lnTo>
                <a:lnTo>
                  <a:pt x="2684576" y="1524457"/>
                </a:lnTo>
                <a:lnTo>
                  <a:pt x="2682710" y="1526324"/>
                </a:lnTo>
                <a:lnTo>
                  <a:pt x="2682240" y="1527441"/>
                </a:lnTo>
                <a:lnTo>
                  <a:pt x="2682240" y="1530070"/>
                </a:lnTo>
                <a:lnTo>
                  <a:pt x="2682710" y="1531188"/>
                </a:lnTo>
                <a:lnTo>
                  <a:pt x="2684576" y="1533055"/>
                </a:lnTo>
                <a:lnTo>
                  <a:pt x="2685694" y="1533512"/>
                </a:lnTo>
                <a:lnTo>
                  <a:pt x="2688323" y="1533512"/>
                </a:lnTo>
                <a:lnTo>
                  <a:pt x="2689441" y="1533055"/>
                </a:lnTo>
                <a:lnTo>
                  <a:pt x="2691307" y="1531188"/>
                </a:lnTo>
                <a:lnTo>
                  <a:pt x="2691765" y="1530070"/>
                </a:lnTo>
                <a:lnTo>
                  <a:pt x="2691765" y="1527441"/>
                </a:lnTo>
                <a:close/>
              </a:path>
              <a:path w="6715125" h="2057400">
                <a:moveTo>
                  <a:pt x="2691765" y="1479816"/>
                </a:moveTo>
                <a:lnTo>
                  <a:pt x="2691307" y="1478699"/>
                </a:lnTo>
                <a:lnTo>
                  <a:pt x="2689441" y="1476832"/>
                </a:lnTo>
                <a:lnTo>
                  <a:pt x="2688323" y="1476362"/>
                </a:lnTo>
                <a:lnTo>
                  <a:pt x="2685694" y="1476362"/>
                </a:lnTo>
                <a:lnTo>
                  <a:pt x="2684576" y="1476832"/>
                </a:lnTo>
                <a:lnTo>
                  <a:pt x="2682710" y="1478699"/>
                </a:lnTo>
                <a:lnTo>
                  <a:pt x="2682240" y="1479816"/>
                </a:lnTo>
                <a:lnTo>
                  <a:pt x="2682240" y="1482445"/>
                </a:lnTo>
                <a:lnTo>
                  <a:pt x="2682710" y="1483563"/>
                </a:lnTo>
                <a:lnTo>
                  <a:pt x="2684576" y="1485430"/>
                </a:lnTo>
                <a:lnTo>
                  <a:pt x="2685694" y="1485887"/>
                </a:lnTo>
                <a:lnTo>
                  <a:pt x="2688323" y="1485887"/>
                </a:lnTo>
                <a:lnTo>
                  <a:pt x="2689441" y="1485430"/>
                </a:lnTo>
                <a:lnTo>
                  <a:pt x="2691307" y="1483563"/>
                </a:lnTo>
                <a:lnTo>
                  <a:pt x="2691765" y="1482445"/>
                </a:lnTo>
                <a:lnTo>
                  <a:pt x="2691765" y="1479816"/>
                </a:lnTo>
                <a:close/>
              </a:path>
              <a:path w="6715125" h="2057400">
                <a:moveTo>
                  <a:pt x="2691765" y="1432191"/>
                </a:moveTo>
                <a:lnTo>
                  <a:pt x="2691307" y="1431074"/>
                </a:lnTo>
                <a:lnTo>
                  <a:pt x="2689441" y="1429207"/>
                </a:lnTo>
                <a:lnTo>
                  <a:pt x="2688323" y="1428750"/>
                </a:lnTo>
                <a:lnTo>
                  <a:pt x="2685694" y="1428750"/>
                </a:lnTo>
                <a:lnTo>
                  <a:pt x="2684576" y="1429207"/>
                </a:lnTo>
                <a:lnTo>
                  <a:pt x="2682710" y="1431074"/>
                </a:lnTo>
                <a:lnTo>
                  <a:pt x="2682240" y="1432191"/>
                </a:lnTo>
                <a:lnTo>
                  <a:pt x="2682240" y="1434820"/>
                </a:lnTo>
                <a:lnTo>
                  <a:pt x="2682710" y="1435938"/>
                </a:lnTo>
                <a:lnTo>
                  <a:pt x="2684576" y="1437805"/>
                </a:lnTo>
                <a:lnTo>
                  <a:pt x="2685694" y="1438262"/>
                </a:lnTo>
                <a:lnTo>
                  <a:pt x="2688323" y="1438262"/>
                </a:lnTo>
                <a:lnTo>
                  <a:pt x="2689441" y="1437805"/>
                </a:lnTo>
                <a:lnTo>
                  <a:pt x="2691307" y="1435938"/>
                </a:lnTo>
                <a:lnTo>
                  <a:pt x="2691765" y="1434820"/>
                </a:lnTo>
                <a:lnTo>
                  <a:pt x="2691765" y="1432191"/>
                </a:lnTo>
                <a:close/>
              </a:path>
              <a:path w="6715125" h="2057400">
                <a:moveTo>
                  <a:pt x="2691765" y="1384566"/>
                </a:moveTo>
                <a:lnTo>
                  <a:pt x="2691307" y="1383449"/>
                </a:lnTo>
                <a:lnTo>
                  <a:pt x="2689441" y="1381582"/>
                </a:lnTo>
                <a:lnTo>
                  <a:pt x="2688323" y="1381125"/>
                </a:lnTo>
                <a:lnTo>
                  <a:pt x="2685694" y="1381125"/>
                </a:lnTo>
                <a:lnTo>
                  <a:pt x="2684576" y="1381582"/>
                </a:lnTo>
                <a:lnTo>
                  <a:pt x="2682710" y="1383449"/>
                </a:lnTo>
                <a:lnTo>
                  <a:pt x="2682240" y="1384566"/>
                </a:lnTo>
                <a:lnTo>
                  <a:pt x="2682240" y="1387195"/>
                </a:lnTo>
                <a:lnTo>
                  <a:pt x="2682710" y="1388313"/>
                </a:lnTo>
                <a:lnTo>
                  <a:pt x="2684576" y="1390180"/>
                </a:lnTo>
                <a:lnTo>
                  <a:pt x="2685694" y="1390637"/>
                </a:lnTo>
                <a:lnTo>
                  <a:pt x="2688323" y="1390637"/>
                </a:lnTo>
                <a:lnTo>
                  <a:pt x="2689441" y="1390180"/>
                </a:lnTo>
                <a:lnTo>
                  <a:pt x="2691307" y="1388313"/>
                </a:lnTo>
                <a:lnTo>
                  <a:pt x="2691765" y="1387195"/>
                </a:lnTo>
                <a:lnTo>
                  <a:pt x="2691765" y="1384566"/>
                </a:lnTo>
                <a:close/>
              </a:path>
              <a:path w="6715125" h="2057400">
                <a:moveTo>
                  <a:pt x="2691765" y="1336941"/>
                </a:moveTo>
                <a:lnTo>
                  <a:pt x="2691307" y="1335824"/>
                </a:lnTo>
                <a:lnTo>
                  <a:pt x="2689441" y="1333957"/>
                </a:lnTo>
                <a:lnTo>
                  <a:pt x="2688323" y="1333487"/>
                </a:lnTo>
                <a:lnTo>
                  <a:pt x="2685694" y="1333487"/>
                </a:lnTo>
                <a:lnTo>
                  <a:pt x="2684576" y="1333957"/>
                </a:lnTo>
                <a:lnTo>
                  <a:pt x="2682710" y="1335824"/>
                </a:lnTo>
                <a:lnTo>
                  <a:pt x="2682240" y="1336941"/>
                </a:lnTo>
                <a:lnTo>
                  <a:pt x="2682240" y="1339570"/>
                </a:lnTo>
                <a:lnTo>
                  <a:pt x="2682710" y="1340688"/>
                </a:lnTo>
                <a:lnTo>
                  <a:pt x="2684576" y="1342555"/>
                </a:lnTo>
                <a:lnTo>
                  <a:pt x="2685694" y="1343012"/>
                </a:lnTo>
                <a:lnTo>
                  <a:pt x="2688323" y="1343012"/>
                </a:lnTo>
                <a:lnTo>
                  <a:pt x="2689441" y="1342555"/>
                </a:lnTo>
                <a:lnTo>
                  <a:pt x="2691307" y="1340688"/>
                </a:lnTo>
                <a:lnTo>
                  <a:pt x="2691765" y="1339570"/>
                </a:lnTo>
                <a:lnTo>
                  <a:pt x="2691765" y="1336941"/>
                </a:lnTo>
                <a:close/>
              </a:path>
              <a:path w="6715125" h="2057400">
                <a:moveTo>
                  <a:pt x="2691765" y="1289316"/>
                </a:moveTo>
                <a:lnTo>
                  <a:pt x="2691307" y="1288199"/>
                </a:lnTo>
                <a:lnTo>
                  <a:pt x="2689441" y="1286332"/>
                </a:lnTo>
                <a:lnTo>
                  <a:pt x="2688323" y="1285875"/>
                </a:lnTo>
                <a:lnTo>
                  <a:pt x="2685694" y="1285875"/>
                </a:lnTo>
                <a:lnTo>
                  <a:pt x="2684576" y="1286332"/>
                </a:lnTo>
                <a:lnTo>
                  <a:pt x="2682710" y="1288199"/>
                </a:lnTo>
                <a:lnTo>
                  <a:pt x="2682240" y="1289316"/>
                </a:lnTo>
                <a:lnTo>
                  <a:pt x="2682240" y="1291945"/>
                </a:lnTo>
                <a:lnTo>
                  <a:pt x="2682710" y="1293063"/>
                </a:lnTo>
                <a:lnTo>
                  <a:pt x="2684576" y="1294930"/>
                </a:lnTo>
                <a:lnTo>
                  <a:pt x="2685694" y="1295387"/>
                </a:lnTo>
                <a:lnTo>
                  <a:pt x="2688323" y="1295387"/>
                </a:lnTo>
                <a:lnTo>
                  <a:pt x="2689441" y="1294930"/>
                </a:lnTo>
                <a:lnTo>
                  <a:pt x="2691307" y="1293063"/>
                </a:lnTo>
                <a:lnTo>
                  <a:pt x="2691765" y="1291945"/>
                </a:lnTo>
                <a:lnTo>
                  <a:pt x="2691765" y="1289316"/>
                </a:lnTo>
                <a:close/>
              </a:path>
              <a:path w="6715125" h="2057400">
                <a:moveTo>
                  <a:pt x="2691765" y="1241691"/>
                </a:moveTo>
                <a:lnTo>
                  <a:pt x="2691307" y="1240574"/>
                </a:lnTo>
                <a:lnTo>
                  <a:pt x="2689441" y="1238707"/>
                </a:lnTo>
                <a:lnTo>
                  <a:pt x="2688323" y="1238250"/>
                </a:lnTo>
                <a:lnTo>
                  <a:pt x="2685694" y="1238250"/>
                </a:lnTo>
                <a:lnTo>
                  <a:pt x="2684576" y="1238707"/>
                </a:lnTo>
                <a:lnTo>
                  <a:pt x="2682710" y="1240574"/>
                </a:lnTo>
                <a:lnTo>
                  <a:pt x="2682240" y="1241691"/>
                </a:lnTo>
                <a:lnTo>
                  <a:pt x="2682240" y="1244320"/>
                </a:lnTo>
                <a:lnTo>
                  <a:pt x="2682710" y="1245438"/>
                </a:lnTo>
                <a:lnTo>
                  <a:pt x="2684576" y="1247305"/>
                </a:lnTo>
                <a:lnTo>
                  <a:pt x="2685694" y="1247762"/>
                </a:lnTo>
                <a:lnTo>
                  <a:pt x="2688323" y="1247762"/>
                </a:lnTo>
                <a:lnTo>
                  <a:pt x="2689441" y="1247305"/>
                </a:lnTo>
                <a:lnTo>
                  <a:pt x="2691307" y="1245438"/>
                </a:lnTo>
                <a:lnTo>
                  <a:pt x="2691765" y="1244320"/>
                </a:lnTo>
                <a:lnTo>
                  <a:pt x="2691765" y="1241691"/>
                </a:lnTo>
                <a:close/>
              </a:path>
              <a:path w="6715125" h="2057400">
                <a:moveTo>
                  <a:pt x="2691765" y="1194066"/>
                </a:moveTo>
                <a:lnTo>
                  <a:pt x="2691307" y="1192949"/>
                </a:lnTo>
                <a:lnTo>
                  <a:pt x="2689441" y="1191082"/>
                </a:lnTo>
                <a:lnTo>
                  <a:pt x="2688323" y="1190625"/>
                </a:lnTo>
                <a:lnTo>
                  <a:pt x="2685694" y="1190625"/>
                </a:lnTo>
                <a:lnTo>
                  <a:pt x="2684576" y="1191082"/>
                </a:lnTo>
                <a:lnTo>
                  <a:pt x="2682710" y="1192949"/>
                </a:lnTo>
                <a:lnTo>
                  <a:pt x="2682240" y="1194066"/>
                </a:lnTo>
                <a:lnTo>
                  <a:pt x="2682240" y="1196695"/>
                </a:lnTo>
                <a:lnTo>
                  <a:pt x="2682710" y="1197813"/>
                </a:lnTo>
                <a:lnTo>
                  <a:pt x="2684576" y="1199680"/>
                </a:lnTo>
                <a:lnTo>
                  <a:pt x="2685694" y="1200137"/>
                </a:lnTo>
                <a:lnTo>
                  <a:pt x="2688323" y="1200137"/>
                </a:lnTo>
                <a:lnTo>
                  <a:pt x="2689441" y="1199680"/>
                </a:lnTo>
                <a:lnTo>
                  <a:pt x="2691307" y="1197813"/>
                </a:lnTo>
                <a:lnTo>
                  <a:pt x="2691765" y="1196695"/>
                </a:lnTo>
                <a:lnTo>
                  <a:pt x="2691765" y="1194066"/>
                </a:lnTo>
                <a:close/>
              </a:path>
              <a:path w="6715125" h="2057400">
                <a:moveTo>
                  <a:pt x="2691765" y="1146441"/>
                </a:moveTo>
                <a:lnTo>
                  <a:pt x="2691307" y="1145324"/>
                </a:lnTo>
                <a:lnTo>
                  <a:pt x="2689441" y="1143457"/>
                </a:lnTo>
                <a:lnTo>
                  <a:pt x="2688323" y="1143000"/>
                </a:lnTo>
                <a:lnTo>
                  <a:pt x="2685694" y="1143000"/>
                </a:lnTo>
                <a:lnTo>
                  <a:pt x="2684576" y="1143457"/>
                </a:lnTo>
                <a:lnTo>
                  <a:pt x="2682710" y="1145324"/>
                </a:lnTo>
                <a:lnTo>
                  <a:pt x="2682240" y="1146441"/>
                </a:lnTo>
                <a:lnTo>
                  <a:pt x="2682240" y="1149070"/>
                </a:lnTo>
                <a:lnTo>
                  <a:pt x="2682710" y="1150188"/>
                </a:lnTo>
                <a:lnTo>
                  <a:pt x="2684576" y="1152055"/>
                </a:lnTo>
                <a:lnTo>
                  <a:pt x="2685694" y="1152512"/>
                </a:lnTo>
                <a:lnTo>
                  <a:pt x="2688323" y="1152512"/>
                </a:lnTo>
                <a:lnTo>
                  <a:pt x="2689441" y="1152055"/>
                </a:lnTo>
                <a:lnTo>
                  <a:pt x="2691307" y="1150188"/>
                </a:lnTo>
                <a:lnTo>
                  <a:pt x="2691765" y="1149070"/>
                </a:lnTo>
                <a:lnTo>
                  <a:pt x="2691765" y="1146441"/>
                </a:lnTo>
                <a:close/>
              </a:path>
              <a:path w="6715125" h="2057400">
                <a:moveTo>
                  <a:pt x="2691765" y="1098816"/>
                </a:moveTo>
                <a:lnTo>
                  <a:pt x="2691307" y="1097699"/>
                </a:lnTo>
                <a:lnTo>
                  <a:pt x="2689441" y="1095832"/>
                </a:lnTo>
                <a:lnTo>
                  <a:pt x="2688323" y="1095362"/>
                </a:lnTo>
                <a:lnTo>
                  <a:pt x="2685694" y="1095362"/>
                </a:lnTo>
                <a:lnTo>
                  <a:pt x="2684576" y="1095832"/>
                </a:lnTo>
                <a:lnTo>
                  <a:pt x="2682710" y="1097699"/>
                </a:lnTo>
                <a:lnTo>
                  <a:pt x="2682240" y="1098816"/>
                </a:lnTo>
                <a:lnTo>
                  <a:pt x="2682240" y="1101445"/>
                </a:lnTo>
                <a:lnTo>
                  <a:pt x="2682710" y="1102563"/>
                </a:lnTo>
                <a:lnTo>
                  <a:pt x="2684576" y="1104430"/>
                </a:lnTo>
                <a:lnTo>
                  <a:pt x="2685694" y="1104887"/>
                </a:lnTo>
                <a:lnTo>
                  <a:pt x="2688323" y="1104887"/>
                </a:lnTo>
                <a:lnTo>
                  <a:pt x="2689441" y="1104430"/>
                </a:lnTo>
                <a:lnTo>
                  <a:pt x="2691307" y="1102563"/>
                </a:lnTo>
                <a:lnTo>
                  <a:pt x="2691765" y="1101445"/>
                </a:lnTo>
                <a:lnTo>
                  <a:pt x="2691765" y="1098816"/>
                </a:lnTo>
                <a:close/>
              </a:path>
              <a:path w="6715125" h="2057400">
                <a:moveTo>
                  <a:pt x="2691765" y="1051191"/>
                </a:moveTo>
                <a:lnTo>
                  <a:pt x="2691307" y="1050074"/>
                </a:lnTo>
                <a:lnTo>
                  <a:pt x="2689441" y="1048207"/>
                </a:lnTo>
                <a:lnTo>
                  <a:pt x="2688323" y="1047750"/>
                </a:lnTo>
                <a:lnTo>
                  <a:pt x="2685694" y="1047750"/>
                </a:lnTo>
                <a:lnTo>
                  <a:pt x="2684576" y="1048207"/>
                </a:lnTo>
                <a:lnTo>
                  <a:pt x="2682710" y="1050074"/>
                </a:lnTo>
                <a:lnTo>
                  <a:pt x="2682240" y="1051191"/>
                </a:lnTo>
                <a:lnTo>
                  <a:pt x="2682240" y="1053820"/>
                </a:lnTo>
                <a:lnTo>
                  <a:pt x="2682710" y="1054938"/>
                </a:lnTo>
                <a:lnTo>
                  <a:pt x="2684576" y="1056805"/>
                </a:lnTo>
                <a:lnTo>
                  <a:pt x="2685694" y="1057262"/>
                </a:lnTo>
                <a:lnTo>
                  <a:pt x="2688323" y="1057262"/>
                </a:lnTo>
                <a:lnTo>
                  <a:pt x="2689441" y="1056805"/>
                </a:lnTo>
                <a:lnTo>
                  <a:pt x="2691307" y="1054938"/>
                </a:lnTo>
                <a:lnTo>
                  <a:pt x="2691765" y="1053820"/>
                </a:lnTo>
                <a:lnTo>
                  <a:pt x="2691765" y="1051191"/>
                </a:lnTo>
                <a:close/>
              </a:path>
              <a:path w="6715125" h="2057400">
                <a:moveTo>
                  <a:pt x="2691765" y="1003566"/>
                </a:moveTo>
                <a:lnTo>
                  <a:pt x="2691307" y="1002449"/>
                </a:lnTo>
                <a:lnTo>
                  <a:pt x="2689441" y="1000582"/>
                </a:lnTo>
                <a:lnTo>
                  <a:pt x="2688323" y="1000125"/>
                </a:lnTo>
                <a:lnTo>
                  <a:pt x="2685694" y="1000125"/>
                </a:lnTo>
                <a:lnTo>
                  <a:pt x="2684576" y="1000582"/>
                </a:lnTo>
                <a:lnTo>
                  <a:pt x="2682710" y="1002449"/>
                </a:lnTo>
                <a:lnTo>
                  <a:pt x="2682240" y="1003566"/>
                </a:lnTo>
                <a:lnTo>
                  <a:pt x="2682240" y="1006195"/>
                </a:lnTo>
                <a:lnTo>
                  <a:pt x="2682710" y="1007313"/>
                </a:lnTo>
                <a:lnTo>
                  <a:pt x="2684576" y="1009180"/>
                </a:lnTo>
                <a:lnTo>
                  <a:pt x="2685694" y="1009637"/>
                </a:lnTo>
                <a:lnTo>
                  <a:pt x="2688323" y="1009637"/>
                </a:lnTo>
                <a:lnTo>
                  <a:pt x="2689441" y="1009180"/>
                </a:lnTo>
                <a:lnTo>
                  <a:pt x="2691307" y="1007313"/>
                </a:lnTo>
                <a:lnTo>
                  <a:pt x="2691765" y="1006195"/>
                </a:lnTo>
                <a:lnTo>
                  <a:pt x="2691765" y="1003566"/>
                </a:lnTo>
                <a:close/>
              </a:path>
              <a:path w="6715125" h="2057400">
                <a:moveTo>
                  <a:pt x="2691765" y="955941"/>
                </a:moveTo>
                <a:lnTo>
                  <a:pt x="2691307" y="954824"/>
                </a:lnTo>
                <a:lnTo>
                  <a:pt x="2689441" y="952957"/>
                </a:lnTo>
                <a:lnTo>
                  <a:pt x="2688323" y="952500"/>
                </a:lnTo>
                <a:lnTo>
                  <a:pt x="2685694" y="952500"/>
                </a:lnTo>
                <a:lnTo>
                  <a:pt x="2684576" y="952957"/>
                </a:lnTo>
                <a:lnTo>
                  <a:pt x="2682710" y="954824"/>
                </a:lnTo>
                <a:lnTo>
                  <a:pt x="2682240" y="955941"/>
                </a:lnTo>
                <a:lnTo>
                  <a:pt x="2682240" y="958570"/>
                </a:lnTo>
                <a:lnTo>
                  <a:pt x="2682710" y="959688"/>
                </a:lnTo>
                <a:lnTo>
                  <a:pt x="2684576" y="961555"/>
                </a:lnTo>
                <a:lnTo>
                  <a:pt x="2685694" y="962012"/>
                </a:lnTo>
                <a:lnTo>
                  <a:pt x="2688323" y="962012"/>
                </a:lnTo>
                <a:lnTo>
                  <a:pt x="2689441" y="961555"/>
                </a:lnTo>
                <a:lnTo>
                  <a:pt x="2691307" y="959688"/>
                </a:lnTo>
                <a:lnTo>
                  <a:pt x="2691765" y="958570"/>
                </a:lnTo>
                <a:lnTo>
                  <a:pt x="2691765" y="955941"/>
                </a:lnTo>
                <a:close/>
              </a:path>
              <a:path w="6715125" h="2057400">
                <a:moveTo>
                  <a:pt x="2691765" y="908316"/>
                </a:moveTo>
                <a:lnTo>
                  <a:pt x="2691307" y="907199"/>
                </a:lnTo>
                <a:lnTo>
                  <a:pt x="2689441" y="905332"/>
                </a:lnTo>
                <a:lnTo>
                  <a:pt x="2688323" y="904875"/>
                </a:lnTo>
                <a:lnTo>
                  <a:pt x="2685694" y="904875"/>
                </a:lnTo>
                <a:lnTo>
                  <a:pt x="2684576" y="905332"/>
                </a:lnTo>
                <a:lnTo>
                  <a:pt x="2682710" y="907199"/>
                </a:lnTo>
                <a:lnTo>
                  <a:pt x="2682240" y="908316"/>
                </a:lnTo>
                <a:lnTo>
                  <a:pt x="2682240" y="910945"/>
                </a:lnTo>
                <a:lnTo>
                  <a:pt x="2682710" y="912063"/>
                </a:lnTo>
                <a:lnTo>
                  <a:pt x="2684576" y="913930"/>
                </a:lnTo>
                <a:lnTo>
                  <a:pt x="2685694" y="914387"/>
                </a:lnTo>
                <a:lnTo>
                  <a:pt x="2688323" y="914387"/>
                </a:lnTo>
                <a:lnTo>
                  <a:pt x="2689441" y="913930"/>
                </a:lnTo>
                <a:lnTo>
                  <a:pt x="2691307" y="912063"/>
                </a:lnTo>
                <a:lnTo>
                  <a:pt x="2691765" y="910945"/>
                </a:lnTo>
                <a:lnTo>
                  <a:pt x="2691765" y="908316"/>
                </a:lnTo>
                <a:close/>
              </a:path>
              <a:path w="6715125" h="2057400">
                <a:moveTo>
                  <a:pt x="2691765" y="860691"/>
                </a:moveTo>
                <a:lnTo>
                  <a:pt x="2691307" y="859574"/>
                </a:lnTo>
                <a:lnTo>
                  <a:pt x="2689441" y="857707"/>
                </a:lnTo>
                <a:lnTo>
                  <a:pt x="2688323" y="857250"/>
                </a:lnTo>
                <a:lnTo>
                  <a:pt x="2685694" y="857250"/>
                </a:lnTo>
                <a:lnTo>
                  <a:pt x="2684576" y="857707"/>
                </a:lnTo>
                <a:lnTo>
                  <a:pt x="2682710" y="859574"/>
                </a:lnTo>
                <a:lnTo>
                  <a:pt x="2682240" y="860691"/>
                </a:lnTo>
                <a:lnTo>
                  <a:pt x="2682240" y="863320"/>
                </a:lnTo>
                <a:lnTo>
                  <a:pt x="2682710" y="864438"/>
                </a:lnTo>
                <a:lnTo>
                  <a:pt x="2684576" y="866305"/>
                </a:lnTo>
                <a:lnTo>
                  <a:pt x="2685694" y="866762"/>
                </a:lnTo>
                <a:lnTo>
                  <a:pt x="2688323" y="866762"/>
                </a:lnTo>
                <a:lnTo>
                  <a:pt x="2689441" y="866305"/>
                </a:lnTo>
                <a:lnTo>
                  <a:pt x="2691307" y="864438"/>
                </a:lnTo>
                <a:lnTo>
                  <a:pt x="2691765" y="863320"/>
                </a:lnTo>
                <a:lnTo>
                  <a:pt x="2691765" y="860691"/>
                </a:lnTo>
                <a:close/>
              </a:path>
              <a:path w="6715125" h="2057400">
                <a:moveTo>
                  <a:pt x="2691765" y="813066"/>
                </a:moveTo>
                <a:lnTo>
                  <a:pt x="2691307" y="811949"/>
                </a:lnTo>
                <a:lnTo>
                  <a:pt x="2689441" y="810082"/>
                </a:lnTo>
                <a:lnTo>
                  <a:pt x="2688323" y="809625"/>
                </a:lnTo>
                <a:lnTo>
                  <a:pt x="2685694" y="809625"/>
                </a:lnTo>
                <a:lnTo>
                  <a:pt x="2684576" y="810082"/>
                </a:lnTo>
                <a:lnTo>
                  <a:pt x="2682710" y="811949"/>
                </a:lnTo>
                <a:lnTo>
                  <a:pt x="2682240" y="813066"/>
                </a:lnTo>
                <a:lnTo>
                  <a:pt x="2682240" y="815695"/>
                </a:lnTo>
                <a:lnTo>
                  <a:pt x="2682710" y="816813"/>
                </a:lnTo>
                <a:lnTo>
                  <a:pt x="2684576" y="818680"/>
                </a:lnTo>
                <a:lnTo>
                  <a:pt x="2685694" y="819137"/>
                </a:lnTo>
                <a:lnTo>
                  <a:pt x="2688323" y="819137"/>
                </a:lnTo>
                <a:lnTo>
                  <a:pt x="2689441" y="818680"/>
                </a:lnTo>
                <a:lnTo>
                  <a:pt x="2691307" y="816813"/>
                </a:lnTo>
                <a:lnTo>
                  <a:pt x="2691765" y="815695"/>
                </a:lnTo>
                <a:lnTo>
                  <a:pt x="2691765" y="813066"/>
                </a:lnTo>
                <a:close/>
              </a:path>
              <a:path w="6715125" h="2057400">
                <a:moveTo>
                  <a:pt x="2691765" y="765441"/>
                </a:moveTo>
                <a:lnTo>
                  <a:pt x="2691307" y="764324"/>
                </a:lnTo>
                <a:lnTo>
                  <a:pt x="2689441" y="762457"/>
                </a:lnTo>
                <a:lnTo>
                  <a:pt x="2688323" y="762000"/>
                </a:lnTo>
                <a:lnTo>
                  <a:pt x="2685694" y="762000"/>
                </a:lnTo>
                <a:lnTo>
                  <a:pt x="2684576" y="762457"/>
                </a:lnTo>
                <a:lnTo>
                  <a:pt x="2682710" y="764324"/>
                </a:lnTo>
                <a:lnTo>
                  <a:pt x="2682240" y="765441"/>
                </a:lnTo>
                <a:lnTo>
                  <a:pt x="2682240" y="768070"/>
                </a:lnTo>
                <a:lnTo>
                  <a:pt x="2682710" y="769188"/>
                </a:lnTo>
                <a:lnTo>
                  <a:pt x="2684576" y="771055"/>
                </a:lnTo>
                <a:lnTo>
                  <a:pt x="2685694" y="771512"/>
                </a:lnTo>
                <a:lnTo>
                  <a:pt x="2688323" y="771512"/>
                </a:lnTo>
                <a:lnTo>
                  <a:pt x="2689441" y="771055"/>
                </a:lnTo>
                <a:lnTo>
                  <a:pt x="2691307" y="769188"/>
                </a:lnTo>
                <a:lnTo>
                  <a:pt x="2691765" y="768070"/>
                </a:lnTo>
                <a:lnTo>
                  <a:pt x="2691765" y="765441"/>
                </a:lnTo>
                <a:close/>
              </a:path>
              <a:path w="6715125" h="2057400">
                <a:moveTo>
                  <a:pt x="2691765" y="717816"/>
                </a:moveTo>
                <a:lnTo>
                  <a:pt x="2691307" y="716699"/>
                </a:lnTo>
                <a:lnTo>
                  <a:pt x="2689441" y="714832"/>
                </a:lnTo>
                <a:lnTo>
                  <a:pt x="2688323" y="714362"/>
                </a:lnTo>
                <a:lnTo>
                  <a:pt x="2685694" y="714362"/>
                </a:lnTo>
                <a:lnTo>
                  <a:pt x="2684576" y="714832"/>
                </a:lnTo>
                <a:lnTo>
                  <a:pt x="2682710" y="716699"/>
                </a:lnTo>
                <a:lnTo>
                  <a:pt x="2682240" y="717816"/>
                </a:lnTo>
                <a:lnTo>
                  <a:pt x="2682240" y="720445"/>
                </a:lnTo>
                <a:lnTo>
                  <a:pt x="2682710" y="721563"/>
                </a:lnTo>
                <a:lnTo>
                  <a:pt x="2684576" y="723430"/>
                </a:lnTo>
                <a:lnTo>
                  <a:pt x="2685694" y="723887"/>
                </a:lnTo>
                <a:lnTo>
                  <a:pt x="2688323" y="723887"/>
                </a:lnTo>
                <a:lnTo>
                  <a:pt x="2689441" y="723430"/>
                </a:lnTo>
                <a:lnTo>
                  <a:pt x="2691307" y="721563"/>
                </a:lnTo>
                <a:lnTo>
                  <a:pt x="2691765" y="720445"/>
                </a:lnTo>
                <a:lnTo>
                  <a:pt x="2691765" y="717816"/>
                </a:lnTo>
                <a:close/>
              </a:path>
              <a:path w="6715125" h="2057400">
                <a:moveTo>
                  <a:pt x="2691765" y="670191"/>
                </a:moveTo>
                <a:lnTo>
                  <a:pt x="2691307" y="669074"/>
                </a:lnTo>
                <a:lnTo>
                  <a:pt x="2689441" y="667207"/>
                </a:lnTo>
                <a:lnTo>
                  <a:pt x="2688323" y="666750"/>
                </a:lnTo>
                <a:lnTo>
                  <a:pt x="2685694" y="666750"/>
                </a:lnTo>
                <a:lnTo>
                  <a:pt x="2684576" y="667207"/>
                </a:lnTo>
                <a:lnTo>
                  <a:pt x="2682710" y="669074"/>
                </a:lnTo>
                <a:lnTo>
                  <a:pt x="2682240" y="670191"/>
                </a:lnTo>
                <a:lnTo>
                  <a:pt x="2682240" y="672820"/>
                </a:lnTo>
                <a:lnTo>
                  <a:pt x="2682710" y="673938"/>
                </a:lnTo>
                <a:lnTo>
                  <a:pt x="2684576" y="675805"/>
                </a:lnTo>
                <a:lnTo>
                  <a:pt x="2685694" y="676262"/>
                </a:lnTo>
                <a:lnTo>
                  <a:pt x="2688323" y="676262"/>
                </a:lnTo>
                <a:lnTo>
                  <a:pt x="2689441" y="675805"/>
                </a:lnTo>
                <a:lnTo>
                  <a:pt x="2691307" y="673938"/>
                </a:lnTo>
                <a:lnTo>
                  <a:pt x="2691765" y="672820"/>
                </a:lnTo>
                <a:lnTo>
                  <a:pt x="2691765" y="670191"/>
                </a:lnTo>
                <a:close/>
              </a:path>
              <a:path w="6715125" h="2057400">
                <a:moveTo>
                  <a:pt x="2691765" y="622566"/>
                </a:moveTo>
                <a:lnTo>
                  <a:pt x="2691307" y="621449"/>
                </a:lnTo>
                <a:lnTo>
                  <a:pt x="2689441" y="619582"/>
                </a:lnTo>
                <a:lnTo>
                  <a:pt x="2688323" y="619125"/>
                </a:lnTo>
                <a:lnTo>
                  <a:pt x="2685694" y="619125"/>
                </a:lnTo>
                <a:lnTo>
                  <a:pt x="2684576" y="619582"/>
                </a:lnTo>
                <a:lnTo>
                  <a:pt x="2682710" y="621449"/>
                </a:lnTo>
                <a:lnTo>
                  <a:pt x="2682240" y="622566"/>
                </a:lnTo>
                <a:lnTo>
                  <a:pt x="2682240" y="625195"/>
                </a:lnTo>
                <a:lnTo>
                  <a:pt x="2682710" y="626313"/>
                </a:lnTo>
                <a:lnTo>
                  <a:pt x="2684576" y="628180"/>
                </a:lnTo>
                <a:lnTo>
                  <a:pt x="2685694" y="628637"/>
                </a:lnTo>
                <a:lnTo>
                  <a:pt x="2688323" y="628637"/>
                </a:lnTo>
                <a:lnTo>
                  <a:pt x="2689441" y="628180"/>
                </a:lnTo>
                <a:lnTo>
                  <a:pt x="2691307" y="626313"/>
                </a:lnTo>
                <a:lnTo>
                  <a:pt x="2691765" y="625195"/>
                </a:lnTo>
                <a:lnTo>
                  <a:pt x="2691765" y="622566"/>
                </a:lnTo>
                <a:close/>
              </a:path>
              <a:path w="6715125" h="2057400">
                <a:moveTo>
                  <a:pt x="2691765" y="574941"/>
                </a:moveTo>
                <a:lnTo>
                  <a:pt x="2691307" y="573824"/>
                </a:lnTo>
                <a:lnTo>
                  <a:pt x="2689441" y="571957"/>
                </a:lnTo>
                <a:lnTo>
                  <a:pt x="2688323" y="571487"/>
                </a:lnTo>
                <a:lnTo>
                  <a:pt x="2685694" y="571487"/>
                </a:lnTo>
                <a:lnTo>
                  <a:pt x="2684576" y="571957"/>
                </a:lnTo>
                <a:lnTo>
                  <a:pt x="2682710" y="573824"/>
                </a:lnTo>
                <a:lnTo>
                  <a:pt x="2682240" y="574941"/>
                </a:lnTo>
                <a:lnTo>
                  <a:pt x="2682240" y="577570"/>
                </a:lnTo>
                <a:lnTo>
                  <a:pt x="2682710" y="578688"/>
                </a:lnTo>
                <a:lnTo>
                  <a:pt x="2684576" y="580555"/>
                </a:lnTo>
                <a:lnTo>
                  <a:pt x="2685694" y="581012"/>
                </a:lnTo>
                <a:lnTo>
                  <a:pt x="2688323" y="581012"/>
                </a:lnTo>
                <a:lnTo>
                  <a:pt x="2689441" y="580555"/>
                </a:lnTo>
                <a:lnTo>
                  <a:pt x="2691307" y="578688"/>
                </a:lnTo>
                <a:lnTo>
                  <a:pt x="2691765" y="577570"/>
                </a:lnTo>
                <a:lnTo>
                  <a:pt x="2691765" y="574941"/>
                </a:lnTo>
                <a:close/>
              </a:path>
              <a:path w="6715125" h="2057400">
                <a:moveTo>
                  <a:pt x="2691765" y="527316"/>
                </a:moveTo>
                <a:lnTo>
                  <a:pt x="2691307" y="526199"/>
                </a:lnTo>
                <a:lnTo>
                  <a:pt x="2689441" y="524332"/>
                </a:lnTo>
                <a:lnTo>
                  <a:pt x="2688323" y="523875"/>
                </a:lnTo>
                <a:lnTo>
                  <a:pt x="2685694" y="523875"/>
                </a:lnTo>
                <a:lnTo>
                  <a:pt x="2684576" y="524332"/>
                </a:lnTo>
                <a:lnTo>
                  <a:pt x="2682710" y="526199"/>
                </a:lnTo>
                <a:lnTo>
                  <a:pt x="2682240" y="527316"/>
                </a:lnTo>
                <a:lnTo>
                  <a:pt x="2682240" y="529945"/>
                </a:lnTo>
                <a:lnTo>
                  <a:pt x="2682710" y="531063"/>
                </a:lnTo>
                <a:lnTo>
                  <a:pt x="2684576" y="532930"/>
                </a:lnTo>
                <a:lnTo>
                  <a:pt x="2685694" y="533387"/>
                </a:lnTo>
                <a:lnTo>
                  <a:pt x="2688323" y="533387"/>
                </a:lnTo>
                <a:lnTo>
                  <a:pt x="2689441" y="532930"/>
                </a:lnTo>
                <a:lnTo>
                  <a:pt x="2691307" y="531063"/>
                </a:lnTo>
                <a:lnTo>
                  <a:pt x="2691765" y="529945"/>
                </a:lnTo>
                <a:lnTo>
                  <a:pt x="2691765" y="527316"/>
                </a:lnTo>
                <a:close/>
              </a:path>
              <a:path w="6715125" h="2057400">
                <a:moveTo>
                  <a:pt x="2691765" y="479691"/>
                </a:moveTo>
                <a:lnTo>
                  <a:pt x="2691307" y="478574"/>
                </a:lnTo>
                <a:lnTo>
                  <a:pt x="2689441" y="476707"/>
                </a:lnTo>
                <a:lnTo>
                  <a:pt x="2688323" y="476250"/>
                </a:lnTo>
                <a:lnTo>
                  <a:pt x="2685694" y="476250"/>
                </a:lnTo>
                <a:lnTo>
                  <a:pt x="2684576" y="476707"/>
                </a:lnTo>
                <a:lnTo>
                  <a:pt x="2682710" y="478574"/>
                </a:lnTo>
                <a:lnTo>
                  <a:pt x="2682240" y="479691"/>
                </a:lnTo>
                <a:lnTo>
                  <a:pt x="2682240" y="482320"/>
                </a:lnTo>
                <a:lnTo>
                  <a:pt x="2682710" y="483438"/>
                </a:lnTo>
                <a:lnTo>
                  <a:pt x="2684576" y="485305"/>
                </a:lnTo>
                <a:lnTo>
                  <a:pt x="2685694" y="485775"/>
                </a:lnTo>
                <a:lnTo>
                  <a:pt x="2688323" y="485775"/>
                </a:lnTo>
                <a:lnTo>
                  <a:pt x="2689441" y="485305"/>
                </a:lnTo>
                <a:lnTo>
                  <a:pt x="2691307" y="483438"/>
                </a:lnTo>
                <a:lnTo>
                  <a:pt x="2691765" y="482320"/>
                </a:lnTo>
                <a:lnTo>
                  <a:pt x="2691765" y="479691"/>
                </a:lnTo>
                <a:close/>
              </a:path>
              <a:path w="6715125" h="2057400">
                <a:moveTo>
                  <a:pt x="2691765" y="432066"/>
                </a:moveTo>
                <a:lnTo>
                  <a:pt x="2691307" y="430949"/>
                </a:lnTo>
                <a:lnTo>
                  <a:pt x="2689441" y="429082"/>
                </a:lnTo>
                <a:lnTo>
                  <a:pt x="2688323" y="428625"/>
                </a:lnTo>
                <a:lnTo>
                  <a:pt x="2685694" y="428625"/>
                </a:lnTo>
                <a:lnTo>
                  <a:pt x="2684576" y="429082"/>
                </a:lnTo>
                <a:lnTo>
                  <a:pt x="2682710" y="430949"/>
                </a:lnTo>
                <a:lnTo>
                  <a:pt x="2682240" y="432066"/>
                </a:lnTo>
                <a:lnTo>
                  <a:pt x="2682240" y="434695"/>
                </a:lnTo>
                <a:lnTo>
                  <a:pt x="2682710" y="435813"/>
                </a:lnTo>
                <a:lnTo>
                  <a:pt x="2684576" y="437680"/>
                </a:lnTo>
                <a:lnTo>
                  <a:pt x="2685694" y="438150"/>
                </a:lnTo>
                <a:lnTo>
                  <a:pt x="2688323" y="438150"/>
                </a:lnTo>
                <a:lnTo>
                  <a:pt x="2689441" y="437680"/>
                </a:lnTo>
                <a:lnTo>
                  <a:pt x="2691307" y="435813"/>
                </a:lnTo>
                <a:lnTo>
                  <a:pt x="2691765" y="434695"/>
                </a:lnTo>
                <a:lnTo>
                  <a:pt x="2691765" y="432066"/>
                </a:lnTo>
                <a:close/>
              </a:path>
              <a:path w="6715125" h="2057400">
                <a:moveTo>
                  <a:pt x="2691765" y="384441"/>
                </a:moveTo>
                <a:lnTo>
                  <a:pt x="2691307" y="383324"/>
                </a:lnTo>
                <a:lnTo>
                  <a:pt x="2689441" y="381457"/>
                </a:lnTo>
                <a:lnTo>
                  <a:pt x="2688323" y="381000"/>
                </a:lnTo>
                <a:lnTo>
                  <a:pt x="2685694" y="381000"/>
                </a:lnTo>
                <a:lnTo>
                  <a:pt x="2684576" y="381457"/>
                </a:lnTo>
                <a:lnTo>
                  <a:pt x="2682710" y="383324"/>
                </a:lnTo>
                <a:lnTo>
                  <a:pt x="2682240" y="384441"/>
                </a:lnTo>
                <a:lnTo>
                  <a:pt x="2682240" y="387070"/>
                </a:lnTo>
                <a:lnTo>
                  <a:pt x="2682710" y="388188"/>
                </a:lnTo>
                <a:lnTo>
                  <a:pt x="2684576" y="390055"/>
                </a:lnTo>
                <a:lnTo>
                  <a:pt x="2685694" y="390525"/>
                </a:lnTo>
                <a:lnTo>
                  <a:pt x="2688323" y="390525"/>
                </a:lnTo>
                <a:lnTo>
                  <a:pt x="2689441" y="390055"/>
                </a:lnTo>
                <a:lnTo>
                  <a:pt x="2691307" y="388188"/>
                </a:lnTo>
                <a:lnTo>
                  <a:pt x="2691765" y="387070"/>
                </a:lnTo>
                <a:lnTo>
                  <a:pt x="2691765" y="384441"/>
                </a:lnTo>
                <a:close/>
              </a:path>
              <a:path w="6715125" h="2057400">
                <a:moveTo>
                  <a:pt x="2691765" y="336816"/>
                </a:moveTo>
                <a:lnTo>
                  <a:pt x="2691307" y="335699"/>
                </a:lnTo>
                <a:lnTo>
                  <a:pt x="2689441" y="333832"/>
                </a:lnTo>
                <a:lnTo>
                  <a:pt x="2688323" y="333375"/>
                </a:lnTo>
                <a:lnTo>
                  <a:pt x="2685694" y="333375"/>
                </a:lnTo>
                <a:lnTo>
                  <a:pt x="2684576" y="333832"/>
                </a:lnTo>
                <a:lnTo>
                  <a:pt x="2682710" y="335699"/>
                </a:lnTo>
                <a:lnTo>
                  <a:pt x="2682240" y="336816"/>
                </a:lnTo>
                <a:lnTo>
                  <a:pt x="2682240" y="339445"/>
                </a:lnTo>
                <a:lnTo>
                  <a:pt x="2682710" y="340563"/>
                </a:lnTo>
                <a:lnTo>
                  <a:pt x="2684576" y="342430"/>
                </a:lnTo>
                <a:lnTo>
                  <a:pt x="2685694" y="342900"/>
                </a:lnTo>
                <a:lnTo>
                  <a:pt x="2688323" y="342900"/>
                </a:lnTo>
                <a:lnTo>
                  <a:pt x="2689441" y="342430"/>
                </a:lnTo>
                <a:lnTo>
                  <a:pt x="2691307" y="340563"/>
                </a:lnTo>
                <a:lnTo>
                  <a:pt x="2691765" y="339445"/>
                </a:lnTo>
                <a:lnTo>
                  <a:pt x="2691765" y="336816"/>
                </a:lnTo>
                <a:close/>
              </a:path>
              <a:path w="6715125" h="2057400">
                <a:moveTo>
                  <a:pt x="2691765" y="289191"/>
                </a:moveTo>
                <a:lnTo>
                  <a:pt x="2691307" y="288074"/>
                </a:lnTo>
                <a:lnTo>
                  <a:pt x="2689441" y="286207"/>
                </a:lnTo>
                <a:lnTo>
                  <a:pt x="2688323" y="285750"/>
                </a:lnTo>
                <a:lnTo>
                  <a:pt x="2685694" y="285750"/>
                </a:lnTo>
                <a:lnTo>
                  <a:pt x="2684576" y="286207"/>
                </a:lnTo>
                <a:lnTo>
                  <a:pt x="2682710" y="288074"/>
                </a:lnTo>
                <a:lnTo>
                  <a:pt x="2682240" y="289191"/>
                </a:lnTo>
                <a:lnTo>
                  <a:pt x="2682240" y="291820"/>
                </a:lnTo>
                <a:lnTo>
                  <a:pt x="2682710" y="292938"/>
                </a:lnTo>
                <a:lnTo>
                  <a:pt x="2684576" y="294805"/>
                </a:lnTo>
                <a:lnTo>
                  <a:pt x="2685694" y="295275"/>
                </a:lnTo>
                <a:lnTo>
                  <a:pt x="2688323" y="295275"/>
                </a:lnTo>
                <a:lnTo>
                  <a:pt x="2689441" y="294805"/>
                </a:lnTo>
                <a:lnTo>
                  <a:pt x="2691307" y="292938"/>
                </a:lnTo>
                <a:lnTo>
                  <a:pt x="2691765" y="291820"/>
                </a:lnTo>
                <a:lnTo>
                  <a:pt x="2691765" y="289191"/>
                </a:lnTo>
                <a:close/>
              </a:path>
              <a:path w="6715125" h="2057400">
                <a:moveTo>
                  <a:pt x="2691765" y="241566"/>
                </a:moveTo>
                <a:lnTo>
                  <a:pt x="2691307" y="240449"/>
                </a:lnTo>
                <a:lnTo>
                  <a:pt x="2689441" y="238582"/>
                </a:lnTo>
                <a:lnTo>
                  <a:pt x="2688323" y="238125"/>
                </a:lnTo>
                <a:lnTo>
                  <a:pt x="2685694" y="238125"/>
                </a:lnTo>
                <a:lnTo>
                  <a:pt x="2684576" y="238582"/>
                </a:lnTo>
                <a:lnTo>
                  <a:pt x="2682710" y="240449"/>
                </a:lnTo>
                <a:lnTo>
                  <a:pt x="2682240" y="241566"/>
                </a:lnTo>
                <a:lnTo>
                  <a:pt x="2682240" y="244195"/>
                </a:lnTo>
                <a:lnTo>
                  <a:pt x="2682710" y="245313"/>
                </a:lnTo>
                <a:lnTo>
                  <a:pt x="2684576" y="247180"/>
                </a:lnTo>
                <a:lnTo>
                  <a:pt x="2685694" y="247650"/>
                </a:lnTo>
                <a:lnTo>
                  <a:pt x="2688323" y="247650"/>
                </a:lnTo>
                <a:lnTo>
                  <a:pt x="2689441" y="247180"/>
                </a:lnTo>
                <a:lnTo>
                  <a:pt x="2691307" y="245313"/>
                </a:lnTo>
                <a:lnTo>
                  <a:pt x="2691765" y="244195"/>
                </a:lnTo>
                <a:lnTo>
                  <a:pt x="2691765" y="241566"/>
                </a:lnTo>
                <a:close/>
              </a:path>
              <a:path w="6715125" h="2057400">
                <a:moveTo>
                  <a:pt x="2691765" y="193941"/>
                </a:moveTo>
                <a:lnTo>
                  <a:pt x="2691307" y="192824"/>
                </a:lnTo>
                <a:lnTo>
                  <a:pt x="2689441" y="190957"/>
                </a:lnTo>
                <a:lnTo>
                  <a:pt x="2688323" y="190500"/>
                </a:lnTo>
                <a:lnTo>
                  <a:pt x="2685694" y="190500"/>
                </a:lnTo>
                <a:lnTo>
                  <a:pt x="2684576" y="190957"/>
                </a:lnTo>
                <a:lnTo>
                  <a:pt x="2682710" y="192824"/>
                </a:lnTo>
                <a:lnTo>
                  <a:pt x="2682240" y="193941"/>
                </a:lnTo>
                <a:lnTo>
                  <a:pt x="2682240" y="196570"/>
                </a:lnTo>
                <a:lnTo>
                  <a:pt x="2682710" y="197688"/>
                </a:lnTo>
                <a:lnTo>
                  <a:pt x="2684576" y="199555"/>
                </a:lnTo>
                <a:lnTo>
                  <a:pt x="2685694" y="200025"/>
                </a:lnTo>
                <a:lnTo>
                  <a:pt x="2688323" y="200025"/>
                </a:lnTo>
                <a:lnTo>
                  <a:pt x="2689441" y="199555"/>
                </a:lnTo>
                <a:lnTo>
                  <a:pt x="2691307" y="197688"/>
                </a:lnTo>
                <a:lnTo>
                  <a:pt x="2691765" y="196570"/>
                </a:lnTo>
                <a:lnTo>
                  <a:pt x="2691765" y="193941"/>
                </a:lnTo>
                <a:close/>
              </a:path>
              <a:path w="6715125" h="2057400">
                <a:moveTo>
                  <a:pt x="2691765" y="146316"/>
                </a:moveTo>
                <a:lnTo>
                  <a:pt x="2691307" y="145199"/>
                </a:lnTo>
                <a:lnTo>
                  <a:pt x="2689441" y="143332"/>
                </a:lnTo>
                <a:lnTo>
                  <a:pt x="2688323" y="142875"/>
                </a:lnTo>
                <a:lnTo>
                  <a:pt x="2685694" y="142875"/>
                </a:lnTo>
                <a:lnTo>
                  <a:pt x="2684576" y="143332"/>
                </a:lnTo>
                <a:lnTo>
                  <a:pt x="2682710" y="145199"/>
                </a:lnTo>
                <a:lnTo>
                  <a:pt x="2682240" y="146316"/>
                </a:lnTo>
                <a:lnTo>
                  <a:pt x="2682240" y="148945"/>
                </a:lnTo>
                <a:lnTo>
                  <a:pt x="2682710" y="150063"/>
                </a:lnTo>
                <a:lnTo>
                  <a:pt x="2684576" y="151930"/>
                </a:lnTo>
                <a:lnTo>
                  <a:pt x="2685694" y="152400"/>
                </a:lnTo>
                <a:lnTo>
                  <a:pt x="2688323" y="152400"/>
                </a:lnTo>
                <a:lnTo>
                  <a:pt x="2689441" y="151930"/>
                </a:lnTo>
                <a:lnTo>
                  <a:pt x="2691307" y="150063"/>
                </a:lnTo>
                <a:lnTo>
                  <a:pt x="2691765" y="148945"/>
                </a:lnTo>
                <a:lnTo>
                  <a:pt x="2691765" y="146316"/>
                </a:lnTo>
                <a:close/>
              </a:path>
              <a:path w="6715125" h="2057400">
                <a:moveTo>
                  <a:pt x="2691765" y="98691"/>
                </a:moveTo>
                <a:lnTo>
                  <a:pt x="2691307" y="97574"/>
                </a:lnTo>
                <a:lnTo>
                  <a:pt x="2689441" y="95707"/>
                </a:lnTo>
                <a:lnTo>
                  <a:pt x="2688323" y="95250"/>
                </a:lnTo>
                <a:lnTo>
                  <a:pt x="2685694" y="95250"/>
                </a:lnTo>
                <a:lnTo>
                  <a:pt x="2684576" y="95707"/>
                </a:lnTo>
                <a:lnTo>
                  <a:pt x="2682710" y="97574"/>
                </a:lnTo>
                <a:lnTo>
                  <a:pt x="2682240" y="98691"/>
                </a:lnTo>
                <a:lnTo>
                  <a:pt x="2682240" y="101320"/>
                </a:lnTo>
                <a:lnTo>
                  <a:pt x="2682710" y="102438"/>
                </a:lnTo>
                <a:lnTo>
                  <a:pt x="2684576" y="104305"/>
                </a:lnTo>
                <a:lnTo>
                  <a:pt x="2685694" y="104775"/>
                </a:lnTo>
                <a:lnTo>
                  <a:pt x="2688323" y="104775"/>
                </a:lnTo>
                <a:lnTo>
                  <a:pt x="2689441" y="104305"/>
                </a:lnTo>
                <a:lnTo>
                  <a:pt x="2691307" y="102438"/>
                </a:lnTo>
                <a:lnTo>
                  <a:pt x="2691765" y="101320"/>
                </a:lnTo>
                <a:lnTo>
                  <a:pt x="2691765" y="98691"/>
                </a:lnTo>
                <a:close/>
              </a:path>
              <a:path w="6715125" h="2057400">
                <a:moveTo>
                  <a:pt x="2691765" y="51066"/>
                </a:moveTo>
                <a:lnTo>
                  <a:pt x="2691307" y="49949"/>
                </a:lnTo>
                <a:lnTo>
                  <a:pt x="2689441" y="48082"/>
                </a:lnTo>
                <a:lnTo>
                  <a:pt x="2688323" y="47625"/>
                </a:lnTo>
                <a:lnTo>
                  <a:pt x="2685694" y="47625"/>
                </a:lnTo>
                <a:lnTo>
                  <a:pt x="2684576" y="48082"/>
                </a:lnTo>
                <a:lnTo>
                  <a:pt x="2682710" y="49949"/>
                </a:lnTo>
                <a:lnTo>
                  <a:pt x="2682240" y="51066"/>
                </a:lnTo>
                <a:lnTo>
                  <a:pt x="2682240" y="53695"/>
                </a:lnTo>
                <a:lnTo>
                  <a:pt x="2682710" y="54813"/>
                </a:lnTo>
                <a:lnTo>
                  <a:pt x="2684576" y="56680"/>
                </a:lnTo>
                <a:lnTo>
                  <a:pt x="2685694" y="57150"/>
                </a:lnTo>
                <a:lnTo>
                  <a:pt x="2688323" y="57150"/>
                </a:lnTo>
                <a:lnTo>
                  <a:pt x="2689441" y="56680"/>
                </a:lnTo>
                <a:lnTo>
                  <a:pt x="2691307" y="54813"/>
                </a:lnTo>
                <a:lnTo>
                  <a:pt x="2691765" y="53695"/>
                </a:lnTo>
                <a:lnTo>
                  <a:pt x="2691765" y="51066"/>
                </a:lnTo>
                <a:close/>
              </a:path>
              <a:path w="6715125" h="2057400">
                <a:moveTo>
                  <a:pt x="2691765" y="3441"/>
                </a:moveTo>
                <a:lnTo>
                  <a:pt x="2691307" y="2324"/>
                </a:lnTo>
                <a:lnTo>
                  <a:pt x="2689441" y="457"/>
                </a:lnTo>
                <a:lnTo>
                  <a:pt x="2688323" y="0"/>
                </a:lnTo>
                <a:lnTo>
                  <a:pt x="2685694" y="0"/>
                </a:lnTo>
                <a:lnTo>
                  <a:pt x="2684576" y="457"/>
                </a:lnTo>
                <a:lnTo>
                  <a:pt x="2682710" y="2324"/>
                </a:lnTo>
                <a:lnTo>
                  <a:pt x="2682240" y="3441"/>
                </a:lnTo>
                <a:lnTo>
                  <a:pt x="2682240" y="6070"/>
                </a:lnTo>
                <a:lnTo>
                  <a:pt x="2682710" y="7188"/>
                </a:lnTo>
                <a:lnTo>
                  <a:pt x="2684576" y="9055"/>
                </a:lnTo>
                <a:lnTo>
                  <a:pt x="2685694" y="9525"/>
                </a:lnTo>
                <a:lnTo>
                  <a:pt x="2688323" y="9525"/>
                </a:lnTo>
                <a:lnTo>
                  <a:pt x="2689441" y="9055"/>
                </a:lnTo>
                <a:lnTo>
                  <a:pt x="2691307" y="7188"/>
                </a:lnTo>
                <a:lnTo>
                  <a:pt x="2691765" y="6070"/>
                </a:lnTo>
                <a:lnTo>
                  <a:pt x="2691765" y="3441"/>
                </a:lnTo>
                <a:close/>
              </a:path>
              <a:path w="6715125" h="2057400">
                <a:moveTo>
                  <a:pt x="4032897" y="2051316"/>
                </a:moveTo>
                <a:lnTo>
                  <a:pt x="4032427" y="2050199"/>
                </a:lnTo>
                <a:lnTo>
                  <a:pt x="4030561" y="2048332"/>
                </a:lnTo>
                <a:lnTo>
                  <a:pt x="4029443" y="2047862"/>
                </a:lnTo>
                <a:lnTo>
                  <a:pt x="4026814" y="2047862"/>
                </a:lnTo>
                <a:lnTo>
                  <a:pt x="4025696" y="2048332"/>
                </a:lnTo>
                <a:lnTo>
                  <a:pt x="4023830" y="2050199"/>
                </a:lnTo>
                <a:lnTo>
                  <a:pt x="4023372" y="2051316"/>
                </a:lnTo>
                <a:lnTo>
                  <a:pt x="4023372" y="2053945"/>
                </a:lnTo>
                <a:lnTo>
                  <a:pt x="4023830" y="2055063"/>
                </a:lnTo>
                <a:lnTo>
                  <a:pt x="4025696" y="2056930"/>
                </a:lnTo>
                <a:lnTo>
                  <a:pt x="4026814" y="2057387"/>
                </a:lnTo>
                <a:lnTo>
                  <a:pt x="4029443" y="2057387"/>
                </a:lnTo>
                <a:lnTo>
                  <a:pt x="4030561" y="2056930"/>
                </a:lnTo>
                <a:lnTo>
                  <a:pt x="4032427" y="2055063"/>
                </a:lnTo>
                <a:lnTo>
                  <a:pt x="4032897" y="2053945"/>
                </a:lnTo>
                <a:lnTo>
                  <a:pt x="4032897" y="2051316"/>
                </a:lnTo>
                <a:close/>
              </a:path>
              <a:path w="6715125" h="2057400">
                <a:moveTo>
                  <a:pt x="4032897" y="2003691"/>
                </a:moveTo>
                <a:lnTo>
                  <a:pt x="4032427" y="2002574"/>
                </a:lnTo>
                <a:lnTo>
                  <a:pt x="4030561" y="2000707"/>
                </a:lnTo>
                <a:lnTo>
                  <a:pt x="4029443" y="2000237"/>
                </a:lnTo>
                <a:lnTo>
                  <a:pt x="4026814" y="2000237"/>
                </a:lnTo>
                <a:lnTo>
                  <a:pt x="4025696" y="2000707"/>
                </a:lnTo>
                <a:lnTo>
                  <a:pt x="4023830" y="2002574"/>
                </a:lnTo>
                <a:lnTo>
                  <a:pt x="4023372" y="2003691"/>
                </a:lnTo>
                <a:lnTo>
                  <a:pt x="4023372" y="2006320"/>
                </a:lnTo>
                <a:lnTo>
                  <a:pt x="4023830" y="2007438"/>
                </a:lnTo>
                <a:lnTo>
                  <a:pt x="4025696" y="2009305"/>
                </a:lnTo>
                <a:lnTo>
                  <a:pt x="4026814" y="2009762"/>
                </a:lnTo>
                <a:lnTo>
                  <a:pt x="4029443" y="2009762"/>
                </a:lnTo>
                <a:lnTo>
                  <a:pt x="4030561" y="2009305"/>
                </a:lnTo>
                <a:lnTo>
                  <a:pt x="4032427" y="2007438"/>
                </a:lnTo>
                <a:lnTo>
                  <a:pt x="4032897" y="2006320"/>
                </a:lnTo>
                <a:lnTo>
                  <a:pt x="4032897" y="2003691"/>
                </a:lnTo>
                <a:close/>
              </a:path>
              <a:path w="6715125" h="2057400">
                <a:moveTo>
                  <a:pt x="4032897" y="1956066"/>
                </a:moveTo>
                <a:lnTo>
                  <a:pt x="4032427" y="1954949"/>
                </a:lnTo>
                <a:lnTo>
                  <a:pt x="4030561" y="1953082"/>
                </a:lnTo>
                <a:lnTo>
                  <a:pt x="4029443" y="1952612"/>
                </a:lnTo>
                <a:lnTo>
                  <a:pt x="4026814" y="1952612"/>
                </a:lnTo>
                <a:lnTo>
                  <a:pt x="4025696" y="1953082"/>
                </a:lnTo>
                <a:lnTo>
                  <a:pt x="4023830" y="1954949"/>
                </a:lnTo>
                <a:lnTo>
                  <a:pt x="4023372" y="1956066"/>
                </a:lnTo>
                <a:lnTo>
                  <a:pt x="4023372" y="1958695"/>
                </a:lnTo>
                <a:lnTo>
                  <a:pt x="4023830" y="1959813"/>
                </a:lnTo>
                <a:lnTo>
                  <a:pt x="4025696" y="1961680"/>
                </a:lnTo>
                <a:lnTo>
                  <a:pt x="4026814" y="1962137"/>
                </a:lnTo>
                <a:lnTo>
                  <a:pt x="4029443" y="1962137"/>
                </a:lnTo>
                <a:lnTo>
                  <a:pt x="4030561" y="1961680"/>
                </a:lnTo>
                <a:lnTo>
                  <a:pt x="4032427" y="1959813"/>
                </a:lnTo>
                <a:lnTo>
                  <a:pt x="4032897" y="1958695"/>
                </a:lnTo>
                <a:lnTo>
                  <a:pt x="4032897" y="1956066"/>
                </a:lnTo>
                <a:close/>
              </a:path>
              <a:path w="6715125" h="2057400">
                <a:moveTo>
                  <a:pt x="4032897" y="1908441"/>
                </a:moveTo>
                <a:lnTo>
                  <a:pt x="4032427" y="1907324"/>
                </a:lnTo>
                <a:lnTo>
                  <a:pt x="4030561" y="1905457"/>
                </a:lnTo>
                <a:lnTo>
                  <a:pt x="4029443" y="1904987"/>
                </a:lnTo>
                <a:lnTo>
                  <a:pt x="4026814" y="1904987"/>
                </a:lnTo>
                <a:lnTo>
                  <a:pt x="4025696" y="1905457"/>
                </a:lnTo>
                <a:lnTo>
                  <a:pt x="4023830" y="1907324"/>
                </a:lnTo>
                <a:lnTo>
                  <a:pt x="4023372" y="1908441"/>
                </a:lnTo>
                <a:lnTo>
                  <a:pt x="4023372" y="1911070"/>
                </a:lnTo>
                <a:lnTo>
                  <a:pt x="4023830" y="1912188"/>
                </a:lnTo>
                <a:lnTo>
                  <a:pt x="4025696" y="1914055"/>
                </a:lnTo>
                <a:lnTo>
                  <a:pt x="4026814" y="1914512"/>
                </a:lnTo>
                <a:lnTo>
                  <a:pt x="4029443" y="1914512"/>
                </a:lnTo>
                <a:lnTo>
                  <a:pt x="4030561" y="1914055"/>
                </a:lnTo>
                <a:lnTo>
                  <a:pt x="4032427" y="1912188"/>
                </a:lnTo>
                <a:lnTo>
                  <a:pt x="4032897" y="1911070"/>
                </a:lnTo>
                <a:lnTo>
                  <a:pt x="4032897" y="1908441"/>
                </a:lnTo>
                <a:close/>
              </a:path>
              <a:path w="6715125" h="2057400">
                <a:moveTo>
                  <a:pt x="4032897" y="1860816"/>
                </a:moveTo>
                <a:lnTo>
                  <a:pt x="4032427" y="1859699"/>
                </a:lnTo>
                <a:lnTo>
                  <a:pt x="4030561" y="1857832"/>
                </a:lnTo>
                <a:lnTo>
                  <a:pt x="4029443" y="1857362"/>
                </a:lnTo>
                <a:lnTo>
                  <a:pt x="4026814" y="1857362"/>
                </a:lnTo>
                <a:lnTo>
                  <a:pt x="4025696" y="1857832"/>
                </a:lnTo>
                <a:lnTo>
                  <a:pt x="4023830" y="1859699"/>
                </a:lnTo>
                <a:lnTo>
                  <a:pt x="4023372" y="1860816"/>
                </a:lnTo>
                <a:lnTo>
                  <a:pt x="4023372" y="1863445"/>
                </a:lnTo>
                <a:lnTo>
                  <a:pt x="4023830" y="1864563"/>
                </a:lnTo>
                <a:lnTo>
                  <a:pt x="4025696" y="1866430"/>
                </a:lnTo>
                <a:lnTo>
                  <a:pt x="4026814" y="1866887"/>
                </a:lnTo>
                <a:lnTo>
                  <a:pt x="4029443" y="1866887"/>
                </a:lnTo>
                <a:lnTo>
                  <a:pt x="4030561" y="1866430"/>
                </a:lnTo>
                <a:lnTo>
                  <a:pt x="4032427" y="1864563"/>
                </a:lnTo>
                <a:lnTo>
                  <a:pt x="4032897" y="1863445"/>
                </a:lnTo>
                <a:lnTo>
                  <a:pt x="4032897" y="1860816"/>
                </a:lnTo>
                <a:close/>
              </a:path>
              <a:path w="6715125" h="2057400">
                <a:moveTo>
                  <a:pt x="4032897" y="1813191"/>
                </a:moveTo>
                <a:lnTo>
                  <a:pt x="4032427" y="1812074"/>
                </a:lnTo>
                <a:lnTo>
                  <a:pt x="4030561" y="1810207"/>
                </a:lnTo>
                <a:lnTo>
                  <a:pt x="4029443" y="1809737"/>
                </a:lnTo>
                <a:lnTo>
                  <a:pt x="4026814" y="1809737"/>
                </a:lnTo>
                <a:lnTo>
                  <a:pt x="4025696" y="1810207"/>
                </a:lnTo>
                <a:lnTo>
                  <a:pt x="4023830" y="1812074"/>
                </a:lnTo>
                <a:lnTo>
                  <a:pt x="4023372" y="1813191"/>
                </a:lnTo>
                <a:lnTo>
                  <a:pt x="4023372" y="1815820"/>
                </a:lnTo>
                <a:lnTo>
                  <a:pt x="4023830" y="1816938"/>
                </a:lnTo>
                <a:lnTo>
                  <a:pt x="4025696" y="1818805"/>
                </a:lnTo>
                <a:lnTo>
                  <a:pt x="4026814" y="1819262"/>
                </a:lnTo>
                <a:lnTo>
                  <a:pt x="4029443" y="1819262"/>
                </a:lnTo>
                <a:lnTo>
                  <a:pt x="4030561" y="1818805"/>
                </a:lnTo>
                <a:lnTo>
                  <a:pt x="4032427" y="1816938"/>
                </a:lnTo>
                <a:lnTo>
                  <a:pt x="4032897" y="1815820"/>
                </a:lnTo>
                <a:lnTo>
                  <a:pt x="4032897" y="1813191"/>
                </a:lnTo>
                <a:close/>
              </a:path>
              <a:path w="6715125" h="2057400">
                <a:moveTo>
                  <a:pt x="4032897" y="1765566"/>
                </a:moveTo>
                <a:lnTo>
                  <a:pt x="4032427" y="1764449"/>
                </a:lnTo>
                <a:lnTo>
                  <a:pt x="4030561" y="1762582"/>
                </a:lnTo>
                <a:lnTo>
                  <a:pt x="4029443" y="1762112"/>
                </a:lnTo>
                <a:lnTo>
                  <a:pt x="4026814" y="1762112"/>
                </a:lnTo>
                <a:lnTo>
                  <a:pt x="4025696" y="1762582"/>
                </a:lnTo>
                <a:lnTo>
                  <a:pt x="4023830" y="1764449"/>
                </a:lnTo>
                <a:lnTo>
                  <a:pt x="4023372" y="1765566"/>
                </a:lnTo>
                <a:lnTo>
                  <a:pt x="4023372" y="1768195"/>
                </a:lnTo>
                <a:lnTo>
                  <a:pt x="4023830" y="1769313"/>
                </a:lnTo>
                <a:lnTo>
                  <a:pt x="4025696" y="1771180"/>
                </a:lnTo>
                <a:lnTo>
                  <a:pt x="4026814" y="1771637"/>
                </a:lnTo>
                <a:lnTo>
                  <a:pt x="4029443" y="1771637"/>
                </a:lnTo>
                <a:lnTo>
                  <a:pt x="4030561" y="1771180"/>
                </a:lnTo>
                <a:lnTo>
                  <a:pt x="4032427" y="1769313"/>
                </a:lnTo>
                <a:lnTo>
                  <a:pt x="4032897" y="1768195"/>
                </a:lnTo>
                <a:lnTo>
                  <a:pt x="4032897" y="1765566"/>
                </a:lnTo>
                <a:close/>
              </a:path>
              <a:path w="6715125" h="2057400">
                <a:moveTo>
                  <a:pt x="4032897" y="1717941"/>
                </a:moveTo>
                <a:lnTo>
                  <a:pt x="4032427" y="1716824"/>
                </a:lnTo>
                <a:lnTo>
                  <a:pt x="4030561" y="1714957"/>
                </a:lnTo>
                <a:lnTo>
                  <a:pt x="4029443" y="1714487"/>
                </a:lnTo>
                <a:lnTo>
                  <a:pt x="4026814" y="1714487"/>
                </a:lnTo>
                <a:lnTo>
                  <a:pt x="4025696" y="1714957"/>
                </a:lnTo>
                <a:lnTo>
                  <a:pt x="4023830" y="1716824"/>
                </a:lnTo>
                <a:lnTo>
                  <a:pt x="4023372" y="1717941"/>
                </a:lnTo>
                <a:lnTo>
                  <a:pt x="4023372" y="1720570"/>
                </a:lnTo>
                <a:lnTo>
                  <a:pt x="4023830" y="1721688"/>
                </a:lnTo>
                <a:lnTo>
                  <a:pt x="4025696" y="1723555"/>
                </a:lnTo>
                <a:lnTo>
                  <a:pt x="4026814" y="1724012"/>
                </a:lnTo>
                <a:lnTo>
                  <a:pt x="4029443" y="1724012"/>
                </a:lnTo>
                <a:lnTo>
                  <a:pt x="4030561" y="1723555"/>
                </a:lnTo>
                <a:lnTo>
                  <a:pt x="4032427" y="1721688"/>
                </a:lnTo>
                <a:lnTo>
                  <a:pt x="4032897" y="1720570"/>
                </a:lnTo>
                <a:lnTo>
                  <a:pt x="4032897" y="1717941"/>
                </a:lnTo>
                <a:close/>
              </a:path>
              <a:path w="6715125" h="2057400">
                <a:moveTo>
                  <a:pt x="4032897" y="1670316"/>
                </a:moveTo>
                <a:lnTo>
                  <a:pt x="4032427" y="1669199"/>
                </a:lnTo>
                <a:lnTo>
                  <a:pt x="4030561" y="1667332"/>
                </a:lnTo>
                <a:lnTo>
                  <a:pt x="4029443" y="1666862"/>
                </a:lnTo>
                <a:lnTo>
                  <a:pt x="4026814" y="1666862"/>
                </a:lnTo>
                <a:lnTo>
                  <a:pt x="4025696" y="1667332"/>
                </a:lnTo>
                <a:lnTo>
                  <a:pt x="4023830" y="1669199"/>
                </a:lnTo>
                <a:lnTo>
                  <a:pt x="4023372" y="1670316"/>
                </a:lnTo>
                <a:lnTo>
                  <a:pt x="4023372" y="1672945"/>
                </a:lnTo>
                <a:lnTo>
                  <a:pt x="4023830" y="1674063"/>
                </a:lnTo>
                <a:lnTo>
                  <a:pt x="4025696" y="1675930"/>
                </a:lnTo>
                <a:lnTo>
                  <a:pt x="4026814" y="1676387"/>
                </a:lnTo>
                <a:lnTo>
                  <a:pt x="4029443" y="1676387"/>
                </a:lnTo>
                <a:lnTo>
                  <a:pt x="4030561" y="1675930"/>
                </a:lnTo>
                <a:lnTo>
                  <a:pt x="4032427" y="1674063"/>
                </a:lnTo>
                <a:lnTo>
                  <a:pt x="4032897" y="1672945"/>
                </a:lnTo>
                <a:lnTo>
                  <a:pt x="4032897" y="1670316"/>
                </a:lnTo>
                <a:close/>
              </a:path>
              <a:path w="6715125" h="2057400">
                <a:moveTo>
                  <a:pt x="4032897" y="1622691"/>
                </a:moveTo>
                <a:lnTo>
                  <a:pt x="4032427" y="1621574"/>
                </a:lnTo>
                <a:lnTo>
                  <a:pt x="4030561" y="1619707"/>
                </a:lnTo>
                <a:lnTo>
                  <a:pt x="4029443" y="1619237"/>
                </a:lnTo>
                <a:lnTo>
                  <a:pt x="4026814" y="1619237"/>
                </a:lnTo>
                <a:lnTo>
                  <a:pt x="4025696" y="1619707"/>
                </a:lnTo>
                <a:lnTo>
                  <a:pt x="4023830" y="1621574"/>
                </a:lnTo>
                <a:lnTo>
                  <a:pt x="4023372" y="1622691"/>
                </a:lnTo>
                <a:lnTo>
                  <a:pt x="4023372" y="1625320"/>
                </a:lnTo>
                <a:lnTo>
                  <a:pt x="4023830" y="1626438"/>
                </a:lnTo>
                <a:lnTo>
                  <a:pt x="4025696" y="1628305"/>
                </a:lnTo>
                <a:lnTo>
                  <a:pt x="4026814" y="1628762"/>
                </a:lnTo>
                <a:lnTo>
                  <a:pt x="4029443" y="1628762"/>
                </a:lnTo>
                <a:lnTo>
                  <a:pt x="4030561" y="1628305"/>
                </a:lnTo>
                <a:lnTo>
                  <a:pt x="4032427" y="1626438"/>
                </a:lnTo>
                <a:lnTo>
                  <a:pt x="4032897" y="1625320"/>
                </a:lnTo>
                <a:lnTo>
                  <a:pt x="4032897" y="1622691"/>
                </a:lnTo>
                <a:close/>
              </a:path>
              <a:path w="6715125" h="2057400">
                <a:moveTo>
                  <a:pt x="4032897" y="1575066"/>
                </a:moveTo>
                <a:lnTo>
                  <a:pt x="4032427" y="1573949"/>
                </a:lnTo>
                <a:lnTo>
                  <a:pt x="4030561" y="1572082"/>
                </a:lnTo>
                <a:lnTo>
                  <a:pt x="4029443" y="1571612"/>
                </a:lnTo>
                <a:lnTo>
                  <a:pt x="4026814" y="1571612"/>
                </a:lnTo>
                <a:lnTo>
                  <a:pt x="4025696" y="1572082"/>
                </a:lnTo>
                <a:lnTo>
                  <a:pt x="4023830" y="1573949"/>
                </a:lnTo>
                <a:lnTo>
                  <a:pt x="4023372" y="1575066"/>
                </a:lnTo>
                <a:lnTo>
                  <a:pt x="4023372" y="1577695"/>
                </a:lnTo>
                <a:lnTo>
                  <a:pt x="4023830" y="1578813"/>
                </a:lnTo>
                <a:lnTo>
                  <a:pt x="4025696" y="1580680"/>
                </a:lnTo>
                <a:lnTo>
                  <a:pt x="4026814" y="1581137"/>
                </a:lnTo>
                <a:lnTo>
                  <a:pt x="4029443" y="1581137"/>
                </a:lnTo>
                <a:lnTo>
                  <a:pt x="4030561" y="1580680"/>
                </a:lnTo>
                <a:lnTo>
                  <a:pt x="4032427" y="1578813"/>
                </a:lnTo>
                <a:lnTo>
                  <a:pt x="4032897" y="1577695"/>
                </a:lnTo>
                <a:lnTo>
                  <a:pt x="4032897" y="1575066"/>
                </a:lnTo>
                <a:close/>
              </a:path>
              <a:path w="6715125" h="2057400">
                <a:moveTo>
                  <a:pt x="4032897" y="1527441"/>
                </a:moveTo>
                <a:lnTo>
                  <a:pt x="4032427" y="1526324"/>
                </a:lnTo>
                <a:lnTo>
                  <a:pt x="4030561" y="1524457"/>
                </a:lnTo>
                <a:lnTo>
                  <a:pt x="4029443" y="1523987"/>
                </a:lnTo>
                <a:lnTo>
                  <a:pt x="4026814" y="1523987"/>
                </a:lnTo>
                <a:lnTo>
                  <a:pt x="4025696" y="1524457"/>
                </a:lnTo>
                <a:lnTo>
                  <a:pt x="4023830" y="1526324"/>
                </a:lnTo>
                <a:lnTo>
                  <a:pt x="4023372" y="1527441"/>
                </a:lnTo>
                <a:lnTo>
                  <a:pt x="4023372" y="1530070"/>
                </a:lnTo>
                <a:lnTo>
                  <a:pt x="4023830" y="1531188"/>
                </a:lnTo>
                <a:lnTo>
                  <a:pt x="4025696" y="1533055"/>
                </a:lnTo>
                <a:lnTo>
                  <a:pt x="4026814" y="1533512"/>
                </a:lnTo>
                <a:lnTo>
                  <a:pt x="4029443" y="1533512"/>
                </a:lnTo>
                <a:lnTo>
                  <a:pt x="4030561" y="1533055"/>
                </a:lnTo>
                <a:lnTo>
                  <a:pt x="4032427" y="1531188"/>
                </a:lnTo>
                <a:lnTo>
                  <a:pt x="4032897" y="1530070"/>
                </a:lnTo>
                <a:lnTo>
                  <a:pt x="4032897" y="1527441"/>
                </a:lnTo>
                <a:close/>
              </a:path>
              <a:path w="6715125" h="2057400">
                <a:moveTo>
                  <a:pt x="4032897" y="1479816"/>
                </a:moveTo>
                <a:lnTo>
                  <a:pt x="4032427" y="1478699"/>
                </a:lnTo>
                <a:lnTo>
                  <a:pt x="4030561" y="1476832"/>
                </a:lnTo>
                <a:lnTo>
                  <a:pt x="4029443" y="1476362"/>
                </a:lnTo>
                <a:lnTo>
                  <a:pt x="4026814" y="1476362"/>
                </a:lnTo>
                <a:lnTo>
                  <a:pt x="4025696" y="1476832"/>
                </a:lnTo>
                <a:lnTo>
                  <a:pt x="4023830" y="1478699"/>
                </a:lnTo>
                <a:lnTo>
                  <a:pt x="4023372" y="1479816"/>
                </a:lnTo>
                <a:lnTo>
                  <a:pt x="4023372" y="1482445"/>
                </a:lnTo>
                <a:lnTo>
                  <a:pt x="4023830" y="1483563"/>
                </a:lnTo>
                <a:lnTo>
                  <a:pt x="4025696" y="1485430"/>
                </a:lnTo>
                <a:lnTo>
                  <a:pt x="4026814" y="1485887"/>
                </a:lnTo>
                <a:lnTo>
                  <a:pt x="4029443" y="1485887"/>
                </a:lnTo>
                <a:lnTo>
                  <a:pt x="4030561" y="1485430"/>
                </a:lnTo>
                <a:lnTo>
                  <a:pt x="4032427" y="1483563"/>
                </a:lnTo>
                <a:lnTo>
                  <a:pt x="4032897" y="1482445"/>
                </a:lnTo>
                <a:lnTo>
                  <a:pt x="4032897" y="1479816"/>
                </a:lnTo>
                <a:close/>
              </a:path>
              <a:path w="6715125" h="2057400">
                <a:moveTo>
                  <a:pt x="4032897" y="1432191"/>
                </a:moveTo>
                <a:lnTo>
                  <a:pt x="4032427" y="1431074"/>
                </a:lnTo>
                <a:lnTo>
                  <a:pt x="4030561" y="1429207"/>
                </a:lnTo>
                <a:lnTo>
                  <a:pt x="4029443" y="1428750"/>
                </a:lnTo>
                <a:lnTo>
                  <a:pt x="4026814" y="1428750"/>
                </a:lnTo>
                <a:lnTo>
                  <a:pt x="4025696" y="1429207"/>
                </a:lnTo>
                <a:lnTo>
                  <a:pt x="4023830" y="1431074"/>
                </a:lnTo>
                <a:lnTo>
                  <a:pt x="4023372" y="1432191"/>
                </a:lnTo>
                <a:lnTo>
                  <a:pt x="4023372" y="1434820"/>
                </a:lnTo>
                <a:lnTo>
                  <a:pt x="4023830" y="1435938"/>
                </a:lnTo>
                <a:lnTo>
                  <a:pt x="4025696" y="1437805"/>
                </a:lnTo>
                <a:lnTo>
                  <a:pt x="4026814" y="1438262"/>
                </a:lnTo>
                <a:lnTo>
                  <a:pt x="4029443" y="1438262"/>
                </a:lnTo>
                <a:lnTo>
                  <a:pt x="4030561" y="1437805"/>
                </a:lnTo>
                <a:lnTo>
                  <a:pt x="4032427" y="1435938"/>
                </a:lnTo>
                <a:lnTo>
                  <a:pt x="4032897" y="1434820"/>
                </a:lnTo>
                <a:lnTo>
                  <a:pt x="4032897" y="1432191"/>
                </a:lnTo>
                <a:close/>
              </a:path>
              <a:path w="6715125" h="2057400">
                <a:moveTo>
                  <a:pt x="4032897" y="1384566"/>
                </a:moveTo>
                <a:lnTo>
                  <a:pt x="4032427" y="1383449"/>
                </a:lnTo>
                <a:lnTo>
                  <a:pt x="4030561" y="1381582"/>
                </a:lnTo>
                <a:lnTo>
                  <a:pt x="4029443" y="1381125"/>
                </a:lnTo>
                <a:lnTo>
                  <a:pt x="4026814" y="1381125"/>
                </a:lnTo>
                <a:lnTo>
                  <a:pt x="4025696" y="1381582"/>
                </a:lnTo>
                <a:lnTo>
                  <a:pt x="4023830" y="1383449"/>
                </a:lnTo>
                <a:lnTo>
                  <a:pt x="4023372" y="1384566"/>
                </a:lnTo>
                <a:lnTo>
                  <a:pt x="4023372" y="1387195"/>
                </a:lnTo>
                <a:lnTo>
                  <a:pt x="4023830" y="1388313"/>
                </a:lnTo>
                <a:lnTo>
                  <a:pt x="4025696" y="1390180"/>
                </a:lnTo>
                <a:lnTo>
                  <a:pt x="4026814" y="1390637"/>
                </a:lnTo>
                <a:lnTo>
                  <a:pt x="4029443" y="1390637"/>
                </a:lnTo>
                <a:lnTo>
                  <a:pt x="4030561" y="1390180"/>
                </a:lnTo>
                <a:lnTo>
                  <a:pt x="4032427" y="1388313"/>
                </a:lnTo>
                <a:lnTo>
                  <a:pt x="4032897" y="1387195"/>
                </a:lnTo>
                <a:lnTo>
                  <a:pt x="4032897" y="1384566"/>
                </a:lnTo>
                <a:close/>
              </a:path>
              <a:path w="6715125" h="2057400">
                <a:moveTo>
                  <a:pt x="4032897" y="1336941"/>
                </a:moveTo>
                <a:lnTo>
                  <a:pt x="4032427" y="1335824"/>
                </a:lnTo>
                <a:lnTo>
                  <a:pt x="4030561" y="1333957"/>
                </a:lnTo>
                <a:lnTo>
                  <a:pt x="4029443" y="1333487"/>
                </a:lnTo>
                <a:lnTo>
                  <a:pt x="4026814" y="1333487"/>
                </a:lnTo>
                <a:lnTo>
                  <a:pt x="4025696" y="1333957"/>
                </a:lnTo>
                <a:lnTo>
                  <a:pt x="4023830" y="1335824"/>
                </a:lnTo>
                <a:lnTo>
                  <a:pt x="4023372" y="1336941"/>
                </a:lnTo>
                <a:lnTo>
                  <a:pt x="4023372" y="1339570"/>
                </a:lnTo>
                <a:lnTo>
                  <a:pt x="4023830" y="1340688"/>
                </a:lnTo>
                <a:lnTo>
                  <a:pt x="4025696" y="1342555"/>
                </a:lnTo>
                <a:lnTo>
                  <a:pt x="4026814" y="1343012"/>
                </a:lnTo>
                <a:lnTo>
                  <a:pt x="4029443" y="1343012"/>
                </a:lnTo>
                <a:lnTo>
                  <a:pt x="4030561" y="1342555"/>
                </a:lnTo>
                <a:lnTo>
                  <a:pt x="4032427" y="1340688"/>
                </a:lnTo>
                <a:lnTo>
                  <a:pt x="4032897" y="1339570"/>
                </a:lnTo>
                <a:lnTo>
                  <a:pt x="4032897" y="1336941"/>
                </a:lnTo>
                <a:close/>
              </a:path>
              <a:path w="6715125" h="2057400">
                <a:moveTo>
                  <a:pt x="4032897" y="1289316"/>
                </a:moveTo>
                <a:lnTo>
                  <a:pt x="4032427" y="1288199"/>
                </a:lnTo>
                <a:lnTo>
                  <a:pt x="4030561" y="1286332"/>
                </a:lnTo>
                <a:lnTo>
                  <a:pt x="4029443" y="1285875"/>
                </a:lnTo>
                <a:lnTo>
                  <a:pt x="4026814" y="1285875"/>
                </a:lnTo>
                <a:lnTo>
                  <a:pt x="4025696" y="1286332"/>
                </a:lnTo>
                <a:lnTo>
                  <a:pt x="4023830" y="1288199"/>
                </a:lnTo>
                <a:lnTo>
                  <a:pt x="4023372" y="1289316"/>
                </a:lnTo>
                <a:lnTo>
                  <a:pt x="4023372" y="1291945"/>
                </a:lnTo>
                <a:lnTo>
                  <a:pt x="4023830" y="1293063"/>
                </a:lnTo>
                <a:lnTo>
                  <a:pt x="4025696" y="1294930"/>
                </a:lnTo>
                <a:lnTo>
                  <a:pt x="4026814" y="1295387"/>
                </a:lnTo>
                <a:lnTo>
                  <a:pt x="4029443" y="1295387"/>
                </a:lnTo>
                <a:lnTo>
                  <a:pt x="4030561" y="1294930"/>
                </a:lnTo>
                <a:lnTo>
                  <a:pt x="4032427" y="1293063"/>
                </a:lnTo>
                <a:lnTo>
                  <a:pt x="4032897" y="1291945"/>
                </a:lnTo>
                <a:lnTo>
                  <a:pt x="4032897" y="1289316"/>
                </a:lnTo>
                <a:close/>
              </a:path>
              <a:path w="6715125" h="2057400">
                <a:moveTo>
                  <a:pt x="4032897" y="1241691"/>
                </a:moveTo>
                <a:lnTo>
                  <a:pt x="4032427" y="1240574"/>
                </a:lnTo>
                <a:lnTo>
                  <a:pt x="4030561" y="1238707"/>
                </a:lnTo>
                <a:lnTo>
                  <a:pt x="4029443" y="1238250"/>
                </a:lnTo>
                <a:lnTo>
                  <a:pt x="4026814" y="1238250"/>
                </a:lnTo>
                <a:lnTo>
                  <a:pt x="4025696" y="1238707"/>
                </a:lnTo>
                <a:lnTo>
                  <a:pt x="4023830" y="1240574"/>
                </a:lnTo>
                <a:lnTo>
                  <a:pt x="4023372" y="1241691"/>
                </a:lnTo>
                <a:lnTo>
                  <a:pt x="4023372" y="1244320"/>
                </a:lnTo>
                <a:lnTo>
                  <a:pt x="4023830" y="1245438"/>
                </a:lnTo>
                <a:lnTo>
                  <a:pt x="4025696" y="1247305"/>
                </a:lnTo>
                <a:lnTo>
                  <a:pt x="4026814" y="1247762"/>
                </a:lnTo>
                <a:lnTo>
                  <a:pt x="4029443" y="1247762"/>
                </a:lnTo>
                <a:lnTo>
                  <a:pt x="4030561" y="1247305"/>
                </a:lnTo>
                <a:lnTo>
                  <a:pt x="4032427" y="1245438"/>
                </a:lnTo>
                <a:lnTo>
                  <a:pt x="4032897" y="1244320"/>
                </a:lnTo>
                <a:lnTo>
                  <a:pt x="4032897" y="1241691"/>
                </a:lnTo>
                <a:close/>
              </a:path>
              <a:path w="6715125" h="2057400">
                <a:moveTo>
                  <a:pt x="4032897" y="1194066"/>
                </a:moveTo>
                <a:lnTo>
                  <a:pt x="4032427" y="1192949"/>
                </a:lnTo>
                <a:lnTo>
                  <a:pt x="4030561" y="1191082"/>
                </a:lnTo>
                <a:lnTo>
                  <a:pt x="4029443" y="1190625"/>
                </a:lnTo>
                <a:lnTo>
                  <a:pt x="4026814" y="1190625"/>
                </a:lnTo>
                <a:lnTo>
                  <a:pt x="4025696" y="1191082"/>
                </a:lnTo>
                <a:lnTo>
                  <a:pt x="4023830" y="1192949"/>
                </a:lnTo>
                <a:lnTo>
                  <a:pt x="4023372" y="1194066"/>
                </a:lnTo>
                <a:lnTo>
                  <a:pt x="4023372" y="1196695"/>
                </a:lnTo>
                <a:lnTo>
                  <a:pt x="4023830" y="1197813"/>
                </a:lnTo>
                <a:lnTo>
                  <a:pt x="4025696" y="1199680"/>
                </a:lnTo>
                <a:lnTo>
                  <a:pt x="4026814" y="1200137"/>
                </a:lnTo>
                <a:lnTo>
                  <a:pt x="4029443" y="1200137"/>
                </a:lnTo>
                <a:lnTo>
                  <a:pt x="4030561" y="1199680"/>
                </a:lnTo>
                <a:lnTo>
                  <a:pt x="4032427" y="1197813"/>
                </a:lnTo>
                <a:lnTo>
                  <a:pt x="4032897" y="1196695"/>
                </a:lnTo>
                <a:lnTo>
                  <a:pt x="4032897" y="1194066"/>
                </a:lnTo>
                <a:close/>
              </a:path>
              <a:path w="6715125" h="2057400">
                <a:moveTo>
                  <a:pt x="4032897" y="1146441"/>
                </a:moveTo>
                <a:lnTo>
                  <a:pt x="4032427" y="1145324"/>
                </a:lnTo>
                <a:lnTo>
                  <a:pt x="4030561" y="1143457"/>
                </a:lnTo>
                <a:lnTo>
                  <a:pt x="4029443" y="1143000"/>
                </a:lnTo>
                <a:lnTo>
                  <a:pt x="4026814" y="1143000"/>
                </a:lnTo>
                <a:lnTo>
                  <a:pt x="4025696" y="1143457"/>
                </a:lnTo>
                <a:lnTo>
                  <a:pt x="4023830" y="1145324"/>
                </a:lnTo>
                <a:lnTo>
                  <a:pt x="4023372" y="1146441"/>
                </a:lnTo>
                <a:lnTo>
                  <a:pt x="4023372" y="1149070"/>
                </a:lnTo>
                <a:lnTo>
                  <a:pt x="4023830" y="1150188"/>
                </a:lnTo>
                <a:lnTo>
                  <a:pt x="4025696" y="1152055"/>
                </a:lnTo>
                <a:lnTo>
                  <a:pt x="4026814" y="1152512"/>
                </a:lnTo>
                <a:lnTo>
                  <a:pt x="4029443" y="1152512"/>
                </a:lnTo>
                <a:lnTo>
                  <a:pt x="4030561" y="1152055"/>
                </a:lnTo>
                <a:lnTo>
                  <a:pt x="4032427" y="1150188"/>
                </a:lnTo>
                <a:lnTo>
                  <a:pt x="4032897" y="1149070"/>
                </a:lnTo>
                <a:lnTo>
                  <a:pt x="4032897" y="1146441"/>
                </a:lnTo>
                <a:close/>
              </a:path>
              <a:path w="6715125" h="2057400">
                <a:moveTo>
                  <a:pt x="4032897" y="1098816"/>
                </a:moveTo>
                <a:lnTo>
                  <a:pt x="4032427" y="1097699"/>
                </a:lnTo>
                <a:lnTo>
                  <a:pt x="4030561" y="1095832"/>
                </a:lnTo>
                <a:lnTo>
                  <a:pt x="4029443" y="1095362"/>
                </a:lnTo>
                <a:lnTo>
                  <a:pt x="4026814" y="1095362"/>
                </a:lnTo>
                <a:lnTo>
                  <a:pt x="4025696" y="1095832"/>
                </a:lnTo>
                <a:lnTo>
                  <a:pt x="4023830" y="1097699"/>
                </a:lnTo>
                <a:lnTo>
                  <a:pt x="4023372" y="1098816"/>
                </a:lnTo>
                <a:lnTo>
                  <a:pt x="4023372" y="1101445"/>
                </a:lnTo>
                <a:lnTo>
                  <a:pt x="4023830" y="1102563"/>
                </a:lnTo>
                <a:lnTo>
                  <a:pt x="4025696" y="1104430"/>
                </a:lnTo>
                <a:lnTo>
                  <a:pt x="4026814" y="1104887"/>
                </a:lnTo>
                <a:lnTo>
                  <a:pt x="4029443" y="1104887"/>
                </a:lnTo>
                <a:lnTo>
                  <a:pt x="4030561" y="1104430"/>
                </a:lnTo>
                <a:lnTo>
                  <a:pt x="4032427" y="1102563"/>
                </a:lnTo>
                <a:lnTo>
                  <a:pt x="4032897" y="1101445"/>
                </a:lnTo>
                <a:lnTo>
                  <a:pt x="4032897" y="1098816"/>
                </a:lnTo>
                <a:close/>
              </a:path>
              <a:path w="6715125" h="2057400">
                <a:moveTo>
                  <a:pt x="4032897" y="1051191"/>
                </a:moveTo>
                <a:lnTo>
                  <a:pt x="4032427" y="1050074"/>
                </a:lnTo>
                <a:lnTo>
                  <a:pt x="4030561" y="1048207"/>
                </a:lnTo>
                <a:lnTo>
                  <a:pt x="4029443" y="1047750"/>
                </a:lnTo>
                <a:lnTo>
                  <a:pt x="4026814" y="1047750"/>
                </a:lnTo>
                <a:lnTo>
                  <a:pt x="4025696" y="1048207"/>
                </a:lnTo>
                <a:lnTo>
                  <a:pt x="4023830" y="1050074"/>
                </a:lnTo>
                <a:lnTo>
                  <a:pt x="4023372" y="1051191"/>
                </a:lnTo>
                <a:lnTo>
                  <a:pt x="4023372" y="1053820"/>
                </a:lnTo>
                <a:lnTo>
                  <a:pt x="4023830" y="1054938"/>
                </a:lnTo>
                <a:lnTo>
                  <a:pt x="4025696" y="1056805"/>
                </a:lnTo>
                <a:lnTo>
                  <a:pt x="4026814" y="1057262"/>
                </a:lnTo>
                <a:lnTo>
                  <a:pt x="4029443" y="1057262"/>
                </a:lnTo>
                <a:lnTo>
                  <a:pt x="4030561" y="1056805"/>
                </a:lnTo>
                <a:lnTo>
                  <a:pt x="4032427" y="1054938"/>
                </a:lnTo>
                <a:lnTo>
                  <a:pt x="4032897" y="1053820"/>
                </a:lnTo>
                <a:lnTo>
                  <a:pt x="4032897" y="1051191"/>
                </a:lnTo>
                <a:close/>
              </a:path>
              <a:path w="6715125" h="2057400">
                <a:moveTo>
                  <a:pt x="4032897" y="1003566"/>
                </a:moveTo>
                <a:lnTo>
                  <a:pt x="4032427" y="1002449"/>
                </a:lnTo>
                <a:lnTo>
                  <a:pt x="4030561" y="1000582"/>
                </a:lnTo>
                <a:lnTo>
                  <a:pt x="4029443" y="1000125"/>
                </a:lnTo>
                <a:lnTo>
                  <a:pt x="4026814" y="1000125"/>
                </a:lnTo>
                <a:lnTo>
                  <a:pt x="4025696" y="1000582"/>
                </a:lnTo>
                <a:lnTo>
                  <a:pt x="4023830" y="1002449"/>
                </a:lnTo>
                <a:lnTo>
                  <a:pt x="4023372" y="1003566"/>
                </a:lnTo>
                <a:lnTo>
                  <a:pt x="4023372" y="1006195"/>
                </a:lnTo>
                <a:lnTo>
                  <a:pt x="4023830" y="1007313"/>
                </a:lnTo>
                <a:lnTo>
                  <a:pt x="4025696" y="1009180"/>
                </a:lnTo>
                <a:lnTo>
                  <a:pt x="4026814" y="1009637"/>
                </a:lnTo>
                <a:lnTo>
                  <a:pt x="4029443" y="1009637"/>
                </a:lnTo>
                <a:lnTo>
                  <a:pt x="4030561" y="1009180"/>
                </a:lnTo>
                <a:lnTo>
                  <a:pt x="4032427" y="1007313"/>
                </a:lnTo>
                <a:lnTo>
                  <a:pt x="4032897" y="1006195"/>
                </a:lnTo>
                <a:lnTo>
                  <a:pt x="4032897" y="1003566"/>
                </a:lnTo>
                <a:close/>
              </a:path>
              <a:path w="6715125" h="2057400">
                <a:moveTo>
                  <a:pt x="4032897" y="955941"/>
                </a:moveTo>
                <a:lnTo>
                  <a:pt x="4032427" y="954824"/>
                </a:lnTo>
                <a:lnTo>
                  <a:pt x="4030561" y="952957"/>
                </a:lnTo>
                <a:lnTo>
                  <a:pt x="4029443" y="952500"/>
                </a:lnTo>
                <a:lnTo>
                  <a:pt x="4026814" y="952500"/>
                </a:lnTo>
                <a:lnTo>
                  <a:pt x="4025696" y="952957"/>
                </a:lnTo>
                <a:lnTo>
                  <a:pt x="4023830" y="954824"/>
                </a:lnTo>
                <a:lnTo>
                  <a:pt x="4023372" y="955941"/>
                </a:lnTo>
                <a:lnTo>
                  <a:pt x="4023372" y="958570"/>
                </a:lnTo>
                <a:lnTo>
                  <a:pt x="4023830" y="959688"/>
                </a:lnTo>
                <a:lnTo>
                  <a:pt x="4025696" y="961555"/>
                </a:lnTo>
                <a:lnTo>
                  <a:pt x="4026814" y="962012"/>
                </a:lnTo>
                <a:lnTo>
                  <a:pt x="4029443" y="962012"/>
                </a:lnTo>
                <a:lnTo>
                  <a:pt x="4030561" y="961555"/>
                </a:lnTo>
                <a:lnTo>
                  <a:pt x="4032427" y="959688"/>
                </a:lnTo>
                <a:lnTo>
                  <a:pt x="4032897" y="958570"/>
                </a:lnTo>
                <a:lnTo>
                  <a:pt x="4032897" y="955941"/>
                </a:lnTo>
                <a:close/>
              </a:path>
              <a:path w="6715125" h="2057400">
                <a:moveTo>
                  <a:pt x="4032897" y="908316"/>
                </a:moveTo>
                <a:lnTo>
                  <a:pt x="4032427" y="907199"/>
                </a:lnTo>
                <a:lnTo>
                  <a:pt x="4030561" y="905332"/>
                </a:lnTo>
                <a:lnTo>
                  <a:pt x="4029443" y="904875"/>
                </a:lnTo>
                <a:lnTo>
                  <a:pt x="4026814" y="904875"/>
                </a:lnTo>
                <a:lnTo>
                  <a:pt x="4025696" y="905332"/>
                </a:lnTo>
                <a:lnTo>
                  <a:pt x="4023830" y="907199"/>
                </a:lnTo>
                <a:lnTo>
                  <a:pt x="4023372" y="908316"/>
                </a:lnTo>
                <a:lnTo>
                  <a:pt x="4023372" y="910945"/>
                </a:lnTo>
                <a:lnTo>
                  <a:pt x="4023830" y="912063"/>
                </a:lnTo>
                <a:lnTo>
                  <a:pt x="4025696" y="913930"/>
                </a:lnTo>
                <a:lnTo>
                  <a:pt x="4026814" y="914387"/>
                </a:lnTo>
                <a:lnTo>
                  <a:pt x="4029443" y="914387"/>
                </a:lnTo>
                <a:lnTo>
                  <a:pt x="4030561" y="913930"/>
                </a:lnTo>
                <a:lnTo>
                  <a:pt x="4032427" y="912063"/>
                </a:lnTo>
                <a:lnTo>
                  <a:pt x="4032897" y="910945"/>
                </a:lnTo>
                <a:lnTo>
                  <a:pt x="4032897" y="908316"/>
                </a:lnTo>
                <a:close/>
              </a:path>
              <a:path w="6715125" h="2057400">
                <a:moveTo>
                  <a:pt x="4032897" y="860691"/>
                </a:moveTo>
                <a:lnTo>
                  <a:pt x="4032427" y="859574"/>
                </a:lnTo>
                <a:lnTo>
                  <a:pt x="4030561" y="857707"/>
                </a:lnTo>
                <a:lnTo>
                  <a:pt x="4029443" y="857250"/>
                </a:lnTo>
                <a:lnTo>
                  <a:pt x="4026814" y="857250"/>
                </a:lnTo>
                <a:lnTo>
                  <a:pt x="4025696" y="857707"/>
                </a:lnTo>
                <a:lnTo>
                  <a:pt x="4023830" y="859574"/>
                </a:lnTo>
                <a:lnTo>
                  <a:pt x="4023372" y="860691"/>
                </a:lnTo>
                <a:lnTo>
                  <a:pt x="4023372" y="863320"/>
                </a:lnTo>
                <a:lnTo>
                  <a:pt x="4023830" y="864438"/>
                </a:lnTo>
                <a:lnTo>
                  <a:pt x="4025696" y="866305"/>
                </a:lnTo>
                <a:lnTo>
                  <a:pt x="4026814" y="866762"/>
                </a:lnTo>
                <a:lnTo>
                  <a:pt x="4029443" y="866762"/>
                </a:lnTo>
                <a:lnTo>
                  <a:pt x="4030561" y="866305"/>
                </a:lnTo>
                <a:lnTo>
                  <a:pt x="4032427" y="864438"/>
                </a:lnTo>
                <a:lnTo>
                  <a:pt x="4032897" y="863320"/>
                </a:lnTo>
                <a:lnTo>
                  <a:pt x="4032897" y="860691"/>
                </a:lnTo>
                <a:close/>
              </a:path>
              <a:path w="6715125" h="2057400">
                <a:moveTo>
                  <a:pt x="4032897" y="813066"/>
                </a:moveTo>
                <a:lnTo>
                  <a:pt x="4032427" y="811949"/>
                </a:lnTo>
                <a:lnTo>
                  <a:pt x="4030561" y="810082"/>
                </a:lnTo>
                <a:lnTo>
                  <a:pt x="4029443" y="809625"/>
                </a:lnTo>
                <a:lnTo>
                  <a:pt x="4026814" y="809625"/>
                </a:lnTo>
                <a:lnTo>
                  <a:pt x="4025696" y="810082"/>
                </a:lnTo>
                <a:lnTo>
                  <a:pt x="4023830" y="811949"/>
                </a:lnTo>
                <a:lnTo>
                  <a:pt x="4023372" y="813066"/>
                </a:lnTo>
                <a:lnTo>
                  <a:pt x="4023372" y="815695"/>
                </a:lnTo>
                <a:lnTo>
                  <a:pt x="4023830" y="816813"/>
                </a:lnTo>
                <a:lnTo>
                  <a:pt x="4025696" y="818680"/>
                </a:lnTo>
                <a:lnTo>
                  <a:pt x="4026814" y="819137"/>
                </a:lnTo>
                <a:lnTo>
                  <a:pt x="4029443" y="819137"/>
                </a:lnTo>
                <a:lnTo>
                  <a:pt x="4030561" y="818680"/>
                </a:lnTo>
                <a:lnTo>
                  <a:pt x="4032427" y="816813"/>
                </a:lnTo>
                <a:lnTo>
                  <a:pt x="4032897" y="815695"/>
                </a:lnTo>
                <a:lnTo>
                  <a:pt x="4032897" y="813066"/>
                </a:lnTo>
                <a:close/>
              </a:path>
              <a:path w="6715125" h="2057400">
                <a:moveTo>
                  <a:pt x="4032897" y="765441"/>
                </a:moveTo>
                <a:lnTo>
                  <a:pt x="4032427" y="764324"/>
                </a:lnTo>
                <a:lnTo>
                  <a:pt x="4030561" y="762457"/>
                </a:lnTo>
                <a:lnTo>
                  <a:pt x="4029443" y="762000"/>
                </a:lnTo>
                <a:lnTo>
                  <a:pt x="4026814" y="762000"/>
                </a:lnTo>
                <a:lnTo>
                  <a:pt x="4025696" y="762457"/>
                </a:lnTo>
                <a:lnTo>
                  <a:pt x="4023830" y="764324"/>
                </a:lnTo>
                <a:lnTo>
                  <a:pt x="4023372" y="765441"/>
                </a:lnTo>
                <a:lnTo>
                  <a:pt x="4023372" y="768070"/>
                </a:lnTo>
                <a:lnTo>
                  <a:pt x="4023830" y="769188"/>
                </a:lnTo>
                <a:lnTo>
                  <a:pt x="4025696" y="771055"/>
                </a:lnTo>
                <a:lnTo>
                  <a:pt x="4026814" y="771512"/>
                </a:lnTo>
                <a:lnTo>
                  <a:pt x="4029443" y="771512"/>
                </a:lnTo>
                <a:lnTo>
                  <a:pt x="4030561" y="771055"/>
                </a:lnTo>
                <a:lnTo>
                  <a:pt x="4032427" y="769188"/>
                </a:lnTo>
                <a:lnTo>
                  <a:pt x="4032897" y="768070"/>
                </a:lnTo>
                <a:lnTo>
                  <a:pt x="4032897" y="765441"/>
                </a:lnTo>
                <a:close/>
              </a:path>
              <a:path w="6715125" h="2057400">
                <a:moveTo>
                  <a:pt x="4032897" y="717816"/>
                </a:moveTo>
                <a:lnTo>
                  <a:pt x="4032427" y="716699"/>
                </a:lnTo>
                <a:lnTo>
                  <a:pt x="4030561" y="714832"/>
                </a:lnTo>
                <a:lnTo>
                  <a:pt x="4029443" y="714362"/>
                </a:lnTo>
                <a:lnTo>
                  <a:pt x="4026814" y="714362"/>
                </a:lnTo>
                <a:lnTo>
                  <a:pt x="4025696" y="714832"/>
                </a:lnTo>
                <a:lnTo>
                  <a:pt x="4023830" y="716699"/>
                </a:lnTo>
                <a:lnTo>
                  <a:pt x="4023372" y="717816"/>
                </a:lnTo>
                <a:lnTo>
                  <a:pt x="4023372" y="720445"/>
                </a:lnTo>
                <a:lnTo>
                  <a:pt x="4023830" y="721563"/>
                </a:lnTo>
                <a:lnTo>
                  <a:pt x="4025696" y="723430"/>
                </a:lnTo>
                <a:lnTo>
                  <a:pt x="4026814" y="723887"/>
                </a:lnTo>
                <a:lnTo>
                  <a:pt x="4029443" y="723887"/>
                </a:lnTo>
                <a:lnTo>
                  <a:pt x="4030561" y="723430"/>
                </a:lnTo>
                <a:lnTo>
                  <a:pt x="4032427" y="721563"/>
                </a:lnTo>
                <a:lnTo>
                  <a:pt x="4032897" y="720445"/>
                </a:lnTo>
                <a:lnTo>
                  <a:pt x="4032897" y="717816"/>
                </a:lnTo>
                <a:close/>
              </a:path>
              <a:path w="6715125" h="2057400">
                <a:moveTo>
                  <a:pt x="4032897" y="670191"/>
                </a:moveTo>
                <a:lnTo>
                  <a:pt x="4032427" y="669074"/>
                </a:lnTo>
                <a:lnTo>
                  <a:pt x="4030561" y="667207"/>
                </a:lnTo>
                <a:lnTo>
                  <a:pt x="4029443" y="666750"/>
                </a:lnTo>
                <a:lnTo>
                  <a:pt x="4026814" y="666750"/>
                </a:lnTo>
                <a:lnTo>
                  <a:pt x="4025696" y="667207"/>
                </a:lnTo>
                <a:lnTo>
                  <a:pt x="4023830" y="669074"/>
                </a:lnTo>
                <a:lnTo>
                  <a:pt x="4023372" y="670191"/>
                </a:lnTo>
                <a:lnTo>
                  <a:pt x="4023372" y="672820"/>
                </a:lnTo>
                <a:lnTo>
                  <a:pt x="4023830" y="673938"/>
                </a:lnTo>
                <a:lnTo>
                  <a:pt x="4025696" y="675805"/>
                </a:lnTo>
                <a:lnTo>
                  <a:pt x="4026814" y="676262"/>
                </a:lnTo>
                <a:lnTo>
                  <a:pt x="4029443" y="676262"/>
                </a:lnTo>
                <a:lnTo>
                  <a:pt x="4030561" y="675805"/>
                </a:lnTo>
                <a:lnTo>
                  <a:pt x="4032427" y="673938"/>
                </a:lnTo>
                <a:lnTo>
                  <a:pt x="4032897" y="672820"/>
                </a:lnTo>
                <a:lnTo>
                  <a:pt x="4032897" y="670191"/>
                </a:lnTo>
                <a:close/>
              </a:path>
              <a:path w="6715125" h="2057400">
                <a:moveTo>
                  <a:pt x="4032897" y="622566"/>
                </a:moveTo>
                <a:lnTo>
                  <a:pt x="4032427" y="621449"/>
                </a:lnTo>
                <a:lnTo>
                  <a:pt x="4030561" y="619582"/>
                </a:lnTo>
                <a:lnTo>
                  <a:pt x="4029443" y="619125"/>
                </a:lnTo>
                <a:lnTo>
                  <a:pt x="4026814" y="619125"/>
                </a:lnTo>
                <a:lnTo>
                  <a:pt x="4025696" y="619582"/>
                </a:lnTo>
                <a:lnTo>
                  <a:pt x="4023830" y="621449"/>
                </a:lnTo>
                <a:lnTo>
                  <a:pt x="4023372" y="622566"/>
                </a:lnTo>
                <a:lnTo>
                  <a:pt x="4023372" y="625195"/>
                </a:lnTo>
                <a:lnTo>
                  <a:pt x="4023830" y="626313"/>
                </a:lnTo>
                <a:lnTo>
                  <a:pt x="4025696" y="628180"/>
                </a:lnTo>
                <a:lnTo>
                  <a:pt x="4026814" y="628637"/>
                </a:lnTo>
                <a:lnTo>
                  <a:pt x="4029443" y="628637"/>
                </a:lnTo>
                <a:lnTo>
                  <a:pt x="4030561" y="628180"/>
                </a:lnTo>
                <a:lnTo>
                  <a:pt x="4032427" y="626313"/>
                </a:lnTo>
                <a:lnTo>
                  <a:pt x="4032897" y="625195"/>
                </a:lnTo>
                <a:lnTo>
                  <a:pt x="4032897" y="622566"/>
                </a:lnTo>
                <a:close/>
              </a:path>
              <a:path w="6715125" h="2057400">
                <a:moveTo>
                  <a:pt x="4032897" y="574941"/>
                </a:moveTo>
                <a:lnTo>
                  <a:pt x="4032427" y="573824"/>
                </a:lnTo>
                <a:lnTo>
                  <a:pt x="4030561" y="571957"/>
                </a:lnTo>
                <a:lnTo>
                  <a:pt x="4029443" y="571487"/>
                </a:lnTo>
                <a:lnTo>
                  <a:pt x="4026814" y="571487"/>
                </a:lnTo>
                <a:lnTo>
                  <a:pt x="4025696" y="571957"/>
                </a:lnTo>
                <a:lnTo>
                  <a:pt x="4023830" y="573824"/>
                </a:lnTo>
                <a:lnTo>
                  <a:pt x="4023372" y="574941"/>
                </a:lnTo>
                <a:lnTo>
                  <a:pt x="4023372" y="577570"/>
                </a:lnTo>
                <a:lnTo>
                  <a:pt x="4023830" y="578688"/>
                </a:lnTo>
                <a:lnTo>
                  <a:pt x="4025696" y="580555"/>
                </a:lnTo>
                <a:lnTo>
                  <a:pt x="4026814" y="581012"/>
                </a:lnTo>
                <a:lnTo>
                  <a:pt x="4029443" y="581012"/>
                </a:lnTo>
                <a:lnTo>
                  <a:pt x="4030561" y="580555"/>
                </a:lnTo>
                <a:lnTo>
                  <a:pt x="4032427" y="578688"/>
                </a:lnTo>
                <a:lnTo>
                  <a:pt x="4032897" y="577570"/>
                </a:lnTo>
                <a:lnTo>
                  <a:pt x="4032897" y="574941"/>
                </a:lnTo>
                <a:close/>
              </a:path>
              <a:path w="6715125" h="2057400">
                <a:moveTo>
                  <a:pt x="4032897" y="527316"/>
                </a:moveTo>
                <a:lnTo>
                  <a:pt x="4032427" y="526199"/>
                </a:lnTo>
                <a:lnTo>
                  <a:pt x="4030561" y="524332"/>
                </a:lnTo>
                <a:lnTo>
                  <a:pt x="4029443" y="523875"/>
                </a:lnTo>
                <a:lnTo>
                  <a:pt x="4026814" y="523875"/>
                </a:lnTo>
                <a:lnTo>
                  <a:pt x="4025696" y="524332"/>
                </a:lnTo>
                <a:lnTo>
                  <a:pt x="4023830" y="526199"/>
                </a:lnTo>
                <a:lnTo>
                  <a:pt x="4023372" y="527316"/>
                </a:lnTo>
                <a:lnTo>
                  <a:pt x="4023372" y="529945"/>
                </a:lnTo>
                <a:lnTo>
                  <a:pt x="4023830" y="531063"/>
                </a:lnTo>
                <a:lnTo>
                  <a:pt x="4025696" y="532930"/>
                </a:lnTo>
                <a:lnTo>
                  <a:pt x="4026814" y="533387"/>
                </a:lnTo>
                <a:lnTo>
                  <a:pt x="4029443" y="533387"/>
                </a:lnTo>
                <a:lnTo>
                  <a:pt x="4030561" y="532930"/>
                </a:lnTo>
                <a:lnTo>
                  <a:pt x="4032427" y="531063"/>
                </a:lnTo>
                <a:lnTo>
                  <a:pt x="4032897" y="529945"/>
                </a:lnTo>
                <a:lnTo>
                  <a:pt x="4032897" y="527316"/>
                </a:lnTo>
                <a:close/>
              </a:path>
              <a:path w="6715125" h="2057400">
                <a:moveTo>
                  <a:pt x="4032897" y="479691"/>
                </a:moveTo>
                <a:lnTo>
                  <a:pt x="4032427" y="478574"/>
                </a:lnTo>
                <a:lnTo>
                  <a:pt x="4030561" y="476707"/>
                </a:lnTo>
                <a:lnTo>
                  <a:pt x="4029443" y="476250"/>
                </a:lnTo>
                <a:lnTo>
                  <a:pt x="4026814" y="476250"/>
                </a:lnTo>
                <a:lnTo>
                  <a:pt x="4025696" y="476707"/>
                </a:lnTo>
                <a:lnTo>
                  <a:pt x="4023830" y="478574"/>
                </a:lnTo>
                <a:lnTo>
                  <a:pt x="4023372" y="479691"/>
                </a:lnTo>
                <a:lnTo>
                  <a:pt x="4023372" y="482320"/>
                </a:lnTo>
                <a:lnTo>
                  <a:pt x="4023830" y="483438"/>
                </a:lnTo>
                <a:lnTo>
                  <a:pt x="4025696" y="485305"/>
                </a:lnTo>
                <a:lnTo>
                  <a:pt x="4026814" y="485775"/>
                </a:lnTo>
                <a:lnTo>
                  <a:pt x="4029443" y="485775"/>
                </a:lnTo>
                <a:lnTo>
                  <a:pt x="4030561" y="485305"/>
                </a:lnTo>
                <a:lnTo>
                  <a:pt x="4032427" y="483438"/>
                </a:lnTo>
                <a:lnTo>
                  <a:pt x="4032897" y="482320"/>
                </a:lnTo>
                <a:lnTo>
                  <a:pt x="4032897" y="479691"/>
                </a:lnTo>
                <a:close/>
              </a:path>
              <a:path w="6715125" h="2057400">
                <a:moveTo>
                  <a:pt x="4032897" y="432066"/>
                </a:moveTo>
                <a:lnTo>
                  <a:pt x="4032427" y="430949"/>
                </a:lnTo>
                <a:lnTo>
                  <a:pt x="4030561" y="429082"/>
                </a:lnTo>
                <a:lnTo>
                  <a:pt x="4029443" y="428625"/>
                </a:lnTo>
                <a:lnTo>
                  <a:pt x="4026814" y="428625"/>
                </a:lnTo>
                <a:lnTo>
                  <a:pt x="4025696" y="429082"/>
                </a:lnTo>
                <a:lnTo>
                  <a:pt x="4023830" y="430949"/>
                </a:lnTo>
                <a:lnTo>
                  <a:pt x="4023372" y="432066"/>
                </a:lnTo>
                <a:lnTo>
                  <a:pt x="4023372" y="434695"/>
                </a:lnTo>
                <a:lnTo>
                  <a:pt x="4023830" y="435813"/>
                </a:lnTo>
                <a:lnTo>
                  <a:pt x="4025696" y="437680"/>
                </a:lnTo>
                <a:lnTo>
                  <a:pt x="4026814" y="438150"/>
                </a:lnTo>
                <a:lnTo>
                  <a:pt x="4029443" y="438150"/>
                </a:lnTo>
                <a:lnTo>
                  <a:pt x="4030561" y="437680"/>
                </a:lnTo>
                <a:lnTo>
                  <a:pt x="4032427" y="435813"/>
                </a:lnTo>
                <a:lnTo>
                  <a:pt x="4032897" y="434695"/>
                </a:lnTo>
                <a:lnTo>
                  <a:pt x="4032897" y="432066"/>
                </a:lnTo>
                <a:close/>
              </a:path>
              <a:path w="6715125" h="2057400">
                <a:moveTo>
                  <a:pt x="4032897" y="384441"/>
                </a:moveTo>
                <a:lnTo>
                  <a:pt x="4032427" y="383324"/>
                </a:lnTo>
                <a:lnTo>
                  <a:pt x="4030561" y="381457"/>
                </a:lnTo>
                <a:lnTo>
                  <a:pt x="4029443" y="381000"/>
                </a:lnTo>
                <a:lnTo>
                  <a:pt x="4026814" y="381000"/>
                </a:lnTo>
                <a:lnTo>
                  <a:pt x="4025696" y="381457"/>
                </a:lnTo>
                <a:lnTo>
                  <a:pt x="4023830" y="383324"/>
                </a:lnTo>
                <a:lnTo>
                  <a:pt x="4023372" y="384441"/>
                </a:lnTo>
                <a:lnTo>
                  <a:pt x="4023372" y="387070"/>
                </a:lnTo>
                <a:lnTo>
                  <a:pt x="4023830" y="388188"/>
                </a:lnTo>
                <a:lnTo>
                  <a:pt x="4025696" y="390055"/>
                </a:lnTo>
                <a:lnTo>
                  <a:pt x="4026814" y="390525"/>
                </a:lnTo>
                <a:lnTo>
                  <a:pt x="4029443" y="390525"/>
                </a:lnTo>
                <a:lnTo>
                  <a:pt x="4030561" y="390055"/>
                </a:lnTo>
                <a:lnTo>
                  <a:pt x="4032427" y="388188"/>
                </a:lnTo>
                <a:lnTo>
                  <a:pt x="4032897" y="387070"/>
                </a:lnTo>
                <a:lnTo>
                  <a:pt x="4032897" y="384441"/>
                </a:lnTo>
                <a:close/>
              </a:path>
              <a:path w="6715125" h="2057400">
                <a:moveTo>
                  <a:pt x="4032897" y="336816"/>
                </a:moveTo>
                <a:lnTo>
                  <a:pt x="4032427" y="335699"/>
                </a:lnTo>
                <a:lnTo>
                  <a:pt x="4030561" y="333832"/>
                </a:lnTo>
                <a:lnTo>
                  <a:pt x="4029443" y="333375"/>
                </a:lnTo>
                <a:lnTo>
                  <a:pt x="4026814" y="333375"/>
                </a:lnTo>
                <a:lnTo>
                  <a:pt x="4025696" y="333832"/>
                </a:lnTo>
                <a:lnTo>
                  <a:pt x="4023830" y="335699"/>
                </a:lnTo>
                <a:lnTo>
                  <a:pt x="4023372" y="336816"/>
                </a:lnTo>
                <a:lnTo>
                  <a:pt x="4023372" y="339445"/>
                </a:lnTo>
                <a:lnTo>
                  <a:pt x="4023830" y="340563"/>
                </a:lnTo>
                <a:lnTo>
                  <a:pt x="4025696" y="342430"/>
                </a:lnTo>
                <a:lnTo>
                  <a:pt x="4026814" y="342900"/>
                </a:lnTo>
                <a:lnTo>
                  <a:pt x="4029443" y="342900"/>
                </a:lnTo>
                <a:lnTo>
                  <a:pt x="4030561" y="342430"/>
                </a:lnTo>
                <a:lnTo>
                  <a:pt x="4032427" y="340563"/>
                </a:lnTo>
                <a:lnTo>
                  <a:pt x="4032897" y="339445"/>
                </a:lnTo>
                <a:lnTo>
                  <a:pt x="4032897" y="336816"/>
                </a:lnTo>
                <a:close/>
              </a:path>
              <a:path w="6715125" h="2057400">
                <a:moveTo>
                  <a:pt x="4032897" y="289191"/>
                </a:moveTo>
                <a:lnTo>
                  <a:pt x="4032427" y="288074"/>
                </a:lnTo>
                <a:lnTo>
                  <a:pt x="4030561" y="286207"/>
                </a:lnTo>
                <a:lnTo>
                  <a:pt x="4029443" y="285750"/>
                </a:lnTo>
                <a:lnTo>
                  <a:pt x="4026814" y="285750"/>
                </a:lnTo>
                <a:lnTo>
                  <a:pt x="4025696" y="286207"/>
                </a:lnTo>
                <a:lnTo>
                  <a:pt x="4023830" y="288074"/>
                </a:lnTo>
                <a:lnTo>
                  <a:pt x="4023372" y="289191"/>
                </a:lnTo>
                <a:lnTo>
                  <a:pt x="4023372" y="291820"/>
                </a:lnTo>
                <a:lnTo>
                  <a:pt x="4023830" y="292938"/>
                </a:lnTo>
                <a:lnTo>
                  <a:pt x="4025696" y="294805"/>
                </a:lnTo>
                <a:lnTo>
                  <a:pt x="4026814" y="295275"/>
                </a:lnTo>
                <a:lnTo>
                  <a:pt x="4029443" y="295275"/>
                </a:lnTo>
                <a:lnTo>
                  <a:pt x="4030561" y="294805"/>
                </a:lnTo>
                <a:lnTo>
                  <a:pt x="4032427" y="292938"/>
                </a:lnTo>
                <a:lnTo>
                  <a:pt x="4032897" y="291820"/>
                </a:lnTo>
                <a:lnTo>
                  <a:pt x="4032897" y="289191"/>
                </a:lnTo>
                <a:close/>
              </a:path>
              <a:path w="6715125" h="2057400">
                <a:moveTo>
                  <a:pt x="4032897" y="241566"/>
                </a:moveTo>
                <a:lnTo>
                  <a:pt x="4032427" y="240449"/>
                </a:lnTo>
                <a:lnTo>
                  <a:pt x="4030561" y="238582"/>
                </a:lnTo>
                <a:lnTo>
                  <a:pt x="4029443" y="238125"/>
                </a:lnTo>
                <a:lnTo>
                  <a:pt x="4026814" y="238125"/>
                </a:lnTo>
                <a:lnTo>
                  <a:pt x="4025696" y="238582"/>
                </a:lnTo>
                <a:lnTo>
                  <a:pt x="4023830" y="240449"/>
                </a:lnTo>
                <a:lnTo>
                  <a:pt x="4023372" y="241566"/>
                </a:lnTo>
                <a:lnTo>
                  <a:pt x="4023372" y="244195"/>
                </a:lnTo>
                <a:lnTo>
                  <a:pt x="4023830" y="245313"/>
                </a:lnTo>
                <a:lnTo>
                  <a:pt x="4025696" y="247180"/>
                </a:lnTo>
                <a:lnTo>
                  <a:pt x="4026814" y="247650"/>
                </a:lnTo>
                <a:lnTo>
                  <a:pt x="4029443" y="247650"/>
                </a:lnTo>
                <a:lnTo>
                  <a:pt x="4030561" y="247180"/>
                </a:lnTo>
                <a:lnTo>
                  <a:pt x="4032427" y="245313"/>
                </a:lnTo>
                <a:lnTo>
                  <a:pt x="4032897" y="244195"/>
                </a:lnTo>
                <a:lnTo>
                  <a:pt x="4032897" y="241566"/>
                </a:lnTo>
                <a:close/>
              </a:path>
              <a:path w="6715125" h="2057400">
                <a:moveTo>
                  <a:pt x="4032897" y="193941"/>
                </a:moveTo>
                <a:lnTo>
                  <a:pt x="4032427" y="192824"/>
                </a:lnTo>
                <a:lnTo>
                  <a:pt x="4030561" y="190957"/>
                </a:lnTo>
                <a:lnTo>
                  <a:pt x="4029443" y="190500"/>
                </a:lnTo>
                <a:lnTo>
                  <a:pt x="4026814" y="190500"/>
                </a:lnTo>
                <a:lnTo>
                  <a:pt x="4025696" y="190957"/>
                </a:lnTo>
                <a:lnTo>
                  <a:pt x="4023830" y="192824"/>
                </a:lnTo>
                <a:lnTo>
                  <a:pt x="4023372" y="193941"/>
                </a:lnTo>
                <a:lnTo>
                  <a:pt x="4023372" y="196570"/>
                </a:lnTo>
                <a:lnTo>
                  <a:pt x="4023830" y="197688"/>
                </a:lnTo>
                <a:lnTo>
                  <a:pt x="4025696" y="199555"/>
                </a:lnTo>
                <a:lnTo>
                  <a:pt x="4026814" y="200025"/>
                </a:lnTo>
                <a:lnTo>
                  <a:pt x="4029443" y="200025"/>
                </a:lnTo>
                <a:lnTo>
                  <a:pt x="4030561" y="199555"/>
                </a:lnTo>
                <a:lnTo>
                  <a:pt x="4032427" y="197688"/>
                </a:lnTo>
                <a:lnTo>
                  <a:pt x="4032897" y="196570"/>
                </a:lnTo>
                <a:lnTo>
                  <a:pt x="4032897" y="193941"/>
                </a:lnTo>
                <a:close/>
              </a:path>
              <a:path w="6715125" h="2057400">
                <a:moveTo>
                  <a:pt x="4032897" y="146316"/>
                </a:moveTo>
                <a:lnTo>
                  <a:pt x="4032427" y="145199"/>
                </a:lnTo>
                <a:lnTo>
                  <a:pt x="4030561" y="143332"/>
                </a:lnTo>
                <a:lnTo>
                  <a:pt x="4029443" y="142875"/>
                </a:lnTo>
                <a:lnTo>
                  <a:pt x="4026814" y="142875"/>
                </a:lnTo>
                <a:lnTo>
                  <a:pt x="4025696" y="143332"/>
                </a:lnTo>
                <a:lnTo>
                  <a:pt x="4023830" y="145199"/>
                </a:lnTo>
                <a:lnTo>
                  <a:pt x="4023372" y="146316"/>
                </a:lnTo>
                <a:lnTo>
                  <a:pt x="4023372" y="148945"/>
                </a:lnTo>
                <a:lnTo>
                  <a:pt x="4023830" y="150063"/>
                </a:lnTo>
                <a:lnTo>
                  <a:pt x="4025696" y="151930"/>
                </a:lnTo>
                <a:lnTo>
                  <a:pt x="4026814" y="152400"/>
                </a:lnTo>
                <a:lnTo>
                  <a:pt x="4029443" y="152400"/>
                </a:lnTo>
                <a:lnTo>
                  <a:pt x="4030561" y="151930"/>
                </a:lnTo>
                <a:lnTo>
                  <a:pt x="4032427" y="150063"/>
                </a:lnTo>
                <a:lnTo>
                  <a:pt x="4032897" y="148945"/>
                </a:lnTo>
                <a:lnTo>
                  <a:pt x="4032897" y="146316"/>
                </a:lnTo>
                <a:close/>
              </a:path>
              <a:path w="6715125" h="2057400">
                <a:moveTo>
                  <a:pt x="4032897" y="98691"/>
                </a:moveTo>
                <a:lnTo>
                  <a:pt x="4032427" y="97574"/>
                </a:lnTo>
                <a:lnTo>
                  <a:pt x="4030561" y="95707"/>
                </a:lnTo>
                <a:lnTo>
                  <a:pt x="4029443" y="95250"/>
                </a:lnTo>
                <a:lnTo>
                  <a:pt x="4026814" y="95250"/>
                </a:lnTo>
                <a:lnTo>
                  <a:pt x="4025696" y="95707"/>
                </a:lnTo>
                <a:lnTo>
                  <a:pt x="4023830" y="97574"/>
                </a:lnTo>
                <a:lnTo>
                  <a:pt x="4023372" y="98691"/>
                </a:lnTo>
                <a:lnTo>
                  <a:pt x="4023372" y="101320"/>
                </a:lnTo>
                <a:lnTo>
                  <a:pt x="4023830" y="102438"/>
                </a:lnTo>
                <a:lnTo>
                  <a:pt x="4025696" y="104305"/>
                </a:lnTo>
                <a:lnTo>
                  <a:pt x="4026814" y="104775"/>
                </a:lnTo>
                <a:lnTo>
                  <a:pt x="4029443" y="104775"/>
                </a:lnTo>
                <a:lnTo>
                  <a:pt x="4030561" y="104305"/>
                </a:lnTo>
                <a:lnTo>
                  <a:pt x="4032427" y="102438"/>
                </a:lnTo>
                <a:lnTo>
                  <a:pt x="4032897" y="101320"/>
                </a:lnTo>
                <a:lnTo>
                  <a:pt x="4032897" y="98691"/>
                </a:lnTo>
                <a:close/>
              </a:path>
              <a:path w="6715125" h="2057400">
                <a:moveTo>
                  <a:pt x="4032897" y="51066"/>
                </a:moveTo>
                <a:lnTo>
                  <a:pt x="4032427" y="49949"/>
                </a:lnTo>
                <a:lnTo>
                  <a:pt x="4030561" y="48082"/>
                </a:lnTo>
                <a:lnTo>
                  <a:pt x="4029443" y="47625"/>
                </a:lnTo>
                <a:lnTo>
                  <a:pt x="4026814" y="47625"/>
                </a:lnTo>
                <a:lnTo>
                  <a:pt x="4025696" y="48082"/>
                </a:lnTo>
                <a:lnTo>
                  <a:pt x="4023830" y="49949"/>
                </a:lnTo>
                <a:lnTo>
                  <a:pt x="4023372" y="51066"/>
                </a:lnTo>
                <a:lnTo>
                  <a:pt x="4023372" y="53695"/>
                </a:lnTo>
                <a:lnTo>
                  <a:pt x="4023830" y="54813"/>
                </a:lnTo>
                <a:lnTo>
                  <a:pt x="4025696" y="56680"/>
                </a:lnTo>
                <a:lnTo>
                  <a:pt x="4026814" y="57150"/>
                </a:lnTo>
                <a:lnTo>
                  <a:pt x="4029443" y="57150"/>
                </a:lnTo>
                <a:lnTo>
                  <a:pt x="4030561" y="56680"/>
                </a:lnTo>
                <a:lnTo>
                  <a:pt x="4032427" y="54813"/>
                </a:lnTo>
                <a:lnTo>
                  <a:pt x="4032897" y="53695"/>
                </a:lnTo>
                <a:lnTo>
                  <a:pt x="4032897" y="51066"/>
                </a:lnTo>
                <a:close/>
              </a:path>
              <a:path w="6715125" h="2057400">
                <a:moveTo>
                  <a:pt x="4032897" y="3441"/>
                </a:moveTo>
                <a:lnTo>
                  <a:pt x="4032427" y="2324"/>
                </a:lnTo>
                <a:lnTo>
                  <a:pt x="4030561" y="457"/>
                </a:lnTo>
                <a:lnTo>
                  <a:pt x="4029443" y="0"/>
                </a:lnTo>
                <a:lnTo>
                  <a:pt x="4026814" y="0"/>
                </a:lnTo>
                <a:lnTo>
                  <a:pt x="4025696" y="457"/>
                </a:lnTo>
                <a:lnTo>
                  <a:pt x="4023830" y="2324"/>
                </a:lnTo>
                <a:lnTo>
                  <a:pt x="4023372" y="3441"/>
                </a:lnTo>
                <a:lnTo>
                  <a:pt x="4023372" y="6070"/>
                </a:lnTo>
                <a:lnTo>
                  <a:pt x="4023830" y="7188"/>
                </a:lnTo>
                <a:lnTo>
                  <a:pt x="4025696" y="9055"/>
                </a:lnTo>
                <a:lnTo>
                  <a:pt x="4026814" y="9525"/>
                </a:lnTo>
                <a:lnTo>
                  <a:pt x="4029443" y="9525"/>
                </a:lnTo>
                <a:lnTo>
                  <a:pt x="4030561" y="9055"/>
                </a:lnTo>
                <a:lnTo>
                  <a:pt x="4032427" y="7188"/>
                </a:lnTo>
                <a:lnTo>
                  <a:pt x="4032897" y="6070"/>
                </a:lnTo>
                <a:lnTo>
                  <a:pt x="4032897" y="3441"/>
                </a:lnTo>
                <a:close/>
              </a:path>
              <a:path w="6715125" h="2057400">
                <a:moveTo>
                  <a:pt x="5374005" y="2051316"/>
                </a:moveTo>
                <a:lnTo>
                  <a:pt x="5373548" y="2050199"/>
                </a:lnTo>
                <a:lnTo>
                  <a:pt x="5371681" y="2048332"/>
                </a:lnTo>
                <a:lnTo>
                  <a:pt x="5370563" y="2047862"/>
                </a:lnTo>
                <a:lnTo>
                  <a:pt x="5367934" y="2047862"/>
                </a:lnTo>
                <a:lnTo>
                  <a:pt x="5366817" y="2048332"/>
                </a:lnTo>
                <a:lnTo>
                  <a:pt x="5364950" y="2050199"/>
                </a:lnTo>
                <a:lnTo>
                  <a:pt x="5364480" y="2051316"/>
                </a:lnTo>
                <a:lnTo>
                  <a:pt x="5364480" y="2053945"/>
                </a:lnTo>
                <a:lnTo>
                  <a:pt x="5364950" y="2055063"/>
                </a:lnTo>
                <a:lnTo>
                  <a:pt x="5366817" y="2056930"/>
                </a:lnTo>
                <a:lnTo>
                  <a:pt x="5367934" y="2057387"/>
                </a:lnTo>
                <a:lnTo>
                  <a:pt x="5370563" y="2057387"/>
                </a:lnTo>
                <a:lnTo>
                  <a:pt x="5371681" y="2056930"/>
                </a:lnTo>
                <a:lnTo>
                  <a:pt x="5373548" y="2055063"/>
                </a:lnTo>
                <a:lnTo>
                  <a:pt x="5374005" y="2053945"/>
                </a:lnTo>
                <a:lnTo>
                  <a:pt x="5374005" y="2051316"/>
                </a:lnTo>
                <a:close/>
              </a:path>
              <a:path w="6715125" h="2057400">
                <a:moveTo>
                  <a:pt x="5374005" y="2003691"/>
                </a:moveTo>
                <a:lnTo>
                  <a:pt x="5373548" y="2002574"/>
                </a:lnTo>
                <a:lnTo>
                  <a:pt x="5371681" y="2000707"/>
                </a:lnTo>
                <a:lnTo>
                  <a:pt x="5370563" y="2000237"/>
                </a:lnTo>
                <a:lnTo>
                  <a:pt x="5367934" y="2000237"/>
                </a:lnTo>
                <a:lnTo>
                  <a:pt x="5366817" y="2000707"/>
                </a:lnTo>
                <a:lnTo>
                  <a:pt x="5364950" y="2002574"/>
                </a:lnTo>
                <a:lnTo>
                  <a:pt x="5364480" y="2003691"/>
                </a:lnTo>
                <a:lnTo>
                  <a:pt x="5364480" y="2006320"/>
                </a:lnTo>
                <a:lnTo>
                  <a:pt x="5364950" y="2007438"/>
                </a:lnTo>
                <a:lnTo>
                  <a:pt x="5366817" y="2009305"/>
                </a:lnTo>
                <a:lnTo>
                  <a:pt x="5367934" y="2009762"/>
                </a:lnTo>
                <a:lnTo>
                  <a:pt x="5370563" y="2009762"/>
                </a:lnTo>
                <a:lnTo>
                  <a:pt x="5371681" y="2009305"/>
                </a:lnTo>
                <a:lnTo>
                  <a:pt x="5373548" y="2007438"/>
                </a:lnTo>
                <a:lnTo>
                  <a:pt x="5374005" y="2006320"/>
                </a:lnTo>
                <a:lnTo>
                  <a:pt x="5374005" y="2003691"/>
                </a:lnTo>
                <a:close/>
              </a:path>
              <a:path w="6715125" h="2057400">
                <a:moveTo>
                  <a:pt x="5374005" y="1956066"/>
                </a:moveTo>
                <a:lnTo>
                  <a:pt x="5373548" y="1954949"/>
                </a:lnTo>
                <a:lnTo>
                  <a:pt x="5371681" y="1953082"/>
                </a:lnTo>
                <a:lnTo>
                  <a:pt x="5370563" y="1952612"/>
                </a:lnTo>
                <a:lnTo>
                  <a:pt x="5367934" y="1952612"/>
                </a:lnTo>
                <a:lnTo>
                  <a:pt x="5366817" y="1953082"/>
                </a:lnTo>
                <a:lnTo>
                  <a:pt x="5364950" y="1954949"/>
                </a:lnTo>
                <a:lnTo>
                  <a:pt x="5364480" y="1956066"/>
                </a:lnTo>
                <a:lnTo>
                  <a:pt x="5364480" y="1958695"/>
                </a:lnTo>
                <a:lnTo>
                  <a:pt x="5364950" y="1959813"/>
                </a:lnTo>
                <a:lnTo>
                  <a:pt x="5366817" y="1961680"/>
                </a:lnTo>
                <a:lnTo>
                  <a:pt x="5367934" y="1962137"/>
                </a:lnTo>
                <a:lnTo>
                  <a:pt x="5370563" y="1962137"/>
                </a:lnTo>
                <a:lnTo>
                  <a:pt x="5371681" y="1961680"/>
                </a:lnTo>
                <a:lnTo>
                  <a:pt x="5373548" y="1959813"/>
                </a:lnTo>
                <a:lnTo>
                  <a:pt x="5374005" y="1958695"/>
                </a:lnTo>
                <a:lnTo>
                  <a:pt x="5374005" y="1956066"/>
                </a:lnTo>
                <a:close/>
              </a:path>
              <a:path w="6715125" h="2057400">
                <a:moveTo>
                  <a:pt x="5374005" y="1908441"/>
                </a:moveTo>
                <a:lnTo>
                  <a:pt x="5373548" y="1907324"/>
                </a:lnTo>
                <a:lnTo>
                  <a:pt x="5371681" y="1905457"/>
                </a:lnTo>
                <a:lnTo>
                  <a:pt x="5370563" y="1904987"/>
                </a:lnTo>
                <a:lnTo>
                  <a:pt x="5367934" y="1904987"/>
                </a:lnTo>
                <a:lnTo>
                  <a:pt x="5366817" y="1905457"/>
                </a:lnTo>
                <a:lnTo>
                  <a:pt x="5364950" y="1907324"/>
                </a:lnTo>
                <a:lnTo>
                  <a:pt x="5364480" y="1908441"/>
                </a:lnTo>
                <a:lnTo>
                  <a:pt x="5364480" y="1911070"/>
                </a:lnTo>
                <a:lnTo>
                  <a:pt x="5364950" y="1912188"/>
                </a:lnTo>
                <a:lnTo>
                  <a:pt x="5366817" y="1914055"/>
                </a:lnTo>
                <a:lnTo>
                  <a:pt x="5367934" y="1914512"/>
                </a:lnTo>
                <a:lnTo>
                  <a:pt x="5370563" y="1914512"/>
                </a:lnTo>
                <a:lnTo>
                  <a:pt x="5371681" y="1914055"/>
                </a:lnTo>
                <a:lnTo>
                  <a:pt x="5373548" y="1912188"/>
                </a:lnTo>
                <a:lnTo>
                  <a:pt x="5374005" y="1911070"/>
                </a:lnTo>
                <a:lnTo>
                  <a:pt x="5374005" y="1908441"/>
                </a:lnTo>
                <a:close/>
              </a:path>
              <a:path w="6715125" h="2057400">
                <a:moveTo>
                  <a:pt x="5374005" y="1860816"/>
                </a:moveTo>
                <a:lnTo>
                  <a:pt x="5373548" y="1859699"/>
                </a:lnTo>
                <a:lnTo>
                  <a:pt x="5371681" y="1857832"/>
                </a:lnTo>
                <a:lnTo>
                  <a:pt x="5370563" y="1857362"/>
                </a:lnTo>
                <a:lnTo>
                  <a:pt x="5367934" y="1857362"/>
                </a:lnTo>
                <a:lnTo>
                  <a:pt x="5366817" y="1857832"/>
                </a:lnTo>
                <a:lnTo>
                  <a:pt x="5364950" y="1859699"/>
                </a:lnTo>
                <a:lnTo>
                  <a:pt x="5364480" y="1860816"/>
                </a:lnTo>
                <a:lnTo>
                  <a:pt x="5364480" y="1863445"/>
                </a:lnTo>
                <a:lnTo>
                  <a:pt x="5364950" y="1864563"/>
                </a:lnTo>
                <a:lnTo>
                  <a:pt x="5366817" y="1866430"/>
                </a:lnTo>
                <a:lnTo>
                  <a:pt x="5367934" y="1866887"/>
                </a:lnTo>
                <a:lnTo>
                  <a:pt x="5370563" y="1866887"/>
                </a:lnTo>
                <a:lnTo>
                  <a:pt x="5371681" y="1866430"/>
                </a:lnTo>
                <a:lnTo>
                  <a:pt x="5373548" y="1864563"/>
                </a:lnTo>
                <a:lnTo>
                  <a:pt x="5374005" y="1863445"/>
                </a:lnTo>
                <a:lnTo>
                  <a:pt x="5374005" y="1860816"/>
                </a:lnTo>
                <a:close/>
              </a:path>
              <a:path w="6715125" h="2057400">
                <a:moveTo>
                  <a:pt x="5374005" y="1813191"/>
                </a:moveTo>
                <a:lnTo>
                  <a:pt x="5373548" y="1812074"/>
                </a:lnTo>
                <a:lnTo>
                  <a:pt x="5371681" y="1810207"/>
                </a:lnTo>
                <a:lnTo>
                  <a:pt x="5370563" y="1809737"/>
                </a:lnTo>
                <a:lnTo>
                  <a:pt x="5367934" y="1809737"/>
                </a:lnTo>
                <a:lnTo>
                  <a:pt x="5366817" y="1810207"/>
                </a:lnTo>
                <a:lnTo>
                  <a:pt x="5364950" y="1812074"/>
                </a:lnTo>
                <a:lnTo>
                  <a:pt x="5364480" y="1813191"/>
                </a:lnTo>
                <a:lnTo>
                  <a:pt x="5364480" y="1815820"/>
                </a:lnTo>
                <a:lnTo>
                  <a:pt x="5364950" y="1816938"/>
                </a:lnTo>
                <a:lnTo>
                  <a:pt x="5366817" y="1818805"/>
                </a:lnTo>
                <a:lnTo>
                  <a:pt x="5367934" y="1819262"/>
                </a:lnTo>
                <a:lnTo>
                  <a:pt x="5370563" y="1819262"/>
                </a:lnTo>
                <a:lnTo>
                  <a:pt x="5371681" y="1818805"/>
                </a:lnTo>
                <a:lnTo>
                  <a:pt x="5373548" y="1816938"/>
                </a:lnTo>
                <a:lnTo>
                  <a:pt x="5374005" y="1815820"/>
                </a:lnTo>
                <a:lnTo>
                  <a:pt x="5374005" y="1813191"/>
                </a:lnTo>
                <a:close/>
              </a:path>
              <a:path w="6715125" h="2057400">
                <a:moveTo>
                  <a:pt x="5374005" y="1765566"/>
                </a:moveTo>
                <a:lnTo>
                  <a:pt x="5373548" y="1764449"/>
                </a:lnTo>
                <a:lnTo>
                  <a:pt x="5371681" y="1762582"/>
                </a:lnTo>
                <a:lnTo>
                  <a:pt x="5370563" y="1762112"/>
                </a:lnTo>
                <a:lnTo>
                  <a:pt x="5367934" y="1762112"/>
                </a:lnTo>
                <a:lnTo>
                  <a:pt x="5366817" y="1762582"/>
                </a:lnTo>
                <a:lnTo>
                  <a:pt x="5364950" y="1764449"/>
                </a:lnTo>
                <a:lnTo>
                  <a:pt x="5364480" y="1765566"/>
                </a:lnTo>
                <a:lnTo>
                  <a:pt x="5364480" y="1768195"/>
                </a:lnTo>
                <a:lnTo>
                  <a:pt x="5364950" y="1769313"/>
                </a:lnTo>
                <a:lnTo>
                  <a:pt x="5366817" y="1771180"/>
                </a:lnTo>
                <a:lnTo>
                  <a:pt x="5367934" y="1771637"/>
                </a:lnTo>
                <a:lnTo>
                  <a:pt x="5370563" y="1771637"/>
                </a:lnTo>
                <a:lnTo>
                  <a:pt x="5371681" y="1771180"/>
                </a:lnTo>
                <a:lnTo>
                  <a:pt x="5373548" y="1769313"/>
                </a:lnTo>
                <a:lnTo>
                  <a:pt x="5374005" y="1768195"/>
                </a:lnTo>
                <a:lnTo>
                  <a:pt x="5374005" y="1765566"/>
                </a:lnTo>
                <a:close/>
              </a:path>
              <a:path w="6715125" h="2057400">
                <a:moveTo>
                  <a:pt x="5374005" y="1717941"/>
                </a:moveTo>
                <a:lnTo>
                  <a:pt x="5373548" y="1716824"/>
                </a:lnTo>
                <a:lnTo>
                  <a:pt x="5371681" y="1714957"/>
                </a:lnTo>
                <a:lnTo>
                  <a:pt x="5370563" y="1714487"/>
                </a:lnTo>
                <a:lnTo>
                  <a:pt x="5367934" y="1714487"/>
                </a:lnTo>
                <a:lnTo>
                  <a:pt x="5366817" y="1714957"/>
                </a:lnTo>
                <a:lnTo>
                  <a:pt x="5364950" y="1716824"/>
                </a:lnTo>
                <a:lnTo>
                  <a:pt x="5364480" y="1717941"/>
                </a:lnTo>
                <a:lnTo>
                  <a:pt x="5364480" y="1720570"/>
                </a:lnTo>
                <a:lnTo>
                  <a:pt x="5364950" y="1721688"/>
                </a:lnTo>
                <a:lnTo>
                  <a:pt x="5366817" y="1723555"/>
                </a:lnTo>
                <a:lnTo>
                  <a:pt x="5367934" y="1724012"/>
                </a:lnTo>
                <a:lnTo>
                  <a:pt x="5370563" y="1724012"/>
                </a:lnTo>
                <a:lnTo>
                  <a:pt x="5371681" y="1723555"/>
                </a:lnTo>
                <a:lnTo>
                  <a:pt x="5373548" y="1721688"/>
                </a:lnTo>
                <a:lnTo>
                  <a:pt x="5374005" y="1720570"/>
                </a:lnTo>
                <a:lnTo>
                  <a:pt x="5374005" y="1717941"/>
                </a:lnTo>
                <a:close/>
              </a:path>
              <a:path w="6715125" h="2057400">
                <a:moveTo>
                  <a:pt x="5374005" y="1670316"/>
                </a:moveTo>
                <a:lnTo>
                  <a:pt x="5373548" y="1669199"/>
                </a:lnTo>
                <a:lnTo>
                  <a:pt x="5371681" y="1667332"/>
                </a:lnTo>
                <a:lnTo>
                  <a:pt x="5370563" y="1666862"/>
                </a:lnTo>
                <a:lnTo>
                  <a:pt x="5367934" y="1666862"/>
                </a:lnTo>
                <a:lnTo>
                  <a:pt x="5366817" y="1667332"/>
                </a:lnTo>
                <a:lnTo>
                  <a:pt x="5364950" y="1669199"/>
                </a:lnTo>
                <a:lnTo>
                  <a:pt x="5364480" y="1670316"/>
                </a:lnTo>
                <a:lnTo>
                  <a:pt x="5364480" y="1672945"/>
                </a:lnTo>
                <a:lnTo>
                  <a:pt x="5364950" y="1674063"/>
                </a:lnTo>
                <a:lnTo>
                  <a:pt x="5366817" y="1675930"/>
                </a:lnTo>
                <a:lnTo>
                  <a:pt x="5367934" y="1676387"/>
                </a:lnTo>
                <a:lnTo>
                  <a:pt x="5370563" y="1676387"/>
                </a:lnTo>
                <a:lnTo>
                  <a:pt x="5371681" y="1675930"/>
                </a:lnTo>
                <a:lnTo>
                  <a:pt x="5373548" y="1674063"/>
                </a:lnTo>
                <a:lnTo>
                  <a:pt x="5374005" y="1672945"/>
                </a:lnTo>
                <a:lnTo>
                  <a:pt x="5374005" y="1670316"/>
                </a:lnTo>
                <a:close/>
              </a:path>
              <a:path w="6715125" h="2057400">
                <a:moveTo>
                  <a:pt x="5374005" y="1622691"/>
                </a:moveTo>
                <a:lnTo>
                  <a:pt x="5373548" y="1621574"/>
                </a:lnTo>
                <a:lnTo>
                  <a:pt x="5371681" y="1619707"/>
                </a:lnTo>
                <a:lnTo>
                  <a:pt x="5370563" y="1619237"/>
                </a:lnTo>
                <a:lnTo>
                  <a:pt x="5367934" y="1619237"/>
                </a:lnTo>
                <a:lnTo>
                  <a:pt x="5366817" y="1619707"/>
                </a:lnTo>
                <a:lnTo>
                  <a:pt x="5364950" y="1621574"/>
                </a:lnTo>
                <a:lnTo>
                  <a:pt x="5364480" y="1622691"/>
                </a:lnTo>
                <a:lnTo>
                  <a:pt x="5364480" y="1625320"/>
                </a:lnTo>
                <a:lnTo>
                  <a:pt x="5364950" y="1626438"/>
                </a:lnTo>
                <a:lnTo>
                  <a:pt x="5366817" y="1628305"/>
                </a:lnTo>
                <a:lnTo>
                  <a:pt x="5367934" y="1628762"/>
                </a:lnTo>
                <a:lnTo>
                  <a:pt x="5370563" y="1628762"/>
                </a:lnTo>
                <a:lnTo>
                  <a:pt x="5371681" y="1628305"/>
                </a:lnTo>
                <a:lnTo>
                  <a:pt x="5373548" y="1626438"/>
                </a:lnTo>
                <a:lnTo>
                  <a:pt x="5374005" y="1625320"/>
                </a:lnTo>
                <a:lnTo>
                  <a:pt x="5374005" y="1622691"/>
                </a:lnTo>
                <a:close/>
              </a:path>
              <a:path w="6715125" h="2057400">
                <a:moveTo>
                  <a:pt x="5374005" y="1575066"/>
                </a:moveTo>
                <a:lnTo>
                  <a:pt x="5373548" y="1573949"/>
                </a:lnTo>
                <a:lnTo>
                  <a:pt x="5371681" y="1572082"/>
                </a:lnTo>
                <a:lnTo>
                  <a:pt x="5370563" y="1571612"/>
                </a:lnTo>
                <a:lnTo>
                  <a:pt x="5367934" y="1571612"/>
                </a:lnTo>
                <a:lnTo>
                  <a:pt x="5366817" y="1572082"/>
                </a:lnTo>
                <a:lnTo>
                  <a:pt x="5364950" y="1573949"/>
                </a:lnTo>
                <a:lnTo>
                  <a:pt x="5364480" y="1575066"/>
                </a:lnTo>
                <a:lnTo>
                  <a:pt x="5364480" y="1577695"/>
                </a:lnTo>
                <a:lnTo>
                  <a:pt x="5364950" y="1578813"/>
                </a:lnTo>
                <a:lnTo>
                  <a:pt x="5366817" y="1580680"/>
                </a:lnTo>
                <a:lnTo>
                  <a:pt x="5367934" y="1581137"/>
                </a:lnTo>
                <a:lnTo>
                  <a:pt x="5370563" y="1581137"/>
                </a:lnTo>
                <a:lnTo>
                  <a:pt x="5371681" y="1580680"/>
                </a:lnTo>
                <a:lnTo>
                  <a:pt x="5373548" y="1578813"/>
                </a:lnTo>
                <a:lnTo>
                  <a:pt x="5374005" y="1577695"/>
                </a:lnTo>
                <a:lnTo>
                  <a:pt x="5374005" y="1575066"/>
                </a:lnTo>
                <a:close/>
              </a:path>
              <a:path w="6715125" h="2057400">
                <a:moveTo>
                  <a:pt x="5374005" y="1527441"/>
                </a:moveTo>
                <a:lnTo>
                  <a:pt x="5373548" y="1526324"/>
                </a:lnTo>
                <a:lnTo>
                  <a:pt x="5371681" y="1524457"/>
                </a:lnTo>
                <a:lnTo>
                  <a:pt x="5370563" y="1523987"/>
                </a:lnTo>
                <a:lnTo>
                  <a:pt x="5367934" y="1523987"/>
                </a:lnTo>
                <a:lnTo>
                  <a:pt x="5366817" y="1524457"/>
                </a:lnTo>
                <a:lnTo>
                  <a:pt x="5364950" y="1526324"/>
                </a:lnTo>
                <a:lnTo>
                  <a:pt x="5364480" y="1527441"/>
                </a:lnTo>
                <a:lnTo>
                  <a:pt x="5364480" y="1530070"/>
                </a:lnTo>
                <a:lnTo>
                  <a:pt x="5364950" y="1531188"/>
                </a:lnTo>
                <a:lnTo>
                  <a:pt x="5366817" y="1533055"/>
                </a:lnTo>
                <a:lnTo>
                  <a:pt x="5367934" y="1533512"/>
                </a:lnTo>
                <a:lnTo>
                  <a:pt x="5370563" y="1533512"/>
                </a:lnTo>
                <a:lnTo>
                  <a:pt x="5371681" y="1533055"/>
                </a:lnTo>
                <a:lnTo>
                  <a:pt x="5373548" y="1531188"/>
                </a:lnTo>
                <a:lnTo>
                  <a:pt x="5374005" y="1530070"/>
                </a:lnTo>
                <a:lnTo>
                  <a:pt x="5374005" y="1527441"/>
                </a:lnTo>
                <a:close/>
              </a:path>
              <a:path w="6715125" h="2057400">
                <a:moveTo>
                  <a:pt x="5374005" y="1479816"/>
                </a:moveTo>
                <a:lnTo>
                  <a:pt x="5373548" y="1478699"/>
                </a:lnTo>
                <a:lnTo>
                  <a:pt x="5371681" y="1476832"/>
                </a:lnTo>
                <a:lnTo>
                  <a:pt x="5370563" y="1476362"/>
                </a:lnTo>
                <a:lnTo>
                  <a:pt x="5367934" y="1476362"/>
                </a:lnTo>
                <a:lnTo>
                  <a:pt x="5366817" y="1476832"/>
                </a:lnTo>
                <a:lnTo>
                  <a:pt x="5364950" y="1478699"/>
                </a:lnTo>
                <a:lnTo>
                  <a:pt x="5364480" y="1479816"/>
                </a:lnTo>
                <a:lnTo>
                  <a:pt x="5364480" y="1482445"/>
                </a:lnTo>
                <a:lnTo>
                  <a:pt x="5364950" y="1483563"/>
                </a:lnTo>
                <a:lnTo>
                  <a:pt x="5366817" y="1485430"/>
                </a:lnTo>
                <a:lnTo>
                  <a:pt x="5367934" y="1485887"/>
                </a:lnTo>
                <a:lnTo>
                  <a:pt x="5370563" y="1485887"/>
                </a:lnTo>
                <a:lnTo>
                  <a:pt x="5371681" y="1485430"/>
                </a:lnTo>
                <a:lnTo>
                  <a:pt x="5373548" y="1483563"/>
                </a:lnTo>
                <a:lnTo>
                  <a:pt x="5374005" y="1482445"/>
                </a:lnTo>
                <a:lnTo>
                  <a:pt x="5374005" y="1479816"/>
                </a:lnTo>
                <a:close/>
              </a:path>
              <a:path w="6715125" h="2057400">
                <a:moveTo>
                  <a:pt x="5374005" y="1432191"/>
                </a:moveTo>
                <a:lnTo>
                  <a:pt x="5373548" y="1431074"/>
                </a:lnTo>
                <a:lnTo>
                  <a:pt x="5371681" y="1429207"/>
                </a:lnTo>
                <a:lnTo>
                  <a:pt x="5370563" y="1428750"/>
                </a:lnTo>
                <a:lnTo>
                  <a:pt x="5367934" y="1428750"/>
                </a:lnTo>
                <a:lnTo>
                  <a:pt x="5366817" y="1429207"/>
                </a:lnTo>
                <a:lnTo>
                  <a:pt x="5364950" y="1431074"/>
                </a:lnTo>
                <a:lnTo>
                  <a:pt x="5364480" y="1432191"/>
                </a:lnTo>
                <a:lnTo>
                  <a:pt x="5364480" y="1434820"/>
                </a:lnTo>
                <a:lnTo>
                  <a:pt x="5364950" y="1435938"/>
                </a:lnTo>
                <a:lnTo>
                  <a:pt x="5366817" y="1437805"/>
                </a:lnTo>
                <a:lnTo>
                  <a:pt x="5367934" y="1438262"/>
                </a:lnTo>
                <a:lnTo>
                  <a:pt x="5370563" y="1438262"/>
                </a:lnTo>
                <a:lnTo>
                  <a:pt x="5371681" y="1437805"/>
                </a:lnTo>
                <a:lnTo>
                  <a:pt x="5373548" y="1435938"/>
                </a:lnTo>
                <a:lnTo>
                  <a:pt x="5374005" y="1434820"/>
                </a:lnTo>
                <a:lnTo>
                  <a:pt x="5374005" y="1432191"/>
                </a:lnTo>
                <a:close/>
              </a:path>
              <a:path w="6715125" h="2057400">
                <a:moveTo>
                  <a:pt x="5374005" y="1384566"/>
                </a:moveTo>
                <a:lnTo>
                  <a:pt x="5373548" y="1383449"/>
                </a:lnTo>
                <a:lnTo>
                  <a:pt x="5371681" y="1381582"/>
                </a:lnTo>
                <a:lnTo>
                  <a:pt x="5370563" y="1381125"/>
                </a:lnTo>
                <a:lnTo>
                  <a:pt x="5367934" y="1381125"/>
                </a:lnTo>
                <a:lnTo>
                  <a:pt x="5366817" y="1381582"/>
                </a:lnTo>
                <a:lnTo>
                  <a:pt x="5364950" y="1383449"/>
                </a:lnTo>
                <a:lnTo>
                  <a:pt x="5364480" y="1384566"/>
                </a:lnTo>
                <a:lnTo>
                  <a:pt x="5364480" y="1387195"/>
                </a:lnTo>
                <a:lnTo>
                  <a:pt x="5364950" y="1388313"/>
                </a:lnTo>
                <a:lnTo>
                  <a:pt x="5366817" y="1390180"/>
                </a:lnTo>
                <a:lnTo>
                  <a:pt x="5367934" y="1390637"/>
                </a:lnTo>
                <a:lnTo>
                  <a:pt x="5370563" y="1390637"/>
                </a:lnTo>
                <a:lnTo>
                  <a:pt x="5371681" y="1390180"/>
                </a:lnTo>
                <a:lnTo>
                  <a:pt x="5373548" y="1388313"/>
                </a:lnTo>
                <a:lnTo>
                  <a:pt x="5374005" y="1387195"/>
                </a:lnTo>
                <a:lnTo>
                  <a:pt x="5374005" y="1384566"/>
                </a:lnTo>
                <a:close/>
              </a:path>
              <a:path w="6715125" h="2057400">
                <a:moveTo>
                  <a:pt x="5374005" y="1336941"/>
                </a:moveTo>
                <a:lnTo>
                  <a:pt x="5373548" y="1335824"/>
                </a:lnTo>
                <a:lnTo>
                  <a:pt x="5371681" y="1333957"/>
                </a:lnTo>
                <a:lnTo>
                  <a:pt x="5370563" y="1333487"/>
                </a:lnTo>
                <a:lnTo>
                  <a:pt x="5367934" y="1333487"/>
                </a:lnTo>
                <a:lnTo>
                  <a:pt x="5366817" y="1333957"/>
                </a:lnTo>
                <a:lnTo>
                  <a:pt x="5364950" y="1335824"/>
                </a:lnTo>
                <a:lnTo>
                  <a:pt x="5364480" y="1336941"/>
                </a:lnTo>
                <a:lnTo>
                  <a:pt x="5364480" y="1339570"/>
                </a:lnTo>
                <a:lnTo>
                  <a:pt x="5364950" y="1340688"/>
                </a:lnTo>
                <a:lnTo>
                  <a:pt x="5366817" y="1342555"/>
                </a:lnTo>
                <a:lnTo>
                  <a:pt x="5367934" y="1343012"/>
                </a:lnTo>
                <a:lnTo>
                  <a:pt x="5370563" y="1343012"/>
                </a:lnTo>
                <a:lnTo>
                  <a:pt x="5371681" y="1342555"/>
                </a:lnTo>
                <a:lnTo>
                  <a:pt x="5373548" y="1340688"/>
                </a:lnTo>
                <a:lnTo>
                  <a:pt x="5374005" y="1339570"/>
                </a:lnTo>
                <a:lnTo>
                  <a:pt x="5374005" y="1336941"/>
                </a:lnTo>
                <a:close/>
              </a:path>
              <a:path w="6715125" h="2057400">
                <a:moveTo>
                  <a:pt x="5374005" y="1289316"/>
                </a:moveTo>
                <a:lnTo>
                  <a:pt x="5373548" y="1288199"/>
                </a:lnTo>
                <a:lnTo>
                  <a:pt x="5371681" y="1286332"/>
                </a:lnTo>
                <a:lnTo>
                  <a:pt x="5370563" y="1285875"/>
                </a:lnTo>
                <a:lnTo>
                  <a:pt x="5367934" y="1285875"/>
                </a:lnTo>
                <a:lnTo>
                  <a:pt x="5366817" y="1286332"/>
                </a:lnTo>
                <a:lnTo>
                  <a:pt x="5364950" y="1288199"/>
                </a:lnTo>
                <a:lnTo>
                  <a:pt x="5364480" y="1289316"/>
                </a:lnTo>
                <a:lnTo>
                  <a:pt x="5364480" y="1291945"/>
                </a:lnTo>
                <a:lnTo>
                  <a:pt x="5364950" y="1293063"/>
                </a:lnTo>
                <a:lnTo>
                  <a:pt x="5366817" y="1294930"/>
                </a:lnTo>
                <a:lnTo>
                  <a:pt x="5367934" y="1295387"/>
                </a:lnTo>
                <a:lnTo>
                  <a:pt x="5370563" y="1295387"/>
                </a:lnTo>
                <a:lnTo>
                  <a:pt x="5371681" y="1294930"/>
                </a:lnTo>
                <a:lnTo>
                  <a:pt x="5373548" y="1293063"/>
                </a:lnTo>
                <a:lnTo>
                  <a:pt x="5374005" y="1291945"/>
                </a:lnTo>
                <a:lnTo>
                  <a:pt x="5374005" y="1289316"/>
                </a:lnTo>
                <a:close/>
              </a:path>
              <a:path w="6715125" h="2057400">
                <a:moveTo>
                  <a:pt x="5374005" y="1241691"/>
                </a:moveTo>
                <a:lnTo>
                  <a:pt x="5373548" y="1240574"/>
                </a:lnTo>
                <a:lnTo>
                  <a:pt x="5371681" y="1238707"/>
                </a:lnTo>
                <a:lnTo>
                  <a:pt x="5370563" y="1238250"/>
                </a:lnTo>
                <a:lnTo>
                  <a:pt x="5367934" y="1238250"/>
                </a:lnTo>
                <a:lnTo>
                  <a:pt x="5366817" y="1238707"/>
                </a:lnTo>
                <a:lnTo>
                  <a:pt x="5364950" y="1240574"/>
                </a:lnTo>
                <a:lnTo>
                  <a:pt x="5364480" y="1241691"/>
                </a:lnTo>
                <a:lnTo>
                  <a:pt x="5364480" y="1244320"/>
                </a:lnTo>
                <a:lnTo>
                  <a:pt x="5364950" y="1245438"/>
                </a:lnTo>
                <a:lnTo>
                  <a:pt x="5366817" y="1247305"/>
                </a:lnTo>
                <a:lnTo>
                  <a:pt x="5367934" y="1247762"/>
                </a:lnTo>
                <a:lnTo>
                  <a:pt x="5370563" y="1247762"/>
                </a:lnTo>
                <a:lnTo>
                  <a:pt x="5371681" y="1247305"/>
                </a:lnTo>
                <a:lnTo>
                  <a:pt x="5373548" y="1245438"/>
                </a:lnTo>
                <a:lnTo>
                  <a:pt x="5374005" y="1244320"/>
                </a:lnTo>
                <a:lnTo>
                  <a:pt x="5374005" y="1241691"/>
                </a:lnTo>
                <a:close/>
              </a:path>
              <a:path w="6715125" h="2057400">
                <a:moveTo>
                  <a:pt x="5374005" y="1194066"/>
                </a:moveTo>
                <a:lnTo>
                  <a:pt x="5373548" y="1192949"/>
                </a:lnTo>
                <a:lnTo>
                  <a:pt x="5371681" y="1191082"/>
                </a:lnTo>
                <a:lnTo>
                  <a:pt x="5370563" y="1190625"/>
                </a:lnTo>
                <a:lnTo>
                  <a:pt x="5367934" y="1190625"/>
                </a:lnTo>
                <a:lnTo>
                  <a:pt x="5366817" y="1191082"/>
                </a:lnTo>
                <a:lnTo>
                  <a:pt x="5364950" y="1192949"/>
                </a:lnTo>
                <a:lnTo>
                  <a:pt x="5364480" y="1194066"/>
                </a:lnTo>
                <a:lnTo>
                  <a:pt x="5364480" y="1196695"/>
                </a:lnTo>
                <a:lnTo>
                  <a:pt x="5364950" y="1197813"/>
                </a:lnTo>
                <a:lnTo>
                  <a:pt x="5366817" y="1199680"/>
                </a:lnTo>
                <a:lnTo>
                  <a:pt x="5367934" y="1200137"/>
                </a:lnTo>
                <a:lnTo>
                  <a:pt x="5370563" y="1200137"/>
                </a:lnTo>
                <a:lnTo>
                  <a:pt x="5371681" y="1199680"/>
                </a:lnTo>
                <a:lnTo>
                  <a:pt x="5373548" y="1197813"/>
                </a:lnTo>
                <a:lnTo>
                  <a:pt x="5374005" y="1196695"/>
                </a:lnTo>
                <a:lnTo>
                  <a:pt x="5374005" y="1194066"/>
                </a:lnTo>
                <a:close/>
              </a:path>
              <a:path w="6715125" h="2057400">
                <a:moveTo>
                  <a:pt x="5374005" y="1146441"/>
                </a:moveTo>
                <a:lnTo>
                  <a:pt x="5373548" y="1145324"/>
                </a:lnTo>
                <a:lnTo>
                  <a:pt x="5371681" y="1143457"/>
                </a:lnTo>
                <a:lnTo>
                  <a:pt x="5370563" y="1143000"/>
                </a:lnTo>
                <a:lnTo>
                  <a:pt x="5367934" y="1143000"/>
                </a:lnTo>
                <a:lnTo>
                  <a:pt x="5366817" y="1143457"/>
                </a:lnTo>
                <a:lnTo>
                  <a:pt x="5364950" y="1145324"/>
                </a:lnTo>
                <a:lnTo>
                  <a:pt x="5364480" y="1146441"/>
                </a:lnTo>
                <a:lnTo>
                  <a:pt x="5364480" y="1149070"/>
                </a:lnTo>
                <a:lnTo>
                  <a:pt x="5364950" y="1150188"/>
                </a:lnTo>
                <a:lnTo>
                  <a:pt x="5366817" y="1152055"/>
                </a:lnTo>
                <a:lnTo>
                  <a:pt x="5367934" y="1152512"/>
                </a:lnTo>
                <a:lnTo>
                  <a:pt x="5370563" y="1152512"/>
                </a:lnTo>
                <a:lnTo>
                  <a:pt x="5371681" y="1152055"/>
                </a:lnTo>
                <a:lnTo>
                  <a:pt x="5373548" y="1150188"/>
                </a:lnTo>
                <a:lnTo>
                  <a:pt x="5374005" y="1149070"/>
                </a:lnTo>
                <a:lnTo>
                  <a:pt x="5374005" y="1146441"/>
                </a:lnTo>
                <a:close/>
              </a:path>
              <a:path w="6715125" h="2057400">
                <a:moveTo>
                  <a:pt x="5374005" y="1098816"/>
                </a:moveTo>
                <a:lnTo>
                  <a:pt x="5373548" y="1097699"/>
                </a:lnTo>
                <a:lnTo>
                  <a:pt x="5371681" y="1095832"/>
                </a:lnTo>
                <a:lnTo>
                  <a:pt x="5370563" y="1095362"/>
                </a:lnTo>
                <a:lnTo>
                  <a:pt x="5367934" y="1095362"/>
                </a:lnTo>
                <a:lnTo>
                  <a:pt x="5366817" y="1095832"/>
                </a:lnTo>
                <a:lnTo>
                  <a:pt x="5364950" y="1097699"/>
                </a:lnTo>
                <a:lnTo>
                  <a:pt x="5364480" y="1098816"/>
                </a:lnTo>
                <a:lnTo>
                  <a:pt x="5364480" y="1101445"/>
                </a:lnTo>
                <a:lnTo>
                  <a:pt x="5364950" y="1102563"/>
                </a:lnTo>
                <a:lnTo>
                  <a:pt x="5366817" y="1104430"/>
                </a:lnTo>
                <a:lnTo>
                  <a:pt x="5367934" y="1104887"/>
                </a:lnTo>
                <a:lnTo>
                  <a:pt x="5370563" y="1104887"/>
                </a:lnTo>
                <a:lnTo>
                  <a:pt x="5371681" y="1104430"/>
                </a:lnTo>
                <a:lnTo>
                  <a:pt x="5373548" y="1102563"/>
                </a:lnTo>
                <a:lnTo>
                  <a:pt x="5374005" y="1101445"/>
                </a:lnTo>
                <a:lnTo>
                  <a:pt x="5374005" y="1098816"/>
                </a:lnTo>
                <a:close/>
              </a:path>
              <a:path w="6715125" h="2057400">
                <a:moveTo>
                  <a:pt x="5374005" y="1051191"/>
                </a:moveTo>
                <a:lnTo>
                  <a:pt x="5373548" y="1050074"/>
                </a:lnTo>
                <a:lnTo>
                  <a:pt x="5371681" y="1048207"/>
                </a:lnTo>
                <a:lnTo>
                  <a:pt x="5370563" y="1047750"/>
                </a:lnTo>
                <a:lnTo>
                  <a:pt x="5367934" y="1047750"/>
                </a:lnTo>
                <a:lnTo>
                  <a:pt x="5366817" y="1048207"/>
                </a:lnTo>
                <a:lnTo>
                  <a:pt x="5364950" y="1050074"/>
                </a:lnTo>
                <a:lnTo>
                  <a:pt x="5364480" y="1051191"/>
                </a:lnTo>
                <a:lnTo>
                  <a:pt x="5364480" y="1053820"/>
                </a:lnTo>
                <a:lnTo>
                  <a:pt x="5364950" y="1054938"/>
                </a:lnTo>
                <a:lnTo>
                  <a:pt x="5366817" y="1056805"/>
                </a:lnTo>
                <a:lnTo>
                  <a:pt x="5367934" y="1057262"/>
                </a:lnTo>
                <a:lnTo>
                  <a:pt x="5370563" y="1057262"/>
                </a:lnTo>
                <a:lnTo>
                  <a:pt x="5371681" y="1056805"/>
                </a:lnTo>
                <a:lnTo>
                  <a:pt x="5373548" y="1054938"/>
                </a:lnTo>
                <a:lnTo>
                  <a:pt x="5374005" y="1053820"/>
                </a:lnTo>
                <a:lnTo>
                  <a:pt x="5374005" y="1051191"/>
                </a:lnTo>
                <a:close/>
              </a:path>
              <a:path w="6715125" h="2057400">
                <a:moveTo>
                  <a:pt x="5374005" y="1003566"/>
                </a:moveTo>
                <a:lnTo>
                  <a:pt x="5373548" y="1002449"/>
                </a:lnTo>
                <a:lnTo>
                  <a:pt x="5371681" y="1000582"/>
                </a:lnTo>
                <a:lnTo>
                  <a:pt x="5370563" y="1000125"/>
                </a:lnTo>
                <a:lnTo>
                  <a:pt x="5367934" y="1000125"/>
                </a:lnTo>
                <a:lnTo>
                  <a:pt x="5366817" y="1000582"/>
                </a:lnTo>
                <a:lnTo>
                  <a:pt x="5364950" y="1002449"/>
                </a:lnTo>
                <a:lnTo>
                  <a:pt x="5364480" y="1003566"/>
                </a:lnTo>
                <a:lnTo>
                  <a:pt x="5364480" y="1006195"/>
                </a:lnTo>
                <a:lnTo>
                  <a:pt x="5364950" y="1007313"/>
                </a:lnTo>
                <a:lnTo>
                  <a:pt x="5366817" y="1009180"/>
                </a:lnTo>
                <a:lnTo>
                  <a:pt x="5367934" y="1009637"/>
                </a:lnTo>
                <a:lnTo>
                  <a:pt x="5370563" y="1009637"/>
                </a:lnTo>
                <a:lnTo>
                  <a:pt x="5371681" y="1009180"/>
                </a:lnTo>
                <a:lnTo>
                  <a:pt x="5373548" y="1007313"/>
                </a:lnTo>
                <a:lnTo>
                  <a:pt x="5374005" y="1006195"/>
                </a:lnTo>
                <a:lnTo>
                  <a:pt x="5374005" y="1003566"/>
                </a:lnTo>
                <a:close/>
              </a:path>
              <a:path w="6715125" h="2057400">
                <a:moveTo>
                  <a:pt x="5374005" y="955941"/>
                </a:moveTo>
                <a:lnTo>
                  <a:pt x="5373548" y="954824"/>
                </a:lnTo>
                <a:lnTo>
                  <a:pt x="5371681" y="952957"/>
                </a:lnTo>
                <a:lnTo>
                  <a:pt x="5370563" y="952500"/>
                </a:lnTo>
                <a:lnTo>
                  <a:pt x="5367934" y="952500"/>
                </a:lnTo>
                <a:lnTo>
                  <a:pt x="5366817" y="952957"/>
                </a:lnTo>
                <a:lnTo>
                  <a:pt x="5364950" y="954824"/>
                </a:lnTo>
                <a:lnTo>
                  <a:pt x="5364480" y="955941"/>
                </a:lnTo>
                <a:lnTo>
                  <a:pt x="5364480" y="958570"/>
                </a:lnTo>
                <a:lnTo>
                  <a:pt x="5364950" y="959688"/>
                </a:lnTo>
                <a:lnTo>
                  <a:pt x="5366817" y="961555"/>
                </a:lnTo>
                <a:lnTo>
                  <a:pt x="5367934" y="962012"/>
                </a:lnTo>
                <a:lnTo>
                  <a:pt x="5370563" y="962012"/>
                </a:lnTo>
                <a:lnTo>
                  <a:pt x="5371681" y="961555"/>
                </a:lnTo>
                <a:lnTo>
                  <a:pt x="5373548" y="959688"/>
                </a:lnTo>
                <a:lnTo>
                  <a:pt x="5374005" y="958570"/>
                </a:lnTo>
                <a:lnTo>
                  <a:pt x="5374005" y="955941"/>
                </a:lnTo>
                <a:close/>
              </a:path>
              <a:path w="6715125" h="2057400">
                <a:moveTo>
                  <a:pt x="5374005" y="908316"/>
                </a:moveTo>
                <a:lnTo>
                  <a:pt x="5373548" y="907199"/>
                </a:lnTo>
                <a:lnTo>
                  <a:pt x="5371681" y="905332"/>
                </a:lnTo>
                <a:lnTo>
                  <a:pt x="5370563" y="904875"/>
                </a:lnTo>
                <a:lnTo>
                  <a:pt x="5367934" y="904875"/>
                </a:lnTo>
                <a:lnTo>
                  <a:pt x="5366817" y="905332"/>
                </a:lnTo>
                <a:lnTo>
                  <a:pt x="5364950" y="907199"/>
                </a:lnTo>
                <a:lnTo>
                  <a:pt x="5364480" y="908316"/>
                </a:lnTo>
                <a:lnTo>
                  <a:pt x="5364480" y="910945"/>
                </a:lnTo>
                <a:lnTo>
                  <a:pt x="5364950" y="912063"/>
                </a:lnTo>
                <a:lnTo>
                  <a:pt x="5366817" y="913930"/>
                </a:lnTo>
                <a:lnTo>
                  <a:pt x="5367934" y="914387"/>
                </a:lnTo>
                <a:lnTo>
                  <a:pt x="5370563" y="914387"/>
                </a:lnTo>
                <a:lnTo>
                  <a:pt x="5371681" y="913930"/>
                </a:lnTo>
                <a:lnTo>
                  <a:pt x="5373548" y="912063"/>
                </a:lnTo>
                <a:lnTo>
                  <a:pt x="5374005" y="910945"/>
                </a:lnTo>
                <a:lnTo>
                  <a:pt x="5374005" y="908316"/>
                </a:lnTo>
                <a:close/>
              </a:path>
              <a:path w="6715125" h="2057400">
                <a:moveTo>
                  <a:pt x="5374005" y="860691"/>
                </a:moveTo>
                <a:lnTo>
                  <a:pt x="5373548" y="859574"/>
                </a:lnTo>
                <a:lnTo>
                  <a:pt x="5371681" y="857707"/>
                </a:lnTo>
                <a:lnTo>
                  <a:pt x="5370563" y="857250"/>
                </a:lnTo>
                <a:lnTo>
                  <a:pt x="5367934" y="857250"/>
                </a:lnTo>
                <a:lnTo>
                  <a:pt x="5366817" y="857707"/>
                </a:lnTo>
                <a:lnTo>
                  <a:pt x="5364950" y="859574"/>
                </a:lnTo>
                <a:lnTo>
                  <a:pt x="5364480" y="860691"/>
                </a:lnTo>
                <a:lnTo>
                  <a:pt x="5364480" y="863320"/>
                </a:lnTo>
                <a:lnTo>
                  <a:pt x="5364950" y="864438"/>
                </a:lnTo>
                <a:lnTo>
                  <a:pt x="5366817" y="866305"/>
                </a:lnTo>
                <a:lnTo>
                  <a:pt x="5367934" y="866762"/>
                </a:lnTo>
                <a:lnTo>
                  <a:pt x="5370563" y="866762"/>
                </a:lnTo>
                <a:lnTo>
                  <a:pt x="5371681" y="866305"/>
                </a:lnTo>
                <a:lnTo>
                  <a:pt x="5373548" y="864438"/>
                </a:lnTo>
                <a:lnTo>
                  <a:pt x="5374005" y="863320"/>
                </a:lnTo>
                <a:lnTo>
                  <a:pt x="5374005" y="860691"/>
                </a:lnTo>
                <a:close/>
              </a:path>
              <a:path w="6715125" h="2057400">
                <a:moveTo>
                  <a:pt x="5374005" y="813066"/>
                </a:moveTo>
                <a:lnTo>
                  <a:pt x="5373548" y="811949"/>
                </a:lnTo>
                <a:lnTo>
                  <a:pt x="5371681" y="810082"/>
                </a:lnTo>
                <a:lnTo>
                  <a:pt x="5370563" y="809625"/>
                </a:lnTo>
                <a:lnTo>
                  <a:pt x="5367934" y="809625"/>
                </a:lnTo>
                <a:lnTo>
                  <a:pt x="5366817" y="810082"/>
                </a:lnTo>
                <a:lnTo>
                  <a:pt x="5364950" y="811949"/>
                </a:lnTo>
                <a:lnTo>
                  <a:pt x="5364480" y="813066"/>
                </a:lnTo>
                <a:lnTo>
                  <a:pt x="5364480" y="815695"/>
                </a:lnTo>
                <a:lnTo>
                  <a:pt x="5364950" y="816813"/>
                </a:lnTo>
                <a:lnTo>
                  <a:pt x="5366817" y="818680"/>
                </a:lnTo>
                <a:lnTo>
                  <a:pt x="5367934" y="819137"/>
                </a:lnTo>
                <a:lnTo>
                  <a:pt x="5370563" y="819137"/>
                </a:lnTo>
                <a:lnTo>
                  <a:pt x="5371681" y="818680"/>
                </a:lnTo>
                <a:lnTo>
                  <a:pt x="5373548" y="816813"/>
                </a:lnTo>
                <a:lnTo>
                  <a:pt x="5374005" y="815695"/>
                </a:lnTo>
                <a:lnTo>
                  <a:pt x="5374005" y="813066"/>
                </a:lnTo>
                <a:close/>
              </a:path>
              <a:path w="6715125" h="2057400">
                <a:moveTo>
                  <a:pt x="5374005" y="765441"/>
                </a:moveTo>
                <a:lnTo>
                  <a:pt x="5373548" y="764324"/>
                </a:lnTo>
                <a:lnTo>
                  <a:pt x="5371681" y="762457"/>
                </a:lnTo>
                <a:lnTo>
                  <a:pt x="5370563" y="762000"/>
                </a:lnTo>
                <a:lnTo>
                  <a:pt x="5367934" y="762000"/>
                </a:lnTo>
                <a:lnTo>
                  <a:pt x="5366817" y="762457"/>
                </a:lnTo>
                <a:lnTo>
                  <a:pt x="5364950" y="764324"/>
                </a:lnTo>
                <a:lnTo>
                  <a:pt x="5364480" y="765441"/>
                </a:lnTo>
                <a:lnTo>
                  <a:pt x="5364480" y="768070"/>
                </a:lnTo>
                <a:lnTo>
                  <a:pt x="5364950" y="769188"/>
                </a:lnTo>
                <a:lnTo>
                  <a:pt x="5366817" y="771055"/>
                </a:lnTo>
                <a:lnTo>
                  <a:pt x="5367934" y="771512"/>
                </a:lnTo>
                <a:lnTo>
                  <a:pt x="5370563" y="771512"/>
                </a:lnTo>
                <a:lnTo>
                  <a:pt x="5371681" y="771055"/>
                </a:lnTo>
                <a:lnTo>
                  <a:pt x="5373548" y="769188"/>
                </a:lnTo>
                <a:lnTo>
                  <a:pt x="5374005" y="768070"/>
                </a:lnTo>
                <a:lnTo>
                  <a:pt x="5374005" y="765441"/>
                </a:lnTo>
                <a:close/>
              </a:path>
              <a:path w="6715125" h="2057400">
                <a:moveTo>
                  <a:pt x="5374005" y="717816"/>
                </a:moveTo>
                <a:lnTo>
                  <a:pt x="5373548" y="716699"/>
                </a:lnTo>
                <a:lnTo>
                  <a:pt x="5371681" y="714832"/>
                </a:lnTo>
                <a:lnTo>
                  <a:pt x="5370563" y="714362"/>
                </a:lnTo>
                <a:lnTo>
                  <a:pt x="5367934" y="714362"/>
                </a:lnTo>
                <a:lnTo>
                  <a:pt x="5366817" y="714832"/>
                </a:lnTo>
                <a:lnTo>
                  <a:pt x="5364950" y="716699"/>
                </a:lnTo>
                <a:lnTo>
                  <a:pt x="5364480" y="717816"/>
                </a:lnTo>
                <a:lnTo>
                  <a:pt x="5364480" y="720445"/>
                </a:lnTo>
                <a:lnTo>
                  <a:pt x="5364950" y="721563"/>
                </a:lnTo>
                <a:lnTo>
                  <a:pt x="5366817" y="723430"/>
                </a:lnTo>
                <a:lnTo>
                  <a:pt x="5367934" y="723887"/>
                </a:lnTo>
                <a:lnTo>
                  <a:pt x="5370563" y="723887"/>
                </a:lnTo>
                <a:lnTo>
                  <a:pt x="5371681" y="723430"/>
                </a:lnTo>
                <a:lnTo>
                  <a:pt x="5373548" y="721563"/>
                </a:lnTo>
                <a:lnTo>
                  <a:pt x="5374005" y="720445"/>
                </a:lnTo>
                <a:lnTo>
                  <a:pt x="5374005" y="717816"/>
                </a:lnTo>
                <a:close/>
              </a:path>
              <a:path w="6715125" h="2057400">
                <a:moveTo>
                  <a:pt x="5374005" y="670191"/>
                </a:moveTo>
                <a:lnTo>
                  <a:pt x="5373548" y="669074"/>
                </a:lnTo>
                <a:lnTo>
                  <a:pt x="5371681" y="667207"/>
                </a:lnTo>
                <a:lnTo>
                  <a:pt x="5370563" y="666750"/>
                </a:lnTo>
                <a:lnTo>
                  <a:pt x="5367934" y="666750"/>
                </a:lnTo>
                <a:lnTo>
                  <a:pt x="5366817" y="667207"/>
                </a:lnTo>
                <a:lnTo>
                  <a:pt x="5364950" y="669074"/>
                </a:lnTo>
                <a:lnTo>
                  <a:pt x="5364480" y="670191"/>
                </a:lnTo>
                <a:lnTo>
                  <a:pt x="5364480" y="672820"/>
                </a:lnTo>
                <a:lnTo>
                  <a:pt x="5364950" y="673938"/>
                </a:lnTo>
                <a:lnTo>
                  <a:pt x="5366817" y="675805"/>
                </a:lnTo>
                <a:lnTo>
                  <a:pt x="5367934" y="676262"/>
                </a:lnTo>
                <a:lnTo>
                  <a:pt x="5370563" y="676262"/>
                </a:lnTo>
                <a:lnTo>
                  <a:pt x="5371681" y="675805"/>
                </a:lnTo>
                <a:lnTo>
                  <a:pt x="5373548" y="673938"/>
                </a:lnTo>
                <a:lnTo>
                  <a:pt x="5374005" y="672820"/>
                </a:lnTo>
                <a:lnTo>
                  <a:pt x="5374005" y="670191"/>
                </a:lnTo>
                <a:close/>
              </a:path>
              <a:path w="6715125" h="2057400">
                <a:moveTo>
                  <a:pt x="5374005" y="622566"/>
                </a:moveTo>
                <a:lnTo>
                  <a:pt x="5373548" y="621449"/>
                </a:lnTo>
                <a:lnTo>
                  <a:pt x="5371681" y="619582"/>
                </a:lnTo>
                <a:lnTo>
                  <a:pt x="5370563" y="619125"/>
                </a:lnTo>
                <a:lnTo>
                  <a:pt x="5367934" y="619125"/>
                </a:lnTo>
                <a:lnTo>
                  <a:pt x="5366817" y="619582"/>
                </a:lnTo>
                <a:lnTo>
                  <a:pt x="5364950" y="621449"/>
                </a:lnTo>
                <a:lnTo>
                  <a:pt x="5364480" y="622566"/>
                </a:lnTo>
                <a:lnTo>
                  <a:pt x="5364480" y="625195"/>
                </a:lnTo>
                <a:lnTo>
                  <a:pt x="5364950" y="626313"/>
                </a:lnTo>
                <a:lnTo>
                  <a:pt x="5366817" y="628180"/>
                </a:lnTo>
                <a:lnTo>
                  <a:pt x="5367934" y="628637"/>
                </a:lnTo>
                <a:lnTo>
                  <a:pt x="5370563" y="628637"/>
                </a:lnTo>
                <a:lnTo>
                  <a:pt x="5371681" y="628180"/>
                </a:lnTo>
                <a:lnTo>
                  <a:pt x="5373548" y="626313"/>
                </a:lnTo>
                <a:lnTo>
                  <a:pt x="5374005" y="625195"/>
                </a:lnTo>
                <a:lnTo>
                  <a:pt x="5374005" y="622566"/>
                </a:lnTo>
                <a:close/>
              </a:path>
              <a:path w="6715125" h="2057400">
                <a:moveTo>
                  <a:pt x="5374005" y="574941"/>
                </a:moveTo>
                <a:lnTo>
                  <a:pt x="5373548" y="573824"/>
                </a:lnTo>
                <a:lnTo>
                  <a:pt x="5371681" y="571957"/>
                </a:lnTo>
                <a:lnTo>
                  <a:pt x="5370563" y="571487"/>
                </a:lnTo>
                <a:lnTo>
                  <a:pt x="5367934" y="571487"/>
                </a:lnTo>
                <a:lnTo>
                  <a:pt x="5366817" y="571957"/>
                </a:lnTo>
                <a:lnTo>
                  <a:pt x="5364950" y="573824"/>
                </a:lnTo>
                <a:lnTo>
                  <a:pt x="5364480" y="574941"/>
                </a:lnTo>
                <a:lnTo>
                  <a:pt x="5364480" y="577570"/>
                </a:lnTo>
                <a:lnTo>
                  <a:pt x="5364950" y="578688"/>
                </a:lnTo>
                <a:lnTo>
                  <a:pt x="5366817" y="580555"/>
                </a:lnTo>
                <a:lnTo>
                  <a:pt x="5367934" y="581012"/>
                </a:lnTo>
                <a:lnTo>
                  <a:pt x="5370563" y="581012"/>
                </a:lnTo>
                <a:lnTo>
                  <a:pt x="5371681" y="580555"/>
                </a:lnTo>
                <a:lnTo>
                  <a:pt x="5373548" y="578688"/>
                </a:lnTo>
                <a:lnTo>
                  <a:pt x="5374005" y="577570"/>
                </a:lnTo>
                <a:lnTo>
                  <a:pt x="5374005" y="574941"/>
                </a:lnTo>
                <a:close/>
              </a:path>
              <a:path w="6715125" h="2057400">
                <a:moveTo>
                  <a:pt x="5374005" y="527316"/>
                </a:moveTo>
                <a:lnTo>
                  <a:pt x="5373548" y="526199"/>
                </a:lnTo>
                <a:lnTo>
                  <a:pt x="5371681" y="524332"/>
                </a:lnTo>
                <a:lnTo>
                  <a:pt x="5370563" y="523875"/>
                </a:lnTo>
                <a:lnTo>
                  <a:pt x="5367934" y="523875"/>
                </a:lnTo>
                <a:lnTo>
                  <a:pt x="5366817" y="524332"/>
                </a:lnTo>
                <a:lnTo>
                  <a:pt x="5364950" y="526199"/>
                </a:lnTo>
                <a:lnTo>
                  <a:pt x="5364480" y="527316"/>
                </a:lnTo>
                <a:lnTo>
                  <a:pt x="5364480" y="529945"/>
                </a:lnTo>
                <a:lnTo>
                  <a:pt x="5364950" y="531063"/>
                </a:lnTo>
                <a:lnTo>
                  <a:pt x="5366817" y="532930"/>
                </a:lnTo>
                <a:lnTo>
                  <a:pt x="5367934" y="533387"/>
                </a:lnTo>
                <a:lnTo>
                  <a:pt x="5370563" y="533387"/>
                </a:lnTo>
                <a:lnTo>
                  <a:pt x="5371681" y="532930"/>
                </a:lnTo>
                <a:lnTo>
                  <a:pt x="5373548" y="531063"/>
                </a:lnTo>
                <a:lnTo>
                  <a:pt x="5374005" y="529945"/>
                </a:lnTo>
                <a:lnTo>
                  <a:pt x="5374005" y="527316"/>
                </a:lnTo>
                <a:close/>
              </a:path>
              <a:path w="6715125" h="2057400">
                <a:moveTo>
                  <a:pt x="5374005" y="479691"/>
                </a:moveTo>
                <a:lnTo>
                  <a:pt x="5373548" y="478574"/>
                </a:lnTo>
                <a:lnTo>
                  <a:pt x="5371681" y="476707"/>
                </a:lnTo>
                <a:lnTo>
                  <a:pt x="5370563" y="476250"/>
                </a:lnTo>
                <a:lnTo>
                  <a:pt x="5367934" y="476250"/>
                </a:lnTo>
                <a:lnTo>
                  <a:pt x="5366817" y="476707"/>
                </a:lnTo>
                <a:lnTo>
                  <a:pt x="5364950" y="478574"/>
                </a:lnTo>
                <a:lnTo>
                  <a:pt x="5364480" y="479691"/>
                </a:lnTo>
                <a:lnTo>
                  <a:pt x="5364480" y="482320"/>
                </a:lnTo>
                <a:lnTo>
                  <a:pt x="5364950" y="483438"/>
                </a:lnTo>
                <a:lnTo>
                  <a:pt x="5366817" y="485305"/>
                </a:lnTo>
                <a:lnTo>
                  <a:pt x="5367934" y="485775"/>
                </a:lnTo>
                <a:lnTo>
                  <a:pt x="5370563" y="485775"/>
                </a:lnTo>
                <a:lnTo>
                  <a:pt x="5371681" y="485305"/>
                </a:lnTo>
                <a:lnTo>
                  <a:pt x="5373548" y="483438"/>
                </a:lnTo>
                <a:lnTo>
                  <a:pt x="5374005" y="482320"/>
                </a:lnTo>
                <a:lnTo>
                  <a:pt x="5374005" y="479691"/>
                </a:lnTo>
                <a:close/>
              </a:path>
              <a:path w="6715125" h="2057400">
                <a:moveTo>
                  <a:pt x="5374005" y="432066"/>
                </a:moveTo>
                <a:lnTo>
                  <a:pt x="5373548" y="430949"/>
                </a:lnTo>
                <a:lnTo>
                  <a:pt x="5371681" y="429082"/>
                </a:lnTo>
                <a:lnTo>
                  <a:pt x="5370563" y="428625"/>
                </a:lnTo>
                <a:lnTo>
                  <a:pt x="5367934" y="428625"/>
                </a:lnTo>
                <a:lnTo>
                  <a:pt x="5366817" y="429082"/>
                </a:lnTo>
                <a:lnTo>
                  <a:pt x="5364950" y="430949"/>
                </a:lnTo>
                <a:lnTo>
                  <a:pt x="5364480" y="432066"/>
                </a:lnTo>
                <a:lnTo>
                  <a:pt x="5364480" y="434695"/>
                </a:lnTo>
                <a:lnTo>
                  <a:pt x="5364950" y="435813"/>
                </a:lnTo>
                <a:lnTo>
                  <a:pt x="5366817" y="437680"/>
                </a:lnTo>
                <a:lnTo>
                  <a:pt x="5367934" y="438150"/>
                </a:lnTo>
                <a:lnTo>
                  <a:pt x="5370563" y="438150"/>
                </a:lnTo>
                <a:lnTo>
                  <a:pt x="5371681" y="437680"/>
                </a:lnTo>
                <a:lnTo>
                  <a:pt x="5373548" y="435813"/>
                </a:lnTo>
                <a:lnTo>
                  <a:pt x="5374005" y="434695"/>
                </a:lnTo>
                <a:lnTo>
                  <a:pt x="5374005" y="432066"/>
                </a:lnTo>
                <a:close/>
              </a:path>
              <a:path w="6715125" h="2057400">
                <a:moveTo>
                  <a:pt x="5374005" y="384441"/>
                </a:moveTo>
                <a:lnTo>
                  <a:pt x="5373548" y="383324"/>
                </a:lnTo>
                <a:lnTo>
                  <a:pt x="5371681" y="381457"/>
                </a:lnTo>
                <a:lnTo>
                  <a:pt x="5370563" y="381000"/>
                </a:lnTo>
                <a:lnTo>
                  <a:pt x="5367934" y="381000"/>
                </a:lnTo>
                <a:lnTo>
                  <a:pt x="5366817" y="381457"/>
                </a:lnTo>
                <a:lnTo>
                  <a:pt x="5364950" y="383324"/>
                </a:lnTo>
                <a:lnTo>
                  <a:pt x="5364480" y="384441"/>
                </a:lnTo>
                <a:lnTo>
                  <a:pt x="5364480" y="387070"/>
                </a:lnTo>
                <a:lnTo>
                  <a:pt x="5364950" y="388188"/>
                </a:lnTo>
                <a:lnTo>
                  <a:pt x="5366817" y="390055"/>
                </a:lnTo>
                <a:lnTo>
                  <a:pt x="5367934" y="390525"/>
                </a:lnTo>
                <a:lnTo>
                  <a:pt x="5370563" y="390525"/>
                </a:lnTo>
                <a:lnTo>
                  <a:pt x="5371681" y="390055"/>
                </a:lnTo>
                <a:lnTo>
                  <a:pt x="5373548" y="388188"/>
                </a:lnTo>
                <a:lnTo>
                  <a:pt x="5374005" y="387070"/>
                </a:lnTo>
                <a:lnTo>
                  <a:pt x="5374005" y="384441"/>
                </a:lnTo>
                <a:close/>
              </a:path>
              <a:path w="6715125" h="2057400">
                <a:moveTo>
                  <a:pt x="5374005" y="336816"/>
                </a:moveTo>
                <a:lnTo>
                  <a:pt x="5373548" y="335699"/>
                </a:lnTo>
                <a:lnTo>
                  <a:pt x="5371681" y="333832"/>
                </a:lnTo>
                <a:lnTo>
                  <a:pt x="5370563" y="333375"/>
                </a:lnTo>
                <a:lnTo>
                  <a:pt x="5367934" y="333375"/>
                </a:lnTo>
                <a:lnTo>
                  <a:pt x="5366817" y="333832"/>
                </a:lnTo>
                <a:lnTo>
                  <a:pt x="5364950" y="335699"/>
                </a:lnTo>
                <a:lnTo>
                  <a:pt x="5364480" y="336816"/>
                </a:lnTo>
                <a:lnTo>
                  <a:pt x="5364480" y="339445"/>
                </a:lnTo>
                <a:lnTo>
                  <a:pt x="5364950" y="340563"/>
                </a:lnTo>
                <a:lnTo>
                  <a:pt x="5366817" y="342430"/>
                </a:lnTo>
                <a:lnTo>
                  <a:pt x="5367934" y="342900"/>
                </a:lnTo>
                <a:lnTo>
                  <a:pt x="5370563" y="342900"/>
                </a:lnTo>
                <a:lnTo>
                  <a:pt x="5371681" y="342430"/>
                </a:lnTo>
                <a:lnTo>
                  <a:pt x="5373548" y="340563"/>
                </a:lnTo>
                <a:lnTo>
                  <a:pt x="5374005" y="339445"/>
                </a:lnTo>
                <a:lnTo>
                  <a:pt x="5374005" y="336816"/>
                </a:lnTo>
                <a:close/>
              </a:path>
              <a:path w="6715125" h="2057400">
                <a:moveTo>
                  <a:pt x="5374005" y="289191"/>
                </a:moveTo>
                <a:lnTo>
                  <a:pt x="5373548" y="288074"/>
                </a:lnTo>
                <a:lnTo>
                  <a:pt x="5371681" y="286207"/>
                </a:lnTo>
                <a:lnTo>
                  <a:pt x="5370563" y="285750"/>
                </a:lnTo>
                <a:lnTo>
                  <a:pt x="5367934" y="285750"/>
                </a:lnTo>
                <a:lnTo>
                  <a:pt x="5366817" y="286207"/>
                </a:lnTo>
                <a:lnTo>
                  <a:pt x="5364950" y="288074"/>
                </a:lnTo>
                <a:lnTo>
                  <a:pt x="5364480" y="289191"/>
                </a:lnTo>
                <a:lnTo>
                  <a:pt x="5364480" y="291820"/>
                </a:lnTo>
                <a:lnTo>
                  <a:pt x="5364950" y="292938"/>
                </a:lnTo>
                <a:lnTo>
                  <a:pt x="5366817" y="294805"/>
                </a:lnTo>
                <a:lnTo>
                  <a:pt x="5367934" y="295275"/>
                </a:lnTo>
                <a:lnTo>
                  <a:pt x="5370563" y="295275"/>
                </a:lnTo>
                <a:lnTo>
                  <a:pt x="5371681" y="294805"/>
                </a:lnTo>
                <a:lnTo>
                  <a:pt x="5373548" y="292938"/>
                </a:lnTo>
                <a:lnTo>
                  <a:pt x="5374005" y="291820"/>
                </a:lnTo>
                <a:lnTo>
                  <a:pt x="5374005" y="289191"/>
                </a:lnTo>
                <a:close/>
              </a:path>
              <a:path w="6715125" h="2057400">
                <a:moveTo>
                  <a:pt x="5374005" y="241566"/>
                </a:moveTo>
                <a:lnTo>
                  <a:pt x="5373548" y="240449"/>
                </a:lnTo>
                <a:lnTo>
                  <a:pt x="5371681" y="238582"/>
                </a:lnTo>
                <a:lnTo>
                  <a:pt x="5370563" y="238125"/>
                </a:lnTo>
                <a:lnTo>
                  <a:pt x="5367934" y="238125"/>
                </a:lnTo>
                <a:lnTo>
                  <a:pt x="5366817" y="238582"/>
                </a:lnTo>
                <a:lnTo>
                  <a:pt x="5364950" y="240449"/>
                </a:lnTo>
                <a:lnTo>
                  <a:pt x="5364480" y="241566"/>
                </a:lnTo>
                <a:lnTo>
                  <a:pt x="5364480" y="244195"/>
                </a:lnTo>
                <a:lnTo>
                  <a:pt x="5364950" y="245313"/>
                </a:lnTo>
                <a:lnTo>
                  <a:pt x="5366817" y="247180"/>
                </a:lnTo>
                <a:lnTo>
                  <a:pt x="5367934" y="247650"/>
                </a:lnTo>
                <a:lnTo>
                  <a:pt x="5370563" y="247650"/>
                </a:lnTo>
                <a:lnTo>
                  <a:pt x="5371681" y="247180"/>
                </a:lnTo>
                <a:lnTo>
                  <a:pt x="5373548" y="245313"/>
                </a:lnTo>
                <a:lnTo>
                  <a:pt x="5374005" y="244195"/>
                </a:lnTo>
                <a:lnTo>
                  <a:pt x="5374005" y="241566"/>
                </a:lnTo>
                <a:close/>
              </a:path>
              <a:path w="6715125" h="2057400">
                <a:moveTo>
                  <a:pt x="5374005" y="193941"/>
                </a:moveTo>
                <a:lnTo>
                  <a:pt x="5373548" y="192824"/>
                </a:lnTo>
                <a:lnTo>
                  <a:pt x="5371681" y="190957"/>
                </a:lnTo>
                <a:lnTo>
                  <a:pt x="5370563" y="190500"/>
                </a:lnTo>
                <a:lnTo>
                  <a:pt x="5367934" y="190500"/>
                </a:lnTo>
                <a:lnTo>
                  <a:pt x="5366817" y="190957"/>
                </a:lnTo>
                <a:lnTo>
                  <a:pt x="5364950" y="192824"/>
                </a:lnTo>
                <a:lnTo>
                  <a:pt x="5364480" y="193941"/>
                </a:lnTo>
                <a:lnTo>
                  <a:pt x="5364480" y="196570"/>
                </a:lnTo>
                <a:lnTo>
                  <a:pt x="5364950" y="197688"/>
                </a:lnTo>
                <a:lnTo>
                  <a:pt x="5366817" y="199555"/>
                </a:lnTo>
                <a:lnTo>
                  <a:pt x="5367934" y="200025"/>
                </a:lnTo>
                <a:lnTo>
                  <a:pt x="5370563" y="200025"/>
                </a:lnTo>
                <a:lnTo>
                  <a:pt x="5371681" y="199555"/>
                </a:lnTo>
                <a:lnTo>
                  <a:pt x="5373548" y="197688"/>
                </a:lnTo>
                <a:lnTo>
                  <a:pt x="5374005" y="196570"/>
                </a:lnTo>
                <a:lnTo>
                  <a:pt x="5374005" y="193941"/>
                </a:lnTo>
                <a:close/>
              </a:path>
              <a:path w="6715125" h="2057400">
                <a:moveTo>
                  <a:pt x="5374005" y="146316"/>
                </a:moveTo>
                <a:lnTo>
                  <a:pt x="5373548" y="145199"/>
                </a:lnTo>
                <a:lnTo>
                  <a:pt x="5371681" y="143332"/>
                </a:lnTo>
                <a:lnTo>
                  <a:pt x="5370563" y="142875"/>
                </a:lnTo>
                <a:lnTo>
                  <a:pt x="5367934" y="142875"/>
                </a:lnTo>
                <a:lnTo>
                  <a:pt x="5366817" y="143332"/>
                </a:lnTo>
                <a:lnTo>
                  <a:pt x="5364950" y="145199"/>
                </a:lnTo>
                <a:lnTo>
                  <a:pt x="5364480" y="146316"/>
                </a:lnTo>
                <a:lnTo>
                  <a:pt x="5364480" y="148945"/>
                </a:lnTo>
                <a:lnTo>
                  <a:pt x="5364950" y="150063"/>
                </a:lnTo>
                <a:lnTo>
                  <a:pt x="5366817" y="151930"/>
                </a:lnTo>
                <a:lnTo>
                  <a:pt x="5367934" y="152400"/>
                </a:lnTo>
                <a:lnTo>
                  <a:pt x="5370563" y="152400"/>
                </a:lnTo>
                <a:lnTo>
                  <a:pt x="5371681" y="151930"/>
                </a:lnTo>
                <a:lnTo>
                  <a:pt x="5373548" y="150063"/>
                </a:lnTo>
                <a:lnTo>
                  <a:pt x="5374005" y="148945"/>
                </a:lnTo>
                <a:lnTo>
                  <a:pt x="5374005" y="146316"/>
                </a:lnTo>
                <a:close/>
              </a:path>
              <a:path w="6715125" h="2057400">
                <a:moveTo>
                  <a:pt x="5374005" y="98691"/>
                </a:moveTo>
                <a:lnTo>
                  <a:pt x="5373548" y="97574"/>
                </a:lnTo>
                <a:lnTo>
                  <a:pt x="5371681" y="95707"/>
                </a:lnTo>
                <a:lnTo>
                  <a:pt x="5370563" y="95250"/>
                </a:lnTo>
                <a:lnTo>
                  <a:pt x="5367934" y="95250"/>
                </a:lnTo>
                <a:lnTo>
                  <a:pt x="5366817" y="95707"/>
                </a:lnTo>
                <a:lnTo>
                  <a:pt x="5364950" y="97574"/>
                </a:lnTo>
                <a:lnTo>
                  <a:pt x="5364480" y="98691"/>
                </a:lnTo>
                <a:lnTo>
                  <a:pt x="5364480" y="101320"/>
                </a:lnTo>
                <a:lnTo>
                  <a:pt x="5364950" y="102438"/>
                </a:lnTo>
                <a:lnTo>
                  <a:pt x="5366817" y="104305"/>
                </a:lnTo>
                <a:lnTo>
                  <a:pt x="5367934" y="104775"/>
                </a:lnTo>
                <a:lnTo>
                  <a:pt x="5370563" y="104775"/>
                </a:lnTo>
                <a:lnTo>
                  <a:pt x="5371681" y="104305"/>
                </a:lnTo>
                <a:lnTo>
                  <a:pt x="5373548" y="102438"/>
                </a:lnTo>
                <a:lnTo>
                  <a:pt x="5374005" y="101320"/>
                </a:lnTo>
                <a:lnTo>
                  <a:pt x="5374005" y="98691"/>
                </a:lnTo>
                <a:close/>
              </a:path>
              <a:path w="6715125" h="2057400">
                <a:moveTo>
                  <a:pt x="5374005" y="51066"/>
                </a:moveTo>
                <a:lnTo>
                  <a:pt x="5373548" y="49949"/>
                </a:lnTo>
                <a:lnTo>
                  <a:pt x="5371681" y="48082"/>
                </a:lnTo>
                <a:lnTo>
                  <a:pt x="5370563" y="47625"/>
                </a:lnTo>
                <a:lnTo>
                  <a:pt x="5367934" y="47625"/>
                </a:lnTo>
                <a:lnTo>
                  <a:pt x="5366817" y="48082"/>
                </a:lnTo>
                <a:lnTo>
                  <a:pt x="5364950" y="49949"/>
                </a:lnTo>
                <a:lnTo>
                  <a:pt x="5364480" y="51066"/>
                </a:lnTo>
                <a:lnTo>
                  <a:pt x="5364480" y="53695"/>
                </a:lnTo>
                <a:lnTo>
                  <a:pt x="5364950" y="54813"/>
                </a:lnTo>
                <a:lnTo>
                  <a:pt x="5366817" y="56680"/>
                </a:lnTo>
                <a:lnTo>
                  <a:pt x="5367934" y="57150"/>
                </a:lnTo>
                <a:lnTo>
                  <a:pt x="5370563" y="57150"/>
                </a:lnTo>
                <a:lnTo>
                  <a:pt x="5371681" y="56680"/>
                </a:lnTo>
                <a:lnTo>
                  <a:pt x="5373548" y="54813"/>
                </a:lnTo>
                <a:lnTo>
                  <a:pt x="5374005" y="53695"/>
                </a:lnTo>
                <a:lnTo>
                  <a:pt x="5374005" y="51066"/>
                </a:lnTo>
                <a:close/>
              </a:path>
              <a:path w="6715125" h="2057400">
                <a:moveTo>
                  <a:pt x="5374005" y="3441"/>
                </a:moveTo>
                <a:lnTo>
                  <a:pt x="5373548" y="2324"/>
                </a:lnTo>
                <a:lnTo>
                  <a:pt x="5371681" y="457"/>
                </a:lnTo>
                <a:lnTo>
                  <a:pt x="5370563" y="0"/>
                </a:lnTo>
                <a:lnTo>
                  <a:pt x="5367934" y="0"/>
                </a:lnTo>
                <a:lnTo>
                  <a:pt x="5366817" y="457"/>
                </a:lnTo>
                <a:lnTo>
                  <a:pt x="5364950" y="2324"/>
                </a:lnTo>
                <a:lnTo>
                  <a:pt x="5364480" y="3441"/>
                </a:lnTo>
                <a:lnTo>
                  <a:pt x="5364480" y="6070"/>
                </a:lnTo>
                <a:lnTo>
                  <a:pt x="5364950" y="7188"/>
                </a:lnTo>
                <a:lnTo>
                  <a:pt x="5366817" y="9055"/>
                </a:lnTo>
                <a:lnTo>
                  <a:pt x="5367934" y="9525"/>
                </a:lnTo>
                <a:lnTo>
                  <a:pt x="5370563" y="9525"/>
                </a:lnTo>
                <a:lnTo>
                  <a:pt x="5371681" y="9055"/>
                </a:lnTo>
                <a:lnTo>
                  <a:pt x="5373548" y="7188"/>
                </a:lnTo>
                <a:lnTo>
                  <a:pt x="5374005" y="6070"/>
                </a:lnTo>
                <a:lnTo>
                  <a:pt x="5374005" y="3441"/>
                </a:lnTo>
                <a:close/>
              </a:path>
              <a:path w="6715125" h="2057400">
                <a:moveTo>
                  <a:pt x="6715125" y="2051316"/>
                </a:moveTo>
                <a:lnTo>
                  <a:pt x="6714668" y="2050199"/>
                </a:lnTo>
                <a:lnTo>
                  <a:pt x="6712801" y="2048332"/>
                </a:lnTo>
                <a:lnTo>
                  <a:pt x="6711683" y="2047862"/>
                </a:lnTo>
                <a:lnTo>
                  <a:pt x="6709054" y="2047862"/>
                </a:lnTo>
                <a:lnTo>
                  <a:pt x="6707937" y="2048332"/>
                </a:lnTo>
                <a:lnTo>
                  <a:pt x="6706070" y="2050199"/>
                </a:lnTo>
                <a:lnTo>
                  <a:pt x="6705600" y="2051316"/>
                </a:lnTo>
                <a:lnTo>
                  <a:pt x="6705600" y="2053945"/>
                </a:lnTo>
                <a:lnTo>
                  <a:pt x="6706070" y="2055063"/>
                </a:lnTo>
                <a:lnTo>
                  <a:pt x="6707937" y="2056930"/>
                </a:lnTo>
                <a:lnTo>
                  <a:pt x="6709054" y="2057387"/>
                </a:lnTo>
                <a:lnTo>
                  <a:pt x="6711683" y="2057387"/>
                </a:lnTo>
                <a:lnTo>
                  <a:pt x="6712801" y="2056930"/>
                </a:lnTo>
                <a:lnTo>
                  <a:pt x="6714668" y="2055063"/>
                </a:lnTo>
                <a:lnTo>
                  <a:pt x="6715125" y="2053945"/>
                </a:lnTo>
                <a:lnTo>
                  <a:pt x="6715125" y="2051316"/>
                </a:lnTo>
                <a:close/>
              </a:path>
              <a:path w="6715125" h="2057400">
                <a:moveTo>
                  <a:pt x="6715125" y="2003691"/>
                </a:moveTo>
                <a:lnTo>
                  <a:pt x="6714668" y="2002574"/>
                </a:lnTo>
                <a:lnTo>
                  <a:pt x="6712801" y="2000707"/>
                </a:lnTo>
                <a:lnTo>
                  <a:pt x="6711683" y="2000237"/>
                </a:lnTo>
                <a:lnTo>
                  <a:pt x="6709054" y="2000237"/>
                </a:lnTo>
                <a:lnTo>
                  <a:pt x="6707937" y="2000707"/>
                </a:lnTo>
                <a:lnTo>
                  <a:pt x="6706070" y="2002574"/>
                </a:lnTo>
                <a:lnTo>
                  <a:pt x="6705600" y="2003691"/>
                </a:lnTo>
                <a:lnTo>
                  <a:pt x="6705600" y="2006320"/>
                </a:lnTo>
                <a:lnTo>
                  <a:pt x="6706070" y="2007438"/>
                </a:lnTo>
                <a:lnTo>
                  <a:pt x="6707937" y="2009305"/>
                </a:lnTo>
                <a:lnTo>
                  <a:pt x="6709054" y="2009762"/>
                </a:lnTo>
                <a:lnTo>
                  <a:pt x="6711683" y="2009762"/>
                </a:lnTo>
                <a:lnTo>
                  <a:pt x="6712801" y="2009305"/>
                </a:lnTo>
                <a:lnTo>
                  <a:pt x="6714668" y="2007438"/>
                </a:lnTo>
                <a:lnTo>
                  <a:pt x="6715125" y="2006320"/>
                </a:lnTo>
                <a:lnTo>
                  <a:pt x="6715125" y="2003691"/>
                </a:lnTo>
                <a:close/>
              </a:path>
              <a:path w="6715125" h="2057400">
                <a:moveTo>
                  <a:pt x="6715125" y="1956066"/>
                </a:moveTo>
                <a:lnTo>
                  <a:pt x="6714668" y="1954949"/>
                </a:lnTo>
                <a:lnTo>
                  <a:pt x="6712801" y="1953082"/>
                </a:lnTo>
                <a:lnTo>
                  <a:pt x="6711683" y="1952612"/>
                </a:lnTo>
                <a:lnTo>
                  <a:pt x="6709054" y="1952612"/>
                </a:lnTo>
                <a:lnTo>
                  <a:pt x="6707937" y="1953082"/>
                </a:lnTo>
                <a:lnTo>
                  <a:pt x="6706070" y="1954949"/>
                </a:lnTo>
                <a:lnTo>
                  <a:pt x="6705600" y="1956066"/>
                </a:lnTo>
                <a:lnTo>
                  <a:pt x="6705600" y="1958695"/>
                </a:lnTo>
                <a:lnTo>
                  <a:pt x="6706070" y="1959813"/>
                </a:lnTo>
                <a:lnTo>
                  <a:pt x="6707937" y="1961680"/>
                </a:lnTo>
                <a:lnTo>
                  <a:pt x="6709054" y="1962137"/>
                </a:lnTo>
                <a:lnTo>
                  <a:pt x="6711683" y="1962137"/>
                </a:lnTo>
                <a:lnTo>
                  <a:pt x="6712801" y="1961680"/>
                </a:lnTo>
                <a:lnTo>
                  <a:pt x="6714668" y="1959813"/>
                </a:lnTo>
                <a:lnTo>
                  <a:pt x="6715125" y="1958695"/>
                </a:lnTo>
                <a:lnTo>
                  <a:pt x="6715125" y="1956066"/>
                </a:lnTo>
                <a:close/>
              </a:path>
              <a:path w="6715125" h="2057400">
                <a:moveTo>
                  <a:pt x="6715125" y="1908441"/>
                </a:moveTo>
                <a:lnTo>
                  <a:pt x="6714668" y="1907324"/>
                </a:lnTo>
                <a:lnTo>
                  <a:pt x="6712801" y="1905457"/>
                </a:lnTo>
                <a:lnTo>
                  <a:pt x="6711683" y="1904987"/>
                </a:lnTo>
                <a:lnTo>
                  <a:pt x="6709054" y="1904987"/>
                </a:lnTo>
                <a:lnTo>
                  <a:pt x="6707937" y="1905457"/>
                </a:lnTo>
                <a:lnTo>
                  <a:pt x="6706070" y="1907324"/>
                </a:lnTo>
                <a:lnTo>
                  <a:pt x="6705600" y="1908441"/>
                </a:lnTo>
                <a:lnTo>
                  <a:pt x="6705600" y="1911070"/>
                </a:lnTo>
                <a:lnTo>
                  <a:pt x="6706070" y="1912188"/>
                </a:lnTo>
                <a:lnTo>
                  <a:pt x="6707937" y="1914055"/>
                </a:lnTo>
                <a:lnTo>
                  <a:pt x="6709054" y="1914512"/>
                </a:lnTo>
                <a:lnTo>
                  <a:pt x="6711683" y="1914512"/>
                </a:lnTo>
                <a:lnTo>
                  <a:pt x="6712801" y="1914055"/>
                </a:lnTo>
                <a:lnTo>
                  <a:pt x="6714668" y="1912188"/>
                </a:lnTo>
                <a:lnTo>
                  <a:pt x="6715125" y="1911070"/>
                </a:lnTo>
                <a:lnTo>
                  <a:pt x="6715125" y="1908441"/>
                </a:lnTo>
                <a:close/>
              </a:path>
              <a:path w="6715125" h="2057400">
                <a:moveTo>
                  <a:pt x="6715125" y="1860816"/>
                </a:moveTo>
                <a:lnTo>
                  <a:pt x="6714668" y="1859699"/>
                </a:lnTo>
                <a:lnTo>
                  <a:pt x="6712801" y="1857832"/>
                </a:lnTo>
                <a:lnTo>
                  <a:pt x="6711683" y="1857362"/>
                </a:lnTo>
                <a:lnTo>
                  <a:pt x="6709054" y="1857362"/>
                </a:lnTo>
                <a:lnTo>
                  <a:pt x="6707937" y="1857832"/>
                </a:lnTo>
                <a:lnTo>
                  <a:pt x="6706070" y="1859699"/>
                </a:lnTo>
                <a:lnTo>
                  <a:pt x="6705600" y="1860816"/>
                </a:lnTo>
                <a:lnTo>
                  <a:pt x="6705600" y="1863445"/>
                </a:lnTo>
                <a:lnTo>
                  <a:pt x="6706070" y="1864563"/>
                </a:lnTo>
                <a:lnTo>
                  <a:pt x="6707937" y="1866430"/>
                </a:lnTo>
                <a:lnTo>
                  <a:pt x="6709054" y="1866887"/>
                </a:lnTo>
                <a:lnTo>
                  <a:pt x="6711683" y="1866887"/>
                </a:lnTo>
                <a:lnTo>
                  <a:pt x="6712801" y="1866430"/>
                </a:lnTo>
                <a:lnTo>
                  <a:pt x="6714668" y="1864563"/>
                </a:lnTo>
                <a:lnTo>
                  <a:pt x="6715125" y="1863445"/>
                </a:lnTo>
                <a:lnTo>
                  <a:pt x="6715125" y="1860816"/>
                </a:lnTo>
                <a:close/>
              </a:path>
              <a:path w="6715125" h="2057400">
                <a:moveTo>
                  <a:pt x="6715125" y="1813191"/>
                </a:moveTo>
                <a:lnTo>
                  <a:pt x="6714668" y="1812074"/>
                </a:lnTo>
                <a:lnTo>
                  <a:pt x="6712801" y="1810207"/>
                </a:lnTo>
                <a:lnTo>
                  <a:pt x="6711683" y="1809737"/>
                </a:lnTo>
                <a:lnTo>
                  <a:pt x="6709054" y="1809737"/>
                </a:lnTo>
                <a:lnTo>
                  <a:pt x="6707937" y="1810207"/>
                </a:lnTo>
                <a:lnTo>
                  <a:pt x="6706070" y="1812074"/>
                </a:lnTo>
                <a:lnTo>
                  <a:pt x="6705600" y="1813191"/>
                </a:lnTo>
                <a:lnTo>
                  <a:pt x="6705600" y="1815820"/>
                </a:lnTo>
                <a:lnTo>
                  <a:pt x="6706070" y="1816938"/>
                </a:lnTo>
                <a:lnTo>
                  <a:pt x="6707937" y="1818805"/>
                </a:lnTo>
                <a:lnTo>
                  <a:pt x="6709054" y="1819262"/>
                </a:lnTo>
                <a:lnTo>
                  <a:pt x="6711683" y="1819262"/>
                </a:lnTo>
                <a:lnTo>
                  <a:pt x="6712801" y="1818805"/>
                </a:lnTo>
                <a:lnTo>
                  <a:pt x="6714668" y="1816938"/>
                </a:lnTo>
                <a:lnTo>
                  <a:pt x="6715125" y="1815820"/>
                </a:lnTo>
                <a:lnTo>
                  <a:pt x="6715125" y="1813191"/>
                </a:lnTo>
                <a:close/>
              </a:path>
              <a:path w="6715125" h="2057400">
                <a:moveTo>
                  <a:pt x="6715125" y="1765566"/>
                </a:moveTo>
                <a:lnTo>
                  <a:pt x="6714668" y="1764449"/>
                </a:lnTo>
                <a:lnTo>
                  <a:pt x="6712801" y="1762582"/>
                </a:lnTo>
                <a:lnTo>
                  <a:pt x="6711683" y="1762112"/>
                </a:lnTo>
                <a:lnTo>
                  <a:pt x="6709054" y="1762112"/>
                </a:lnTo>
                <a:lnTo>
                  <a:pt x="6707937" y="1762582"/>
                </a:lnTo>
                <a:lnTo>
                  <a:pt x="6706070" y="1764449"/>
                </a:lnTo>
                <a:lnTo>
                  <a:pt x="6705600" y="1765566"/>
                </a:lnTo>
                <a:lnTo>
                  <a:pt x="6705600" y="1768195"/>
                </a:lnTo>
                <a:lnTo>
                  <a:pt x="6706070" y="1769313"/>
                </a:lnTo>
                <a:lnTo>
                  <a:pt x="6707937" y="1771180"/>
                </a:lnTo>
                <a:lnTo>
                  <a:pt x="6709054" y="1771637"/>
                </a:lnTo>
                <a:lnTo>
                  <a:pt x="6711683" y="1771637"/>
                </a:lnTo>
                <a:lnTo>
                  <a:pt x="6712801" y="1771180"/>
                </a:lnTo>
                <a:lnTo>
                  <a:pt x="6714668" y="1769313"/>
                </a:lnTo>
                <a:lnTo>
                  <a:pt x="6715125" y="1768195"/>
                </a:lnTo>
                <a:lnTo>
                  <a:pt x="6715125" y="1765566"/>
                </a:lnTo>
                <a:close/>
              </a:path>
              <a:path w="6715125" h="2057400">
                <a:moveTo>
                  <a:pt x="6715125" y="1717941"/>
                </a:moveTo>
                <a:lnTo>
                  <a:pt x="6714668" y="1716824"/>
                </a:lnTo>
                <a:lnTo>
                  <a:pt x="6712801" y="1714957"/>
                </a:lnTo>
                <a:lnTo>
                  <a:pt x="6711683" y="1714487"/>
                </a:lnTo>
                <a:lnTo>
                  <a:pt x="6709054" y="1714487"/>
                </a:lnTo>
                <a:lnTo>
                  <a:pt x="6707937" y="1714957"/>
                </a:lnTo>
                <a:lnTo>
                  <a:pt x="6706070" y="1716824"/>
                </a:lnTo>
                <a:lnTo>
                  <a:pt x="6705600" y="1717941"/>
                </a:lnTo>
                <a:lnTo>
                  <a:pt x="6705600" y="1720570"/>
                </a:lnTo>
                <a:lnTo>
                  <a:pt x="6706070" y="1721688"/>
                </a:lnTo>
                <a:lnTo>
                  <a:pt x="6707937" y="1723555"/>
                </a:lnTo>
                <a:lnTo>
                  <a:pt x="6709054" y="1724012"/>
                </a:lnTo>
                <a:lnTo>
                  <a:pt x="6711683" y="1724012"/>
                </a:lnTo>
                <a:lnTo>
                  <a:pt x="6712801" y="1723555"/>
                </a:lnTo>
                <a:lnTo>
                  <a:pt x="6714668" y="1721688"/>
                </a:lnTo>
                <a:lnTo>
                  <a:pt x="6715125" y="1720570"/>
                </a:lnTo>
                <a:lnTo>
                  <a:pt x="6715125" y="1717941"/>
                </a:lnTo>
                <a:close/>
              </a:path>
              <a:path w="6715125" h="2057400">
                <a:moveTo>
                  <a:pt x="6715125" y="1670316"/>
                </a:moveTo>
                <a:lnTo>
                  <a:pt x="6714668" y="1669199"/>
                </a:lnTo>
                <a:lnTo>
                  <a:pt x="6712801" y="1667332"/>
                </a:lnTo>
                <a:lnTo>
                  <a:pt x="6711683" y="1666862"/>
                </a:lnTo>
                <a:lnTo>
                  <a:pt x="6709054" y="1666862"/>
                </a:lnTo>
                <a:lnTo>
                  <a:pt x="6707937" y="1667332"/>
                </a:lnTo>
                <a:lnTo>
                  <a:pt x="6706070" y="1669199"/>
                </a:lnTo>
                <a:lnTo>
                  <a:pt x="6705600" y="1670316"/>
                </a:lnTo>
                <a:lnTo>
                  <a:pt x="6705600" y="1672945"/>
                </a:lnTo>
                <a:lnTo>
                  <a:pt x="6706070" y="1674063"/>
                </a:lnTo>
                <a:lnTo>
                  <a:pt x="6707937" y="1675930"/>
                </a:lnTo>
                <a:lnTo>
                  <a:pt x="6709054" y="1676387"/>
                </a:lnTo>
                <a:lnTo>
                  <a:pt x="6711683" y="1676387"/>
                </a:lnTo>
                <a:lnTo>
                  <a:pt x="6712801" y="1675930"/>
                </a:lnTo>
                <a:lnTo>
                  <a:pt x="6714668" y="1674063"/>
                </a:lnTo>
                <a:lnTo>
                  <a:pt x="6715125" y="1672945"/>
                </a:lnTo>
                <a:lnTo>
                  <a:pt x="6715125" y="1670316"/>
                </a:lnTo>
                <a:close/>
              </a:path>
              <a:path w="6715125" h="2057400">
                <a:moveTo>
                  <a:pt x="6715125" y="1622691"/>
                </a:moveTo>
                <a:lnTo>
                  <a:pt x="6714668" y="1621574"/>
                </a:lnTo>
                <a:lnTo>
                  <a:pt x="6712801" y="1619707"/>
                </a:lnTo>
                <a:lnTo>
                  <a:pt x="6711683" y="1619237"/>
                </a:lnTo>
                <a:lnTo>
                  <a:pt x="6709054" y="1619237"/>
                </a:lnTo>
                <a:lnTo>
                  <a:pt x="6707937" y="1619707"/>
                </a:lnTo>
                <a:lnTo>
                  <a:pt x="6706070" y="1621574"/>
                </a:lnTo>
                <a:lnTo>
                  <a:pt x="6705600" y="1622691"/>
                </a:lnTo>
                <a:lnTo>
                  <a:pt x="6705600" y="1625320"/>
                </a:lnTo>
                <a:lnTo>
                  <a:pt x="6706070" y="1626438"/>
                </a:lnTo>
                <a:lnTo>
                  <a:pt x="6707937" y="1628305"/>
                </a:lnTo>
                <a:lnTo>
                  <a:pt x="6709054" y="1628762"/>
                </a:lnTo>
                <a:lnTo>
                  <a:pt x="6711683" y="1628762"/>
                </a:lnTo>
                <a:lnTo>
                  <a:pt x="6712801" y="1628305"/>
                </a:lnTo>
                <a:lnTo>
                  <a:pt x="6714668" y="1626438"/>
                </a:lnTo>
                <a:lnTo>
                  <a:pt x="6715125" y="1625320"/>
                </a:lnTo>
                <a:lnTo>
                  <a:pt x="6715125" y="1622691"/>
                </a:lnTo>
                <a:close/>
              </a:path>
              <a:path w="6715125" h="2057400">
                <a:moveTo>
                  <a:pt x="6715125" y="1575066"/>
                </a:moveTo>
                <a:lnTo>
                  <a:pt x="6714668" y="1573949"/>
                </a:lnTo>
                <a:lnTo>
                  <a:pt x="6712801" y="1572082"/>
                </a:lnTo>
                <a:lnTo>
                  <a:pt x="6711683" y="1571612"/>
                </a:lnTo>
                <a:lnTo>
                  <a:pt x="6709054" y="1571612"/>
                </a:lnTo>
                <a:lnTo>
                  <a:pt x="6707937" y="1572082"/>
                </a:lnTo>
                <a:lnTo>
                  <a:pt x="6706070" y="1573949"/>
                </a:lnTo>
                <a:lnTo>
                  <a:pt x="6705600" y="1575066"/>
                </a:lnTo>
                <a:lnTo>
                  <a:pt x="6705600" y="1577695"/>
                </a:lnTo>
                <a:lnTo>
                  <a:pt x="6706070" y="1578813"/>
                </a:lnTo>
                <a:lnTo>
                  <a:pt x="6707937" y="1580680"/>
                </a:lnTo>
                <a:lnTo>
                  <a:pt x="6709054" y="1581137"/>
                </a:lnTo>
                <a:lnTo>
                  <a:pt x="6711683" y="1581137"/>
                </a:lnTo>
                <a:lnTo>
                  <a:pt x="6712801" y="1580680"/>
                </a:lnTo>
                <a:lnTo>
                  <a:pt x="6714668" y="1578813"/>
                </a:lnTo>
                <a:lnTo>
                  <a:pt x="6715125" y="1577695"/>
                </a:lnTo>
                <a:lnTo>
                  <a:pt x="6715125" y="1575066"/>
                </a:lnTo>
                <a:close/>
              </a:path>
              <a:path w="6715125" h="2057400">
                <a:moveTo>
                  <a:pt x="6715125" y="1527441"/>
                </a:moveTo>
                <a:lnTo>
                  <a:pt x="6714668" y="1526324"/>
                </a:lnTo>
                <a:lnTo>
                  <a:pt x="6712801" y="1524457"/>
                </a:lnTo>
                <a:lnTo>
                  <a:pt x="6711683" y="1523987"/>
                </a:lnTo>
                <a:lnTo>
                  <a:pt x="6709054" y="1523987"/>
                </a:lnTo>
                <a:lnTo>
                  <a:pt x="6707937" y="1524457"/>
                </a:lnTo>
                <a:lnTo>
                  <a:pt x="6706070" y="1526324"/>
                </a:lnTo>
                <a:lnTo>
                  <a:pt x="6705600" y="1527441"/>
                </a:lnTo>
                <a:lnTo>
                  <a:pt x="6705600" y="1530070"/>
                </a:lnTo>
                <a:lnTo>
                  <a:pt x="6706070" y="1531188"/>
                </a:lnTo>
                <a:lnTo>
                  <a:pt x="6707937" y="1533055"/>
                </a:lnTo>
                <a:lnTo>
                  <a:pt x="6709054" y="1533512"/>
                </a:lnTo>
                <a:lnTo>
                  <a:pt x="6711683" y="1533512"/>
                </a:lnTo>
                <a:lnTo>
                  <a:pt x="6712801" y="1533055"/>
                </a:lnTo>
                <a:lnTo>
                  <a:pt x="6714668" y="1531188"/>
                </a:lnTo>
                <a:lnTo>
                  <a:pt x="6715125" y="1530070"/>
                </a:lnTo>
                <a:lnTo>
                  <a:pt x="6715125" y="1527441"/>
                </a:lnTo>
                <a:close/>
              </a:path>
              <a:path w="6715125" h="2057400">
                <a:moveTo>
                  <a:pt x="6715125" y="1479816"/>
                </a:moveTo>
                <a:lnTo>
                  <a:pt x="6714668" y="1478699"/>
                </a:lnTo>
                <a:lnTo>
                  <a:pt x="6712801" y="1476832"/>
                </a:lnTo>
                <a:lnTo>
                  <a:pt x="6711683" y="1476362"/>
                </a:lnTo>
                <a:lnTo>
                  <a:pt x="6709054" y="1476362"/>
                </a:lnTo>
                <a:lnTo>
                  <a:pt x="6707937" y="1476832"/>
                </a:lnTo>
                <a:lnTo>
                  <a:pt x="6706070" y="1478699"/>
                </a:lnTo>
                <a:lnTo>
                  <a:pt x="6705600" y="1479816"/>
                </a:lnTo>
                <a:lnTo>
                  <a:pt x="6705600" y="1482445"/>
                </a:lnTo>
                <a:lnTo>
                  <a:pt x="6706070" y="1483563"/>
                </a:lnTo>
                <a:lnTo>
                  <a:pt x="6707937" y="1485430"/>
                </a:lnTo>
                <a:lnTo>
                  <a:pt x="6709054" y="1485887"/>
                </a:lnTo>
                <a:lnTo>
                  <a:pt x="6711683" y="1485887"/>
                </a:lnTo>
                <a:lnTo>
                  <a:pt x="6712801" y="1485430"/>
                </a:lnTo>
                <a:lnTo>
                  <a:pt x="6714668" y="1483563"/>
                </a:lnTo>
                <a:lnTo>
                  <a:pt x="6715125" y="1482445"/>
                </a:lnTo>
                <a:lnTo>
                  <a:pt x="6715125" y="1479816"/>
                </a:lnTo>
                <a:close/>
              </a:path>
              <a:path w="6715125" h="2057400">
                <a:moveTo>
                  <a:pt x="6715125" y="1432191"/>
                </a:moveTo>
                <a:lnTo>
                  <a:pt x="6714668" y="1431074"/>
                </a:lnTo>
                <a:lnTo>
                  <a:pt x="6712801" y="1429207"/>
                </a:lnTo>
                <a:lnTo>
                  <a:pt x="6711683" y="1428750"/>
                </a:lnTo>
                <a:lnTo>
                  <a:pt x="6709054" y="1428750"/>
                </a:lnTo>
                <a:lnTo>
                  <a:pt x="6707937" y="1429207"/>
                </a:lnTo>
                <a:lnTo>
                  <a:pt x="6706070" y="1431074"/>
                </a:lnTo>
                <a:lnTo>
                  <a:pt x="6705600" y="1432191"/>
                </a:lnTo>
                <a:lnTo>
                  <a:pt x="6705600" y="1434820"/>
                </a:lnTo>
                <a:lnTo>
                  <a:pt x="6706070" y="1435938"/>
                </a:lnTo>
                <a:lnTo>
                  <a:pt x="6707937" y="1437805"/>
                </a:lnTo>
                <a:lnTo>
                  <a:pt x="6709054" y="1438262"/>
                </a:lnTo>
                <a:lnTo>
                  <a:pt x="6711683" y="1438262"/>
                </a:lnTo>
                <a:lnTo>
                  <a:pt x="6712801" y="1437805"/>
                </a:lnTo>
                <a:lnTo>
                  <a:pt x="6714668" y="1435938"/>
                </a:lnTo>
                <a:lnTo>
                  <a:pt x="6715125" y="1434820"/>
                </a:lnTo>
                <a:lnTo>
                  <a:pt x="6715125" y="1432191"/>
                </a:lnTo>
                <a:close/>
              </a:path>
              <a:path w="6715125" h="2057400">
                <a:moveTo>
                  <a:pt x="6715125" y="1384566"/>
                </a:moveTo>
                <a:lnTo>
                  <a:pt x="6714668" y="1383449"/>
                </a:lnTo>
                <a:lnTo>
                  <a:pt x="6712801" y="1381582"/>
                </a:lnTo>
                <a:lnTo>
                  <a:pt x="6711683" y="1381125"/>
                </a:lnTo>
                <a:lnTo>
                  <a:pt x="6709054" y="1381125"/>
                </a:lnTo>
                <a:lnTo>
                  <a:pt x="6707937" y="1381582"/>
                </a:lnTo>
                <a:lnTo>
                  <a:pt x="6706070" y="1383449"/>
                </a:lnTo>
                <a:lnTo>
                  <a:pt x="6705600" y="1384566"/>
                </a:lnTo>
                <a:lnTo>
                  <a:pt x="6705600" y="1387195"/>
                </a:lnTo>
                <a:lnTo>
                  <a:pt x="6706070" y="1388313"/>
                </a:lnTo>
                <a:lnTo>
                  <a:pt x="6707937" y="1390180"/>
                </a:lnTo>
                <a:lnTo>
                  <a:pt x="6709054" y="1390637"/>
                </a:lnTo>
                <a:lnTo>
                  <a:pt x="6711683" y="1390637"/>
                </a:lnTo>
                <a:lnTo>
                  <a:pt x="6712801" y="1390180"/>
                </a:lnTo>
                <a:lnTo>
                  <a:pt x="6714668" y="1388313"/>
                </a:lnTo>
                <a:lnTo>
                  <a:pt x="6715125" y="1387195"/>
                </a:lnTo>
                <a:lnTo>
                  <a:pt x="6715125" y="1384566"/>
                </a:lnTo>
                <a:close/>
              </a:path>
              <a:path w="6715125" h="2057400">
                <a:moveTo>
                  <a:pt x="6715125" y="1336941"/>
                </a:moveTo>
                <a:lnTo>
                  <a:pt x="6714668" y="1335824"/>
                </a:lnTo>
                <a:lnTo>
                  <a:pt x="6712801" y="1333957"/>
                </a:lnTo>
                <a:lnTo>
                  <a:pt x="6711683" y="1333487"/>
                </a:lnTo>
                <a:lnTo>
                  <a:pt x="6709054" y="1333487"/>
                </a:lnTo>
                <a:lnTo>
                  <a:pt x="6707937" y="1333957"/>
                </a:lnTo>
                <a:lnTo>
                  <a:pt x="6706070" y="1335824"/>
                </a:lnTo>
                <a:lnTo>
                  <a:pt x="6705600" y="1336941"/>
                </a:lnTo>
                <a:lnTo>
                  <a:pt x="6705600" y="1339570"/>
                </a:lnTo>
                <a:lnTo>
                  <a:pt x="6706070" y="1340688"/>
                </a:lnTo>
                <a:lnTo>
                  <a:pt x="6707937" y="1342555"/>
                </a:lnTo>
                <a:lnTo>
                  <a:pt x="6709054" y="1343012"/>
                </a:lnTo>
                <a:lnTo>
                  <a:pt x="6711683" y="1343012"/>
                </a:lnTo>
                <a:lnTo>
                  <a:pt x="6712801" y="1342555"/>
                </a:lnTo>
                <a:lnTo>
                  <a:pt x="6714668" y="1340688"/>
                </a:lnTo>
                <a:lnTo>
                  <a:pt x="6715125" y="1339570"/>
                </a:lnTo>
                <a:lnTo>
                  <a:pt x="6715125" y="1336941"/>
                </a:lnTo>
                <a:close/>
              </a:path>
              <a:path w="6715125" h="2057400">
                <a:moveTo>
                  <a:pt x="6715125" y="1289316"/>
                </a:moveTo>
                <a:lnTo>
                  <a:pt x="6714668" y="1288199"/>
                </a:lnTo>
                <a:lnTo>
                  <a:pt x="6712801" y="1286332"/>
                </a:lnTo>
                <a:lnTo>
                  <a:pt x="6711683" y="1285875"/>
                </a:lnTo>
                <a:lnTo>
                  <a:pt x="6709054" y="1285875"/>
                </a:lnTo>
                <a:lnTo>
                  <a:pt x="6707937" y="1286332"/>
                </a:lnTo>
                <a:lnTo>
                  <a:pt x="6706070" y="1288199"/>
                </a:lnTo>
                <a:lnTo>
                  <a:pt x="6705600" y="1289316"/>
                </a:lnTo>
                <a:lnTo>
                  <a:pt x="6705600" y="1291945"/>
                </a:lnTo>
                <a:lnTo>
                  <a:pt x="6706070" y="1293063"/>
                </a:lnTo>
                <a:lnTo>
                  <a:pt x="6707937" y="1294930"/>
                </a:lnTo>
                <a:lnTo>
                  <a:pt x="6709054" y="1295387"/>
                </a:lnTo>
                <a:lnTo>
                  <a:pt x="6711683" y="1295387"/>
                </a:lnTo>
                <a:lnTo>
                  <a:pt x="6712801" y="1294930"/>
                </a:lnTo>
                <a:lnTo>
                  <a:pt x="6714668" y="1293063"/>
                </a:lnTo>
                <a:lnTo>
                  <a:pt x="6715125" y="1291945"/>
                </a:lnTo>
                <a:lnTo>
                  <a:pt x="6715125" y="1289316"/>
                </a:lnTo>
                <a:close/>
              </a:path>
              <a:path w="6715125" h="2057400">
                <a:moveTo>
                  <a:pt x="6715125" y="1241691"/>
                </a:moveTo>
                <a:lnTo>
                  <a:pt x="6714668" y="1240574"/>
                </a:lnTo>
                <a:lnTo>
                  <a:pt x="6712801" y="1238707"/>
                </a:lnTo>
                <a:lnTo>
                  <a:pt x="6711683" y="1238250"/>
                </a:lnTo>
                <a:lnTo>
                  <a:pt x="6709054" y="1238250"/>
                </a:lnTo>
                <a:lnTo>
                  <a:pt x="6707937" y="1238707"/>
                </a:lnTo>
                <a:lnTo>
                  <a:pt x="6706070" y="1240574"/>
                </a:lnTo>
                <a:lnTo>
                  <a:pt x="6705600" y="1241691"/>
                </a:lnTo>
                <a:lnTo>
                  <a:pt x="6705600" y="1244320"/>
                </a:lnTo>
                <a:lnTo>
                  <a:pt x="6706070" y="1245438"/>
                </a:lnTo>
                <a:lnTo>
                  <a:pt x="6707937" y="1247305"/>
                </a:lnTo>
                <a:lnTo>
                  <a:pt x="6709054" y="1247762"/>
                </a:lnTo>
                <a:lnTo>
                  <a:pt x="6711683" y="1247762"/>
                </a:lnTo>
                <a:lnTo>
                  <a:pt x="6712801" y="1247305"/>
                </a:lnTo>
                <a:lnTo>
                  <a:pt x="6714668" y="1245438"/>
                </a:lnTo>
                <a:lnTo>
                  <a:pt x="6715125" y="1244320"/>
                </a:lnTo>
                <a:lnTo>
                  <a:pt x="6715125" y="1241691"/>
                </a:lnTo>
                <a:close/>
              </a:path>
              <a:path w="6715125" h="2057400">
                <a:moveTo>
                  <a:pt x="6715125" y="1194066"/>
                </a:moveTo>
                <a:lnTo>
                  <a:pt x="6714668" y="1192949"/>
                </a:lnTo>
                <a:lnTo>
                  <a:pt x="6712801" y="1191082"/>
                </a:lnTo>
                <a:lnTo>
                  <a:pt x="6711683" y="1190625"/>
                </a:lnTo>
                <a:lnTo>
                  <a:pt x="6709054" y="1190625"/>
                </a:lnTo>
                <a:lnTo>
                  <a:pt x="6707937" y="1191082"/>
                </a:lnTo>
                <a:lnTo>
                  <a:pt x="6706070" y="1192949"/>
                </a:lnTo>
                <a:lnTo>
                  <a:pt x="6705600" y="1194066"/>
                </a:lnTo>
                <a:lnTo>
                  <a:pt x="6705600" y="1196695"/>
                </a:lnTo>
                <a:lnTo>
                  <a:pt x="6706070" y="1197813"/>
                </a:lnTo>
                <a:lnTo>
                  <a:pt x="6707937" y="1199680"/>
                </a:lnTo>
                <a:lnTo>
                  <a:pt x="6709054" y="1200137"/>
                </a:lnTo>
                <a:lnTo>
                  <a:pt x="6711683" y="1200137"/>
                </a:lnTo>
                <a:lnTo>
                  <a:pt x="6712801" y="1199680"/>
                </a:lnTo>
                <a:lnTo>
                  <a:pt x="6714668" y="1197813"/>
                </a:lnTo>
                <a:lnTo>
                  <a:pt x="6715125" y="1196695"/>
                </a:lnTo>
                <a:lnTo>
                  <a:pt x="6715125" y="1194066"/>
                </a:lnTo>
                <a:close/>
              </a:path>
              <a:path w="6715125" h="2057400">
                <a:moveTo>
                  <a:pt x="6715125" y="1146441"/>
                </a:moveTo>
                <a:lnTo>
                  <a:pt x="6714668" y="1145324"/>
                </a:lnTo>
                <a:lnTo>
                  <a:pt x="6712801" y="1143457"/>
                </a:lnTo>
                <a:lnTo>
                  <a:pt x="6711683" y="1143000"/>
                </a:lnTo>
                <a:lnTo>
                  <a:pt x="6709054" y="1143000"/>
                </a:lnTo>
                <a:lnTo>
                  <a:pt x="6707937" y="1143457"/>
                </a:lnTo>
                <a:lnTo>
                  <a:pt x="6706070" y="1145324"/>
                </a:lnTo>
                <a:lnTo>
                  <a:pt x="6705600" y="1146441"/>
                </a:lnTo>
                <a:lnTo>
                  <a:pt x="6705600" y="1149070"/>
                </a:lnTo>
                <a:lnTo>
                  <a:pt x="6706070" y="1150188"/>
                </a:lnTo>
                <a:lnTo>
                  <a:pt x="6707937" y="1152055"/>
                </a:lnTo>
                <a:lnTo>
                  <a:pt x="6709054" y="1152512"/>
                </a:lnTo>
                <a:lnTo>
                  <a:pt x="6711683" y="1152512"/>
                </a:lnTo>
                <a:lnTo>
                  <a:pt x="6712801" y="1152055"/>
                </a:lnTo>
                <a:lnTo>
                  <a:pt x="6714668" y="1150188"/>
                </a:lnTo>
                <a:lnTo>
                  <a:pt x="6715125" y="1149070"/>
                </a:lnTo>
                <a:lnTo>
                  <a:pt x="6715125" y="1146441"/>
                </a:lnTo>
                <a:close/>
              </a:path>
              <a:path w="6715125" h="2057400">
                <a:moveTo>
                  <a:pt x="6715125" y="1098816"/>
                </a:moveTo>
                <a:lnTo>
                  <a:pt x="6714668" y="1097699"/>
                </a:lnTo>
                <a:lnTo>
                  <a:pt x="6712801" y="1095832"/>
                </a:lnTo>
                <a:lnTo>
                  <a:pt x="6711683" y="1095362"/>
                </a:lnTo>
                <a:lnTo>
                  <a:pt x="6709054" y="1095362"/>
                </a:lnTo>
                <a:lnTo>
                  <a:pt x="6707937" y="1095832"/>
                </a:lnTo>
                <a:lnTo>
                  <a:pt x="6706070" y="1097699"/>
                </a:lnTo>
                <a:lnTo>
                  <a:pt x="6705600" y="1098816"/>
                </a:lnTo>
                <a:lnTo>
                  <a:pt x="6705600" y="1101445"/>
                </a:lnTo>
                <a:lnTo>
                  <a:pt x="6706070" y="1102563"/>
                </a:lnTo>
                <a:lnTo>
                  <a:pt x="6707937" y="1104430"/>
                </a:lnTo>
                <a:lnTo>
                  <a:pt x="6709054" y="1104887"/>
                </a:lnTo>
                <a:lnTo>
                  <a:pt x="6711683" y="1104887"/>
                </a:lnTo>
                <a:lnTo>
                  <a:pt x="6712801" y="1104430"/>
                </a:lnTo>
                <a:lnTo>
                  <a:pt x="6714668" y="1102563"/>
                </a:lnTo>
                <a:lnTo>
                  <a:pt x="6715125" y="1101445"/>
                </a:lnTo>
                <a:lnTo>
                  <a:pt x="6715125" y="1098816"/>
                </a:lnTo>
                <a:close/>
              </a:path>
              <a:path w="6715125" h="2057400">
                <a:moveTo>
                  <a:pt x="6715125" y="1051191"/>
                </a:moveTo>
                <a:lnTo>
                  <a:pt x="6714668" y="1050074"/>
                </a:lnTo>
                <a:lnTo>
                  <a:pt x="6712801" y="1048207"/>
                </a:lnTo>
                <a:lnTo>
                  <a:pt x="6711683" y="1047750"/>
                </a:lnTo>
                <a:lnTo>
                  <a:pt x="6709054" y="1047750"/>
                </a:lnTo>
                <a:lnTo>
                  <a:pt x="6707937" y="1048207"/>
                </a:lnTo>
                <a:lnTo>
                  <a:pt x="6706070" y="1050074"/>
                </a:lnTo>
                <a:lnTo>
                  <a:pt x="6705600" y="1051191"/>
                </a:lnTo>
                <a:lnTo>
                  <a:pt x="6705600" y="1053820"/>
                </a:lnTo>
                <a:lnTo>
                  <a:pt x="6706070" y="1054938"/>
                </a:lnTo>
                <a:lnTo>
                  <a:pt x="6707937" y="1056805"/>
                </a:lnTo>
                <a:lnTo>
                  <a:pt x="6709054" y="1057262"/>
                </a:lnTo>
                <a:lnTo>
                  <a:pt x="6711683" y="1057262"/>
                </a:lnTo>
                <a:lnTo>
                  <a:pt x="6712801" y="1056805"/>
                </a:lnTo>
                <a:lnTo>
                  <a:pt x="6714668" y="1054938"/>
                </a:lnTo>
                <a:lnTo>
                  <a:pt x="6715125" y="1053820"/>
                </a:lnTo>
                <a:lnTo>
                  <a:pt x="6715125" y="1051191"/>
                </a:lnTo>
                <a:close/>
              </a:path>
              <a:path w="6715125" h="2057400">
                <a:moveTo>
                  <a:pt x="6715125" y="1003566"/>
                </a:moveTo>
                <a:lnTo>
                  <a:pt x="6714668" y="1002449"/>
                </a:lnTo>
                <a:lnTo>
                  <a:pt x="6712801" y="1000582"/>
                </a:lnTo>
                <a:lnTo>
                  <a:pt x="6711683" y="1000125"/>
                </a:lnTo>
                <a:lnTo>
                  <a:pt x="6709054" y="1000125"/>
                </a:lnTo>
                <a:lnTo>
                  <a:pt x="6707937" y="1000582"/>
                </a:lnTo>
                <a:lnTo>
                  <a:pt x="6706070" y="1002449"/>
                </a:lnTo>
                <a:lnTo>
                  <a:pt x="6705600" y="1003566"/>
                </a:lnTo>
                <a:lnTo>
                  <a:pt x="6705600" y="1006195"/>
                </a:lnTo>
                <a:lnTo>
                  <a:pt x="6706070" y="1007313"/>
                </a:lnTo>
                <a:lnTo>
                  <a:pt x="6707937" y="1009180"/>
                </a:lnTo>
                <a:lnTo>
                  <a:pt x="6709054" y="1009637"/>
                </a:lnTo>
                <a:lnTo>
                  <a:pt x="6711683" y="1009637"/>
                </a:lnTo>
                <a:lnTo>
                  <a:pt x="6712801" y="1009180"/>
                </a:lnTo>
                <a:lnTo>
                  <a:pt x="6714668" y="1007313"/>
                </a:lnTo>
                <a:lnTo>
                  <a:pt x="6715125" y="1006195"/>
                </a:lnTo>
                <a:lnTo>
                  <a:pt x="6715125" y="1003566"/>
                </a:lnTo>
                <a:close/>
              </a:path>
              <a:path w="6715125" h="2057400">
                <a:moveTo>
                  <a:pt x="6715125" y="955941"/>
                </a:moveTo>
                <a:lnTo>
                  <a:pt x="6714668" y="954824"/>
                </a:lnTo>
                <a:lnTo>
                  <a:pt x="6712801" y="952957"/>
                </a:lnTo>
                <a:lnTo>
                  <a:pt x="6711683" y="952500"/>
                </a:lnTo>
                <a:lnTo>
                  <a:pt x="6709054" y="952500"/>
                </a:lnTo>
                <a:lnTo>
                  <a:pt x="6707937" y="952957"/>
                </a:lnTo>
                <a:lnTo>
                  <a:pt x="6706070" y="954824"/>
                </a:lnTo>
                <a:lnTo>
                  <a:pt x="6705600" y="955941"/>
                </a:lnTo>
                <a:lnTo>
                  <a:pt x="6705600" y="958570"/>
                </a:lnTo>
                <a:lnTo>
                  <a:pt x="6706070" y="959688"/>
                </a:lnTo>
                <a:lnTo>
                  <a:pt x="6707937" y="961555"/>
                </a:lnTo>
                <a:lnTo>
                  <a:pt x="6709054" y="962012"/>
                </a:lnTo>
                <a:lnTo>
                  <a:pt x="6711683" y="962012"/>
                </a:lnTo>
                <a:lnTo>
                  <a:pt x="6712801" y="961555"/>
                </a:lnTo>
                <a:lnTo>
                  <a:pt x="6714668" y="959688"/>
                </a:lnTo>
                <a:lnTo>
                  <a:pt x="6715125" y="958570"/>
                </a:lnTo>
                <a:lnTo>
                  <a:pt x="6715125" y="955941"/>
                </a:lnTo>
                <a:close/>
              </a:path>
              <a:path w="6715125" h="2057400">
                <a:moveTo>
                  <a:pt x="6715125" y="908316"/>
                </a:moveTo>
                <a:lnTo>
                  <a:pt x="6714668" y="907199"/>
                </a:lnTo>
                <a:lnTo>
                  <a:pt x="6712801" y="905332"/>
                </a:lnTo>
                <a:lnTo>
                  <a:pt x="6711683" y="904875"/>
                </a:lnTo>
                <a:lnTo>
                  <a:pt x="6709054" y="904875"/>
                </a:lnTo>
                <a:lnTo>
                  <a:pt x="6707937" y="905332"/>
                </a:lnTo>
                <a:lnTo>
                  <a:pt x="6706070" y="907199"/>
                </a:lnTo>
                <a:lnTo>
                  <a:pt x="6705600" y="908316"/>
                </a:lnTo>
                <a:lnTo>
                  <a:pt x="6705600" y="910945"/>
                </a:lnTo>
                <a:lnTo>
                  <a:pt x="6706070" y="912063"/>
                </a:lnTo>
                <a:lnTo>
                  <a:pt x="6707937" y="913930"/>
                </a:lnTo>
                <a:lnTo>
                  <a:pt x="6709054" y="914387"/>
                </a:lnTo>
                <a:lnTo>
                  <a:pt x="6711683" y="914387"/>
                </a:lnTo>
                <a:lnTo>
                  <a:pt x="6712801" y="913930"/>
                </a:lnTo>
                <a:lnTo>
                  <a:pt x="6714668" y="912063"/>
                </a:lnTo>
                <a:lnTo>
                  <a:pt x="6715125" y="910945"/>
                </a:lnTo>
                <a:lnTo>
                  <a:pt x="6715125" y="908316"/>
                </a:lnTo>
                <a:close/>
              </a:path>
              <a:path w="6715125" h="2057400">
                <a:moveTo>
                  <a:pt x="6715125" y="860691"/>
                </a:moveTo>
                <a:lnTo>
                  <a:pt x="6714668" y="859574"/>
                </a:lnTo>
                <a:lnTo>
                  <a:pt x="6712801" y="857707"/>
                </a:lnTo>
                <a:lnTo>
                  <a:pt x="6711683" y="857250"/>
                </a:lnTo>
                <a:lnTo>
                  <a:pt x="6709054" y="857250"/>
                </a:lnTo>
                <a:lnTo>
                  <a:pt x="6707937" y="857707"/>
                </a:lnTo>
                <a:lnTo>
                  <a:pt x="6706070" y="859574"/>
                </a:lnTo>
                <a:lnTo>
                  <a:pt x="6705600" y="860691"/>
                </a:lnTo>
                <a:lnTo>
                  <a:pt x="6705600" y="863320"/>
                </a:lnTo>
                <a:lnTo>
                  <a:pt x="6706070" y="864438"/>
                </a:lnTo>
                <a:lnTo>
                  <a:pt x="6707937" y="866305"/>
                </a:lnTo>
                <a:lnTo>
                  <a:pt x="6709054" y="866762"/>
                </a:lnTo>
                <a:lnTo>
                  <a:pt x="6711683" y="866762"/>
                </a:lnTo>
                <a:lnTo>
                  <a:pt x="6712801" y="866305"/>
                </a:lnTo>
                <a:lnTo>
                  <a:pt x="6714668" y="864438"/>
                </a:lnTo>
                <a:lnTo>
                  <a:pt x="6715125" y="863320"/>
                </a:lnTo>
                <a:lnTo>
                  <a:pt x="6715125" y="860691"/>
                </a:lnTo>
                <a:close/>
              </a:path>
              <a:path w="6715125" h="2057400">
                <a:moveTo>
                  <a:pt x="6715125" y="813066"/>
                </a:moveTo>
                <a:lnTo>
                  <a:pt x="6714668" y="811949"/>
                </a:lnTo>
                <a:lnTo>
                  <a:pt x="6712801" y="810082"/>
                </a:lnTo>
                <a:lnTo>
                  <a:pt x="6711683" y="809625"/>
                </a:lnTo>
                <a:lnTo>
                  <a:pt x="6709054" y="809625"/>
                </a:lnTo>
                <a:lnTo>
                  <a:pt x="6707937" y="810082"/>
                </a:lnTo>
                <a:lnTo>
                  <a:pt x="6706070" y="811949"/>
                </a:lnTo>
                <a:lnTo>
                  <a:pt x="6705600" y="813066"/>
                </a:lnTo>
                <a:lnTo>
                  <a:pt x="6705600" y="815695"/>
                </a:lnTo>
                <a:lnTo>
                  <a:pt x="6706070" y="816813"/>
                </a:lnTo>
                <a:lnTo>
                  <a:pt x="6707937" y="818680"/>
                </a:lnTo>
                <a:lnTo>
                  <a:pt x="6709054" y="819137"/>
                </a:lnTo>
                <a:lnTo>
                  <a:pt x="6711683" y="819137"/>
                </a:lnTo>
                <a:lnTo>
                  <a:pt x="6712801" y="818680"/>
                </a:lnTo>
                <a:lnTo>
                  <a:pt x="6714668" y="816813"/>
                </a:lnTo>
                <a:lnTo>
                  <a:pt x="6715125" y="815695"/>
                </a:lnTo>
                <a:lnTo>
                  <a:pt x="6715125" y="813066"/>
                </a:lnTo>
                <a:close/>
              </a:path>
              <a:path w="6715125" h="2057400">
                <a:moveTo>
                  <a:pt x="6715125" y="765441"/>
                </a:moveTo>
                <a:lnTo>
                  <a:pt x="6714668" y="764324"/>
                </a:lnTo>
                <a:lnTo>
                  <a:pt x="6712801" y="762457"/>
                </a:lnTo>
                <a:lnTo>
                  <a:pt x="6711683" y="762000"/>
                </a:lnTo>
                <a:lnTo>
                  <a:pt x="6709054" y="762000"/>
                </a:lnTo>
                <a:lnTo>
                  <a:pt x="6707937" y="762457"/>
                </a:lnTo>
                <a:lnTo>
                  <a:pt x="6706070" y="764324"/>
                </a:lnTo>
                <a:lnTo>
                  <a:pt x="6705600" y="765441"/>
                </a:lnTo>
                <a:lnTo>
                  <a:pt x="6705600" y="768070"/>
                </a:lnTo>
                <a:lnTo>
                  <a:pt x="6706070" y="769188"/>
                </a:lnTo>
                <a:lnTo>
                  <a:pt x="6707937" y="771055"/>
                </a:lnTo>
                <a:lnTo>
                  <a:pt x="6709054" y="771512"/>
                </a:lnTo>
                <a:lnTo>
                  <a:pt x="6711683" y="771512"/>
                </a:lnTo>
                <a:lnTo>
                  <a:pt x="6712801" y="771055"/>
                </a:lnTo>
                <a:lnTo>
                  <a:pt x="6714668" y="769188"/>
                </a:lnTo>
                <a:lnTo>
                  <a:pt x="6715125" y="768070"/>
                </a:lnTo>
                <a:lnTo>
                  <a:pt x="6715125" y="765441"/>
                </a:lnTo>
                <a:close/>
              </a:path>
              <a:path w="6715125" h="2057400">
                <a:moveTo>
                  <a:pt x="6715125" y="717816"/>
                </a:moveTo>
                <a:lnTo>
                  <a:pt x="6714668" y="716699"/>
                </a:lnTo>
                <a:lnTo>
                  <a:pt x="6712801" y="714832"/>
                </a:lnTo>
                <a:lnTo>
                  <a:pt x="6711683" y="714362"/>
                </a:lnTo>
                <a:lnTo>
                  <a:pt x="6709054" y="714362"/>
                </a:lnTo>
                <a:lnTo>
                  <a:pt x="6707937" y="714832"/>
                </a:lnTo>
                <a:lnTo>
                  <a:pt x="6706070" y="716699"/>
                </a:lnTo>
                <a:lnTo>
                  <a:pt x="6705600" y="717816"/>
                </a:lnTo>
                <a:lnTo>
                  <a:pt x="6705600" y="720445"/>
                </a:lnTo>
                <a:lnTo>
                  <a:pt x="6706070" y="721563"/>
                </a:lnTo>
                <a:lnTo>
                  <a:pt x="6707937" y="723430"/>
                </a:lnTo>
                <a:lnTo>
                  <a:pt x="6709054" y="723887"/>
                </a:lnTo>
                <a:lnTo>
                  <a:pt x="6711683" y="723887"/>
                </a:lnTo>
                <a:lnTo>
                  <a:pt x="6712801" y="723430"/>
                </a:lnTo>
                <a:lnTo>
                  <a:pt x="6714668" y="721563"/>
                </a:lnTo>
                <a:lnTo>
                  <a:pt x="6715125" y="720445"/>
                </a:lnTo>
                <a:lnTo>
                  <a:pt x="6715125" y="717816"/>
                </a:lnTo>
                <a:close/>
              </a:path>
              <a:path w="6715125" h="2057400">
                <a:moveTo>
                  <a:pt x="6715125" y="670191"/>
                </a:moveTo>
                <a:lnTo>
                  <a:pt x="6714668" y="669074"/>
                </a:lnTo>
                <a:lnTo>
                  <a:pt x="6712801" y="667207"/>
                </a:lnTo>
                <a:lnTo>
                  <a:pt x="6711683" y="666750"/>
                </a:lnTo>
                <a:lnTo>
                  <a:pt x="6709054" y="666750"/>
                </a:lnTo>
                <a:lnTo>
                  <a:pt x="6707937" y="667207"/>
                </a:lnTo>
                <a:lnTo>
                  <a:pt x="6706070" y="669074"/>
                </a:lnTo>
                <a:lnTo>
                  <a:pt x="6705600" y="670191"/>
                </a:lnTo>
                <a:lnTo>
                  <a:pt x="6705600" y="672820"/>
                </a:lnTo>
                <a:lnTo>
                  <a:pt x="6706070" y="673938"/>
                </a:lnTo>
                <a:lnTo>
                  <a:pt x="6707937" y="675805"/>
                </a:lnTo>
                <a:lnTo>
                  <a:pt x="6709054" y="676262"/>
                </a:lnTo>
                <a:lnTo>
                  <a:pt x="6711683" y="676262"/>
                </a:lnTo>
                <a:lnTo>
                  <a:pt x="6712801" y="675805"/>
                </a:lnTo>
                <a:lnTo>
                  <a:pt x="6714668" y="673938"/>
                </a:lnTo>
                <a:lnTo>
                  <a:pt x="6715125" y="672820"/>
                </a:lnTo>
                <a:lnTo>
                  <a:pt x="6715125" y="670191"/>
                </a:lnTo>
                <a:close/>
              </a:path>
              <a:path w="6715125" h="2057400">
                <a:moveTo>
                  <a:pt x="6715125" y="622566"/>
                </a:moveTo>
                <a:lnTo>
                  <a:pt x="6714668" y="621449"/>
                </a:lnTo>
                <a:lnTo>
                  <a:pt x="6712801" y="619582"/>
                </a:lnTo>
                <a:lnTo>
                  <a:pt x="6711683" y="619125"/>
                </a:lnTo>
                <a:lnTo>
                  <a:pt x="6709054" y="619125"/>
                </a:lnTo>
                <a:lnTo>
                  <a:pt x="6707937" y="619582"/>
                </a:lnTo>
                <a:lnTo>
                  <a:pt x="6706070" y="621449"/>
                </a:lnTo>
                <a:lnTo>
                  <a:pt x="6705600" y="622566"/>
                </a:lnTo>
                <a:lnTo>
                  <a:pt x="6705600" y="625195"/>
                </a:lnTo>
                <a:lnTo>
                  <a:pt x="6706070" y="626313"/>
                </a:lnTo>
                <a:lnTo>
                  <a:pt x="6707937" y="628180"/>
                </a:lnTo>
                <a:lnTo>
                  <a:pt x="6709054" y="628637"/>
                </a:lnTo>
                <a:lnTo>
                  <a:pt x="6711683" y="628637"/>
                </a:lnTo>
                <a:lnTo>
                  <a:pt x="6712801" y="628180"/>
                </a:lnTo>
                <a:lnTo>
                  <a:pt x="6714668" y="626313"/>
                </a:lnTo>
                <a:lnTo>
                  <a:pt x="6715125" y="625195"/>
                </a:lnTo>
                <a:lnTo>
                  <a:pt x="6715125" y="622566"/>
                </a:lnTo>
                <a:close/>
              </a:path>
              <a:path w="6715125" h="2057400">
                <a:moveTo>
                  <a:pt x="6715125" y="574941"/>
                </a:moveTo>
                <a:lnTo>
                  <a:pt x="6714668" y="573824"/>
                </a:lnTo>
                <a:lnTo>
                  <a:pt x="6712801" y="571957"/>
                </a:lnTo>
                <a:lnTo>
                  <a:pt x="6711683" y="571487"/>
                </a:lnTo>
                <a:lnTo>
                  <a:pt x="6709054" y="571487"/>
                </a:lnTo>
                <a:lnTo>
                  <a:pt x="6707937" y="571957"/>
                </a:lnTo>
                <a:lnTo>
                  <a:pt x="6706070" y="573824"/>
                </a:lnTo>
                <a:lnTo>
                  <a:pt x="6705600" y="574941"/>
                </a:lnTo>
                <a:lnTo>
                  <a:pt x="6705600" y="577570"/>
                </a:lnTo>
                <a:lnTo>
                  <a:pt x="6706070" y="578688"/>
                </a:lnTo>
                <a:lnTo>
                  <a:pt x="6707937" y="580555"/>
                </a:lnTo>
                <a:lnTo>
                  <a:pt x="6709054" y="581012"/>
                </a:lnTo>
                <a:lnTo>
                  <a:pt x="6711683" y="581012"/>
                </a:lnTo>
                <a:lnTo>
                  <a:pt x="6712801" y="580555"/>
                </a:lnTo>
                <a:lnTo>
                  <a:pt x="6714668" y="578688"/>
                </a:lnTo>
                <a:lnTo>
                  <a:pt x="6715125" y="577570"/>
                </a:lnTo>
                <a:lnTo>
                  <a:pt x="6715125" y="574941"/>
                </a:lnTo>
                <a:close/>
              </a:path>
              <a:path w="6715125" h="2057400">
                <a:moveTo>
                  <a:pt x="6715125" y="527316"/>
                </a:moveTo>
                <a:lnTo>
                  <a:pt x="6714668" y="526199"/>
                </a:lnTo>
                <a:lnTo>
                  <a:pt x="6712801" y="524332"/>
                </a:lnTo>
                <a:lnTo>
                  <a:pt x="6711683" y="523875"/>
                </a:lnTo>
                <a:lnTo>
                  <a:pt x="6709054" y="523875"/>
                </a:lnTo>
                <a:lnTo>
                  <a:pt x="6707937" y="524332"/>
                </a:lnTo>
                <a:lnTo>
                  <a:pt x="6706070" y="526199"/>
                </a:lnTo>
                <a:lnTo>
                  <a:pt x="6705600" y="527316"/>
                </a:lnTo>
                <a:lnTo>
                  <a:pt x="6705600" y="529945"/>
                </a:lnTo>
                <a:lnTo>
                  <a:pt x="6706070" y="531063"/>
                </a:lnTo>
                <a:lnTo>
                  <a:pt x="6707937" y="532930"/>
                </a:lnTo>
                <a:lnTo>
                  <a:pt x="6709054" y="533387"/>
                </a:lnTo>
                <a:lnTo>
                  <a:pt x="6711683" y="533387"/>
                </a:lnTo>
                <a:lnTo>
                  <a:pt x="6712801" y="532930"/>
                </a:lnTo>
                <a:lnTo>
                  <a:pt x="6714668" y="531063"/>
                </a:lnTo>
                <a:lnTo>
                  <a:pt x="6715125" y="529945"/>
                </a:lnTo>
                <a:lnTo>
                  <a:pt x="6715125" y="527316"/>
                </a:lnTo>
                <a:close/>
              </a:path>
              <a:path w="6715125" h="2057400">
                <a:moveTo>
                  <a:pt x="6715125" y="479691"/>
                </a:moveTo>
                <a:lnTo>
                  <a:pt x="6714668" y="478574"/>
                </a:lnTo>
                <a:lnTo>
                  <a:pt x="6712801" y="476707"/>
                </a:lnTo>
                <a:lnTo>
                  <a:pt x="6711683" y="476250"/>
                </a:lnTo>
                <a:lnTo>
                  <a:pt x="6709054" y="476250"/>
                </a:lnTo>
                <a:lnTo>
                  <a:pt x="6707937" y="476707"/>
                </a:lnTo>
                <a:lnTo>
                  <a:pt x="6706070" y="478574"/>
                </a:lnTo>
                <a:lnTo>
                  <a:pt x="6705600" y="479691"/>
                </a:lnTo>
                <a:lnTo>
                  <a:pt x="6705600" y="482320"/>
                </a:lnTo>
                <a:lnTo>
                  <a:pt x="6706070" y="483438"/>
                </a:lnTo>
                <a:lnTo>
                  <a:pt x="6707937" y="485305"/>
                </a:lnTo>
                <a:lnTo>
                  <a:pt x="6709054" y="485775"/>
                </a:lnTo>
                <a:lnTo>
                  <a:pt x="6711683" y="485775"/>
                </a:lnTo>
                <a:lnTo>
                  <a:pt x="6712801" y="485305"/>
                </a:lnTo>
                <a:lnTo>
                  <a:pt x="6714668" y="483438"/>
                </a:lnTo>
                <a:lnTo>
                  <a:pt x="6715125" y="482320"/>
                </a:lnTo>
                <a:lnTo>
                  <a:pt x="6715125" y="479691"/>
                </a:lnTo>
                <a:close/>
              </a:path>
              <a:path w="6715125" h="2057400">
                <a:moveTo>
                  <a:pt x="6715125" y="432066"/>
                </a:moveTo>
                <a:lnTo>
                  <a:pt x="6714668" y="430949"/>
                </a:lnTo>
                <a:lnTo>
                  <a:pt x="6712801" y="429082"/>
                </a:lnTo>
                <a:lnTo>
                  <a:pt x="6711683" y="428625"/>
                </a:lnTo>
                <a:lnTo>
                  <a:pt x="6709054" y="428625"/>
                </a:lnTo>
                <a:lnTo>
                  <a:pt x="6707937" y="429082"/>
                </a:lnTo>
                <a:lnTo>
                  <a:pt x="6706070" y="430949"/>
                </a:lnTo>
                <a:lnTo>
                  <a:pt x="6705600" y="432066"/>
                </a:lnTo>
                <a:lnTo>
                  <a:pt x="6705600" y="434695"/>
                </a:lnTo>
                <a:lnTo>
                  <a:pt x="6706070" y="435813"/>
                </a:lnTo>
                <a:lnTo>
                  <a:pt x="6707937" y="437680"/>
                </a:lnTo>
                <a:lnTo>
                  <a:pt x="6709054" y="438150"/>
                </a:lnTo>
                <a:lnTo>
                  <a:pt x="6711683" y="438150"/>
                </a:lnTo>
                <a:lnTo>
                  <a:pt x="6712801" y="437680"/>
                </a:lnTo>
                <a:lnTo>
                  <a:pt x="6714668" y="435813"/>
                </a:lnTo>
                <a:lnTo>
                  <a:pt x="6715125" y="434695"/>
                </a:lnTo>
                <a:lnTo>
                  <a:pt x="6715125" y="432066"/>
                </a:lnTo>
                <a:close/>
              </a:path>
              <a:path w="6715125" h="2057400">
                <a:moveTo>
                  <a:pt x="6715125" y="384441"/>
                </a:moveTo>
                <a:lnTo>
                  <a:pt x="6714668" y="383324"/>
                </a:lnTo>
                <a:lnTo>
                  <a:pt x="6712801" y="381457"/>
                </a:lnTo>
                <a:lnTo>
                  <a:pt x="6711683" y="381000"/>
                </a:lnTo>
                <a:lnTo>
                  <a:pt x="6709054" y="381000"/>
                </a:lnTo>
                <a:lnTo>
                  <a:pt x="6707937" y="381457"/>
                </a:lnTo>
                <a:lnTo>
                  <a:pt x="6706070" y="383324"/>
                </a:lnTo>
                <a:lnTo>
                  <a:pt x="6705600" y="384441"/>
                </a:lnTo>
                <a:lnTo>
                  <a:pt x="6705600" y="387070"/>
                </a:lnTo>
                <a:lnTo>
                  <a:pt x="6706070" y="388188"/>
                </a:lnTo>
                <a:lnTo>
                  <a:pt x="6707937" y="390055"/>
                </a:lnTo>
                <a:lnTo>
                  <a:pt x="6709054" y="390525"/>
                </a:lnTo>
                <a:lnTo>
                  <a:pt x="6711683" y="390525"/>
                </a:lnTo>
                <a:lnTo>
                  <a:pt x="6712801" y="390055"/>
                </a:lnTo>
                <a:lnTo>
                  <a:pt x="6714668" y="388188"/>
                </a:lnTo>
                <a:lnTo>
                  <a:pt x="6715125" y="387070"/>
                </a:lnTo>
                <a:lnTo>
                  <a:pt x="6715125" y="384441"/>
                </a:lnTo>
                <a:close/>
              </a:path>
              <a:path w="6715125" h="2057400">
                <a:moveTo>
                  <a:pt x="6715125" y="336816"/>
                </a:moveTo>
                <a:lnTo>
                  <a:pt x="6714668" y="335699"/>
                </a:lnTo>
                <a:lnTo>
                  <a:pt x="6712801" y="333832"/>
                </a:lnTo>
                <a:lnTo>
                  <a:pt x="6711683" y="333375"/>
                </a:lnTo>
                <a:lnTo>
                  <a:pt x="6709054" y="333375"/>
                </a:lnTo>
                <a:lnTo>
                  <a:pt x="6707937" y="333832"/>
                </a:lnTo>
                <a:lnTo>
                  <a:pt x="6706070" y="335699"/>
                </a:lnTo>
                <a:lnTo>
                  <a:pt x="6705600" y="336816"/>
                </a:lnTo>
                <a:lnTo>
                  <a:pt x="6705600" y="339445"/>
                </a:lnTo>
                <a:lnTo>
                  <a:pt x="6706070" y="340563"/>
                </a:lnTo>
                <a:lnTo>
                  <a:pt x="6707937" y="342430"/>
                </a:lnTo>
                <a:lnTo>
                  <a:pt x="6709054" y="342900"/>
                </a:lnTo>
                <a:lnTo>
                  <a:pt x="6711683" y="342900"/>
                </a:lnTo>
                <a:lnTo>
                  <a:pt x="6712801" y="342430"/>
                </a:lnTo>
                <a:lnTo>
                  <a:pt x="6714668" y="340563"/>
                </a:lnTo>
                <a:lnTo>
                  <a:pt x="6715125" y="339445"/>
                </a:lnTo>
                <a:lnTo>
                  <a:pt x="6715125" y="336816"/>
                </a:lnTo>
                <a:close/>
              </a:path>
              <a:path w="6715125" h="2057400">
                <a:moveTo>
                  <a:pt x="6715125" y="289191"/>
                </a:moveTo>
                <a:lnTo>
                  <a:pt x="6714668" y="288074"/>
                </a:lnTo>
                <a:lnTo>
                  <a:pt x="6712801" y="286207"/>
                </a:lnTo>
                <a:lnTo>
                  <a:pt x="6711683" y="285750"/>
                </a:lnTo>
                <a:lnTo>
                  <a:pt x="6709054" y="285750"/>
                </a:lnTo>
                <a:lnTo>
                  <a:pt x="6707937" y="286207"/>
                </a:lnTo>
                <a:lnTo>
                  <a:pt x="6706070" y="288074"/>
                </a:lnTo>
                <a:lnTo>
                  <a:pt x="6705600" y="289191"/>
                </a:lnTo>
                <a:lnTo>
                  <a:pt x="6705600" y="291820"/>
                </a:lnTo>
                <a:lnTo>
                  <a:pt x="6706070" y="292938"/>
                </a:lnTo>
                <a:lnTo>
                  <a:pt x="6707937" y="294805"/>
                </a:lnTo>
                <a:lnTo>
                  <a:pt x="6709054" y="295275"/>
                </a:lnTo>
                <a:lnTo>
                  <a:pt x="6711683" y="295275"/>
                </a:lnTo>
                <a:lnTo>
                  <a:pt x="6712801" y="294805"/>
                </a:lnTo>
                <a:lnTo>
                  <a:pt x="6714668" y="292938"/>
                </a:lnTo>
                <a:lnTo>
                  <a:pt x="6715125" y="291820"/>
                </a:lnTo>
                <a:lnTo>
                  <a:pt x="6715125" y="289191"/>
                </a:lnTo>
                <a:close/>
              </a:path>
              <a:path w="6715125" h="2057400">
                <a:moveTo>
                  <a:pt x="6715125" y="241566"/>
                </a:moveTo>
                <a:lnTo>
                  <a:pt x="6714668" y="240449"/>
                </a:lnTo>
                <a:lnTo>
                  <a:pt x="6712801" y="238582"/>
                </a:lnTo>
                <a:lnTo>
                  <a:pt x="6711683" y="238125"/>
                </a:lnTo>
                <a:lnTo>
                  <a:pt x="6709054" y="238125"/>
                </a:lnTo>
                <a:lnTo>
                  <a:pt x="6707937" y="238582"/>
                </a:lnTo>
                <a:lnTo>
                  <a:pt x="6706070" y="240449"/>
                </a:lnTo>
                <a:lnTo>
                  <a:pt x="6705600" y="241566"/>
                </a:lnTo>
                <a:lnTo>
                  <a:pt x="6705600" y="244195"/>
                </a:lnTo>
                <a:lnTo>
                  <a:pt x="6706070" y="245313"/>
                </a:lnTo>
                <a:lnTo>
                  <a:pt x="6707937" y="247180"/>
                </a:lnTo>
                <a:lnTo>
                  <a:pt x="6709054" y="247650"/>
                </a:lnTo>
                <a:lnTo>
                  <a:pt x="6711683" y="247650"/>
                </a:lnTo>
                <a:lnTo>
                  <a:pt x="6712801" y="247180"/>
                </a:lnTo>
                <a:lnTo>
                  <a:pt x="6714668" y="245313"/>
                </a:lnTo>
                <a:lnTo>
                  <a:pt x="6715125" y="244195"/>
                </a:lnTo>
                <a:lnTo>
                  <a:pt x="6715125" y="241566"/>
                </a:lnTo>
                <a:close/>
              </a:path>
              <a:path w="6715125" h="2057400">
                <a:moveTo>
                  <a:pt x="6715125" y="193941"/>
                </a:moveTo>
                <a:lnTo>
                  <a:pt x="6714668" y="192824"/>
                </a:lnTo>
                <a:lnTo>
                  <a:pt x="6712801" y="190957"/>
                </a:lnTo>
                <a:lnTo>
                  <a:pt x="6711683" y="190500"/>
                </a:lnTo>
                <a:lnTo>
                  <a:pt x="6709054" y="190500"/>
                </a:lnTo>
                <a:lnTo>
                  <a:pt x="6707937" y="190957"/>
                </a:lnTo>
                <a:lnTo>
                  <a:pt x="6706070" y="192824"/>
                </a:lnTo>
                <a:lnTo>
                  <a:pt x="6705600" y="193941"/>
                </a:lnTo>
                <a:lnTo>
                  <a:pt x="6705600" y="196570"/>
                </a:lnTo>
                <a:lnTo>
                  <a:pt x="6706070" y="197688"/>
                </a:lnTo>
                <a:lnTo>
                  <a:pt x="6707937" y="199555"/>
                </a:lnTo>
                <a:lnTo>
                  <a:pt x="6709054" y="200025"/>
                </a:lnTo>
                <a:lnTo>
                  <a:pt x="6711683" y="200025"/>
                </a:lnTo>
                <a:lnTo>
                  <a:pt x="6712801" y="199555"/>
                </a:lnTo>
                <a:lnTo>
                  <a:pt x="6714668" y="197688"/>
                </a:lnTo>
                <a:lnTo>
                  <a:pt x="6715125" y="196570"/>
                </a:lnTo>
                <a:lnTo>
                  <a:pt x="6715125" y="193941"/>
                </a:lnTo>
                <a:close/>
              </a:path>
              <a:path w="6715125" h="2057400">
                <a:moveTo>
                  <a:pt x="6715125" y="146316"/>
                </a:moveTo>
                <a:lnTo>
                  <a:pt x="6714668" y="145199"/>
                </a:lnTo>
                <a:lnTo>
                  <a:pt x="6712801" y="143332"/>
                </a:lnTo>
                <a:lnTo>
                  <a:pt x="6711683" y="142875"/>
                </a:lnTo>
                <a:lnTo>
                  <a:pt x="6709054" y="142875"/>
                </a:lnTo>
                <a:lnTo>
                  <a:pt x="6707937" y="143332"/>
                </a:lnTo>
                <a:lnTo>
                  <a:pt x="6706070" y="145199"/>
                </a:lnTo>
                <a:lnTo>
                  <a:pt x="6705600" y="146316"/>
                </a:lnTo>
                <a:lnTo>
                  <a:pt x="6705600" y="148945"/>
                </a:lnTo>
                <a:lnTo>
                  <a:pt x="6706070" y="150063"/>
                </a:lnTo>
                <a:lnTo>
                  <a:pt x="6707937" y="151930"/>
                </a:lnTo>
                <a:lnTo>
                  <a:pt x="6709054" y="152400"/>
                </a:lnTo>
                <a:lnTo>
                  <a:pt x="6711683" y="152400"/>
                </a:lnTo>
                <a:lnTo>
                  <a:pt x="6712801" y="151930"/>
                </a:lnTo>
                <a:lnTo>
                  <a:pt x="6714668" y="150063"/>
                </a:lnTo>
                <a:lnTo>
                  <a:pt x="6715125" y="148945"/>
                </a:lnTo>
                <a:lnTo>
                  <a:pt x="6715125" y="146316"/>
                </a:lnTo>
                <a:close/>
              </a:path>
              <a:path w="6715125" h="2057400">
                <a:moveTo>
                  <a:pt x="6715125" y="98691"/>
                </a:moveTo>
                <a:lnTo>
                  <a:pt x="6714668" y="97574"/>
                </a:lnTo>
                <a:lnTo>
                  <a:pt x="6712801" y="95707"/>
                </a:lnTo>
                <a:lnTo>
                  <a:pt x="6711683" y="95250"/>
                </a:lnTo>
                <a:lnTo>
                  <a:pt x="6709054" y="95250"/>
                </a:lnTo>
                <a:lnTo>
                  <a:pt x="6707937" y="95707"/>
                </a:lnTo>
                <a:lnTo>
                  <a:pt x="6706070" y="97574"/>
                </a:lnTo>
                <a:lnTo>
                  <a:pt x="6705600" y="98691"/>
                </a:lnTo>
                <a:lnTo>
                  <a:pt x="6705600" y="101320"/>
                </a:lnTo>
                <a:lnTo>
                  <a:pt x="6706070" y="102438"/>
                </a:lnTo>
                <a:lnTo>
                  <a:pt x="6707937" y="104305"/>
                </a:lnTo>
                <a:lnTo>
                  <a:pt x="6709054" y="104775"/>
                </a:lnTo>
                <a:lnTo>
                  <a:pt x="6711683" y="104775"/>
                </a:lnTo>
                <a:lnTo>
                  <a:pt x="6712801" y="104305"/>
                </a:lnTo>
                <a:lnTo>
                  <a:pt x="6714668" y="102438"/>
                </a:lnTo>
                <a:lnTo>
                  <a:pt x="6715125" y="101320"/>
                </a:lnTo>
                <a:lnTo>
                  <a:pt x="6715125" y="98691"/>
                </a:lnTo>
                <a:close/>
              </a:path>
              <a:path w="6715125" h="2057400">
                <a:moveTo>
                  <a:pt x="6715125" y="51066"/>
                </a:moveTo>
                <a:lnTo>
                  <a:pt x="6714668" y="49949"/>
                </a:lnTo>
                <a:lnTo>
                  <a:pt x="6712801" y="48082"/>
                </a:lnTo>
                <a:lnTo>
                  <a:pt x="6711683" y="47625"/>
                </a:lnTo>
                <a:lnTo>
                  <a:pt x="6709054" y="47625"/>
                </a:lnTo>
                <a:lnTo>
                  <a:pt x="6707937" y="48082"/>
                </a:lnTo>
                <a:lnTo>
                  <a:pt x="6706070" y="49949"/>
                </a:lnTo>
                <a:lnTo>
                  <a:pt x="6705600" y="51066"/>
                </a:lnTo>
                <a:lnTo>
                  <a:pt x="6705600" y="53695"/>
                </a:lnTo>
                <a:lnTo>
                  <a:pt x="6706070" y="54813"/>
                </a:lnTo>
                <a:lnTo>
                  <a:pt x="6707937" y="56680"/>
                </a:lnTo>
                <a:lnTo>
                  <a:pt x="6709054" y="57150"/>
                </a:lnTo>
                <a:lnTo>
                  <a:pt x="6711683" y="57150"/>
                </a:lnTo>
                <a:lnTo>
                  <a:pt x="6712801" y="56680"/>
                </a:lnTo>
                <a:lnTo>
                  <a:pt x="6714668" y="54813"/>
                </a:lnTo>
                <a:lnTo>
                  <a:pt x="6715125" y="53695"/>
                </a:lnTo>
                <a:lnTo>
                  <a:pt x="6715125" y="51066"/>
                </a:lnTo>
                <a:close/>
              </a:path>
              <a:path w="6715125" h="2057400">
                <a:moveTo>
                  <a:pt x="6715125" y="3441"/>
                </a:moveTo>
                <a:lnTo>
                  <a:pt x="6714668" y="2324"/>
                </a:lnTo>
                <a:lnTo>
                  <a:pt x="6712801" y="457"/>
                </a:lnTo>
                <a:lnTo>
                  <a:pt x="6711683" y="0"/>
                </a:lnTo>
                <a:lnTo>
                  <a:pt x="6709054" y="0"/>
                </a:lnTo>
                <a:lnTo>
                  <a:pt x="6707937" y="457"/>
                </a:lnTo>
                <a:lnTo>
                  <a:pt x="6706070" y="2324"/>
                </a:lnTo>
                <a:lnTo>
                  <a:pt x="6705600" y="3441"/>
                </a:lnTo>
                <a:lnTo>
                  <a:pt x="6705600" y="6070"/>
                </a:lnTo>
                <a:lnTo>
                  <a:pt x="6706070" y="7188"/>
                </a:lnTo>
                <a:lnTo>
                  <a:pt x="6707937" y="9055"/>
                </a:lnTo>
                <a:lnTo>
                  <a:pt x="6709054" y="9525"/>
                </a:lnTo>
                <a:lnTo>
                  <a:pt x="6711683" y="9525"/>
                </a:lnTo>
                <a:lnTo>
                  <a:pt x="6712801" y="9055"/>
                </a:lnTo>
                <a:lnTo>
                  <a:pt x="6714668" y="7188"/>
                </a:lnTo>
                <a:lnTo>
                  <a:pt x="6715125" y="6070"/>
                </a:lnTo>
                <a:lnTo>
                  <a:pt x="6715125" y="3441"/>
                </a:lnTo>
                <a:close/>
              </a:path>
            </a:pathLst>
          </a:custGeom>
          <a:solidFill>
            <a:srgbClr val="605d5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ro-RO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1" name="object 79"/>
          <p:cNvSpPr/>
          <p:nvPr/>
        </p:nvSpPr>
        <p:spPr>
          <a:xfrm>
            <a:off x="8161200" y="4241880"/>
            <a:ext cx="2797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1" strike="noStrike">
                <a:solidFill>
                  <a:srgbClr val="d1d0cd"/>
                </a:solidFill>
                <a:latin typeface="Arial MT"/>
              </a:rPr>
              <a:t>1000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object 80"/>
          <p:cNvSpPr/>
          <p:nvPr/>
        </p:nvSpPr>
        <p:spPr>
          <a:xfrm>
            <a:off x="373320" y="2900160"/>
            <a:ext cx="195840" cy="55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vert270">
            <a:noAutofit/>
          </a:bodyPr>
          <a:p>
            <a:pPr marL="12600">
              <a:lnSpc>
                <a:spcPts val="1426"/>
              </a:lnSpc>
            </a:pP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Country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3" name="object 81"/>
          <p:cNvGrpSpPr/>
          <p:nvPr/>
        </p:nvGrpSpPr>
        <p:grpSpPr>
          <a:xfrm>
            <a:off x="410040" y="1877760"/>
            <a:ext cx="7342920" cy="2266200"/>
            <a:chOff x="410040" y="1877760"/>
            <a:chExt cx="7342920" cy="2266200"/>
          </a:xfrm>
        </p:grpSpPr>
        <p:sp>
          <p:nvSpPr>
            <p:cNvPr id="404" name="object 82"/>
            <p:cNvSpPr/>
            <p:nvPr/>
          </p:nvSpPr>
          <p:spPr>
            <a:xfrm>
              <a:off x="1590840" y="2212560"/>
              <a:ext cx="2387160" cy="1931400"/>
            </a:xfrm>
            <a:custGeom>
              <a:avLst/>
              <a:gdLst>
                <a:gd name="textAreaLeft" fmla="*/ 0 w 2387160"/>
                <a:gd name="textAreaRight" fmla="*/ 2387520 w 2387160"/>
                <a:gd name="textAreaTop" fmla="*/ 0 h 1931400"/>
                <a:gd name="textAreaBottom" fmla="*/ 1931760 h 1931400"/>
              </a:gdLst>
              <a:ahLst/>
              <a:rect l="textAreaLeft" t="textAreaTop" r="textAreaRight" b="textAreaBottom"/>
              <a:pathLst>
                <a:path w="2387600" h="1931670">
                  <a:moveTo>
                    <a:pt x="1388059" y="1776514"/>
                  </a:moveTo>
                  <a:lnTo>
                    <a:pt x="0" y="1776514"/>
                  </a:lnTo>
                  <a:lnTo>
                    <a:pt x="0" y="1931492"/>
                  </a:lnTo>
                  <a:lnTo>
                    <a:pt x="1388059" y="1931492"/>
                  </a:lnTo>
                  <a:lnTo>
                    <a:pt x="1388059" y="1776514"/>
                  </a:lnTo>
                  <a:close/>
                </a:path>
                <a:path w="2387600" h="1931670">
                  <a:moveTo>
                    <a:pt x="1394764" y="1579118"/>
                  </a:moveTo>
                  <a:lnTo>
                    <a:pt x="0" y="1579118"/>
                  </a:lnTo>
                  <a:lnTo>
                    <a:pt x="0" y="1734108"/>
                  </a:lnTo>
                  <a:lnTo>
                    <a:pt x="1394764" y="1734108"/>
                  </a:lnTo>
                  <a:lnTo>
                    <a:pt x="1394764" y="1579118"/>
                  </a:lnTo>
                  <a:close/>
                </a:path>
                <a:path w="2387600" h="1931670">
                  <a:moveTo>
                    <a:pt x="1683105" y="1381734"/>
                  </a:moveTo>
                  <a:lnTo>
                    <a:pt x="0" y="1381734"/>
                  </a:lnTo>
                  <a:lnTo>
                    <a:pt x="0" y="1536712"/>
                  </a:lnTo>
                  <a:lnTo>
                    <a:pt x="1683105" y="1536712"/>
                  </a:lnTo>
                  <a:lnTo>
                    <a:pt x="1683105" y="1381734"/>
                  </a:lnTo>
                  <a:close/>
                </a:path>
                <a:path w="2387600" h="1931670">
                  <a:moveTo>
                    <a:pt x="1870862" y="1184338"/>
                  </a:moveTo>
                  <a:lnTo>
                    <a:pt x="0" y="1184338"/>
                  </a:lnTo>
                  <a:lnTo>
                    <a:pt x="0" y="1339329"/>
                  </a:lnTo>
                  <a:lnTo>
                    <a:pt x="1870862" y="1339329"/>
                  </a:lnTo>
                  <a:lnTo>
                    <a:pt x="1870862" y="1184338"/>
                  </a:lnTo>
                  <a:close/>
                </a:path>
                <a:path w="2387600" h="1931670">
                  <a:moveTo>
                    <a:pt x="1884273" y="986955"/>
                  </a:moveTo>
                  <a:lnTo>
                    <a:pt x="0" y="986955"/>
                  </a:lnTo>
                  <a:lnTo>
                    <a:pt x="0" y="1141933"/>
                  </a:lnTo>
                  <a:lnTo>
                    <a:pt x="1884273" y="1141933"/>
                  </a:lnTo>
                  <a:lnTo>
                    <a:pt x="1884273" y="986955"/>
                  </a:lnTo>
                  <a:close/>
                </a:path>
                <a:path w="2387600" h="1931670">
                  <a:moveTo>
                    <a:pt x="1951329" y="789559"/>
                  </a:moveTo>
                  <a:lnTo>
                    <a:pt x="0" y="789559"/>
                  </a:lnTo>
                  <a:lnTo>
                    <a:pt x="0" y="944549"/>
                  </a:lnTo>
                  <a:lnTo>
                    <a:pt x="1951329" y="944549"/>
                  </a:lnTo>
                  <a:lnTo>
                    <a:pt x="1951329" y="789559"/>
                  </a:lnTo>
                  <a:close/>
                </a:path>
                <a:path w="2387600" h="1931670">
                  <a:moveTo>
                    <a:pt x="2011680" y="592175"/>
                  </a:moveTo>
                  <a:lnTo>
                    <a:pt x="0" y="592175"/>
                  </a:lnTo>
                  <a:lnTo>
                    <a:pt x="0" y="747166"/>
                  </a:lnTo>
                  <a:lnTo>
                    <a:pt x="2011680" y="747166"/>
                  </a:lnTo>
                  <a:lnTo>
                    <a:pt x="2011680" y="592175"/>
                  </a:lnTo>
                  <a:close/>
                </a:path>
                <a:path w="2387600" h="1931670">
                  <a:moveTo>
                    <a:pt x="2058619" y="394779"/>
                  </a:moveTo>
                  <a:lnTo>
                    <a:pt x="0" y="394779"/>
                  </a:lnTo>
                  <a:lnTo>
                    <a:pt x="0" y="549770"/>
                  </a:lnTo>
                  <a:lnTo>
                    <a:pt x="2058619" y="549770"/>
                  </a:lnTo>
                  <a:lnTo>
                    <a:pt x="2058619" y="394779"/>
                  </a:lnTo>
                  <a:close/>
                </a:path>
                <a:path w="2387600" h="1931670">
                  <a:moveTo>
                    <a:pt x="2145792" y="197396"/>
                  </a:moveTo>
                  <a:lnTo>
                    <a:pt x="0" y="197396"/>
                  </a:lnTo>
                  <a:lnTo>
                    <a:pt x="0" y="352386"/>
                  </a:lnTo>
                  <a:lnTo>
                    <a:pt x="2145792" y="352386"/>
                  </a:lnTo>
                  <a:lnTo>
                    <a:pt x="2145792" y="197396"/>
                  </a:lnTo>
                  <a:close/>
                </a:path>
                <a:path w="2387600" h="1931670">
                  <a:moveTo>
                    <a:pt x="2387193" y="0"/>
                  </a:moveTo>
                  <a:lnTo>
                    <a:pt x="0" y="0"/>
                  </a:lnTo>
                  <a:lnTo>
                    <a:pt x="0" y="154990"/>
                  </a:lnTo>
                  <a:lnTo>
                    <a:pt x="2387193" y="154990"/>
                  </a:lnTo>
                  <a:lnTo>
                    <a:pt x="2387193" y="0"/>
                  </a:lnTo>
                  <a:close/>
                </a:path>
              </a:pathLst>
            </a:custGeom>
            <a:solidFill>
              <a:srgbClr val="6fb0d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5" name="object 83"/>
            <p:cNvSpPr/>
            <p:nvPr/>
          </p:nvSpPr>
          <p:spPr>
            <a:xfrm>
              <a:off x="2978640" y="2212560"/>
              <a:ext cx="4774320" cy="1931400"/>
            </a:xfrm>
            <a:custGeom>
              <a:avLst/>
              <a:gdLst>
                <a:gd name="textAreaLeft" fmla="*/ 0 w 4774320"/>
                <a:gd name="textAreaRight" fmla="*/ 4774680 w 4774320"/>
                <a:gd name="textAreaTop" fmla="*/ 0 h 1931400"/>
                <a:gd name="textAreaBottom" fmla="*/ 1931760 h 1931400"/>
              </a:gdLst>
              <a:ahLst/>
              <a:rect l="textAreaLeft" t="textAreaTop" r="textAreaRight" b="textAreaBottom"/>
              <a:pathLst>
                <a:path w="4774565" h="1931670">
                  <a:moveTo>
                    <a:pt x="2937052" y="592175"/>
                  </a:moveTo>
                  <a:lnTo>
                    <a:pt x="623620" y="592175"/>
                  </a:lnTo>
                  <a:lnTo>
                    <a:pt x="623620" y="747166"/>
                  </a:lnTo>
                  <a:lnTo>
                    <a:pt x="2937052" y="747166"/>
                  </a:lnTo>
                  <a:lnTo>
                    <a:pt x="2937052" y="592175"/>
                  </a:lnTo>
                  <a:close/>
                </a:path>
                <a:path w="4774565" h="1931670">
                  <a:moveTo>
                    <a:pt x="3178454" y="1776514"/>
                  </a:moveTo>
                  <a:lnTo>
                    <a:pt x="0" y="1776514"/>
                  </a:lnTo>
                  <a:lnTo>
                    <a:pt x="0" y="1931492"/>
                  </a:lnTo>
                  <a:lnTo>
                    <a:pt x="3178454" y="1931492"/>
                  </a:lnTo>
                  <a:lnTo>
                    <a:pt x="3178454" y="1776514"/>
                  </a:lnTo>
                  <a:close/>
                </a:path>
                <a:path w="4774565" h="1931670">
                  <a:moveTo>
                    <a:pt x="3419856" y="789559"/>
                  </a:moveTo>
                  <a:lnTo>
                    <a:pt x="563270" y="789559"/>
                  </a:lnTo>
                  <a:lnTo>
                    <a:pt x="563270" y="944549"/>
                  </a:lnTo>
                  <a:lnTo>
                    <a:pt x="3419856" y="944549"/>
                  </a:lnTo>
                  <a:lnTo>
                    <a:pt x="3419856" y="789559"/>
                  </a:lnTo>
                  <a:close/>
                </a:path>
                <a:path w="4774565" h="1931670">
                  <a:moveTo>
                    <a:pt x="3520440" y="197396"/>
                  </a:moveTo>
                  <a:lnTo>
                    <a:pt x="757732" y="197396"/>
                  </a:lnTo>
                  <a:lnTo>
                    <a:pt x="757732" y="352386"/>
                  </a:lnTo>
                  <a:lnTo>
                    <a:pt x="3520440" y="352386"/>
                  </a:lnTo>
                  <a:lnTo>
                    <a:pt x="3520440" y="197396"/>
                  </a:lnTo>
                  <a:close/>
                </a:path>
                <a:path w="4774565" h="1931670">
                  <a:moveTo>
                    <a:pt x="3949598" y="1184338"/>
                  </a:moveTo>
                  <a:lnTo>
                    <a:pt x="482803" y="1184338"/>
                  </a:lnTo>
                  <a:lnTo>
                    <a:pt x="482803" y="1339329"/>
                  </a:lnTo>
                  <a:lnTo>
                    <a:pt x="3949598" y="1339329"/>
                  </a:lnTo>
                  <a:lnTo>
                    <a:pt x="3949598" y="1184338"/>
                  </a:lnTo>
                  <a:close/>
                </a:path>
                <a:path w="4774565" h="1931670">
                  <a:moveTo>
                    <a:pt x="4083710" y="1579118"/>
                  </a:moveTo>
                  <a:lnTo>
                    <a:pt x="6705" y="1579118"/>
                  </a:lnTo>
                  <a:lnTo>
                    <a:pt x="6705" y="1734108"/>
                  </a:lnTo>
                  <a:lnTo>
                    <a:pt x="4083710" y="1734108"/>
                  </a:lnTo>
                  <a:lnTo>
                    <a:pt x="4083710" y="1579118"/>
                  </a:lnTo>
                  <a:close/>
                </a:path>
                <a:path w="4774565" h="1931670">
                  <a:moveTo>
                    <a:pt x="4231233" y="394779"/>
                  </a:moveTo>
                  <a:lnTo>
                    <a:pt x="670560" y="394779"/>
                  </a:lnTo>
                  <a:lnTo>
                    <a:pt x="670560" y="549770"/>
                  </a:lnTo>
                  <a:lnTo>
                    <a:pt x="4231233" y="549770"/>
                  </a:lnTo>
                  <a:lnTo>
                    <a:pt x="4231233" y="394779"/>
                  </a:lnTo>
                  <a:close/>
                </a:path>
                <a:path w="4774565" h="1931670">
                  <a:moveTo>
                    <a:pt x="4392168" y="1381734"/>
                  </a:moveTo>
                  <a:lnTo>
                    <a:pt x="295046" y="1381734"/>
                  </a:lnTo>
                  <a:lnTo>
                    <a:pt x="295046" y="1536712"/>
                  </a:lnTo>
                  <a:lnTo>
                    <a:pt x="4392168" y="1536712"/>
                  </a:lnTo>
                  <a:lnTo>
                    <a:pt x="4392168" y="1381734"/>
                  </a:lnTo>
                  <a:close/>
                </a:path>
                <a:path w="4774565" h="1931670">
                  <a:moveTo>
                    <a:pt x="4465929" y="0"/>
                  </a:moveTo>
                  <a:lnTo>
                    <a:pt x="999134" y="0"/>
                  </a:lnTo>
                  <a:lnTo>
                    <a:pt x="999134" y="154990"/>
                  </a:lnTo>
                  <a:lnTo>
                    <a:pt x="4465929" y="154990"/>
                  </a:lnTo>
                  <a:lnTo>
                    <a:pt x="4465929" y="0"/>
                  </a:lnTo>
                  <a:close/>
                </a:path>
                <a:path w="4774565" h="1931670">
                  <a:moveTo>
                    <a:pt x="4774387" y="986955"/>
                  </a:moveTo>
                  <a:lnTo>
                    <a:pt x="496214" y="986955"/>
                  </a:lnTo>
                  <a:lnTo>
                    <a:pt x="496214" y="1141933"/>
                  </a:lnTo>
                  <a:lnTo>
                    <a:pt x="4774387" y="1141933"/>
                  </a:lnTo>
                  <a:lnTo>
                    <a:pt x="4774387" y="986955"/>
                  </a:lnTo>
                  <a:close/>
                </a:path>
              </a:pathLst>
            </a:custGeom>
            <a:solidFill>
              <a:srgbClr val="fbb61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06" name="object 84" descr=""/>
            <p:cNvPicPr/>
            <p:nvPr/>
          </p:nvPicPr>
          <p:blipFill>
            <a:blip r:embed="rId17"/>
            <a:stretch/>
          </p:blipFill>
          <p:spPr>
            <a:xfrm>
              <a:off x="410040" y="187776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07" name="object 85" descr=""/>
            <p:cNvPicPr/>
            <p:nvPr/>
          </p:nvPicPr>
          <p:blipFill>
            <a:blip r:embed="rId18"/>
            <a:stretch/>
          </p:blipFill>
          <p:spPr>
            <a:xfrm>
              <a:off x="1657800" y="1877760"/>
              <a:ext cx="93960" cy="93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08" name="object 86"/>
          <p:cNvSpPr/>
          <p:nvPr/>
        </p:nvSpPr>
        <p:spPr>
          <a:xfrm>
            <a:off x="387360" y="1495440"/>
            <a:ext cx="7753680" cy="1464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Ratio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of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users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to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cinema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tickets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sold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country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137160">
              <a:lnSpc>
                <a:spcPct val="100000"/>
              </a:lnSpc>
              <a:spcBef>
                <a:spcPts val="896"/>
              </a:spcBef>
              <a:tabLst>
                <a:tab algn="l" pos="1383120"/>
              </a:tabLst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No.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of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Netflix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21" strike="noStrike">
                <a:solidFill>
                  <a:srgbClr val="d1d0cd"/>
                </a:solidFill>
                <a:latin typeface="Arial MT"/>
              </a:rPr>
              <a:t>users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No.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of Cinema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tickets </a:t>
            </a:r>
            <a:r>
              <a:rPr b="0" lang="ro-RO" sz="1000" spc="-21" strike="noStrike">
                <a:solidFill>
                  <a:srgbClr val="d1d0cd"/>
                </a:solidFill>
                <a:latin typeface="Arial MT"/>
              </a:rPr>
              <a:t>sold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  <a:p>
            <a:pPr marL="137160">
              <a:lnSpc>
                <a:spcPct val="100000"/>
              </a:lnSpc>
              <a:spcBef>
                <a:spcPts val="156"/>
              </a:spcBef>
              <a:tabLst>
                <a:tab algn="l" pos="1383120"/>
              </a:tabLst>
            </a:pP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  <a:p>
            <a:pPr marL="431280" indent="438120" algn="r">
              <a:lnSpc>
                <a:spcPct val="143000"/>
              </a:lnSpc>
              <a:tabLst>
                <a:tab algn="l" pos="0"/>
              </a:tabLst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India 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States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672480" indent="88200" algn="r">
              <a:lnSpc>
                <a:spcPct val="143000"/>
              </a:lnSpc>
              <a:tabLst>
                <a:tab algn="l" pos="0"/>
              </a:tabLst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France Australia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482040" indent="349200" algn="r">
              <a:lnSpc>
                <a:spcPct val="143000"/>
              </a:lnSpc>
              <a:tabLst>
                <a:tab algn="l" pos="0"/>
              </a:tabLst>
            </a:pP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Brazil Canada Japan Germany 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South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Korea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482040" algn="r">
              <a:lnSpc>
                <a:spcPct val="100000"/>
              </a:lnSpc>
              <a:spcBef>
                <a:spcPts val="476"/>
              </a:spcBef>
              <a:tabLst>
                <a:tab algn="l" pos="0"/>
              </a:tabLst>
            </a:pP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United </a:t>
            </a:r>
            <a:r>
              <a:rPr b="0" lang="ro-RO" sz="900" spc="-12" strike="noStrike">
                <a:solidFill>
                  <a:srgbClr val="d1d0cd"/>
                </a:solidFill>
                <a:latin typeface="Arial MT"/>
              </a:rPr>
              <a:t>Kingdom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1176120">
              <a:lnSpc>
                <a:spcPts val="1066"/>
              </a:lnSpc>
              <a:spcBef>
                <a:spcPts val="1001"/>
              </a:spcBef>
              <a:tabLst>
                <a:tab algn="l" pos="2453760"/>
                <a:tab algn="l" pos="3794760"/>
                <a:tab algn="l" pos="5135760"/>
                <a:tab algn="l" pos="6477120"/>
              </a:tabLst>
            </a:pPr>
            <a:r>
              <a:rPr b="0" lang="ro-RO" sz="900" spc="-52" strike="noStrike">
                <a:solidFill>
                  <a:srgbClr val="d1d0cd"/>
                </a:solidFill>
                <a:latin typeface="Arial MT"/>
              </a:rPr>
              <a:t>0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200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400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600</a:t>
            </a:r>
            <a:r>
              <a:rPr b="0" lang="ro-RO" sz="9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800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  <a:p>
            <a:pPr marL="2857680">
              <a:lnSpc>
                <a:spcPts val="1426"/>
              </a:lnSpc>
              <a:tabLst>
                <a:tab algn="l" pos="2453760"/>
                <a:tab algn="l" pos="3794760"/>
                <a:tab algn="l" pos="5135760"/>
                <a:tab algn="l" pos="6477120"/>
              </a:tabLst>
            </a:pP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No. of Netflix users and No. of Cinema tickets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sold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485"/>
              </a:spcBef>
              <a:tabLst>
                <a:tab algn="l" pos="5422320"/>
              </a:tabLst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Book</a:t>
            </a:r>
            <a:r>
              <a:rPr b="0" lang="ro-RO" sz="1400" spc="-4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readership</a:t>
            </a:r>
            <a:r>
              <a:rPr b="0" lang="ro-RO" sz="1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by</a:t>
            </a:r>
            <a:r>
              <a:rPr b="0" lang="ro-RO" sz="1400" spc="-4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Country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	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Reading</a:t>
            </a:r>
            <a:r>
              <a:rPr b="0" lang="ro-RO" sz="1400" spc="-32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%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among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1400" spc="-26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2" strike="noStrike">
                <a:solidFill>
                  <a:srgbClr val="ffffff"/>
                </a:solidFill>
                <a:latin typeface="Segoe UI Light"/>
              </a:rPr>
              <a:t>users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9" name="object 87"/>
          <p:cNvSpPr/>
          <p:nvPr/>
        </p:nvSpPr>
        <p:spPr>
          <a:xfrm>
            <a:off x="11988720" y="1035000"/>
            <a:ext cx="13932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248" strike="noStrike">
                <a:solidFill>
                  <a:srgbClr val="d1d0cd"/>
                </a:solidFill>
                <a:latin typeface="Arial MT"/>
              </a:rPr>
              <a:t>V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object 88"/>
          <p:cNvSpPr/>
          <p:nvPr/>
        </p:nvSpPr>
        <p:spPr>
          <a:xfrm>
            <a:off x="8782200" y="941760"/>
            <a:ext cx="1126080" cy="97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77400" bIns="0" anchor="t">
            <a:spAutoFit/>
          </a:bodyPr>
          <a:p>
            <a:pPr marL="38160">
              <a:lnSpc>
                <a:spcPct val="100000"/>
              </a:lnSpc>
              <a:spcBef>
                <a:spcPts val="609"/>
              </a:spcBef>
            </a:pP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Country,</a:t>
            </a:r>
            <a:r>
              <a:rPr b="0" lang="ro-RO" sz="1200" spc="-46" strike="noStrike">
                <a:solidFill>
                  <a:srgbClr val="ffffff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Year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510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Australia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Brazil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object 89"/>
          <p:cNvSpPr/>
          <p:nvPr/>
        </p:nvSpPr>
        <p:spPr>
          <a:xfrm>
            <a:off x="8782200" y="1713240"/>
            <a:ext cx="1617480" cy="29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06200" bIns="0" anchor="t">
            <a:spAutoFit/>
          </a:bodyPr>
          <a:p>
            <a:pPr marL="38160">
              <a:lnSpc>
                <a:spcPct val="100000"/>
              </a:lnSpc>
              <a:spcBef>
                <a:spcPts val="836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Canada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France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Germany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India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21" strike="noStrike">
                <a:solidFill>
                  <a:srgbClr val="ffffff"/>
                </a:solidFill>
                <a:latin typeface="Arial MT"/>
              </a:rPr>
              <a:t>Japan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South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Korea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United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Kingdom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  <a:p>
            <a:pPr marL="38160">
              <a:lnSpc>
                <a:spcPct val="100000"/>
              </a:lnSpc>
              <a:spcBef>
                <a:spcPts val="734"/>
              </a:spcBef>
            </a:pPr>
            <a:r>
              <a:rPr b="0" lang="ro-RO" sz="1800" spc="599" strike="noStrike" baseline="-6000">
                <a:solidFill>
                  <a:srgbClr val="787774"/>
                </a:solidFill>
                <a:latin typeface="Arial MT"/>
              </a:rPr>
              <a:t>V</a:t>
            </a:r>
            <a:r>
              <a:rPr b="0" lang="ro-RO" sz="1800" spc="395" strike="noStrike" baseline="-6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800" spc="-1" strike="noStrike" baseline="-11000">
                <a:solidFill>
                  <a:srgbClr val="787774"/>
                </a:solidFill>
                <a:latin typeface="Arial MT"/>
              </a:rPr>
              <a:t></a:t>
            </a:r>
            <a:r>
              <a:rPr b="0" lang="ro-RO" sz="1800" spc="395" strike="noStrike" baseline="-11000">
                <a:solidFill>
                  <a:srgbClr val="787774"/>
                </a:solidFill>
                <a:latin typeface="Arial MT"/>
              </a:rPr>
              <a:t> </a:t>
            </a:r>
            <a:r>
              <a:rPr b="0" lang="ro-RO" sz="1200" spc="-1" strike="noStrike">
                <a:solidFill>
                  <a:srgbClr val="ffffff"/>
                </a:solidFill>
                <a:latin typeface="Arial MT"/>
              </a:rPr>
              <a:t>United </a:t>
            </a:r>
            <a:r>
              <a:rPr b="0" lang="ro-RO" sz="1200" spc="-12" strike="noStrike">
                <a:solidFill>
                  <a:srgbClr val="ffffff"/>
                </a:solidFill>
                <a:latin typeface="Arial MT"/>
              </a:rPr>
              <a:t>States</a:t>
            </a:r>
            <a:endParaRPr b="0" lang="ro-RO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object 2"/>
          <p:cNvSpPr/>
          <p:nvPr/>
        </p:nvSpPr>
        <p:spPr>
          <a:xfrm>
            <a:off x="5881680" y="314640"/>
            <a:ext cx="885600" cy="14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9000" bIns="0" anchor="t">
            <a:spAutoFit/>
          </a:bodyPr>
          <a:p>
            <a:pPr>
              <a:lnSpc>
                <a:spcPct val="100000"/>
              </a:lnSpc>
              <a:spcBef>
                <a:spcPts val="71"/>
              </a:spcBef>
            </a:pP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Power</a:t>
            </a:r>
            <a:r>
              <a:rPr b="0" lang="ro-RO" sz="900" spc="-32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" strike="noStrike">
                <a:solidFill>
                  <a:srgbClr val="ffffff"/>
                </a:solidFill>
                <a:latin typeface="Segoe UI"/>
              </a:rPr>
              <a:t>BI</a:t>
            </a:r>
            <a:r>
              <a:rPr b="0" lang="ro-RO" sz="900" spc="-26" strike="noStrike">
                <a:solidFill>
                  <a:srgbClr val="ffffff"/>
                </a:solidFill>
                <a:latin typeface="Segoe UI"/>
              </a:rPr>
              <a:t> </a:t>
            </a:r>
            <a:r>
              <a:rPr b="0" lang="ro-RO" sz="900" spc="-12" strike="noStrike">
                <a:solidFill>
                  <a:srgbClr val="ffffff"/>
                </a:solidFill>
                <a:latin typeface="Segoe UI"/>
              </a:rPr>
              <a:t>Desktop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3" name="object 3"/>
          <p:cNvGrpSpPr/>
          <p:nvPr/>
        </p:nvGrpSpPr>
        <p:grpSpPr>
          <a:xfrm>
            <a:off x="228600" y="228600"/>
            <a:ext cx="12191760" cy="6857640"/>
            <a:chOff x="228600" y="228600"/>
            <a:chExt cx="12191760" cy="6857640"/>
          </a:xfrm>
        </p:grpSpPr>
        <p:sp>
          <p:nvSpPr>
            <p:cNvPr id="414" name="object 4"/>
            <p:cNvSpPr/>
            <p:nvPr/>
          </p:nvSpPr>
          <p:spPr>
            <a:xfrm>
              <a:off x="228600" y="228600"/>
              <a:ext cx="12191760" cy="6857640"/>
            </a:xfrm>
            <a:custGeom>
              <a:avLst/>
              <a:gdLst>
                <a:gd name="textAreaLeft" fmla="*/ 0 w 12191760"/>
                <a:gd name="textAreaRight" fmla="*/ 12192120 w 12191760"/>
                <a:gd name="textAreaTop" fmla="*/ 0 h 6857640"/>
                <a:gd name="textAreaBottom" fmla="*/ 6858000 h 6857640"/>
              </a:gdLst>
              <a:ahLst/>
              <a:rect l="textAreaLeft" t="textAreaTop" r="textAreaRight" b="textAreaBottom"/>
              <a:pathLst>
                <a:path w="12192000" h="6858000">
                  <a:moveTo>
                    <a:pt x="121919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6857999"/>
                  </a:lnTo>
                  <a:close/>
                </a:path>
              </a:pathLst>
            </a:custGeom>
            <a:solidFill>
              <a:srgbClr val="3a3a3a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15" name="object 5"/>
            <p:cNvSpPr/>
            <p:nvPr/>
          </p:nvSpPr>
          <p:spPr>
            <a:xfrm>
              <a:off x="290520" y="290520"/>
              <a:ext cx="256680" cy="25668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256680"/>
                <a:gd name="textAreaBottom" fmla="*/ 257040 h 256680"/>
              </a:gdLst>
              <a:ahLst/>
              <a:rect l="textAreaLeft" t="textAreaTop" r="textAreaRight" b="textAreaBottom"/>
              <a:pathLst>
                <a:path w="257175" h="257175">
                  <a:moveTo>
                    <a:pt x="257174" y="128587"/>
                  </a:moveTo>
                  <a:lnTo>
                    <a:pt x="257174" y="137030"/>
                  </a:lnTo>
                  <a:lnTo>
                    <a:pt x="256351" y="145392"/>
                  </a:lnTo>
                  <a:lnTo>
                    <a:pt x="254704" y="153673"/>
                  </a:lnTo>
                  <a:lnTo>
                    <a:pt x="253057" y="161954"/>
                  </a:lnTo>
                  <a:lnTo>
                    <a:pt x="250617" y="169995"/>
                  </a:lnTo>
                  <a:lnTo>
                    <a:pt x="247386" y="177795"/>
                  </a:lnTo>
                  <a:lnTo>
                    <a:pt x="244155" y="185596"/>
                  </a:lnTo>
                  <a:lnTo>
                    <a:pt x="219512" y="219512"/>
                  </a:lnTo>
                  <a:lnTo>
                    <a:pt x="185596" y="244155"/>
                  </a:lnTo>
                  <a:lnTo>
                    <a:pt x="177795" y="247386"/>
                  </a:lnTo>
                  <a:lnTo>
                    <a:pt x="169995" y="250617"/>
                  </a:lnTo>
                  <a:lnTo>
                    <a:pt x="161954" y="253056"/>
                  </a:lnTo>
                  <a:lnTo>
                    <a:pt x="153673" y="254704"/>
                  </a:lnTo>
                  <a:lnTo>
                    <a:pt x="145392" y="256351"/>
                  </a:lnTo>
                  <a:lnTo>
                    <a:pt x="137030" y="257174"/>
                  </a:lnTo>
                  <a:lnTo>
                    <a:pt x="128587" y="257174"/>
                  </a:lnTo>
                  <a:lnTo>
                    <a:pt x="120144" y="257174"/>
                  </a:lnTo>
                  <a:lnTo>
                    <a:pt x="79379" y="247386"/>
                  </a:lnTo>
                  <a:lnTo>
                    <a:pt x="71578" y="244155"/>
                  </a:lnTo>
                  <a:lnTo>
                    <a:pt x="37662" y="219512"/>
                  </a:lnTo>
                  <a:lnTo>
                    <a:pt x="21670" y="200026"/>
                  </a:lnTo>
                  <a:lnTo>
                    <a:pt x="16980" y="193006"/>
                  </a:lnTo>
                  <a:lnTo>
                    <a:pt x="13019" y="185596"/>
                  </a:lnTo>
                  <a:lnTo>
                    <a:pt x="9788" y="177795"/>
                  </a:lnTo>
                  <a:lnTo>
                    <a:pt x="6557" y="169995"/>
                  </a:lnTo>
                  <a:lnTo>
                    <a:pt x="4117" y="161954"/>
                  </a:lnTo>
                  <a:lnTo>
                    <a:pt x="2470" y="153673"/>
                  </a:lnTo>
                  <a:lnTo>
                    <a:pt x="823" y="145392"/>
                  </a:lnTo>
                  <a:lnTo>
                    <a:pt x="0" y="137030"/>
                  </a:lnTo>
                  <a:lnTo>
                    <a:pt x="0" y="128587"/>
                  </a:lnTo>
                  <a:lnTo>
                    <a:pt x="0" y="120144"/>
                  </a:lnTo>
                  <a:lnTo>
                    <a:pt x="823" y="111782"/>
                  </a:lnTo>
                  <a:lnTo>
                    <a:pt x="2470" y="103501"/>
                  </a:lnTo>
                  <a:lnTo>
                    <a:pt x="4117" y="95220"/>
                  </a:lnTo>
                  <a:lnTo>
                    <a:pt x="6557" y="87179"/>
                  </a:lnTo>
                  <a:lnTo>
                    <a:pt x="9788" y="79379"/>
                  </a:lnTo>
                  <a:lnTo>
                    <a:pt x="13019" y="71578"/>
                  </a:lnTo>
                  <a:lnTo>
                    <a:pt x="37662" y="37662"/>
                  </a:lnTo>
                  <a:lnTo>
                    <a:pt x="43632" y="31692"/>
                  </a:lnTo>
                  <a:lnTo>
                    <a:pt x="79379" y="9788"/>
                  </a:lnTo>
                  <a:lnTo>
                    <a:pt x="87179" y="6557"/>
                  </a:lnTo>
                  <a:lnTo>
                    <a:pt x="95220" y="4117"/>
                  </a:lnTo>
                  <a:lnTo>
                    <a:pt x="103501" y="2470"/>
                  </a:lnTo>
                  <a:lnTo>
                    <a:pt x="111782" y="823"/>
                  </a:lnTo>
                  <a:lnTo>
                    <a:pt x="120144" y="0"/>
                  </a:lnTo>
                  <a:lnTo>
                    <a:pt x="128587" y="0"/>
                  </a:lnTo>
                  <a:lnTo>
                    <a:pt x="137030" y="0"/>
                  </a:lnTo>
                  <a:lnTo>
                    <a:pt x="145392" y="823"/>
                  </a:lnTo>
                  <a:lnTo>
                    <a:pt x="153673" y="2470"/>
                  </a:lnTo>
                  <a:lnTo>
                    <a:pt x="161954" y="4117"/>
                  </a:lnTo>
                  <a:lnTo>
                    <a:pt x="169995" y="6557"/>
                  </a:lnTo>
                  <a:lnTo>
                    <a:pt x="177795" y="9788"/>
                  </a:lnTo>
                  <a:lnTo>
                    <a:pt x="185596" y="13019"/>
                  </a:lnTo>
                  <a:lnTo>
                    <a:pt x="219512" y="37662"/>
                  </a:lnTo>
                  <a:lnTo>
                    <a:pt x="244155" y="71578"/>
                  </a:lnTo>
                  <a:lnTo>
                    <a:pt x="247386" y="79379"/>
                  </a:lnTo>
                  <a:lnTo>
                    <a:pt x="250617" y="87179"/>
                  </a:lnTo>
                  <a:lnTo>
                    <a:pt x="253056" y="95220"/>
                  </a:lnTo>
                  <a:lnTo>
                    <a:pt x="254704" y="103501"/>
                  </a:lnTo>
                  <a:lnTo>
                    <a:pt x="256351" y="111782"/>
                  </a:lnTo>
                  <a:lnTo>
                    <a:pt x="257174" y="120144"/>
                  </a:lnTo>
                  <a:lnTo>
                    <a:pt x="257174" y="128587"/>
                  </a:lnTo>
                  <a:close/>
                </a:path>
                <a:path w="257175" h="257175">
                  <a:moveTo>
                    <a:pt x="214312" y="128587"/>
                  </a:moveTo>
                  <a:lnTo>
                    <a:pt x="52387" y="128587"/>
                  </a:lnTo>
                </a:path>
                <a:path w="257175" h="257175">
                  <a:moveTo>
                    <a:pt x="128587" y="52387"/>
                  </a:moveTo>
                  <a:lnTo>
                    <a:pt x="52387" y="128587"/>
                  </a:lnTo>
                  <a:lnTo>
                    <a:pt x="128587" y="204787"/>
                  </a:lnTo>
                </a:path>
              </a:pathLst>
            </a:custGeom>
            <a:noFill/>
            <a:ln w="28574">
              <a:solidFill>
                <a:srgbClr val="d1d0c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16" name="object 6"/>
            <p:cNvSpPr/>
            <p:nvPr/>
          </p:nvSpPr>
          <p:spPr>
            <a:xfrm>
              <a:off x="2843280" y="4193280"/>
              <a:ext cx="6486120" cy="9000"/>
            </a:xfrm>
            <a:custGeom>
              <a:avLst/>
              <a:gdLst>
                <a:gd name="textAreaLeft" fmla="*/ 0 w 6486120"/>
                <a:gd name="textAreaRight" fmla="*/ 6486480 w 6486120"/>
                <a:gd name="textAreaTop" fmla="*/ 0 h 9000"/>
                <a:gd name="textAreaBottom" fmla="*/ 9360 h 9000"/>
              </a:gdLst>
              <a:ahLst/>
              <a:rect l="textAreaLeft" t="textAreaTop" r="textAreaRight" b="textAreaBottom"/>
              <a:pathLst>
                <a:path w="6486525" h="9525">
                  <a:moveTo>
                    <a:pt x="6077" y="9524"/>
                  </a:moveTo>
                  <a:lnTo>
                    <a:pt x="3447" y="9524"/>
                  </a:lnTo>
                  <a:lnTo>
                    <a:pt x="2324" y="9060"/>
                  </a:lnTo>
                  <a:lnTo>
                    <a:pt x="464" y="7200"/>
                  </a:lnTo>
                  <a:lnTo>
                    <a:pt x="0" y="6077"/>
                  </a:lnTo>
                  <a:lnTo>
                    <a:pt x="0" y="3447"/>
                  </a:lnTo>
                  <a:lnTo>
                    <a:pt x="464" y="2324"/>
                  </a:lnTo>
                  <a:lnTo>
                    <a:pt x="2324" y="464"/>
                  </a:lnTo>
                  <a:lnTo>
                    <a:pt x="3447" y="0"/>
                  </a:lnTo>
                  <a:lnTo>
                    <a:pt x="6077" y="0"/>
                  </a:lnTo>
                  <a:lnTo>
                    <a:pt x="7200" y="464"/>
                  </a:lnTo>
                  <a:lnTo>
                    <a:pt x="9060" y="2324"/>
                  </a:lnTo>
                  <a:lnTo>
                    <a:pt x="9524" y="3447"/>
                  </a:lnTo>
                  <a:lnTo>
                    <a:pt x="9524" y="6077"/>
                  </a:lnTo>
                  <a:lnTo>
                    <a:pt x="9060" y="7200"/>
                  </a:lnTo>
                  <a:lnTo>
                    <a:pt x="7200" y="9060"/>
                  </a:lnTo>
                  <a:lnTo>
                    <a:pt x="6077" y="9524"/>
                  </a:lnTo>
                  <a:close/>
                </a:path>
                <a:path w="6486525" h="9525">
                  <a:moveTo>
                    <a:pt x="53702" y="9524"/>
                  </a:moveTo>
                  <a:lnTo>
                    <a:pt x="51072" y="9524"/>
                  </a:lnTo>
                  <a:lnTo>
                    <a:pt x="49949" y="9060"/>
                  </a:lnTo>
                  <a:lnTo>
                    <a:pt x="48089" y="7200"/>
                  </a:lnTo>
                  <a:lnTo>
                    <a:pt x="47624" y="6077"/>
                  </a:lnTo>
                  <a:lnTo>
                    <a:pt x="47624" y="3447"/>
                  </a:lnTo>
                  <a:lnTo>
                    <a:pt x="48089" y="2324"/>
                  </a:lnTo>
                  <a:lnTo>
                    <a:pt x="49949" y="464"/>
                  </a:lnTo>
                  <a:lnTo>
                    <a:pt x="51072" y="0"/>
                  </a:lnTo>
                  <a:lnTo>
                    <a:pt x="53702" y="0"/>
                  </a:lnTo>
                  <a:lnTo>
                    <a:pt x="54825" y="464"/>
                  </a:lnTo>
                  <a:lnTo>
                    <a:pt x="56685" y="2324"/>
                  </a:lnTo>
                  <a:lnTo>
                    <a:pt x="57149" y="3447"/>
                  </a:lnTo>
                  <a:lnTo>
                    <a:pt x="57149" y="6077"/>
                  </a:lnTo>
                  <a:lnTo>
                    <a:pt x="56685" y="7200"/>
                  </a:lnTo>
                  <a:lnTo>
                    <a:pt x="54825" y="9060"/>
                  </a:lnTo>
                  <a:lnTo>
                    <a:pt x="53702" y="9524"/>
                  </a:lnTo>
                  <a:close/>
                </a:path>
                <a:path w="6486525" h="9525">
                  <a:moveTo>
                    <a:pt x="101327" y="9524"/>
                  </a:moveTo>
                  <a:lnTo>
                    <a:pt x="98697" y="9524"/>
                  </a:lnTo>
                  <a:lnTo>
                    <a:pt x="97574" y="9060"/>
                  </a:lnTo>
                  <a:lnTo>
                    <a:pt x="95714" y="7200"/>
                  </a:lnTo>
                  <a:lnTo>
                    <a:pt x="95249" y="6077"/>
                  </a:lnTo>
                  <a:lnTo>
                    <a:pt x="95249" y="3447"/>
                  </a:lnTo>
                  <a:lnTo>
                    <a:pt x="95714" y="2324"/>
                  </a:lnTo>
                  <a:lnTo>
                    <a:pt x="97574" y="464"/>
                  </a:lnTo>
                  <a:lnTo>
                    <a:pt x="98697" y="0"/>
                  </a:lnTo>
                  <a:lnTo>
                    <a:pt x="101327" y="0"/>
                  </a:lnTo>
                  <a:lnTo>
                    <a:pt x="102450" y="464"/>
                  </a:lnTo>
                  <a:lnTo>
                    <a:pt x="104310" y="2324"/>
                  </a:lnTo>
                  <a:lnTo>
                    <a:pt x="104774" y="3447"/>
                  </a:lnTo>
                  <a:lnTo>
                    <a:pt x="104774" y="6077"/>
                  </a:lnTo>
                  <a:lnTo>
                    <a:pt x="104310" y="7200"/>
                  </a:lnTo>
                  <a:lnTo>
                    <a:pt x="102450" y="9060"/>
                  </a:lnTo>
                  <a:lnTo>
                    <a:pt x="101327" y="9524"/>
                  </a:lnTo>
                  <a:close/>
                </a:path>
                <a:path w="6486525" h="9525">
                  <a:moveTo>
                    <a:pt x="148952" y="9524"/>
                  </a:moveTo>
                  <a:lnTo>
                    <a:pt x="146322" y="9524"/>
                  </a:lnTo>
                  <a:lnTo>
                    <a:pt x="145199" y="9060"/>
                  </a:lnTo>
                  <a:lnTo>
                    <a:pt x="143339" y="7200"/>
                  </a:lnTo>
                  <a:lnTo>
                    <a:pt x="142874" y="6077"/>
                  </a:lnTo>
                  <a:lnTo>
                    <a:pt x="142874" y="3447"/>
                  </a:lnTo>
                  <a:lnTo>
                    <a:pt x="143339" y="2324"/>
                  </a:lnTo>
                  <a:lnTo>
                    <a:pt x="145199" y="464"/>
                  </a:lnTo>
                  <a:lnTo>
                    <a:pt x="146322" y="0"/>
                  </a:lnTo>
                  <a:lnTo>
                    <a:pt x="148952" y="0"/>
                  </a:lnTo>
                  <a:lnTo>
                    <a:pt x="150075" y="464"/>
                  </a:lnTo>
                  <a:lnTo>
                    <a:pt x="151935" y="2324"/>
                  </a:lnTo>
                  <a:lnTo>
                    <a:pt x="152399" y="3447"/>
                  </a:lnTo>
                  <a:lnTo>
                    <a:pt x="152399" y="6077"/>
                  </a:lnTo>
                  <a:lnTo>
                    <a:pt x="151935" y="7200"/>
                  </a:lnTo>
                  <a:lnTo>
                    <a:pt x="150075" y="9060"/>
                  </a:lnTo>
                  <a:lnTo>
                    <a:pt x="148952" y="9524"/>
                  </a:lnTo>
                  <a:close/>
                </a:path>
                <a:path w="6486525" h="9525">
                  <a:moveTo>
                    <a:pt x="196577" y="9524"/>
                  </a:moveTo>
                  <a:lnTo>
                    <a:pt x="193947" y="9524"/>
                  </a:lnTo>
                  <a:lnTo>
                    <a:pt x="192824" y="9060"/>
                  </a:lnTo>
                  <a:lnTo>
                    <a:pt x="190964" y="7200"/>
                  </a:lnTo>
                  <a:lnTo>
                    <a:pt x="190499" y="6077"/>
                  </a:lnTo>
                  <a:lnTo>
                    <a:pt x="190499" y="3447"/>
                  </a:lnTo>
                  <a:lnTo>
                    <a:pt x="190964" y="2324"/>
                  </a:lnTo>
                  <a:lnTo>
                    <a:pt x="192824" y="464"/>
                  </a:lnTo>
                  <a:lnTo>
                    <a:pt x="193947" y="0"/>
                  </a:lnTo>
                  <a:lnTo>
                    <a:pt x="196577" y="0"/>
                  </a:lnTo>
                  <a:lnTo>
                    <a:pt x="197700" y="464"/>
                  </a:lnTo>
                  <a:lnTo>
                    <a:pt x="199560" y="2324"/>
                  </a:lnTo>
                  <a:lnTo>
                    <a:pt x="200024" y="3447"/>
                  </a:lnTo>
                  <a:lnTo>
                    <a:pt x="200024" y="6077"/>
                  </a:lnTo>
                  <a:lnTo>
                    <a:pt x="199560" y="7200"/>
                  </a:lnTo>
                  <a:lnTo>
                    <a:pt x="197700" y="9060"/>
                  </a:lnTo>
                  <a:lnTo>
                    <a:pt x="196577" y="9524"/>
                  </a:lnTo>
                  <a:close/>
                </a:path>
                <a:path w="6486525" h="9525">
                  <a:moveTo>
                    <a:pt x="244202" y="9524"/>
                  </a:moveTo>
                  <a:lnTo>
                    <a:pt x="241572" y="9524"/>
                  </a:lnTo>
                  <a:lnTo>
                    <a:pt x="240449" y="9060"/>
                  </a:lnTo>
                  <a:lnTo>
                    <a:pt x="238589" y="7200"/>
                  </a:lnTo>
                  <a:lnTo>
                    <a:pt x="238124" y="6077"/>
                  </a:lnTo>
                  <a:lnTo>
                    <a:pt x="238124" y="3447"/>
                  </a:lnTo>
                  <a:lnTo>
                    <a:pt x="238589" y="2324"/>
                  </a:lnTo>
                  <a:lnTo>
                    <a:pt x="240449" y="464"/>
                  </a:lnTo>
                  <a:lnTo>
                    <a:pt x="241572" y="0"/>
                  </a:lnTo>
                  <a:lnTo>
                    <a:pt x="244202" y="0"/>
                  </a:lnTo>
                  <a:lnTo>
                    <a:pt x="245325" y="464"/>
                  </a:lnTo>
                  <a:lnTo>
                    <a:pt x="247185" y="2324"/>
                  </a:lnTo>
                  <a:lnTo>
                    <a:pt x="247649" y="3447"/>
                  </a:lnTo>
                  <a:lnTo>
                    <a:pt x="247649" y="6077"/>
                  </a:lnTo>
                  <a:lnTo>
                    <a:pt x="247185" y="7200"/>
                  </a:lnTo>
                  <a:lnTo>
                    <a:pt x="245325" y="9060"/>
                  </a:lnTo>
                  <a:lnTo>
                    <a:pt x="244202" y="9524"/>
                  </a:lnTo>
                  <a:close/>
                </a:path>
                <a:path w="6486525" h="9525">
                  <a:moveTo>
                    <a:pt x="291827" y="9524"/>
                  </a:moveTo>
                  <a:lnTo>
                    <a:pt x="289197" y="9524"/>
                  </a:lnTo>
                  <a:lnTo>
                    <a:pt x="288074" y="9060"/>
                  </a:lnTo>
                  <a:lnTo>
                    <a:pt x="286214" y="7200"/>
                  </a:lnTo>
                  <a:lnTo>
                    <a:pt x="285749" y="6077"/>
                  </a:lnTo>
                  <a:lnTo>
                    <a:pt x="285749" y="3447"/>
                  </a:lnTo>
                  <a:lnTo>
                    <a:pt x="286214" y="2324"/>
                  </a:lnTo>
                  <a:lnTo>
                    <a:pt x="288074" y="464"/>
                  </a:lnTo>
                  <a:lnTo>
                    <a:pt x="289197" y="0"/>
                  </a:lnTo>
                  <a:lnTo>
                    <a:pt x="291827" y="0"/>
                  </a:lnTo>
                  <a:lnTo>
                    <a:pt x="292950" y="464"/>
                  </a:lnTo>
                  <a:lnTo>
                    <a:pt x="294810" y="2324"/>
                  </a:lnTo>
                  <a:lnTo>
                    <a:pt x="295274" y="3447"/>
                  </a:lnTo>
                  <a:lnTo>
                    <a:pt x="295274" y="6077"/>
                  </a:lnTo>
                  <a:lnTo>
                    <a:pt x="294810" y="7200"/>
                  </a:lnTo>
                  <a:lnTo>
                    <a:pt x="292950" y="9060"/>
                  </a:lnTo>
                  <a:lnTo>
                    <a:pt x="291827" y="9524"/>
                  </a:lnTo>
                  <a:close/>
                </a:path>
                <a:path w="6486525" h="9525">
                  <a:moveTo>
                    <a:pt x="339452" y="9524"/>
                  </a:moveTo>
                  <a:lnTo>
                    <a:pt x="336822" y="9524"/>
                  </a:lnTo>
                  <a:lnTo>
                    <a:pt x="335699" y="9060"/>
                  </a:lnTo>
                  <a:lnTo>
                    <a:pt x="333839" y="7200"/>
                  </a:lnTo>
                  <a:lnTo>
                    <a:pt x="333374" y="6077"/>
                  </a:lnTo>
                  <a:lnTo>
                    <a:pt x="333374" y="3447"/>
                  </a:lnTo>
                  <a:lnTo>
                    <a:pt x="333839" y="2324"/>
                  </a:lnTo>
                  <a:lnTo>
                    <a:pt x="335699" y="464"/>
                  </a:lnTo>
                  <a:lnTo>
                    <a:pt x="336822" y="0"/>
                  </a:lnTo>
                  <a:lnTo>
                    <a:pt x="339452" y="0"/>
                  </a:lnTo>
                  <a:lnTo>
                    <a:pt x="340575" y="464"/>
                  </a:lnTo>
                  <a:lnTo>
                    <a:pt x="342434" y="2324"/>
                  </a:lnTo>
                  <a:lnTo>
                    <a:pt x="342899" y="3447"/>
                  </a:lnTo>
                  <a:lnTo>
                    <a:pt x="342899" y="6077"/>
                  </a:lnTo>
                  <a:lnTo>
                    <a:pt x="342434" y="7200"/>
                  </a:lnTo>
                  <a:lnTo>
                    <a:pt x="340575" y="9060"/>
                  </a:lnTo>
                  <a:lnTo>
                    <a:pt x="339452" y="9524"/>
                  </a:lnTo>
                  <a:close/>
                </a:path>
                <a:path w="6486525" h="9525">
                  <a:moveTo>
                    <a:pt x="387077" y="9524"/>
                  </a:moveTo>
                  <a:lnTo>
                    <a:pt x="384447" y="9524"/>
                  </a:lnTo>
                  <a:lnTo>
                    <a:pt x="383324" y="9060"/>
                  </a:lnTo>
                  <a:lnTo>
                    <a:pt x="381464" y="7200"/>
                  </a:lnTo>
                  <a:lnTo>
                    <a:pt x="380999" y="6077"/>
                  </a:lnTo>
                  <a:lnTo>
                    <a:pt x="380999" y="3447"/>
                  </a:lnTo>
                  <a:lnTo>
                    <a:pt x="381464" y="2324"/>
                  </a:lnTo>
                  <a:lnTo>
                    <a:pt x="383324" y="464"/>
                  </a:lnTo>
                  <a:lnTo>
                    <a:pt x="384447" y="0"/>
                  </a:lnTo>
                  <a:lnTo>
                    <a:pt x="387077" y="0"/>
                  </a:lnTo>
                  <a:lnTo>
                    <a:pt x="388200" y="464"/>
                  </a:lnTo>
                  <a:lnTo>
                    <a:pt x="390059" y="2324"/>
                  </a:lnTo>
                  <a:lnTo>
                    <a:pt x="390524" y="3447"/>
                  </a:lnTo>
                  <a:lnTo>
                    <a:pt x="390524" y="6077"/>
                  </a:lnTo>
                  <a:lnTo>
                    <a:pt x="390059" y="7200"/>
                  </a:lnTo>
                  <a:lnTo>
                    <a:pt x="388200" y="9060"/>
                  </a:lnTo>
                  <a:lnTo>
                    <a:pt x="387077" y="9524"/>
                  </a:lnTo>
                  <a:close/>
                </a:path>
                <a:path w="6486525" h="9525">
                  <a:moveTo>
                    <a:pt x="434702" y="9524"/>
                  </a:moveTo>
                  <a:lnTo>
                    <a:pt x="432072" y="9524"/>
                  </a:lnTo>
                  <a:lnTo>
                    <a:pt x="430949" y="9060"/>
                  </a:lnTo>
                  <a:lnTo>
                    <a:pt x="429089" y="7200"/>
                  </a:lnTo>
                  <a:lnTo>
                    <a:pt x="428624" y="6077"/>
                  </a:lnTo>
                  <a:lnTo>
                    <a:pt x="428624" y="3447"/>
                  </a:lnTo>
                  <a:lnTo>
                    <a:pt x="429089" y="2324"/>
                  </a:lnTo>
                  <a:lnTo>
                    <a:pt x="430949" y="464"/>
                  </a:lnTo>
                  <a:lnTo>
                    <a:pt x="432072" y="0"/>
                  </a:lnTo>
                  <a:lnTo>
                    <a:pt x="434702" y="0"/>
                  </a:lnTo>
                  <a:lnTo>
                    <a:pt x="435825" y="464"/>
                  </a:lnTo>
                  <a:lnTo>
                    <a:pt x="437684" y="2324"/>
                  </a:lnTo>
                  <a:lnTo>
                    <a:pt x="438149" y="3447"/>
                  </a:lnTo>
                  <a:lnTo>
                    <a:pt x="438149" y="6077"/>
                  </a:lnTo>
                  <a:lnTo>
                    <a:pt x="437684" y="7200"/>
                  </a:lnTo>
                  <a:lnTo>
                    <a:pt x="435825" y="9060"/>
                  </a:lnTo>
                  <a:lnTo>
                    <a:pt x="434702" y="9524"/>
                  </a:lnTo>
                  <a:close/>
                </a:path>
                <a:path w="6486525" h="9525">
                  <a:moveTo>
                    <a:pt x="482327" y="9524"/>
                  </a:moveTo>
                  <a:lnTo>
                    <a:pt x="479697" y="9524"/>
                  </a:lnTo>
                  <a:lnTo>
                    <a:pt x="478574" y="9060"/>
                  </a:lnTo>
                  <a:lnTo>
                    <a:pt x="476714" y="7200"/>
                  </a:lnTo>
                  <a:lnTo>
                    <a:pt x="476249" y="6077"/>
                  </a:lnTo>
                  <a:lnTo>
                    <a:pt x="476249" y="3447"/>
                  </a:lnTo>
                  <a:lnTo>
                    <a:pt x="476714" y="2324"/>
                  </a:lnTo>
                  <a:lnTo>
                    <a:pt x="478574" y="464"/>
                  </a:lnTo>
                  <a:lnTo>
                    <a:pt x="479697" y="0"/>
                  </a:lnTo>
                  <a:lnTo>
                    <a:pt x="482327" y="0"/>
                  </a:lnTo>
                  <a:lnTo>
                    <a:pt x="483450" y="464"/>
                  </a:lnTo>
                  <a:lnTo>
                    <a:pt x="485309" y="2324"/>
                  </a:lnTo>
                  <a:lnTo>
                    <a:pt x="485774" y="3447"/>
                  </a:lnTo>
                  <a:lnTo>
                    <a:pt x="485774" y="6077"/>
                  </a:lnTo>
                  <a:lnTo>
                    <a:pt x="485309" y="7200"/>
                  </a:lnTo>
                  <a:lnTo>
                    <a:pt x="483450" y="9060"/>
                  </a:lnTo>
                  <a:lnTo>
                    <a:pt x="482327" y="9524"/>
                  </a:lnTo>
                  <a:close/>
                </a:path>
                <a:path w="6486525" h="9525">
                  <a:moveTo>
                    <a:pt x="529952" y="9524"/>
                  </a:moveTo>
                  <a:lnTo>
                    <a:pt x="527322" y="9524"/>
                  </a:lnTo>
                  <a:lnTo>
                    <a:pt x="526199" y="9060"/>
                  </a:lnTo>
                  <a:lnTo>
                    <a:pt x="524339" y="7200"/>
                  </a:lnTo>
                  <a:lnTo>
                    <a:pt x="523874" y="6077"/>
                  </a:lnTo>
                  <a:lnTo>
                    <a:pt x="523874" y="3447"/>
                  </a:lnTo>
                  <a:lnTo>
                    <a:pt x="524339" y="2324"/>
                  </a:lnTo>
                  <a:lnTo>
                    <a:pt x="526199" y="464"/>
                  </a:lnTo>
                  <a:lnTo>
                    <a:pt x="527322" y="0"/>
                  </a:lnTo>
                  <a:lnTo>
                    <a:pt x="529952" y="0"/>
                  </a:lnTo>
                  <a:lnTo>
                    <a:pt x="531075" y="464"/>
                  </a:lnTo>
                  <a:lnTo>
                    <a:pt x="532934" y="2324"/>
                  </a:lnTo>
                  <a:lnTo>
                    <a:pt x="533399" y="3447"/>
                  </a:lnTo>
                  <a:lnTo>
                    <a:pt x="533399" y="6077"/>
                  </a:lnTo>
                  <a:lnTo>
                    <a:pt x="532934" y="7200"/>
                  </a:lnTo>
                  <a:lnTo>
                    <a:pt x="531075" y="9060"/>
                  </a:lnTo>
                  <a:lnTo>
                    <a:pt x="529952" y="9524"/>
                  </a:lnTo>
                  <a:close/>
                </a:path>
                <a:path w="6486525" h="9525">
                  <a:moveTo>
                    <a:pt x="577577" y="9524"/>
                  </a:moveTo>
                  <a:lnTo>
                    <a:pt x="574947" y="9524"/>
                  </a:lnTo>
                  <a:lnTo>
                    <a:pt x="573824" y="9060"/>
                  </a:lnTo>
                  <a:lnTo>
                    <a:pt x="571964" y="7200"/>
                  </a:lnTo>
                  <a:lnTo>
                    <a:pt x="571499" y="6077"/>
                  </a:lnTo>
                  <a:lnTo>
                    <a:pt x="571499" y="3447"/>
                  </a:lnTo>
                  <a:lnTo>
                    <a:pt x="571964" y="2324"/>
                  </a:lnTo>
                  <a:lnTo>
                    <a:pt x="573824" y="464"/>
                  </a:lnTo>
                  <a:lnTo>
                    <a:pt x="574947" y="0"/>
                  </a:lnTo>
                  <a:lnTo>
                    <a:pt x="577577" y="0"/>
                  </a:lnTo>
                  <a:lnTo>
                    <a:pt x="578700" y="464"/>
                  </a:lnTo>
                  <a:lnTo>
                    <a:pt x="580559" y="2324"/>
                  </a:lnTo>
                  <a:lnTo>
                    <a:pt x="581024" y="3447"/>
                  </a:lnTo>
                  <a:lnTo>
                    <a:pt x="581024" y="6077"/>
                  </a:lnTo>
                  <a:lnTo>
                    <a:pt x="580559" y="7200"/>
                  </a:lnTo>
                  <a:lnTo>
                    <a:pt x="578700" y="9060"/>
                  </a:lnTo>
                  <a:lnTo>
                    <a:pt x="577577" y="9524"/>
                  </a:lnTo>
                  <a:close/>
                </a:path>
                <a:path w="6486525" h="9525">
                  <a:moveTo>
                    <a:pt x="625202" y="9524"/>
                  </a:moveTo>
                  <a:lnTo>
                    <a:pt x="622572" y="9524"/>
                  </a:lnTo>
                  <a:lnTo>
                    <a:pt x="621449" y="9060"/>
                  </a:lnTo>
                  <a:lnTo>
                    <a:pt x="619589" y="7200"/>
                  </a:lnTo>
                  <a:lnTo>
                    <a:pt x="619124" y="6077"/>
                  </a:lnTo>
                  <a:lnTo>
                    <a:pt x="619124" y="3447"/>
                  </a:lnTo>
                  <a:lnTo>
                    <a:pt x="619589" y="2324"/>
                  </a:lnTo>
                  <a:lnTo>
                    <a:pt x="621449" y="464"/>
                  </a:lnTo>
                  <a:lnTo>
                    <a:pt x="622572" y="0"/>
                  </a:lnTo>
                  <a:lnTo>
                    <a:pt x="625202" y="0"/>
                  </a:lnTo>
                  <a:lnTo>
                    <a:pt x="626325" y="464"/>
                  </a:lnTo>
                  <a:lnTo>
                    <a:pt x="628184" y="2324"/>
                  </a:lnTo>
                  <a:lnTo>
                    <a:pt x="628649" y="3447"/>
                  </a:lnTo>
                  <a:lnTo>
                    <a:pt x="628649" y="6077"/>
                  </a:lnTo>
                  <a:lnTo>
                    <a:pt x="628184" y="7200"/>
                  </a:lnTo>
                  <a:lnTo>
                    <a:pt x="626325" y="9060"/>
                  </a:lnTo>
                  <a:lnTo>
                    <a:pt x="625202" y="9524"/>
                  </a:lnTo>
                  <a:close/>
                </a:path>
                <a:path w="6486525" h="9525">
                  <a:moveTo>
                    <a:pt x="672827" y="9524"/>
                  </a:moveTo>
                  <a:lnTo>
                    <a:pt x="670197" y="9524"/>
                  </a:lnTo>
                  <a:lnTo>
                    <a:pt x="669074" y="9060"/>
                  </a:lnTo>
                  <a:lnTo>
                    <a:pt x="667214" y="7200"/>
                  </a:lnTo>
                  <a:lnTo>
                    <a:pt x="666749" y="6077"/>
                  </a:lnTo>
                  <a:lnTo>
                    <a:pt x="666749" y="3447"/>
                  </a:lnTo>
                  <a:lnTo>
                    <a:pt x="667214" y="2324"/>
                  </a:lnTo>
                  <a:lnTo>
                    <a:pt x="669074" y="464"/>
                  </a:lnTo>
                  <a:lnTo>
                    <a:pt x="670197" y="0"/>
                  </a:lnTo>
                  <a:lnTo>
                    <a:pt x="672827" y="0"/>
                  </a:lnTo>
                  <a:lnTo>
                    <a:pt x="673950" y="464"/>
                  </a:lnTo>
                  <a:lnTo>
                    <a:pt x="675809" y="2324"/>
                  </a:lnTo>
                  <a:lnTo>
                    <a:pt x="676274" y="3447"/>
                  </a:lnTo>
                  <a:lnTo>
                    <a:pt x="676274" y="6077"/>
                  </a:lnTo>
                  <a:lnTo>
                    <a:pt x="675809" y="7200"/>
                  </a:lnTo>
                  <a:lnTo>
                    <a:pt x="673950" y="9060"/>
                  </a:lnTo>
                  <a:lnTo>
                    <a:pt x="672827" y="9524"/>
                  </a:lnTo>
                  <a:close/>
                </a:path>
                <a:path w="6486525" h="9525">
                  <a:moveTo>
                    <a:pt x="720452" y="9524"/>
                  </a:moveTo>
                  <a:lnTo>
                    <a:pt x="717822" y="9524"/>
                  </a:lnTo>
                  <a:lnTo>
                    <a:pt x="716699" y="9060"/>
                  </a:lnTo>
                  <a:lnTo>
                    <a:pt x="714839" y="7200"/>
                  </a:lnTo>
                  <a:lnTo>
                    <a:pt x="714374" y="6077"/>
                  </a:lnTo>
                  <a:lnTo>
                    <a:pt x="714374" y="3447"/>
                  </a:lnTo>
                  <a:lnTo>
                    <a:pt x="714839" y="2324"/>
                  </a:lnTo>
                  <a:lnTo>
                    <a:pt x="716699" y="464"/>
                  </a:lnTo>
                  <a:lnTo>
                    <a:pt x="717822" y="0"/>
                  </a:lnTo>
                  <a:lnTo>
                    <a:pt x="720452" y="0"/>
                  </a:lnTo>
                  <a:lnTo>
                    <a:pt x="721575" y="464"/>
                  </a:lnTo>
                  <a:lnTo>
                    <a:pt x="723435" y="2324"/>
                  </a:lnTo>
                  <a:lnTo>
                    <a:pt x="723899" y="3447"/>
                  </a:lnTo>
                  <a:lnTo>
                    <a:pt x="723899" y="6077"/>
                  </a:lnTo>
                  <a:lnTo>
                    <a:pt x="723435" y="7200"/>
                  </a:lnTo>
                  <a:lnTo>
                    <a:pt x="721575" y="9060"/>
                  </a:lnTo>
                  <a:lnTo>
                    <a:pt x="720452" y="9524"/>
                  </a:lnTo>
                  <a:close/>
                </a:path>
                <a:path w="6486525" h="9525">
                  <a:moveTo>
                    <a:pt x="768077" y="9524"/>
                  </a:moveTo>
                  <a:lnTo>
                    <a:pt x="765447" y="9524"/>
                  </a:lnTo>
                  <a:lnTo>
                    <a:pt x="764324" y="9060"/>
                  </a:lnTo>
                  <a:lnTo>
                    <a:pt x="762464" y="7200"/>
                  </a:lnTo>
                  <a:lnTo>
                    <a:pt x="761999" y="6077"/>
                  </a:lnTo>
                  <a:lnTo>
                    <a:pt x="761999" y="3447"/>
                  </a:lnTo>
                  <a:lnTo>
                    <a:pt x="762464" y="2324"/>
                  </a:lnTo>
                  <a:lnTo>
                    <a:pt x="764324" y="464"/>
                  </a:lnTo>
                  <a:lnTo>
                    <a:pt x="765447" y="0"/>
                  </a:lnTo>
                  <a:lnTo>
                    <a:pt x="768077" y="0"/>
                  </a:lnTo>
                  <a:lnTo>
                    <a:pt x="769200" y="464"/>
                  </a:lnTo>
                  <a:lnTo>
                    <a:pt x="771059" y="2324"/>
                  </a:lnTo>
                  <a:lnTo>
                    <a:pt x="771524" y="3447"/>
                  </a:lnTo>
                  <a:lnTo>
                    <a:pt x="771524" y="6077"/>
                  </a:lnTo>
                  <a:lnTo>
                    <a:pt x="771059" y="7200"/>
                  </a:lnTo>
                  <a:lnTo>
                    <a:pt x="769200" y="9060"/>
                  </a:lnTo>
                  <a:lnTo>
                    <a:pt x="768077" y="9524"/>
                  </a:lnTo>
                  <a:close/>
                </a:path>
                <a:path w="6486525" h="9525">
                  <a:moveTo>
                    <a:pt x="815702" y="9524"/>
                  </a:moveTo>
                  <a:lnTo>
                    <a:pt x="813072" y="9524"/>
                  </a:lnTo>
                  <a:lnTo>
                    <a:pt x="811949" y="9060"/>
                  </a:lnTo>
                  <a:lnTo>
                    <a:pt x="810089" y="7200"/>
                  </a:lnTo>
                  <a:lnTo>
                    <a:pt x="809624" y="6077"/>
                  </a:lnTo>
                  <a:lnTo>
                    <a:pt x="809624" y="3447"/>
                  </a:lnTo>
                  <a:lnTo>
                    <a:pt x="810089" y="2324"/>
                  </a:lnTo>
                  <a:lnTo>
                    <a:pt x="811949" y="464"/>
                  </a:lnTo>
                  <a:lnTo>
                    <a:pt x="813072" y="0"/>
                  </a:lnTo>
                  <a:lnTo>
                    <a:pt x="815702" y="0"/>
                  </a:lnTo>
                  <a:lnTo>
                    <a:pt x="816825" y="464"/>
                  </a:lnTo>
                  <a:lnTo>
                    <a:pt x="818684" y="2324"/>
                  </a:lnTo>
                  <a:lnTo>
                    <a:pt x="819149" y="3447"/>
                  </a:lnTo>
                  <a:lnTo>
                    <a:pt x="819149" y="6077"/>
                  </a:lnTo>
                  <a:lnTo>
                    <a:pt x="818684" y="7200"/>
                  </a:lnTo>
                  <a:lnTo>
                    <a:pt x="816825" y="9060"/>
                  </a:lnTo>
                  <a:lnTo>
                    <a:pt x="815702" y="9524"/>
                  </a:lnTo>
                  <a:close/>
                </a:path>
                <a:path w="6486525" h="9525">
                  <a:moveTo>
                    <a:pt x="863327" y="9524"/>
                  </a:moveTo>
                  <a:lnTo>
                    <a:pt x="860697" y="9524"/>
                  </a:lnTo>
                  <a:lnTo>
                    <a:pt x="859574" y="9060"/>
                  </a:lnTo>
                  <a:lnTo>
                    <a:pt x="857714" y="7200"/>
                  </a:lnTo>
                  <a:lnTo>
                    <a:pt x="857249" y="6077"/>
                  </a:lnTo>
                  <a:lnTo>
                    <a:pt x="857249" y="3447"/>
                  </a:lnTo>
                  <a:lnTo>
                    <a:pt x="857714" y="2324"/>
                  </a:lnTo>
                  <a:lnTo>
                    <a:pt x="859574" y="464"/>
                  </a:lnTo>
                  <a:lnTo>
                    <a:pt x="860697" y="0"/>
                  </a:lnTo>
                  <a:lnTo>
                    <a:pt x="863327" y="0"/>
                  </a:lnTo>
                  <a:lnTo>
                    <a:pt x="864450" y="464"/>
                  </a:lnTo>
                  <a:lnTo>
                    <a:pt x="866309" y="2324"/>
                  </a:lnTo>
                  <a:lnTo>
                    <a:pt x="866774" y="3447"/>
                  </a:lnTo>
                  <a:lnTo>
                    <a:pt x="866774" y="6077"/>
                  </a:lnTo>
                  <a:lnTo>
                    <a:pt x="866309" y="7200"/>
                  </a:lnTo>
                  <a:lnTo>
                    <a:pt x="864450" y="9060"/>
                  </a:lnTo>
                  <a:lnTo>
                    <a:pt x="863327" y="9524"/>
                  </a:lnTo>
                  <a:close/>
                </a:path>
                <a:path w="6486525" h="9525">
                  <a:moveTo>
                    <a:pt x="910952" y="9524"/>
                  </a:moveTo>
                  <a:lnTo>
                    <a:pt x="908322" y="9524"/>
                  </a:lnTo>
                  <a:lnTo>
                    <a:pt x="907199" y="9060"/>
                  </a:lnTo>
                  <a:lnTo>
                    <a:pt x="905339" y="7200"/>
                  </a:lnTo>
                  <a:lnTo>
                    <a:pt x="904874" y="6077"/>
                  </a:lnTo>
                  <a:lnTo>
                    <a:pt x="904874" y="3447"/>
                  </a:lnTo>
                  <a:lnTo>
                    <a:pt x="905339" y="2324"/>
                  </a:lnTo>
                  <a:lnTo>
                    <a:pt x="907199" y="464"/>
                  </a:lnTo>
                  <a:lnTo>
                    <a:pt x="908322" y="0"/>
                  </a:lnTo>
                  <a:lnTo>
                    <a:pt x="910952" y="0"/>
                  </a:lnTo>
                  <a:lnTo>
                    <a:pt x="912074" y="464"/>
                  </a:lnTo>
                  <a:lnTo>
                    <a:pt x="913934" y="2324"/>
                  </a:lnTo>
                  <a:lnTo>
                    <a:pt x="914399" y="3447"/>
                  </a:lnTo>
                  <a:lnTo>
                    <a:pt x="914399" y="6077"/>
                  </a:lnTo>
                  <a:lnTo>
                    <a:pt x="913934" y="7200"/>
                  </a:lnTo>
                  <a:lnTo>
                    <a:pt x="912074" y="9060"/>
                  </a:lnTo>
                  <a:lnTo>
                    <a:pt x="910952" y="9524"/>
                  </a:lnTo>
                  <a:close/>
                </a:path>
                <a:path w="6486525" h="9525">
                  <a:moveTo>
                    <a:pt x="958577" y="9524"/>
                  </a:moveTo>
                  <a:lnTo>
                    <a:pt x="955947" y="9524"/>
                  </a:lnTo>
                  <a:lnTo>
                    <a:pt x="954824" y="9060"/>
                  </a:lnTo>
                  <a:lnTo>
                    <a:pt x="952964" y="7200"/>
                  </a:lnTo>
                  <a:lnTo>
                    <a:pt x="952499" y="6077"/>
                  </a:lnTo>
                  <a:lnTo>
                    <a:pt x="952499" y="3447"/>
                  </a:lnTo>
                  <a:lnTo>
                    <a:pt x="952964" y="2324"/>
                  </a:lnTo>
                  <a:lnTo>
                    <a:pt x="954824" y="464"/>
                  </a:lnTo>
                  <a:lnTo>
                    <a:pt x="955947" y="0"/>
                  </a:lnTo>
                  <a:lnTo>
                    <a:pt x="958577" y="0"/>
                  </a:lnTo>
                  <a:lnTo>
                    <a:pt x="959700" y="464"/>
                  </a:lnTo>
                  <a:lnTo>
                    <a:pt x="961560" y="2324"/>
                  </a:lnTo>
                  <a:lnTo>
                    <a:pt x="962024" y="3447"/>
                  </a:lnTo>
                  <a:lnTo>
                    <a:pt x="962024" y="6077"/>
                  </a:lnTo>
                  <a:lnTo>
                    <a:pt x="961560" y="7200"/>
                  </a:lnTo>
                  <a:lnTo>
                    <a:pt x="959700" y="9060"/>
                  </a:lnTo>
                  <a:lnTo>
                    <a:pt x="958577" y="9524"/>
                  </a:lnTo>
                  <a:close/>
                </a:path>
                <a:path w="6486525" h="9525">
                  <a:moveTo>
                    <a:pt x="1006202" y="9524"/>
                  </a:moveTo>
                  <a:lnTo>
                    <a:pt x="1003572" y="9524"/>
                  </a:lnTo>
                  <a:lnTo>
                    <a:pt x="1002449" y="9060"/>
                  </a:lnTo>
                  <a:lnTo>
                    <a:pt x="1000589" y="7200"/>
                  </a:lnTo>
                  <a:lnTo>
                    <a:pt x="1000124" y="6077"/>
                  </a:lnTo>
                  <a:lnTo>
                    <a:pt x="1000124" y="3447"/>
                  </a:lnTo>
                  <a:lnTo>
                    <a:pt x="1000589" y="2324"/>
                  </a:lnTo>
                  <a:lnTo>
                    <a:pt x="1002449" y="464"/>
                  </a:lnTo>
                  <a:lnTo>
                    <a:pt x="1003572" y="0"/>
                  </a:lnTo>
                  <a:lnTo>
                    <a:pt x="1006202" y="0"/>
                  </a:lnTo>
                  <a:lnTo>
                    <a:pt x="1007325" y="464"/>
                  </a:lnTo>
                  <a:lnTo>
                    <a:pt x="1009184" y="2324"/>
                  </a:lnTo>
                  <a:lnTo>
                    <a:pt x="1009649" y="3447"/>
                  </a:lnTo>
                  <a:lnTo>
                    <a:pt x="1009649" y="6077"/>
                  </a:lnTo>
                  <a:lnTo>
                    <a:pt x="1009184" y="7200"/>
                  </a:lnTo>
                  <a:lnTo>
                    <a:pt x="1007325" y="9060"/>
                  </a:lnTo>
                  <a:lnTo>
                    <a:pt x="1006202" y="9524"/>
                  </a:lnTo>
                  <a:close/>
                </a:path>
                <a:path w="6486525" h="9525">
                  <a:moveTo>
                    <a:pt x="1053827" y="9524"/>
                  </a:moveTo>
                  <a:lnTo>
                    <a:pt x="1051197" y="9524"/>
                  </a:lnTo>
                  <a:lnTo>
                    <a:pt x="1050074" y="9060"/>
                  </a:lnTo>
                  <a:lnTo>
                    <a:pt x="1048214" y="7200"/>
                  </a:lnTo>
                  <a:lnTo>
                    <a:pt x="1047749" y="6077"/>
                  </a:lnTo>
                  <a:lnTo>
                    <a:pt x="1047749" y="3447"/>
                  </a:lnTo>
                  <a:lnTo>
                    <a:pt x="1048214" y="2324"/>
                  </a:lnTo>
                  <a:lnTo>
                    <a:pt x="1050074" y="464"/>
                  </a:lnTo>
                  <a:lnTo>
                    <a:pt x="1051197" y="0"/>
                  </a:lnTo>
                  <a:lnTo>
                    <a:pt x="1053827" y="0"/>
                  </a:lnTo>
                  <a:lnTo>
                    <a:pt x="1054950" y="464"/>
                  </a:lnTo>
                  <a:lnTo>
                    <a:pt x="1056809" y="2324"/>
                  </a:lnTo>
                  <a:lnTo>
                    <a:pt x="1057274" y="3447"/>
                  </a:lnTo>
                  <a:lnTo>
                    <a:pt x="1057274" y="6077"/>
                  </a:lnTo>
                  <a:lnTo>
                    <a:pt x="1056809" y="7200"/>
                  </a:lnTo>
                  <a:lnTo>
                    <a:pt x="1054950" y="9060"/>
                  </a:lnTo>
                  <a:lnTo>
                    <a:pt x="1053827" y="9524"/>
                  </a:lnTo>
                  <a:close/>
                </a:path>
                <a:path w="6486525" h="9525">
                  <a:moveTo>
                    <a:pt x="1101452" y="9524"/>
                  </a:moveTo>
                  <a:lnTo>
                    <a:pt x="1098822" y="9524"/>
                  </a:lnTo>
                  <a:lnTo>
                    <a:pt x="1097699" y="9060"/>
                  </a:lnTo>
                  <a:lnTo>
                    <a:pt x="1095839" y="7200"/>
                  </a:lnTo>
                  <a:lnTo>
                    <a:pt x="1095374" y="6077"/>
                  </a:lnTo>
                  <a:lnTo>
                    <a:pt x="1095374" y="3447"/>
                  </a:lnTo>
                  <a:lnTo>
                    <a:pt x="1095839" y="2324"/>
                  </a:lnTo>
                  <a:lnTo>
                    <a:pt x="1097699" y="464"/>
                  </a:lnTo>
                  <a:lnTo>
                    <a:pt x="1098822" y="0"/>
                  </a:lnTo>
                  <a:lnTo>
                    <a:pt x="1101452" y="0"/>
                  </a:lnTo>
                  <a:lnTo>
                    <a:pt x="1102575" y="464"/>
                  </a:lnTo>
                  <a:lnTo>
                    <a:pt x="1104434" y="2324"/>
                  </a:lnTo>
                  <a:lnTo>
                    <a:pt x="1104899" y="3447"/>
                  </a:lnTo>
                  <a:lnTo>
                    <a:pt x="1104899" y="6077"/>
                  </a:lnTo>
                  <a:lnTo>
                    <a:pt x="1104434" y="7200"/>
                  </a:lnTo>
                  <a:lnTo>
                    <a:pt x="1102575" y="9060"/>
                  </a:lnTo>
                  <a:lnTo>
                    <a:pt x="1101452" y="9524"/>
                  </a:lnTo>
                  <a:close/>
                </a:path>
                <a:path w="6486525" h="9525">
                  <a:moveTo>
                    <a:pt x="1149077" y="9524"/>
                  </a:moveTo>
                  <a:lnTo>
                    <a:pt x="1146447" y="9524"/>
                  </a:lnTo>
                  <a:lnTo>
                    <a:pt x="1145324" y="9060"/>
                  </a:lnTo>
                  <a:lnTo>
                    <a:pt x="1143464" y="7200"/>
                  </a:lnTo>
                  <a:lnTo>
                    <a:pt x="1142999" y="6077"/>
                  </a:lnTo>
                  <a:lnTo>
                    <a:pt x="1142999" y="3447"/>
                  </a:lnTo>
                  <a:lnTo>
                    <a:pt x="1143464" y="2324"/>
                  </a:lnTo>
                  <a:lnTo>
                    <a:pt x="1145324" y="464"/>
                  </a:lnTo>
                  <a:lnTo>
                    <a:pt x="1146447" y="0"/>
                  </a:lnTo>
                  <a:lnTo>
                    <a:pt x="1149077" y="0"/>
                  </a:lnTo>
                  <a:lnTo>
                    <a:pt x="1150199" y="464"/>
                  </a:lnTo>
                  <a:lnTo>
                    <a:pt x="1152059" y="2324"/>
                  </a:lnTo>
                  <a:lnTo>
                    <a:pt x="1152524" y="3447"/>
                  </a:lnTo>
                  <a:lnTo>
                    <a:pt x="1152524" y="6077"/>
                  </a:lnTo>
                  <a:lnTo>
                    <a:pt x="1152059" y="7200"/>
                  </a:lnTo>
                  <a:lnTo>
                    <a:pt x="1150199" y="9060"/>
                  </a:lnTo>
                  <a:lnTo>
                    <a:pt x="1149077" y="9524"/>
                  </a:lnTo>
                  <a:close/>
                </a:path>
                <a:path w="6486525" h="9525">
                  <a:moveTo>
                    <a:pt x="1196702" y="9524"/>
                  </a:moveTo>
                  <a:lnTo>
                    <a:pt x="1194072" y="9524"/>
                  </a:lnTo>
                  <a:lnTo>
                    <a:pt x="1192949" y="9060"/>
                  </a:lnTo>
                  <a:lnTo>
                    <a:pt x="1191089" y="7200"/>
                  </a:lnTo>
                  <a:lnTo>
                    <a:pt x="1190624" y="6077"/>
                  </a:lnTo>
                  <a:lnTo>
                    <a:pt x="1190624" y="3447"/>
                  </a:lnTo>
                  <a:lnTo>
                    <a:pt x="1191089" y="2324"/>
                  </a:lnTo>
                  <a:lnTo>
                    <a:pt x="1192949" y="464"/>
                  </a:lnTo>
                  <a:lnTo>
                    <a:pt x="1194072" y="0"/>
                  </a:lnTo>
                  <a:lnTo>
                    <a:pt x="1196702" y="0"/>
                  </a:lnTo>
                  <a:lnTo>
                    <a:pt x="1197825" y="464"/>
                  </a:lnTo>
                  <a:lnTo>
                    <a:pt x="1199684" y="2324"/>
                  </a:lnTo>
                  <a:lnTo>
                    <a:pt x="1200149" y="3447"/>
                  </a:lnTo>
                  <a:lnTo>
                    <a:pt x="1200149" y="6077"/>
                  </a:lnTo>
                  <a:lnTo>
                    <a:pt x="1199684" y="7200"/>
                  </a:lnTo>
                  <a:lnTo>
                    <a:pt x="1197825" y="9060"/>
                  </a:lnTo>
                  <a:lnTo>
                    <a:pt x="1196702" y="9524"/>
                  </a:lnTo>
                  <a:close/>
                </a:path>
                <a:path w="6486525" h="9525">
                  <a:moveTo>
                    <a:pt x="1244327" y="9524"/>
                  </a:moveTo>
                  <a:lnTo>
                    <a:pt x="1241697" y="9524"/>
                  </a:lnTo>
                  <a:lnTo>
                    <a:pt x="1240574" y="9060"/>
                  </a:lnTo>
                  <a:lnTo>
                    <a:pt x="1238714" y="7200"/>
                  </a:lnTo>
                  <a:lnTo>
                    <a:pt x="1238249" y="6077"/>
                  </a:lnTo>
                  <a:lnTo>
                    <a:pt x="1238249" y="3447"/>
                  </a:lnTo>
                  <a:lnTo>
                    <a:pt x="1238714" y="2324"/>
                  </a:lnTo>
                  <a:lnTo>
                    <a:pt x="1240574" y="464"/>
                  </a:lnTo>
                  <a:lnTo>
                    <a:pt x="1241697" y="0"/>
                  </a:lnTo>
                  <a:lnTo>
                    <a:pt x="1244327" y="0"/>
                  </a:lnTo>
                  <a:lnTo>
                    <a:pt x="1245449" y="464"/>
                  </a:lnTo>
                  <a:lnTo>
                    <a:pt x="1247309" y="2324"/>
                  </a:lnTo>
                  <a:lnTo>
                    <a:pt x="1247774" y="3447"/>
                  </a:lnTo>
                  <a:lnTo>
                    <a:pt x="1247774" y="6077"/>
                  </a:lnTo>
                  <a:lnTo>
                    <a:pt x="1247309" y="7200"/>
                  </a:lnTo>
                  <a:lnTo>
                    <a:pt x="1245449" y="9060"/>
                  </a:lnTo>
                  <a:lnTo>
                    <a:pt x="1244327" y="9524"/>
                  </a:lnTo>
                  <a:close/>
                </a:path>
                <a:path w="6486525" h="9525">
                  <a:moveTo>
                    <a:pt x="1291952" y="9524"/>
                  </a:moveTo>
                  <a:lnTo>
                    <a:pt x="1289322" y="9524"/>
                  </a:lnTo>
                  <a:lnTo>
                    <a:pt x="1288199" y="9060"/>
                  </a:lnTo>
                  <a:lnTo>
                    <a:pt x="1286339" y="7200"/>
                  </a:lnTo>
                  <a:lnTo>
                    <a:pt x="1285874" y="6077"/>
                  </a:lnTo>
                  <a:lnTo>
                    <a:pt x="1285874" y="3447"/>
                  </a:lnTo>
                  <a:lnTo>
                    <a:pt x="1286339" y="2324"/>
                  </a:lnTo>
                  <a:lnTo>
                    <a:pt x="1288199" y="464"/>
                  </a:lnTo>
                  <a:lnTo>
                    <a:pt x="1289322" y="0"/>
                  </a:lnTo>
                  <a:lnTo>
                    <a:pt x="1291952" y="0"/>
                  </a:lnTo>
                  <a:lnTo>
                    <a:pt x="1293074" y="464"/>
                  </a:lnTo>
                  <a:lnTo>
                    <a:pt x="1294934" y="2324"/>
                  </a:lnTo>
                  <a:lnTo>
                    <a:pt x="1295399" y="3447"/>
                  </a:lnTo>
                  <a:lnTo>
                    <a:pt x="1295399" y="6077"/>
                  </a:lnTo>
                  <a:lnTo>
                    <a:pt x="1294934" y="7200"/>
                  </a:lnTo>
                  <a:lnTo>
                    <a:pt x="1293074" y="9060"/>
                  </a:lnTo>
                  <a:lnTo>
                    <a:pt x="1291952" y="9524"/>
                  </a:lnTo>
                  <a:close/>
                </a:path>
                <a:path w="6486525" h="9525">
                  <a:moveTo>
                    <a:pt x="1339577" y="9524"/>
                  </a:moveTo>
                  <a:lnTo>
                    <a:pt x="1336947" y="9524"/>
                  </a:lnTo>
                  <a:lnTo>
                    <a:pt x="1335824" y="9060"/>
                  </a:lnTo>
                  <a:lnTo>
                    <a:pt x="1333964" y="7200"/>
                  </a:lnTo>
                  <a:lnTo>
                    <a:pt x="1333499" y="6077"/>
                  </a:lnTo>
                  <a:lnTo>
                    <a:pt x="1333499" y="3447"/>
                  </a:lnTo>
                  <a:lnTo>
                    <a:pt x="1333964" y="2324"/>
                  </a:lnTo>
                  <a:lnTo>
                    <a:pt x="1335824" y="464"/>
                  </a:lnTo>
                  <a:lnTo>
                    <a:pt x="1336947" y="0"/>
                  </a:lnTo>
                  <a:lnTo>
                    <a:pt x="1339577" y="0"/>
                  </a:lnTo>
                  <a:lnTo>
                    <a:pt x="1340700" y="464"/>
                  </a:lnTo>
                  <a:lnTo>
                    <a:pt x="1342560" y="2324"/>
                  </a:lnTo>
                  <a:lnTo>
                    <a:pt x="1343024" y="3447"/>
                  </a:lnTo>
                  <a:lnTo>
                    <a:pt x="1343024" y="6077"/>
                  </a:lnTo>
                  <a:lnTo>
                    <a:pt x="1342560" y="7200"/>
                  </a:lnTo>
                  <a:lnTo>
                    <a:pt x="1340700" y="9060"/>
                  </a:lnTo>
                  <a:lnTo>
                    <a:pt x="1339577" y="9524"/>
                  </a:lnTo>
                  <a:close/>
                </a:path>
                <a:path w="6486525" h="9525">
                  <a:moveTo>
                    <a:pt x="1387202" y="9524"/>
                  </a:moveTo>
                  <a:lnTo>
                    <a:pt x="1384572" y="9524"/>
                  </a:lnTo>
                  <a:lnTo>
                    <a:pt x="1383449" y="9060"/>
                  </a:lnTo>
                  <a:lnTo>
                    <a:pt x="1381589" y="7200"/>
                  </a:lnTo>
                  <a:lnTo>
                    <a:pt x="1381124" y="6077"/>
                  </a:lnTo>
                  <a:lnTo>
                    <a:pt x="1381124" y="3447"/>
                  </a:lnTo>
                  <a:lnTo>
                    <a:pt x="1381589" y="2324"/>
                  </a:lnTo>
                  <a:lnTo>
                    <a:pt x="1383449" y="464"/>
                  </a:lnTo>
                  <a:lnTo>
                    <a:pt x="1384572" y="0"/>
                  </a:lnTo>
                  <a:lnTo>
                    <a:pt x="1387202" y="0"/>
                  </a:lnTo>
                  <a:lnTo>
                    <a:pt x="1388324" y="464"/>
                  </a:lnTo>
                  <a:lnTo>
                    <a:pt x="1390184" y="2324"/>
                  </a:lnTo>
                  <a:lnTo>
                    <a:pt x="1390649" y="3447"/>
                  </a:lnTo>
                  <a:lnTo>
                    <a:pt x="1390649" y="6077"/>
                  </a:lnTo>
                  <a:lnTo>
                    <a:pt x="1390184" y="7200"/>
                  </a:lnTo>
                  <a:lnTo>
                    <a:pt x="1388324" y="9060"/>
                  </a:lnTo>
                  <a:lnTo>
                    <a:pt x="1387202" y="9524"/>
                  </a:lnTo>
                  <a:close/>
                </a:path>
                <a:path w="6486525" h="9525">
                  <a:moveTo>
                    <a:pt x="1434827" y="9524"/>
                  </a:moveTo>
                  <a:lnTo>
                    <a:pt x="1432197" y="9524"/>
                  </a:lnTo>
                  <a:lnTo>
                    <a:pt x="1431074" y="9060"/>
                  </a:lnTo>
                  <a:lnTo>
                    <a:pt x="1429214" y="7200"/>
                  </a:lnTo>
                  <a:lnTo>
                    <a:pt x="1428749" y="6077"/>
                  </a:lnTo>
                  <a:lnTo>
                    <a:pt x="1428749" y="3447"/>
                  </a:lnTo>
                  <a:lnTo>
                    <a:pt x="1429214" y="2324"/>
                  </a:lnTo>
                  <a:lnTo>
                    <a:pt x="1431074" y="464"/>
                  </a:lnTo>
                  <a:lnTo>
                    <a:pt x="1432197" y="0"/>
                  </a:lnTo>
                  <a:lnTo>
                    <a:pt x="1434827" y="0"/>
                  </a:lnTo>
                  <a:lnTo>
                    <a:pt x="1435949" y="464"/>
                  </a:lnTo>
                  <a:lnTo>
                    <a:pt x="1437809" y="2324"/>
                  </a:lnTo>
                  <a:lnTo>
                    <a:pt x="1438274" y="3447"/>
                  </a:lnTo>
                  <a:lnTo>
                    <a:pt x="1438274" y="6077"/>
                  </a:lnTo>
                  <a:lnTo>
                    <a:pt x="1437809" y="7200"/>
                  </a:lnTo>
                  <a:lnTo>
                    <a:pt x="1435949" y="9060"/>
                  </a:lnTo>
                  <a:lnTo>
                    <a:pt x="1434827" y="9524"/>
                  </a:lnTo>
                  <a:close/>
                </a:path>
                <a:path w="6486525" h="9525">
                  <a:moveTo>
                    <a:pt x="1482452" y="9524"/>
                  </a:moveTo>
                  <a:lnTo>
                    <a:pt x="1479822" y="9524"/>
                  </a:lnTo>
                  <a:lnTo>
                    <a:pt x="1478699" y="9060"/>
                  </a:lnTo>
                  <a:lnTo>
                    <a:pt x="1476839" y="7200"/>
                  </a:lnTo>
                  <a:lnTo>
                    <a:pt x="1476374" y="6077"/>
                  </a:lnTo>
                  <a:lnTo>
                    <a:pt x="1476374" y="3447"/>
                  </a:lnTo>
                  <a:lnTo>
                    <a:pt x="1476839" y="2324"/>
                  </a:lnTo>
                  <a:lnTo>
                    <a:pt x="1478699" y="464"/>
                  </a:lnTo>
                  <a:lnTo>
                    <a:pt x="1479822" y="0"/>
                  </a:lnTo>
                  <a:lnTo>
                    <a:pt x="1482452" y="0"/>
                  </a:lnTo>
                  <a:lnTo>
                    <a:pt x="1483574" y="464"/>
                  </a:lnTo>
                  <a:lnTo>
                    <a:pt x="1485434" y="2324"/>
                  </a:lnTo>
                  <a:lnTo>
                    <a:pt x="1485899" y="3447"/>
                  </a:lnTo>
                  <a:lnTo>
                    <a:pt x="1485899" y="6077"/>
                  </a:lnTo>
                  <a:lnTo>
                    <a:pt x="1485434" y="7200"/>
                  </a:lnTo>
                  <a:lnTo>
                    <a:pt x="1483574" y="9060"/>
                  </a:lnTo>
                  <a:lnTo>
                    <a:pt x="1482452" y="9524"/>
                  </a:lnTo>
                  <a:close/>
                </a:path>
                <a:path w="6486525" h="9525">
                  <a:moveTo>
                    <a:pt x="1530077" y="9524"/>
                  </a:moveTo>
                  <a:lnTo>
                    <a:pt x="1527447" y="9524"/>
                  </a:lnTo>
                  <a:lnTo>
                    <a:pt x="1526324" y="9060"/>
                  </a:lnTo>
                  <a:lnTo>
                    <a:pt x="1524464" y="7200"/>
                  </a:lnTo>
                  <a:lnTo>
                    <a:pt x="1523999" y="6077"/>
                  </a:lnTo>
                  <a:lnTo>
                    <a:pt x="1523999" y="3447"/>
                  </a:lnTo>
                  <a:lnTo>
                    <a:pt x="1524464" y="2324"/>
                  </a:lnTo>
                  <a:lnTo>
                    <a:pt x="1526324" y="464"/>
                  </a:lnTo>
                  <a:lnTo>
                    <a:pt x="1527447" y="0"/>
                  </a:lnTo>
                  <a:lnTo>
                    <a:pt x="1530077" y="0"/>
                  </a:lnTo>
                  <a:lnTo>
                    <a:pt x="1531199" y="464"/>
                  </a:lnTo>
                  <a:lnTo>
                    <a:pt x="1533059" y="2324"/>
                  </a:lnTo>
                  <a:lnTo>
                    <a:pt x="1533524" y="3447"/>
                  </a:lnTo>
                  <a:lnTo>
                    <a:pt x="1533524" y="6077"/>
                  </a:lnTo>
                  <a:lnTo>
                    <a:pt x="1533059" y="7200"/>
                  </a:lnTo>
                  <a:lnTo>
                    <a:pt x="1531199" y="9060"/>
                  </a:lnTo>
                  <a:lnTo>
                    <a:pt x="1530077" y="9524"/>
                  </a:lnTo>
                  <a:close/>
                </a:path>
                <a:path w="6486525" h="9525">
                  <a:moveTo>
                    <a:pt x="1577702" y="9524"/>
                  </a:moveTo>
                  <a:lnTo>
                    <a:pt x="1575072" y="9524"/>
                  </a:lnTo>
                  <a:lnTo>
                    <a:pt x="1573949" y="9060"/>
                  </a:lnTo>
                  <a:lnTo>
                    <a:pt x="1572089" y="7200"/>
                  </a:lnTo>
                  <a:lnTo>
                    <a:pt x="1571624" y="6077"/>
                  </a:lnTo>
                  <a:lnTo>
                    <a:pt x="1571624" y="3447"/>
                  </a:lnTo>
                  <a:lnTo>
                    <a:pt x="1572089" y="2324"/>
                  </a:lnTo>
                  <a:lnTo>
                    <a:pt x="1573949" y="464"/>
                  </a:lnTo>
                  <a:lnTo>
                    <a:pt x="1575072" y="0"/>
                  </a:lnTo>
                  <a:lnTo>
                    <a:pt x="1577702" y="0"/>
                  </a:lnTo>
                  <a:lnTo>
                    <a:pt x="1578825" y="464"/>
                  </a:lnTo>
                  <a:lnTo>
                    <a:pt x="1580684" y="2324"/>
                  </a:lnTo>
                  <a:lnTo>
                    <a:pt x="1581149" y="3447"/>
                  </a:lnTo>
                  <a:lnTo>
                    <a:pt x="1581149" y="6077"/>
                  </a:lnTo>
                  <a:lnTo>
                    <a:pt x="1580684" y="7200"/>
                  </a:lnTo>
                  <a:lnTo>
                    <a:pt x="1578825" y="9060"/>
                  </a:lnTo>
                  <a:lnTo>
                    <a:pt x="1577702" y="9524"/>
                  </a:lnTo>
                  <a:close/>
                </a:path>
                <a:path w="6486525" h="9525">
                  <a:moveTo>
                    <a:pt x="1625327" y="9524"/>
                  </a:moveTo>
                  <a:lnTo>
                    <a:pt x="1622697" y="9524"/>
                  </a:lnTo>
                  <a:lnTo>
                    <a:pt x="1621574" y="9060"/>
                  </a:lnTo>
                  <a:lnTo>
                    <a:pt x="1619714" y="7200"/>
                  </a:lnTo>
                  <a:lnTo>
                    <a:pt x="1619249" y="6077"/>
                  </a:lnTo>
                  <a:lnTo>
                    <a:pt x="1619249" y="3447"/>
                  </a:lnTo>
                  <a:lnTo>
                    <a:pt x="1619714" y="2324"/>
                  </a:lnTo>
                  <a:lnTo>
                    <a:pt x="1621574" y="464"/>
                  </a:lnTo>
                  <a:lnTo>
                    <a:pt x="1622697" y="0"/>
                  </a:lnTo>
                  <a:lnTo>
                    <a:pt x="1625327" y="0"/>
                  </a:lnTo>
                  <a:lnTo>
                    <a:pt x="1626449" y="464"/>
                  </a:lnTo>
                  <a:lnTo>
                    <a:pt x="1628309" y="2324"/>
                  </a:lnTo>
                  <a:lnTo>
                    <a:pt x="1628774" y="3447"/>
                  </a:lnTo>
                  <a:lnTo>
                    <a:pt x="1628774" y="6077"/>
                  </a:lnTo>
                  <a:lnTo>
                    <a:pt x="1628309" y="7200"/>
                  </a:lnTo>
                  <a:lnTo>
                    <a:pt x="1626449" y="9060"/>
                  </a:lnTo>
                  <a:lnTo>
                    <a:pt x="1625327" y="9524"/>
                  </a:lnTo>
                  <a:close/>
                </a:path>
                <a:path w="6486525" h="9525">
                  <a:moveTo>
                    <a:pt x="1672952" y="9524"/>
                  </a:moveTo>
                  <a:lnTo>
                    <a:pt x="1670322" y="9524"/>
                  </a:lnTo>
                  <a:lnTo>
                    <a:pt x="1669199" y="9060"/>
                  </a:lnTo>
                  <a:lnTo>
                    <a:pt x="1667339" y="7200"/>
                  </a:lnTo>
                  <a:lnTo>
                    <a:pt x="1666874" y="6077"/>
                  </a:lnTo>
                  <a:lnTo>
                    <a:pt x="1666874" y="3447"/>
                  </a:lnTo>
                  <a:lnTo>
                    <a:pt x="1667339" y="2324"/>
                  </a:lnTo>
                  <a:lnTo>
                    <a:pt x="1669199" y="464"/>
                  </a:lnTo>
                  <a:lnTo>
                    <a:pt x="1670322" y="0"/>
                  </a:lnTo>
                  <a:lnTo>
                    <a:pt x="1672952" y="0"/>
                  </a:lnTo>
                  <a:lnTo>
                    <a:pt x="1674074" y="464"/>
                  </a:lnTo>
                  <a:lnTo>
                    <a:pt x="1675934" y="2324"/>
                  </a:lnTo>
                  <a:lnTo>
                    <a:pt x="1676399" y="3447"/>
                  </a:lnTo>
                  <a:lnTo>
                    <a:pt x="1676399" y="6077"/>
                  </a:lnTo>
                  <a:lnTo>
                    <a:pt x="1675934" y="7200"/>
                  </a:lnTo>
                  <a:lnTo>
                    <a:pt x="1674074" y="9060"/>
                  </a:lnTo>
                  <a:lnTo>
                    <a:pt x="1672952" y="9524"/>
                  </a:lnTo>
                  <a:close/>
                </a:path>
                <a:path w="6486525" h="9525">
                  <a:moveTo>
                    <a:pt x="1720577" y="9524"/>
                  </a:moveTo>
                  <a:lnTo>
                    <a:pt x="1717947" y="9524"/>
                  </a:lnTo>
                  <a:lnTo>
                    <a:pt x="1716824" y="9060"/>
                  </a:lnTo>
                  <a:lnTo>
                    <a:pt x="1714964" y="7200"/>
                  </a:lnTo>
                  <a:lnTo>
                    <a:pt x="1714499" y="6077"/>
                  </a:lnTo>
                  <a:lnTo>
                    <a:pt x="1714499" y="3447"/>
                  </a:lnTo>
                  <a:lnTo>
                    <a:pt x="1714964" y="2324"/>
                  </a:lnTo>
                  <a:lnTo>
                    <a:pt x="1716824" y="464"/>
                  </a:lnTo>
                  <a:lnTo>
                    <a:pt x="1717947" y="0"/>
                  </a:lnTo>
                  <a:lnTo>
                    <a:pt x="1720577" y="0"/>
                  </a:lnTo>
                  <a:lnTo>
                    <a:pt x="1721700" y="464"/>
                  </a:lnTo>
                  <a:lnTo>
                    <a:pt x="1723560" y="2324"/>
                  </a:lnTo>
                  <a:lnTo>
                    <a:pt x="1724024" y="3447"/>
                  </a:lnTo>
                  <a:lnTo>
                    <a:pt x="1724024" y="6077"/>
                  </a:lnTo>
                  <a:lnTo>
                    <a:pt x="1723560" y="7200"/>
                  </a:lnTo>
                  <a:lnTo>
                    <a:pt x="1721700" y="9060"/>
                  </a:lnTo>
                  <a:lnTo>
                    <a:pt x="1720577" y="9524"/>
                  </a:lnTo>
                  <a:close/>
                </a:path>
                <a:path w="6486525" h="9525">
                  <a:moveTo>
                    <a:pt x="1768202" y="9524"/>
                  </a:moveTo>
                  <a:lnTo>
                    <a:pt x="1765572" y="9524"/>
                  </a:lnTo>
                  <a:lnTo>
                    <a:pt x="1764449" y="9060"/>
                  </a:lnTo>
                  <a:lnTo>
                    <a:pt x="1762589" y="7200"/>
                  </a:lnTo>
                  <a:lnTo>
                    <a:pt x="1762124" y="6077"/>
                  </a:lnTo>
                  <a:lnTo>
                    <a:pt x="1762124" y="3447"/>
                  </a:lnTo>
                  <a:lnTo>
                    <a:pt x="1762589" y="2324"/>
                  </a:lnTo>
                  <a:lnTo>
                    <a:pt x="1764449" y="464"/>
                  </a:lnTo>
                  <a:lnTo>
                    <a:pt x="1765572" y="0"/>
                  </a:lnTo>
                  <a:lnTo>
                    <a:pt x="1768202" y="0"/>
                  </a:lnTo>
                  <a:lnTo>
                    <a:pt x="1769324" y="464"/>
                  </a:lnTo>
                  <a:lnTo>
                    <a:pt x="1771184" y="2324"/>
                  </a:lnTo>
                  <a:lnTo>
                    <a:pt x="1771649" y="3447"/>
                  </a:lnTo>
                  <a:lnTo>
                    <a:pt x="1771649" y="6077"/>
                  </a:lnTo>
                  <a:lnTo>
                    <a:pt x="1771184" y="7200"/>
                  </a:lnTo>
                  <a:lnTo>
                    <a:pt x="1769324" y="9060"/>
                  </a:lnTo>
                  <a:lnTo>
                    <a:pt x="1768202" y="9524"/>
                  </a:lnTo>
                  <a:close/>
                </a:path>
                <a:path w="6486525" h="9525">
                  <a:moveTo>
                    <a:pt x="1815827" y="9524"/>
                  </a:moveTo>
                  <a:lnTo>
                    <a:pt x="1813197" y="9524"/>
                  </a:lnTo>
                  <a:lnTo>
                    <a:pt x="1812074" y="9060"/>
                  </a:lnTo>
                  <a:lnTo>
                    <a:pt x="1810214" y="7200"/>
                  </a:lnTo>
                  <a:lnTo>
                    <a:pt x="1809749" y="6077"/>
                  </a:lnTo>
                  <a:lnTo>
                    <a:pt x="1809749" y="3447"/>
                  </a:lnTo>
                  <a:lnTo>
                    <a:pt x="1810214" y="2324"/>
                  </a:lnTo>
                  <a:lnTo>
                    <a:pt x="1812074" y="464"/>
                  </a:lnTo>
                  <a:lnTo>
                    <a:pt x="1813197" y="0"/>
                  </a:lnTo>
                  <a:lnTo>
                    <a:pt x="1815827" y="0"/>
                  </a:lnTo>
                  <a:lnTo>
                    <a:pt x="1816950" y="464"/>
                  </a:lnTo>
                  <a:lnTo>
                    <a:pt x="1818810" y="2324"/>
                  </a:lnTo>
                  <a:lnTo>
                    <a:pt x="1819274" y="3447"/>
                  </a:lnTo>
                  <a:lnTo>
                    <a:pt x="1819274" y="6077"/>
                  </a:lnTo>
                  <a:lnTo>
                    <a:pt x="1818810" y="7200"/>
                  </a:lnTo>
                  <a:lnTo>
                    <a:pt x="1816950" y="9060"/>
                  </a:lnTo>
                  <a:lnTo>
                    <a:pt x="1815827" y="9524"/>
                  </a:lnTo>
                  <a:close/>
                </a:path>
                <a:path w="6486525" h="9525">
                  <a:moveTo>
                    <a:pt x="1863452" y="9524"/>
                  </a:moveTo>
                  <a:lnTo>
                    <a:pt x="1860822" y="9524"/>
                  </a:lnTo>
                  <a:lnTo>
                    <a:pt x="1859699" y="9060"/>
                  </a:lnTo>
                  <a:lnTo>
                    <a:pt x="1857839" y="7200"/>
                  </a:lnTo>
                  <a:lnTo>
                    <a:pt x="1857374" y="6077"/>
                  </a:lnTo>
                  <a:lnTo>
                    <a:pt x="1857374" y="3447"/>
                  </a:lnTo>
                  <a:lnTo>
                    <a:pt x="1857839" y="2324"/>
                  </a:lnTo>
                  <a:lnTo>
                    <a:pt x="1859699" y="464"/>
                  </a:lnTo>
                  <a:lnTo>
                    <a:pt x="1860822" y="0"/>
                  </a:lnTo>
                  <a:lnTo>
                    <a:pt x="1863452" y="0"/>
                  </a:lnTo>
                  <a:lnTo>
                    <a:pt x="1864574" y="464"/>
                  </a:lnTo>
                  <a:lnTo>
                    <a:pt x="1866434" y="2324"/>
                  </a:lnTo>
                  <a:lnTo>
                    <a:pt x="1866899" y="3447"/>
                  </a:lnTo>
                  <a:lnTo>
                    <a:pt x="1866899" y="6077"/>
                  </a:lnTo>
                  <a:lnTo>
                    <a:pt x="1866434" y="7200"/>
                  </a:lnTo>
                  <a:lnTo>
                    <a:pt x="1864574" y="9060"/>
                  </a:lnTo>
                  <a:lnTo>
                    <a:pt x="1863452" y="9524"/>
                  </a:lnTo>
                  <a:close/>
                </a:path>
                <a:path w="6486525" h="9525">
                  <a:moveTo>
                    <a:pt x="1911077" y="9524"/>
                  </a:moveTo>
                  <a:lnTo>
                    <a:pt x="1908447" y="9524"/>
                  </a:lnTo>
                  <a:lnTo>
                    <a:pt x="1907324" y="9060"/>
                  </a:lnTo>
                  <a:lnTo>
                    <a:pt x="1905464" y="7200"/>
                  </a:lnTo>
                  <a:lnTo>
                    <a:pt x="1904999" y="6077"/>
                  </a:lnTo>
                  <a:lnTo>
                    <a:pt x="1904999" y="3447"/>
                  </a:lnTo>
                  <a:lnTo>
                    <a:pt x="1905464" y="2324"/>
                  </a:lnTo>
                  <a:lnTo>
                    <a:pt x="1907324" y="464"/>
                  </a:lnTo>
                  <a:lnTo>
                    <a:pt x="1908447" y="0"/>
                  </a:lnTo>
                  <a:lnTo>
                    <a:pt x="1911077" y="0"/>
                  </a:lnTo>
                  <a:lnTo>
                    <a:pt x="1912199" y="464"/>
                  </a:lnTo>
                  <a:lnTo>
                    <a:pt x="1914059" y="2324"/>
                  </a:lnTo>
                  <a:lnTo>
                    <a:pt x="1914524" y="3447"/>
                  </a:lnTo>
                  <a:lnTo>
                    <a:pt x="1914524" y="6077"/>
                  </a:lnTo>
                  <a:lnTo>
                    <a:pt x="1914059" y="7200"/>
                  </a:lnTo>
                  <a:lnTo>
                    <a:pt x="1912199" y="9060"/>
                  </a:lnTo>
                  <a:lnTo>
                    <a:pt x="1911077" y="9524"/>
                  </a:lnTo>
                  <a:close/>
                </a:path>
                <a:path w="6486525" h="9525">
                  <a:moveTo>
                    <a:pt x="1958702" y="9524"/>
                  </a:moveTo>
                  <a:lnTo>
                    <a:pt x="1956072" y="9524"/>
                  </a:lnTo>
                  <a:lnTo>
                    <a:pt x="1954949" y="9060"/>
                  </a:lnTo>
                  <a:lnTo>
                    <a:pt x="1953089" y="7200"/>
                  </a:lnTo>
                  <a:lnTo>
                    <a:pt x="1952624" y="6077"/>
                  </a:lnTo>
                  <a:lnTo>
                    <a:pt x="1952624" y="3447"/>
                  </a:lnTo>
                  <a:lnTo>
                    <a:pt x="1953089" y="2324"/>
                  </a:lnTo>
                  <a:lnTo>
                    <a:pt x="1954949" y="464"/>
                  </a:lnTo>
                  <a:lnTo>
                    <a:pt x="1956072" y="0"/>
                  </a:lnTo>
                  <a:lnTo>
                    <a:pt x="1958702" y="0"/>
                  </a:lnTo>
                  <a:lnTo>
                    <a:pt x="1959824" y="464"/>
                  </a:lnTo>
                  <a:lnTo>
                    <a:pt x="1961684" y="2324"/>
                  </a:lnTo>
                  <a:lnTo>
                    <a:pt x="1962149" y="3447"/>
                  </a:lnTo>
                  <a:lnTo>
                    <a:pt x="1962149" y="6077"/>
                  </a:lnTo>
                  <a:lnTo>
                    <a:pt x="1961684" y="7200"/>
                  </a:lnTo>
                  <a:lnTo>
                    <a:pt x="1959824" y="9060"/>
                  </a:lnTo>
                  <a:lnTo>
                    <a:pt x="1958702" y="9524"/>
                  </a:lnTo>
                  <a:close/>
                </a:path>
                <a:path w="6486525" h="9525">
                  <a:moveTo>
                    <a:pt x="2006327" y="9524"/>
                  </a:moveTo>
                  <a:lnTo>
                    <a:pt x="2003697" y="9524"/>
                  </a:lnTo>
                  <a:lnTo>
                    <a:pt x="2002574" y="9060"/>
                  </a:lnTo>
                  <a:lnTo>
                    <a:pt x="2000714" y="7200"/>
                  </a:lnTo>
                  <a:lnTo>
                    <a:pt x="2000249" y="6077"/>
                  </a:lnTo>
                  <a:lnTo>
                    <a:pt x="2000249" y="3447"/>
                  </a:lnTo>
                  <a:lnTo>
                    <a:pt x="2000714" y="2324"/>
                  </a:lnTo>
                  <a:lnTo>
                    <a:pt x="2002574" y="464"/>
                  </a:lnTo>
                  <a:lnTo>
                    <a:pt x="2003697" y="0"/>
                  </a:lnTo>
                  <a:lnTo>
                    <a:pt x="2006327" y="0"/>
                  </a:lnTo>
                  <a:lnTo>
                    <a:pt x="2007449" y="464"/>
                  </a:lnTo>
                  <a:lnTo>
                    <a:pt x="2009309" y="2324"/>
                  </a:lnTo>
                  <a:lnTo>
                    <a:pt x="2009774" y="3447"/>
                  </a:lnTo>
                  <a:lnTo>
                    <a:pt x="2009774" y="6077"/>
                  </a:lnTo>
                  <a:lnTo>
                    <a:pt x="2009309" y="7200"/>
                  </a:lnTo>
                  <a:lnTo>
                    <a:pt x="2007449" y="9060"/>
                  </a:lnTo>
                  <a:lnTo>
                    <a:pt x="2006327" y="9524"/>
                  </a:lnTo>
                  <a:close/>
                </a:path>
                <a:path w="6486525" h="9525">
                  <a:moveTo>
                    <a:pt x="2053952" y="9524"/>
                  </a:moveTo>
                  <a:lnTo>
                    <a:pt x="2051322" y="9524"/>
                  </a:lnTo>
                  <a:lnTo>
                    <a:pt x="2050199" y="9060"/>
                  </a:lnTo>
                  <a:lnTo>
                    <a:pt x="2048339" y="7200"/>
                  </a:lnTo>
                  <a:lnTo>
                    <a:pt x="2047874" y="6077"/>
                  </a:lnTo>
                  <a:lnTo>
                    <a:pt x="2047874" y="3447"/>
                  </a:lnTo>
                  <a:lnTo>
                    <a:pt x="2048339" y="2324"/>
                  </a:lnTo>
                  <a:lnTo>
                    <a:pt x="2050199" y="464"/>
                  </a:lnTo>
                  <a:lnTo>
                    <a:pt x="2051322" y="0"/>
                  </a:lnTo>
                  <a:lnTo>
                    <a:pt x="2053952" y="0"/>
                  </a:lnTo>
                  <a:lnTo>
                    <a:pt x="2055075" y="464"/>
                  </a:lnTo>
                  <a:lnTo>
                    <a:pt x="2056935" y="2324"/>
                  </a:lnTo>
                  <a:lnTo>
                    <a:pt x="2057399" y="3447"/>
                  </a:lnTo>
                  <a:lnTo>
                    <a:pt x="2057399" y="6077"/>
                  </a:lnTo>
                  <a:lnTo>
                    <a:pt x="2056935" y="7200"/>
                  </a:lnTo>
                  <a:lnTo>
                    <a:pt x="2055075" y="9060"/>
                  </a:lnTo>
                  <a:lnTo>
                    <a:pt x="2053952" y="9524"/>
                  </a:lnTo>
                  <a:close/>
                </a:path>
                <a:path w="6486525" h="9525">
                  <a:moveTo>
                    <a:pt x="2101577" y="9524"/>
                  </a:moveTo>
                  <a:lnTo>
                    <a:pt x="2098947" y="9524"/>
                  </a:lnTo>
                  <a:lnTo>
                    <a:pt x="2097824" y="9060"/>
                  </a:lnTo>
                  <a:lnTo>
                    <a:pt x="2095964" y="7200"/>
                  </a:lnTo>
                  <a:lnTo>
                    <a:pt x="2095499" y="6077"/>
                  </a:lnTo>
                  <a:lnTo>
                    <a:pt x="2095499" y="3447"/>
                  </a:lnTo>
                  <a:lnTo>
                    <a:pt x="2095964" y="2324"/>
                  </a:lnTo>
                  <a:lnTo>
                    <a:pt x="2097824" y="464"/>
                  </a:lnTo>
                  <a:lnTo>
                    <a:pt x="2098947" y="0"/>
                  </a:lnTo>
                  <a:lnTo>
                    <a:pt x="2101577" y="0"/>
                  </a:lnTo>
                  <a:lnTo>
                    <a:pt x="2102699" y="464"/>
                  </a:lnTo>
                  <a:lnTo>
                    <a:pt x="2104559" y="2324"/>
                  </a:lnTo>
                  <a:lnTo>
                    <a:pt x="2105024" y="3447"/>
                  </a:lnTo>
                  <a:lnTo>
                    <a:pt x="2105024" y="6077"/>
                  </a:lnTo>
                  <a:lnTo>
                    <a:pt x="2104559" y="7200"/>
                  </a:lnTo>
                  <a:lnTo>
                    <a:pt x="2102699" y="9060"/>
                  </a:lnTo>
                  <a:lnTo>
                    <a:pt x="2101577" y="9524"/>
                  </a:lnTo>
                  <a:close/>
                </a:path>
                <a:path w="6486525" h="9525">
                  <a:moveTo>
                    <a:pt x="2149202" y="9524"/>
                  </a:moveTo>
                  <a:lnTo>
                    <a:pt x="2146572" y="9524"/>
                  </a:lnTo>
                  <a:lnTo>
                    <a:pt x="2145449" y="9060"/>
                  </a:lnTo>
                  <a:lnTo>
                    <a:pt x="2143589" y="7200"/>
                  </a:lnTo>
                  <a:lnTo>
                    <a:pt x="2143124" y="6077"/>
                  </a:lnTo>
                  <a:lnTo>
                    <a:pt x="2143124" y="3447"/>
                  </a:lnTo>
                  <a:lnTo>
                    <a:pt x="2143589" y="2324"/>
                  </a:lnTo>
                  <a:lnTo>
                    <a:pt x="2145449" y="464"/>
                  </a:lnTo>
                  <a:lnTo>
                    <a:pt x="2146572" y="0"/>
                  </a:lnTo>
                  <a:lnTo>
                    <a:pt x="2149202" y="0"/>
                  </a:lnTo>
                  <a:lnTo>
                    <a:pt x="2150324" y="464"/>
                  </a:lnTo>
                  <a:lnTo>
                    <a:pt x="2152184" y="2324"/>
                  </a:lnTo>
                  <a:lnTo>
                    <a:pt x="2152649" y="3447"/>
                  </a:lnTo>
                  <a:lnTo>
                    <a:pt x="2152649" y="6077"/>
                  </a:lnTo>
                  <a:lnTo>
                    <a:pt x="2152184" y="7200"/>
                  </a:lnTo>
                  <a:lnTo>
                    <a:pt x="2150324" y="9060"/>
                  </a:lnTo>
                  <a:lnTo>
                    <a:pt x="2149202" y="9524"/>
                  </a:lnTo>
                  <a:close/>
                </a:path>
                <a:path w="6486525" h="9525">
                  <a:moveTo>
                    <a:pt x="2196827" y="9524"/>
                  </a:moveTo>
                  <a:lnTo>
                    <a:pt x="2194197" y="9524"/>
                  </a:lnTo>
                  <a:lnTo>
                    <a:pt x="2193074" y="9060"/>
                  </a:lnTo>
                  <a:lnTo>
                    <a:pt x="2191214" y="7200"/>
                  </a:lnTo>
                  <a:lnTo>
                    <a:pt x="2190749" y="6077"/>
                  </a:lnTo>
                  <a:lnTo>
                    <a:pt x="2190749" y="3447"/>
                  </a:lnTo>
                  <a:lnTo>
                    <a:pt x="2191214" y="2324"/>
                  </a:lnTo>
                  <a:lnTo>
                    <a:pt x="2193074" y="464"/>
                  </a:lnTo>
                  <a:lnTo>
                    <a:pt x="2194197" y="0"/>
                  </a:lnTo>
                  <a:lnTo>
                    <a:pt x="2196827" y="0"/>
                  </a:lnTo>
                  <a:lnTo>
                    <a:pt x="2197949" y="464"/>
                  </a:lnTo>
                  <a:lnTo>
                    <a:pt x="2199809" y="2324"/>
                  </a:lnTo>
                  <a:lnTo>
                    <a:pt x="2200274" y="3447"/>
                  </a:lnTo>
                  <a:lnTo>
                    <a:pt x="2200274" y="6077"/>
                  </a:lnTo>
                  <a:lnTo>
                    <a:pt x="2199809" y="7200"/>
                  </a:lnTo>
                  <a:lnTo>
                    <a:pt x="2197949" y="9060"/>
                  </a:lnTo>
                  <a:lnTo>
                    <a:pt x="2196827" y="9524"/>
                  </a:lnTo>
                  <a:close/>
                </a:path>
                <a:path w="6486525" h="9525">
                  <a:moveTo>
                    <a:pt x="2244452" y="9524"/>
                  </a:moveTo>
                  <a:lnTo>
                    <a:pt x="2241822" y="9524"/>
                  </a:lnTo>
                  <a:lnTo>
                    <a:pt x="2240699" y="9060"/>
                  </a:lnTo>
                  <a:lnTo>
                    <a:pt x="2238839" y="7200"/>
                  </a:lnTo>
                  <a:lnTo>
                    <a:pt x="2238374" y="6077"/>
                  </a:lnTo>
                  <a:lnTo>
                    <a:pt x="2238374" y="3447"/>
                  </a:lnTo>
                  <a:lnTo>
                    <a:pt x="2238839" y="2324"/>
                  </a:lnTo>
                  <a:lnTo>
                    <a:pt x="2240699" y="464"/>
                  </a:lnTo>
                  <a:lnTo>
                    <a:pt x="2241822" y="0"/>
                  </a:lnTo>
                  <a:lnTo>
                    <a:pt x="2244452" y="0"/>
                  </a:lnTo>
                  <a:lnTo>
                    <a:pt x="2245574" y="464"/>
                  </a:lnTo>
                  <a:lnTo>
                    <a:pt x="2247434" y="2324"/>
                  </a:lnTo>
                  <a:lnTo>
                    <a:pt x="2247899" y="3447"/>
                  </a:lnTo>
                  <a:lnTo>
                    <a:pt x="2247899" y="6077"/>
                  </a:lnTo>
                  <a:lnTo>
                    <a:pt x="2247434" y="7200"/>
                  </a:lnTo>
                  <a:lnTo>
                    <a:pt x="2245574" y="9060"/>
                  </a:lnTo>
                  <a:lnTo>
                    <a:pt x="2244452" y="9524"/>
                  </a:lnTo>
                  <a:close/>
                </a:path>
                <a:path w="6486525" h="9525">
                  <a:moveTo>
                    <a:pt x="2292077" y="9524"/>
                  </a:moveTo>
                  <a:lnTo>
                    <a:pt x="2289447" y="9524"/>
                  </a:lnTo>
                  <a:lnTo>
                    <a:pt x="2288324" y="9060"/>
                  </a:lnTo>
                  <a:lnTo>
                    <a:pt x="2286464" y="7200"/>
                  </a:lnTo>
                  <a:lnTo>
                    <a:pt x="2285999" y="6077"/>
                  </a:lnTo>
                  <a:lnTo>
                    <a:pt x="2285999" y="3447"/>
                  </a:lnTo>
                  <a:lnTo>
                    <a:pt x="2286464" y="2324"/>
                  </a:lnTo>
                  <a:lnTo>
                    <a:pt x="2288324" y="464"/>
                  </a:lnTo>
                  <a:lnTo>
                    <a:pt x="2289447" y="0"/>
                  </a:lnTo>
                  <a:lnTo>
                    <a:pt x="2292077" y="0"/>
                  </a:lnTo>
                  <a:lnTo>
                    <a:pt x="2293199" y="464"/>
                  </a:lnTo>
                  <a:lnTo>
                    <a:pt x="2295059" y="2324"/>
                  </a:lnTo>
                  <a:lnTo>
                    <a:pt x="2295524" y="3447"/>
                  </a:lnTo>
                  <a:lnTo>
                    <a:pt x="2295524" y="6077"/>
                  </a:lnTo>
                  <a:lnTo>
                    <a:pt x="2295059" y="7200"/>
                  </a:lnTo>
                  <a:lnTo>
                    <a:pt x="2293199" y="9060"/>
                  </a:lnTo>
                  <a:lnTo>
                    <a:pt x="2292077" y="9524"/>
                  </a:lnTo>
                  <a:close/>
                </a:path>
                <a:path w="6486525" h="9525">
                  <a:moveTo>
                    <a:pt x="2339702" y="9524"/>
                  </a:moveTo>
                  <a:lnTo>
                    <a:pt x="2337072" y="9524"/>
                  </a:lnTo>
                  <a:lnTo>
                    <a:pt x="2335949" y="9060"/>
                  </a:lnTo>
                  <a:lnTo>
                    <a:pt x="2334089" y="7200"/>
                  </a:lnTo>
                  <a:lnTo>
                    <a:pt x="2333624" y="6077"/>
                  </a:lnTo>
                  <a:lnTo>
                    <a:pt x="2333624" y="3447"/>
                  </a:lnTo>
                  <a:lnTo>
                    <a:pt x="2334089" y="2324"/>
                  </a:lnTo>
                  <a:lnTo>
                    <a:pt x="2335949" y="464"/>
                  </a:lnTo>
                  <a:lnTo>
                    <a:pt x="2337072" y="0"/>
                  </a:lnTo>
                  <a:lnTo>
                    <a:pt x="2339702" y="0"/>
                  </a:lnTo>
                  <a:lnTo>
                    <a:pt x="2340824" y="464"/>
                  </a:lnTo>
                  <a:lnTo>
                    <a:pt x="2342684" y="2324"/>
                  </a:lnTo>
                  <a:lnTo>
                    <a:pt x="2343149" y="3447"/>
                  </a:lnTo>
                  <a:lnTo>
                    <a:pt x="2343149" y="6077"/>
                  </a:lnTo>
                  <a:lnTo>
                    <a:pt x="2342684" y="7200"/>
                  </a:lnTo>
                  <a:lnTo>
                    <a:pt x="2340824" y="9060"/>
                  </a:lnTo>
                  <a:lnTo>
                    <a:pt x="2339702" y="9524"/>
                  </a:lnTo>
                  <a:close/>
                </a:path>
                <a:path w="6486525" h="9525">
                  <a:moveTo>
                    <a:pt x="2387327" y="9524"/>
                  </a:moveTo>
                  <a:lnTo>
                    <a:pt x="2384697" y="9524"/>
                  </a:lnTo>
                  <a:lnTo>
                    <a:pt x="2383574" y="9060"/>
                  </a:lnTo>
                  <a:lnTo>
                    <a:pt x="2381714" y="7200"/>
                  </a:lnTo>
                  <a:lnTo>
                    <a:pt x="2381249" y="6077"/>
                  </a:lnTo>
                  <a:lnTo>
                    <a:pt x="2381249" y="3447"/>
                  </a:lnTo>
                  <a:lnTo>
                    <a:pt x="2381714" y="2324"/>
                  </a:lnTo>
                  <a:lnTo>
                    <a:pt x="2383574" y="464"/>
                  </a:lnTo>
                  <a:lnTo>
                    <a:pt x="2384697" y="0"/>
                  </a:lnTo>
                  <a:lnTo>
                    <a:pt x="2387327" y="0"/>
                  </a:lnTo>
                  <a:lnTo>
                    <a:pt x="2388449" y="464"/>
                  </a:lnTo>
                  <a:lnTo>
                    <a:pt x="2390309" y="2324"/>
                  </a:lnTo>
                  <a:lnTo>
                    <a:pt x="2390774" y="3447"/>
                  </a:lnTo>
                  <a:lnTo>
                    <a:pt x="2390774" y="6077"/>
                  </a:lnTo>
                  <a:lnTo>
                    <a:pt x="2390309" y="7200"/>
                  </a:lnTo>
                  <a:lnTo>
                    <a:pt x="2388449" y="9060"/>
                  </a:lnTo>
                  <a:lnTo>
                    <a:pt x="2387327" y="9524"/>
                  </a:lnTo>
                  <a:close/>
                </a:path>
                <a:path w="6486525" h="9525">
                  <a:moveTo>
                    <a:pt x="2434952" y="9524"/>
                  </a:moveTo>
                  <a:lnTo>
                    <a:pt x="2432322" y="9524"/>
                  </a:lnTo>
                  <a:lnTo>
                    <a:pt x="2431199" y="9060"/>
                  </a:lnTo>
                  <a:lnTo>
                    <a:pt x="2429339" y="7200"/>
                  </a:lnTo>
                  <a:lnTo>
                    <a:pt x="2428874" y="6077"/>
                  </a:lnTo>
                  <a:lnTo>
                    <a:pt x="2428874" y="3447"/>
                  </a:lnTo>
                  <a:lnTo>
                    <a:pt x="2429339" y="2324"/>
                  </a:lnTo>
                  <a:lnTo>
                    <a:pt x="2431199" y="464"/>
                  </a:lnTo>
                  <a:lnTo>
                    <a:pt x="2432322" y="0"/>
                  </a:lnTo>
                  <a:lnTo>
                    <a:pt x="2434952" y="0"/>
                  </a:lnTo>
                  <a:lnTo>
                    <a:pt x="2436074" y="464"/>
                  </a:lnTo>
                  <a:lnTo>
                    <a:pt x="2437934" y="2324"/>
                  </a:lnTo>
                  <a:lnTo>
                    <a:pt x="2438399" y="3447"/>
                  </a:lnTo>
                  <a:lnTo>
                    <a:pt x="2438399" y="6077"/>
                  </a:lnTo>
                  <a:lnTo>
                    <a:pt x="2437934" y="7200"/>
                  </a:lnTo>
                  <a:lnTo>
                    <a:pt x="2436074" y="9060"/>
                  </a:lnTo>
                  <a:lnTo>
                    <a:pt x="2434952" y="9524"/>
                  </a:lnTo>
                  <a:close/>
                </a:path>
                <a:path w="6486525" h="9525">
                  <a:moveTo>
                    <a:pt x="2482577" y="9524"/>
                  </a:moveTo>
                  <a:lnTo>
                    <a:pt x="2479947" y="9524"/>
                  </a:lnTo>
                  <a:lnTo>
                    <a:pt x="2478824" y="9060"/>
                  </a:lnTo>
                  <a:lnTo>
                    <a:pt x="2476964" y="7200"/>
                  </a:lnTo>
                  <a:lnTo>
                    <a:pt x="2476499" y="6077"/>
                  </a:lnTo>
                  <a:lnTo>
                    <a:pt x="2476499" y="3447"/>
                  </a:lnTo>
                  <a:lnTo>
                    <a:pt x="2476964" y="2324"/>
                  </a:lnTo>
                  <a:lnTo>
                    <a:pt x="2478824" y="464"/>
                  </a:lnTo>
                  <a:lnTo>
                    <a:pt x="2479947" y="0"/>
                  </a:lnTo>
                  <a:lnTo>
                    <a:pt x="2482577" y="0"/>
                  </a:lnTo>
                  <a:lnTo>
                    <a:pt x="2483699" y="464"/>
                  </a:lnTo>
                  <a:lnTo>
                    <a:pt x="2485559" y="2324"/>
                  </a:lnTo>
                  <a:lnTo>
                    <a:pt x="2486024" y="3447"/>
                  </a:lnTo>
                  <a:lnTo>
                    <a:pt x="2486024" y="6077"/>
                  </a:lnTo>
                  <a:lnTo>
                    <a:pt x="2485559" y="7200"/>
                  </a:lnTo>
                  <a:lnTo>
                    <a:pt x="2483699" y="9060"/>
                  </a:lnTo>
                  <a:lnTo>
                    <a:pt x="2482577" y="9524"/>
                  </a:lnTo>
                  <a:close/>
                </a:path>
                <a:path w="6486525" h="9525">
                  <a:moveTo>
                    <a:pt x="2530202" y="9524"/>
                  </a:moveTo>
                  <a:lnTo>
                    <a:pt x="2527572" y="9524"/>
                  </a:lnTo>
                  <a:lnTo>
                    <a:pt x="2526449" y="9060"/>
                  </a:lnTo>
                  <a:lnTo>
                    <a:pt x="2524589" y="7200"/>
                  </a:lnTo>
                  <a:lnTo>
                    <a:pt x="2524124" y="6077"/>
                  </a:lnTo>
                  <a:lnTo>
                    <a:pt x="2524124" y="3447"/>
                  </a:lnTo>
                  <a:lnTo>
                    <a:pt x="2524589" y="2324"/>
                  </a:lnTo>
                  <a:lnTo>
                    <a:pt x="2526449" y="464"/>
                  </a:lnTo>
                  <a:lnTo>
                    <a:pt x="2527572" y="0"/>
                  </a:lnTo>
                  <a:lnTo>
                    <a:pt x="2530202" y="0"/>
                  </a:lnTo>
                  <a:lnTo>
                    <a:pt x="2531325" y="464"/>
                  </a:lnTo>
                  <a:lnTo>
                    <a:pt x="2533184" y="2324"/>
                  </a:lnTo>
                  <a:lnTo>
                    <a:pt x="2533649" y="3447"/>
                  </a:lnTo>
                  <a:lnTo>
                    <a:pt x="2533649" y="6077"/>
                  </a:lnTo>
                  <a:lnTo>
                    <a:pt x="2533184" y="7200"/>
                  </a:lnTo>
                  <a:lnTo>
                    <a:pt x="2531325" y="9060"/>
                  </a:lnTo>
                  <a:lnTo>
                    <a:pt x="2530202" y="9524"/>
                  </a:lnTo>
                  <a:close/>
                </a:path>
                <a:path w="6486525" h="9525">
                  <a:moveTo>
                    <a:pt x="2577827" y="9524"/>
                  </a:moveTo>
                  <a:lnTo>
                    <a:pt x="2575197" y="9524"/>
                  </a:lnTo>
                  <a:lnTo>
                    <a:pt x="2574074" y="9060"/>
                  </a:lnTo>
                  <a:lnTo>
                    <a:pt x="2572214" y="7200"/>
                  </a:lnTo>
                  <a:lnTo>
                    <a:pt x="2571749" y="6077"/>
                  </a:lnTo>
                  <a:lnTo>
                    <a:pt x="2571749" y="3447"/>
                  </a:lnTo>
                  <a:lnTo>
                    <a:pt x="2572214" y="2324"/>
                  </a:lnTo>
                  <a:lnTo>
                    <a:pt x="2574074" y="464"/>
                  </a:lnTo>
                  <a:lnTo>
                    <a:pt x="2575197" y="0"/>
                  </a:lnTo>
                  <a:lnTo>
                    <a:pt x="2577827" y="0"/>
                  </a:lnTo>
                  <a:lnTo>
                    <a:pt x="2578950" y="464"/>
                  </a:lnTo>
                  <a:lnTo>
                    <a:pt x="2580809" y="2324"/>
                  </a:lnTo>
                  <a:lnTo>
                    <a:pt x="2581274" y="3447"/>
                  </a:lnTo>
                  <a:lnTo>
                    <a:pt x="2581274" y="6077"/>
                  </a:lnTo>
                  <a:lnTo>
                    <a:pt x="2580809" y="7200"/>
                  </a:lnTo>
                  <a:lnTo>
                    <a:pt x="2578950" y="9060"/>
                  </a:lnTo>
                  <a:lnTo>
                    <a:pt x="2577827" y="9524"/>
                  </a:lnTo>
                  <a:close/>
                </a:path>
                <a:path w="6486525" h="9525">
                  <a:moveTo>
                    <a:pt x="2625452" y="9524"/>
                  </a:moveTo>
                  <a:lnTo>
                    <a:pt x="2622822" y="9524"/>
                  </a:lnTo>
                  <a:lnTo>
                    <a:pt x="2621699" y="9060"/>
                  </a:lnTo>
                  <a:lnTo>
                    <a:pt x="2619840" y="7200"/>
                  </a:lnTo>
                  <a:lnTo>
                    <a:pt x="2619374" y="6077"/>
                  </a:lnTo>
                  <a:lnTo>
                    <a:pt x="2619374" y="3447"/>
                  </a:lnTo>
                  <a:lnTo>
                    <a:pt x="2619840" y="2324"/>
                  </a:lnTo>
                  <a:lnTo>
                    <a:pt x="2621699" y="464"/>
                  </a:lnTo>
                  <a:lnTo>
                    <a:pt x="2622822" y="0"/>
                  </a:lnTo>
                  <a:lnTo>
                    <a:pt x="2625452" y="0"/>
                  </a:lnTo>
                  <a:lnTo>
                    <a:pt x="2626575" y="464"/>
                  </a:lnTo>
                  <a:lnTo>
                    <a:pt x="2628434" y="2324"/>
                  </a:lnTo>
                  <a:lnTo>
                    <a:pt x="2628899" y="3447"/>
                  </a:lnTo>
                  <a:lnTo>
                    <a:pt x="2628899" y="6077"/>
                  </a:lnTo>
                  <a:lnTo>
                    <a:pt x="2628434" y="7200"/>
                  </a:lnTo>
                  <a:lnTo>
                    <a:pt x="2626575" y="9060"/>
                  </a:lnTo>
                  <a:lnTo>
                    <a:pt x="2625452" y="9524"/>
                  </a:lnTo>
                  <a:close/>
                </a:path>
                <a:path w="6486525" h="9525">
                  <a:moveTo>
                    <a:pt x="2673077" y="9524"/>
                  </a:moveTo>
                  <a:lnTo>
                    <a:pt x="2670447" y="9524"/>
                  </a:lnTo>
                  <a:lnTo>
                    <a:pt x="2669324" y="9060"/>
                  </a:lnTo>
                  <a:lnTo>
                    <a:pt x="2667464" y="7200"/>
                  </a:lnTo>
                  <a:lnTo>
                    <a:pt x="2666999" y="6077"/>
                  </a:lnTo>
                  <a:lnTo>
                    <a:pt x="2666999" y="3447"/>
                  </a:lnTo>
                  <a:lnTo>
                    <a:pt x="2667464" y="2324"/>
                  </a:lnTo>
                  <a:lnTo>
                    <a:pt x="2669324" y="464"/>
                  </a:lnTo>
                  <a:lnTo>
                    <a:pt x="2670447" y="0"/>
                  </a:lnTo>
                  <a:lnTo>
                    <a:pt x="2673077" y="0"/>
                  </a:lnTo>
                  <a:lnTo>
                    <a:pt x="2674200" y="464"/>
                  </a:lnTo>
                  <a:lnTo>
                    <a:pt x="2676059" y="2324"/>
                  </a:lnTo>
                  <a:lnTo>
                    <a:pt x="2676524" y="3447"/>
                  </a:lnTo>
                  <a:lnTo>
                    <a:pt x="2676524" y="6077"/>
                  </a:lnTo>
                  <a:lnTo>
                    <a:pt x="2676059" y="7200"/>
                  </a:lnTo>
                  <a:lnTo>
                    <a:pt x="2674200" y="9060"/>
                  </a:lnTo>
                  <a:lnTo>
                    <a:pt x="2673077" y="9524"/>
                  </a:lnTo>
                  <a:close/>
                </a:path>
                <a:path w="6486525" h="9525">
                  <a:moveTo>
                    <a:pt x="2720702" y="9524"/>
                  </a:moveTo>
                  <a:lnTo>
                    <a:pt x="2718072" y="9524"/>
                  </a:lnTo>
                  <a:lnTo>
                    <a:pt x="2716949" y="9060"/>
                  </a:lnTo>
                  <a:lnTo>
                    <a:pt x="2715089" y="7200"/>
                  </a:lnTo>
                  <a:lnTo>
                    <a:pt x="2714624" y="6077"/>
                  </a:lnTo>
                  <a:lnTo>
                    <a:pt x="2714624" y="3447"/>
                  </a:lnTo>
                  <a:lnTo>
                    <a:pt x="2715089" y="2324"/>
                  </a:lnTo>
                  <a:lnTo>
                    <a:pt x="2716949" y="464"/>
                  </a:lnTo>
                  <a:lnTo>
                    <a:pt x="2718072" y="0"/>
                  </a:lnTo>
                  <a:lnTo>
                    <a:pt x="2720702" y="0"/>
                  </a:lnTo>
                  <a:lnTo>
                    <a:pt x="2721824" y="464"/>
                  </a:lnTo>
                  <a:lnTo>
                    <a:pt x="2723684" y="2324"/>
                  </a:lnTo>
                  <a:lnTo>
                    <a:pt x="2724149" y="3447"/>
                  </a:lnTo>
                  <a:lnTo>
                    <a:pt x="2724149" y="6077"/>
                  </a:lnTo>
                  <a:lnTo>
                    <a:pt x="2723684" y="7200"/>
                  </a:lnTo>
                  <a:lnTo>
                    <a:pt x="2721824" y="9060"/>
                  </a:lnTo>
                  <a:lnTo>
                    <a:pt x="2720702" y="9524"/>
                  </a:lnTo>
                  <a:close/>
                </a:path>
                <a:path w="6486525" h="9525">
                  <a:moveTo>
                    <a:pt x="2768327" y="9524"/>
                  </a:moveTo>
                  <a:lnTo>
                    <a:pt x="2765697" y="9524"/>
                  </a:lnTo>
                  <a:lnTo>
                    <a:pt x="2764574" y="9060"/>
                  </a:lnTo>
                  <a:lnTo>
                    <a:pt x="2762714" y="7200"/>
                  </a:lnTo>
                  <a:lnTo>
                    <a:pt x="2762249" y="6077"/>
                  </a:lnTo>
                  <a:lnTo>
                    <a:pt x="2762249" y="3447"/>
                  </a:lnTo>
                  <a:lnTo>
                    <a:pt x="2762714" y="2324"/>
                  </a:lnTo>
                  <a:lnTo>
                    <a:pt x="2764574" y="464"/>
                  </a:lnTo>
                  <a:lnTo>
                    <a:pt x="2765697" y="0"/>
                  </a:lnTo>
                  <a:lnTo>
                    <a:pt x="2768327" y="0"/>
                  </a:lnTo>
                  <a:lnTo>
                    <a:pt x="2769450" y="464"/>
                  </a:lnTo>
                  <a:lnTo>
                    <a:pt x="2771309" y="2324"/>
                  </a:lnTo>
                  <a:lnTo>
                    <a:pt x="2771774" y="3447"/>
                  </a:lnTo>
                  <a:lnTo>
                    <a:pt x="2771774" y="6077"/>
                  </a:lnTo>
                  <a:lnTo>
                    <a:pt x="2771309" y="7200"/>
                  </a:lnTo>
                  <a:lnTo>
                    <a:pt x="2769450" y="9060"/>
                  </a:lnTo>
                  <a:lnTo>
                    <a:pt x="2768327" y="9524"/>
                  </a:lnTo>
                  <a:close/>
                </a:path>
                <a:path w="6486525" h="9525">
                  <a:moveTo>
                    <a:pt x="2815952" y="9524"/>
                  </a:moveTo>
                  <a:lnTo>
                    <a:pt x="2813322" y="9524"/>
                  </a:lnTo>
                  <a:lnTo>
                    <a:pt x="2812199" y="9060"/>
                  </a:lnTo>
                  <a:lnTo>
                    <a:pt x="2810339" y="7200"/>
                  </a:lnTo>
                  <a:lnTo>
                    <a:pt x="2809874" y="6077"/>
                  </a:lnTo>
                  <a:lnTo>
                    <a:pt x="2809874" y="3447"/>
                  </a:lnTo>
                  <a:lnTo>
                    <a:pt x="2810339" y="2324"/>
                  </a:lnTo>
                  <a:lnTo>
                    <a:pt x="2812199" y="464"/>
                  </a:lnTo>
                  <a:lnTo>
                    <a:pt x="2813322" y="0"/>
                  </a:lnTo>
                  <a:lnTo>
                    <a:pt x="2815952" y="0"/>
                  </a:lnTo>
                  <a:lnTo>
                    <a:pt x="2817074" y="464"/>
                  </a:lnTo>
                  <a:lnTo>
                    <a:pt x="2818934" y="2324"/>
                  </a:lnTo>
                  <a:lnTo>
                    <a:pt x="2819399" y="3447"/>
                  </a:lnTo>
                  <a:lnTo>
                    <a:pt x="2819399" y="6077"/>
                  </a:lnTo>
                  <a:lnTo>
                    <a:pt x="2818934" y="7200"/>
                  </a:lnTo>
                  <a:lnTo>
                    <a:pt x="2817074" y="9060"/>
                  </a:lnTo>
                  <a:lnTo>
                    <a:pt x="2815952" y="9524"/>
                  </a:lnTo>
                  <a:close/>
                </a:path>
                <a:path w="6486525" h="9525">
                  <a:moveTo>
                    <a:pt x="2863577" y="9524"/>
                  </a:moveTo>
                  <a:lnTo>
                    <a:pt x="2860947" y="9524"/>
                  </a:lnTo>
                  <a:lnTo>
                    <a:pt x="2859824" y="9060"/>
                  </a:lnTo>
                  <a:lnTo>
                    <a:pt x="2857964" y="7200"/>
                  </a:lnTo>
                  <a:lnTo>
                    <a:pt x="2857499" y="6077"/>
                  </a:lnTo>
                  <a:lnTo>
                    <a:pt x="2857499" y="3447"/>
                  </a:lnTo>
                  <a:lnTo>
                    <a:pt x="2857964" y="2324"/>
                  </a:lnTo>
                  <a:lnTo>
                    <a:pt x="2859824" y="464"/>
                  </a:lnTo>
                  <a:lnTo>
                    <a:pt x="2860947" y="0"/>
                  </a:lnTo>
                  <a:lnTo>
                    <a:pt x="2863577" y="0"/>
                  </a:lnTo>
                  <a:lnTo>
                    <a:pt x="2864700" y="464"/>
                  </a:lnTo>
                  <a:lnTo>
                    <a:pt x="2866559" y="2324"/>
                  </a:lnTo>
                  <a:lnTo>
                    <a:pt x="2867024" y="3447"/>
                  </a:lnTo>
                  <a:lnTo>
                    <a:pt x="2867024" y="6077"/>
                  </a:lnTo>
                  <a:lnTo>
                    <a:pt x="2866559" y="7200"/>
                  </a:lnTo>
                  <a:lnTo>
                    <a:pt x="2864700" y="9060"/>
                  </a:lnTo>
                  <a:lnTo>
                    <a:pt x="2863577" y="9524"/>
                  </a:lnTo>
                  <a:close/>
                </a:path>
                <a:path w="6486525" h="9525">
                  <a:moveTo>
                    <a:pt x="2911202" y="9524"/>
                  </a:moveTo>
                  <a:lnTo>
                    <a:pt x="2908572" y="9524"/>
                  </a:lnTo>
                  <a:lnTo>
                    <a:pt x="2907449" y="9060"/>
                  </a:lnTo>
                  <a:lnTo>
                    <a:pt x="2905589" y="7200"/>
                  </a:lnTo>
                  <a:lnTo>
                    <a:pt x="2905124" y="6077"/>
                  </a:lnTo>
                  <a:lnTo>
                    <a:pt x="2905124" y="3447"/>
                  </a:lnTo>
                  <a:lnTo>
                    <a:pt x="2905589" y="2324"/>
                  </a:lnTo>
                  <a:lnTo>
                    <a:pt x="2907449" y="464"/>
                  </a:lnTo>
                  <a:lnTo>
                    <a:pt x="2908572" y="0"/>
                  </a:lnTo>
                  <a:lnTo>
                    <a:pt x="2911202" y="0"/>
                  </a:lnTo>
                  <a:lnTo>
                    <a:pt x="2912325" y="464"/>
                  </a:lnTo>
                  <a:lnTo>
                    <a:pt x="2914184" y="2324"/>
                  </a:lnTo>
                  <a:lnTo>
                    <a:pt x="2914649" y="3447"/>
                  </a:lnTo>
                  <a:lnTo>
                    <a:pt x="2914649" y="6077"/>
                  </a:lnTo>
                  <a:lnTo>
                    <a:pt x="2914184" y="7200"/>
                  </a:lnTo>
                  <a:lnTo>
                    <a:pt x="2912325" y="9060"/>
                  </a:lnTo>
                  <a:lnTo>
                    <a:pt x="2911202" y="9524"/>
                  </a:lnTo>
                  <a:close/>
                </a:path>
                <a:path w="6486525" h="9525">
                  <a:moveTo>
                    <a:pt x="2958827" y="9524"/>
                  </a:moveTo>
                  <a:lnTo>
                    <a:pt x="2956197" y="9524"/>
                  </a:lnTo>
                  <a:lnTo>
                    <a:pt x="2955074" y="9060"/>
                  </a:lnTo>
                  <a:lnTo>
                    <a:pt x="2953214" y="7200"/>
                  </a:lnTo>
                  <a:lnTo>
                    <a:pt x="2952749" y="6077"/>
                  </a:lnTo>
                  <a:lnTo>
                    <a:pt x="2952749" y="3447"/>
                  </a:lnTo>
                  <a:lnTo>
                    <a:pt x="2953214" y="2324"/>
                  </a:lnTo>
                  <a:lnTo>
                    <a:pt x="2955074" y="464"/>
                  </a:lnTo>
                  <a:lnTo>
                    <a:pt x="2956197" y="0"/>
                  </a:lnTo>
                  <a:lnTo>
                    <a:pt x="2958827" y="0"/>
                  </a:lnTo>
                  <a:lnTo>
                    <a:pt x="2959949" y="464"/>
                  </a:lnTo>
                  <a:lnTo>
                    <a:pt x="2961809" y="2324"/>
                  </a:lnTo>
                  <a:lnTo>
                    <a:pt x="2962274" y="3447"/>
                  </a:lnTo>
                  <a:lnTo>
                    <a:pt x="2962274" y="6077"/>
                  </a:lnTo>
                  <a:lnTo>
                    <a:pt x="2961809" y="7200"/>
                  </a:lnTo>
                  <a:lnTo>
                    <a:pt x="2959949" y="9060"/>
                  </a:lnTo>
                  <a:lnTo>
                    <a:pt x="2958827" y="9524"/>
                  </a:lnTo>
                  <a:close/>
                </a:path>
                <a:path w="6486525" h="9525">
                  <a:moveTo>
                    <a:pt x="3006452" y="9524"/>
                  </a:moveTo>
                  <a:lnTo>
                    <a:pt x="3003822" y="9524"/>
                  </a:lnTo>
                  <a:lnTo>
                    <a:pt x="3002699" y="9060"/>
                  </a:lnTo>
                  <a:lnTo>
                    <a:pt x="3000839" y="7200"/>
                  </a:lnTo>
                  <a:lnTo>
                    <a:pt x="3000374" y="6077"/>
                  </a:lnTo>
                  <a:lnTo>
                    <a:pt x="3000374" y="3447"/>
                  </a:lnTo>
                  <a:lnTo>
                    <a:pt x="3000839" y="2324"/>
                  </a:lnTo>
                  <a:lnTo>
                    <a:pt x="3002699" y="464"/>
                  </a:lnTo>
                  <a:lnTo>
                    <a:pt x="3003822" y="0"/>
                  </a:lnTo>
                  <a:lnTo>
                    <a:pt x="3006452" y="0"/>
                  </a:lnTo>
                  <a:lnTo>
                    <a:pt x="3007574" y="464"/>
                  </a:lnTo>
                  <a:lnTo>
                    <a:pt x="3009434" y="2324"/>
                  </a:lnTo>
                  <a:lnTo>
                    <a:pt x="3009899" y="3447"/>
                  </a:lnTo>
                  <a:lnTo>
                    <a:pt x="3009899" y="6077"/>
                  </a:lnTo>
                  <a:lnTo>
                    <a:pt x="3009434" y="7200"/>
                  </a:lnTo>
                  <a:lnTo>
                    <a:pt x="3007574" y="9060"/>
                  </a:lnTo>
                  <a:lnTo>
                    <a:pt x="3006452" y="9524"/>
                  </a:lnTo>
                  <a:close/>
                </a:path>
                <a:path w="6486525" h="9525">
                  <a:moveTo>
                    <a:pt x="3054077" y="9524"/>
                  </a:moveTo>
                  <a:lnTo>
                    <a:pt x="3051447" y="9524"/>
                  </a:lnTo>
                  <a:lnTo>
                    <a:pt x="3050324" y="9060"/>
                  </a:lnTo>
                  <a:lnTo>
                    <a:pt x="3048464" y="7200"/>
                  </a:lnTo>
                  <a:lnTo>
                    <a:pt x="3047999" y="6077"/>
                  </a:lnTo>
                  <a:lnTo>
                    <a:pt x="3047999" y="3447"/>
                  </a:lnTo>
                  <a:lnTo>
                    <a:pt x="3048464" y="2324"/>
                  </a:lnTo>
                  <a:lnTo>
                    <a:pt x="3050324" y="464"/>
                  </a:lnTo>
                  <a:lnTo>
                    <a:pt x="3051447" y="0"/>
                  </a:lnTo>
                  <a:lnTo>
                    <a:pt x="3054077" y="0"/>
                  </a:lnTo>
                  <a:lnTo>
                    <a:pt x="3055199" y="464"/>
                  </a:lnTo>
                  <a:lnTo>
                    <a:pt x="3057059" y="2324"/>
                  </a:lnTo>
                  <a:lnTo>
                    <a:pt x="3057524" y="3447"/>
                  </a:lnTo>
                  <a:lnTo>
                    <a:pt x="3057524" y="6077"/>
                  </a:lnTo>
                  <a:lnTo>
                    <a:pt x="3057059" y="7200"/>
                  </a:lnTo>
                  <a:lnTo>
                    <a:pt x="3055199" y="9060"/>
                  </a:lnTo>
                  <a:lnTo>
                    <a:pt x="3054077" y="9524"/>
                  </a:lnTo>
                  <a:close/>
                </a:path>
                <a:path w="6486525" h="9525">
                  <a:moveTo>
                    <a:pt x="3101702" y="9524"/>
                  </a:moveTo>
                  <a:lnTo>
                    <a:pt x="3099072" y="9524"/>
                  </a:lnTo>
                  <a:lnTo>
                    <a:pt x="3097949" y="9060"/>
                  </a:lnTo>
                  <a:lnTo>
                    <a:pt x="3096089" y="7200"/>
                  </a:lnTo>
                  <a:lnTo>
                    <a:pt x="3095624" y="6077"/>
                  </a:lnTo>
                  <a:lnTo>
                    <a:pt x="3095624" y="3447"/>
                  </a:lnTo>
                  <a:lnTo>
                    <a:pt x="3096089" y="2324"/>
                  </a:lnTo>
                  <a:lnTo>
                    <a:pt x="3097949" y="464"/>
                  </a:lnTo>
                  <a:lnTo>
                    <a:pt x="3099072" y="0"/>
                  </a:lnTo>
                  <a:lnTo>
                    <a:pt x="3101702" y="0"/>
                  </a:lnTo>
                  <a:lnTo>
                    <a:pt x="3102825" y="464"/>
                  </a:lnTo>
                  <a:lnTo>
                    <a:pt x="3104684" y="2324"/>
                  </a:lnTo>
                  <a:lnTo>
                    <a:pt x="3105149" y="3447"/>
                  </a:lnTo>
                  <a:lnTo>
                    <a:pt x="3105149" y="6077"/>
                  </a:lnTo>
                  <a:lnTo>
                    <a:pt x="3104684" y="7200"/>
                  </a:lnTo>
                  <a:lnTo>
                    <a:pt x="3102825" y="9060"/>
                  </a:lnTo>
                  <a:lnTo>
                    <a:pt x="3101702" y="9524"/>
                  </a:lnTo>
                  <a:close/>
                </a:path>
                <a:path w="6486525" h="9525">
                  <a:moveTo>
                    <a:pt x="3149327" y="9524"/>
                  </a:moveTo>
                  <a:lnTo>
                    <a:pt x="3146697" y="9524"/>
                  </a:lnTo>
                  <a:lnTo>
                    <a:pt x="3145574" y="9060"/>
                  </a:lnTo>
                  <a:lnTo>
                    <a:pt x="3143714" y="7200"/>
                  </a:lnTo>
                  <a:lnTo>
                    <a:pt x="3143249" y="6077"/>
                  </a:lnTo>
                  <a:lnTo>
                    <a:pt x="3143249" y="3447"/>
                  </a:lnTo>
                  <a:lnTo>
                    <a:pt x="3143714" y="2324"/>
                  </a:lnTo>
                  <a:lnTo>
                    <a:pt x="3145574" y="464"/>
                  </a:lnTo>
                  <a:lnTo>
                    <a:pt x="3146697" y="0"/>
                  </a:lnTo>
                  <a:lnTo>
                    <a:pt x="3149327" y="0"/>
                  </a:lnTo>
                  <a:lnTo>
                    <a:pt x="3150450" y="464"/>
                  </a:lnTo>
                  <a:lnTo>
                    <a:pt x="3152309" y="2324"/>
                  </a:lnTo>
                  <a:lnTo>
                    <a:pt x="3152774" y="3447"/>
                  </a:lnTo>
                  <a:lnTo>
                    <a:pt x="3152774" y="6077"/>
                  </a:lnTo>
                  <a:lnTo>
                    <a:pt x="3152309" y="7200"/>
                  </a:lnTo>
                  <a:lnTo>
                    <a:pt x="3150450" y="9060"/>
                  </a:lnTo>
                  <a:lnTo>
                    <a:pt x="3149327" y="9524"/>
                  </a:lnTo>
                  <a:close/>
                </a:path>
                <a:path w="6486525" h="9525">
                  <a:moveTo>
                    <a:pt x="3196952" y="9524"/>
                  </a:moveTo>
                  <a:lnTo>
                    <a:pt x="3194322" y="9524"/>
                  </a:lnTo>
                  <a:lnTo>
                    <a:pt x="3193199" y="9060"/>
                  </a:lnTo>
                  <a:lnTo>
                    <a:pt x="3191339" y="7200"/>
                  </a:lnTo>
                  <a:lnTo>
                    <a:pt x="3190874" y="6077"/>
                  </a:lnTo>
                  <a:lnTo>
                    <a:pt x="3190874" y="3447"/>
                  </a:lnTo>
                  <a:lnTo>
                    <a:pt x="3191339" y="2324"/>
                  </a:lnTo>
                  <a:lnTo>
                    <a:pt x="3193199" y="464"/>
                  </a:lnTo>
                  <a:lnTo>
                    <a:pt x="3194322" y="0"/>
                  </a:lnTo>
                  <a:lnTo>
                    <a:pt x="3196952" y="0"/>
                  </a:lnTo>
                  <a:lnTo>
                    <a:pt x="3198074" y="464"/>
                  </a:lnTo>
                  <a:lnTo>
                    <a:pt x="3199934" y="2324"/>
                  </a:lnTo>
                  <a:lnTo>
                    <a:pt x="3200399" y="3447"/>
                  </a:lnTo>
                  <a:lnTo>
                    <a:pt x="3200399" y="6077"/>
                  </a:lnTo>
                  <a:lnTo>
                    <a:pt x="3199934" y="7200"/>
                  </a:lnTo>
                  <a:lnTo>
                    <a:pt x="3198074" y="9060"/>
                  </a:lnTo>
                  <a:lnTo>
                    <a:pt x="3196952" y="9524"/>
                  </a:lnTo>
                  <a:close/>
                </a:path>
                <a:path w="6486525" h="9525">
                  <a:moveTo>
                    <a:pt x="3244577" y="9524"/>
                  </a:moveTo>
                  <a:lnTo>
                    <a:pt x="3241947" y="9524"/>
                  </a:lnTo>
                  <a:lnTo>
                    <a:pt x="3240824" y="9060"/>
                  </a:lnTo>
                  <a:lnTo>
                    <a:pt x="3238964" y="7200"/>
                  </a:lnTo>
                  <a:lnTo>
                    <a:pt x="3238499" y="6077"/>
                  </a:lnTo>
                  <a:lnTo>
                    <a:pt x="3238499" y="3447"/>
                  </a:lnTo>
                  <a:lnTo>
                    <a:pt x="3238964" y="2324"/>
                  </a:lnTo>
                  <a:lnTo>
                    <a:pt x="3240824" y="464"/>
                  </a:lnTo>
                  <a:lnTo>
                    <a:pt x="3241947" y="0"/>
                  </a:lnTo>
                  <a:lnTo>
                    <a:pt x="3244577" y="0"/>
                  </a:lnTo>
                  <a:lnTo>
                    <a:pt x="3245699" y="464"/>
                  </a:lnTo>
                  <a:lnTo>
                    <a:pt x="3247559" y="2324"/>
                  </a:lnTo>
                  <a:lnTo>
                    <a:pt x="3248024" y="3447"/>
                  </a:lnTo>
                  <a:lnTo>
                    <a:pt x="3248024" y="6077"/>
                  </a:lnTo>
                  <a:lnTo>
                    <a:pt x="3247559" y="7200"/>
                  </a:lnTo>
                  <a:lnTo>
                    <a:pt x="3245699" y="9060"/>
                  </a:lnTo>
                  <a:lnTo>
                    <a:pt x="3244577" y="9524"/>
                  </a:lnTo>
                  <a:close/>
                </a:path>
                <a:path w="6486525" h="9525">
                  <a:moveTo>
                    <a:pt x="3292202" y="9524"/>
                  </a:moveTo>
                  <a:lnTo>
                    <a:pt x="3289572" y="9524"/>
                  </a:lnTo>
                  <a:lnTo>
                    <a:pt x="3288449" y="9060"/>
                  </a:lnTo>
                  <a:lnTo>
                    <a:pt x="3286589" y="7200"/>
                  </a:lnTo>
                  <a:lnTo>
                    <a:pt x="3286124" y="6077"/>
                  </a:lnTo>
                  <a:lnTo>
                    <a:pt x="3286124" y="3447"/>
                  </a:lnTo>
                  <a:lnTo>
                    <a:pt x="3286589" y="2324"/>
                  </a:lnTo>
                  <a:lnTo>
                    <a:pt x="3288449" y="464"/>
                  </a:lnTo>
                  <a:lnTo>
                    <a:pt x="3289572" y="0"/>
                  </a:lnTo>
                  <a:lnTo>
                    <a:pt x="3292202" y="0"/>
                  </a:lnTo>
                  <a:lnTo>
                    <a:pt x="3293325" y="464"/>
                  </a:lnTo>
                  <a:lnTo>
                    <a:pt x="3295184" y="2324"/>
                  </a:lnTo>
                  <a:lnTo>
                    <a:pt x="3295649" y="3447"/>
                  </a:lnTo>
                  <a:lnTo>
                    <a:pt x="3295649" y="6077"/>
                  </a:lnTo>
                  <a:lnTo>
                    <a:pt x="3295184" y="7200"/>
                  </a:lnTo>
                  <a:lnTo>
                    <a:pt x="3293325" y="9060"/>
                  </a:lnTo>
                  <a:lnTo>
                    <a:pt x="3292202" y="9524"/>
                  </a:lnTo>
                  <a:close/>
                </a:path>
                <a:path w="6486525" h="9525">
                  <a:moveTo>
                    <a:pt x="3339827" y="9524"/>
                  </a:moveTo>
                  <a:lnTo>
                    <a:pt x="3337197" y="9524"/>
                  </a:lnTo>
                  <a:lnTo>
                    <a:pt x="3336074" y="9060"/>
                  </a:lnTo>
                  <a:lnTo>
                    <a:pt x="3334214" y="7200"/>
                  </a:lnTo>
                  <a:lnTo>
                    <a:pt x="3333749" y="6077"/>
                  </a:lnTo>
                  <a:lnTo>
                    <a:pt x="3333749" y="3447"/>
                  </a:lnTo>
                  <a:lnTo>
                    <a:pt x="3334214" y="2324"/>
                  </a:lnTo>
                  <a:lnTo>
                    <a:pt x="3336074" y="464"/>
                  </a:lnTo>
                  <a:lnTo>
                    <a:pt x="3337197" y="0"/>
                  </a:lnTo>
                  <a:lnTo>
                    <a:pt x="3339827" y="0"/>
                  </a:lnTo>
                  <a:lnTo>
                    <a:pt x="3340950" y="464"/>
                  </a:lnTo>
                  <a:lnTo>
                    <a:pt x="3342809" y="2324"/>
                  </a:lnTo>
                  <a:lnTo>
                    <a:pt x="3343274" y="3447"/>
                  </a:lnTo>
                  <a:lnTo>
                    <a:pt x="3343274" y="6077"/>
                  </a:lnTo>
                  <a:lnTo>
                    <a:pt x="3342809" y="7200"/>
                  </a:lnTo>
                  <a:lnTo>
                    <a:pt x="3340950" y="9060"/>
                  </a:lnTo>
                  <a:lnTo>
                    <a:pt x="3339827" y="9524"/>
                  </a:lnTo>
                  <a:close/>
                </a:path>
                <a:path w="6486525" h="9525">
                  <a:moveTo>
                    <a:pt x="3387452" y="9524"/>
                  </a:moveTo>
                  <a:lnTo>
                    <a:pt x="3384822" y="9524"/>
                  </a:lnTo>
                  <a:lnTo>
                    <a:pt x="3383699" y="9060"/>
                  </a:lnTo>
                  <a:lnTo>
                    <a:pt x="3381839" y="7200"/>
                  </a:lnTo>
                  <a:lnTo>
                    <a:pt x="3381374" y="6077"/>
                  </a:lnTo>
                  <a:lnTo>
                    <a:pt x="3381374" y="3447"/>
                  </a:lnTo>
                  <a:lnTo>
                    <a:pt x="3381839" y="2324"/>
                  </a:lnTo>
                  <a:lnTo>
                    <a:pt x="3383699" y="464"/>
                  </a:lnTo>
                  <a:lnTo>
                    <a:pt x="3384822" y="0"/>
                  </a:lnTo>
                  <a:lnTo>
                    <a:pt x="3387452" y="0"/>
                  </a:lnTo>
                  <a:lnTo>
                    <a:pt x="3388575" y="464"/>
                  </a:lnTo>
                  <a:lnTo>
                    <a:pt x="3390434" y="2324"/>
                  </a:lnTo>
                  <a:lnTo>
                    <a:pt x="3390899" y="3447"/>
                  </a:lnTo>
                  <a:lnTo>
                    <a:pt x="3390899" y="6077"/>
                  </a:lnTo>
                  <a:lnTo>
                    <a:pt x="3390434" y="7200"/>
                  </a:lnTo>
                  <a:lnTo>
                    <a:pt x="3388575" y="9060"/>
                  </a:lnTo>
                  <a:lnTo>
                    <a:pt x="3387452" y="9524"/>
                  </a:lnTo>
                  <a:close/>
                </a:path>
                <a:path w="6486525" h="9525">
                  <a:moveTo>
                    <a:pt x="3435077" y="9524"/>
                  </a:moveTo>
                  <a:lnTo>
                    <a:pt x="3432447" y="9524"/>
                  </a:lnTo>
                  <a:lnTo>
                    <a:pt x="3431324" y="9060"/>
                  </a:lnTo>
                  <a:lnTo>
                    <a:pt x="3429464" y="7200"/>
                  </a:lnTo>
                  <a:lnTo>
                    <a:pt x="3428999" y="6077"/>
                  </a:lnTo>
                  <a:lnTo>
                    <a:pt x="3428999" y="3447"/>
                  </a:lnTo>
                  <a:lnTo>
                    <a:pt x="3429464" y="2324"/>
                  </a:lnTo>
                  <a:lnTo>
                    <a:pt x="3431324" y="464"/>
                  </a:lnTo>
                  <a:lnTo>
                    <a:pt x="3432447" y="0"/>
                  </a:lnTo>
                  <a:lnTo>
                    <a:pt x="3435077" y="0"/>
                  </a:lnTo>
                  <a:lnTo>
                    <a:pt x="3436199" y="464"/>
                  </a:lnTo>
                  <a:lnTo>
                    <a:pt x="3438059" y="2324"/>
                  </a:lnTo>
                  <a:lnTo>
                    <a:pt x="3438524" y="3447"/>
                  </a:lnTo>
                  <a:lnTo>
                    <a:pt x="3438524" y="6077"/>
                  </a:lnTo>
                  <a:lnTo>
                    <a:pt x="3438059" y="7200"/>
                  </a:lnTo>
                  <a:lnTo>
                    <a:pt x="3436199" y="9060"/>
                  </a:lnTo>
                  <a:lnTo>
                    <a:pt x="3435077" y="9524"/>
                  </a:lnTo>
                  <a:close/>
                </a:path>
                <a:path w="6486525" h="9525">
                  <a:moveTo>
                    <a:pt x="3482702" y="9524"/>
                  </a:moveTo>
                  <a:lnTo>
                    <a:pt x="3480072" y="9524"/>
                  </a:lnTo>
                  <a:lnTo>
                    <a:pt x="3478949" y="9060"/>
                  </a:lnTo>
                  <a:lnTo>
                    <a:pt x="3477089" y="7200"/>
                  </a:lnTo>
                  <a:lnTo>
                    <a:pt x="3476624" y="6077"/>
                  </a:lnTo>
                  <a:lnTo>
                    <a:pt x="3476624" y="3447"/>
                  </a:lnTo>
                  <a:lnTo>
                    <a:pt x="3477089" y="2324"/>
                  </a:lnTo>
                  <a:lnTo>
                    <a:pt x="3478949" y="464"/>
                  </a:lnTo>
                  <a:lnTo>
                    <a:pt x="3480072" y="0"/>
                  </a:lnTo>
                  <a:lnTo>
                    <a:pt x="3482702" y="0"/>
                  </a:lnTo>
                  <a:lnTo>
                    <a:pt x="3483824" y="464"/>
                  </a:lnTo>
                  <a:lnTo>
                    <a:pt x="3485684" y="2324"/>
                  </a:lnTo>
                  <a:lnTo>
                    <a:pt x="3486149" y="3447"/>
                  </a:lnTo>
                  <a:lnTo>
                    <a:pt x="3486149" y="6077"/>
                  </a:lnTo>
                  <a:lnTo>
                    <a:pt x="3485684" y="7200"/>
                  </a:lnTo>
                  <a:lnTo>
                    <a:pt x="3483824" y="9060"/>
                  </a:lnTo>
                  <a:lnTo>
                    <a:pt x="3482702" y="9524"/>
                  </a:lnTo>
                  <a:close/>
                </a:path>
                <a:path w="6486525" h="9525">
                  <a:moveTo>
                    <a:pt x="3530327" y="9524"/>
                  </a:moveTo>
                  <a:lnTo>
                    <a:pt x="3527697" y="9524"/>
                  </a:lnTo>
                  <a:lnTo>
                    <a:pt x="3526574" y="9060"/>
                  </a:lnTo>
                  <a:lnTo>
                    <a:pt x="3524714" y="7200"/>
                  </a:lnTo>
                  <a:lnTo>
                    <a:pt x="3524249" y="6077"/>
                  </a:lnTo>
                  <a:lnTo>
                    <a:pt x="3524249" y="3447"/>
                  </a:lnTo>
                  <a:lnTo>
                    <a:pt x="3524714" y="2324"/>
                  </a:lnTo>
                  <a:lnTo>
                    <a:pt x="3526574" y="464"/>
                  </a:lnTo>
                  <a:lnTo>
                    <a:pt x="3527697" y="0"/>
                  </a:lnTo>
                  <a:lnTo>
                    <a:pt x="3530327" y="0"/>
                  </a:lnTo>
                  <a:lnTo>
                    <a:pt x="3531449" y="464"/>
                  </a:lnTo>
                  <a:lnTo>
                    <a:pt x="3533309" y="2324"/>
                  </a:lnTo>
                  <a:lnTo>
                    <a:pt x="3533774" y="3447"/>
                  </a:lnTo>
                  <a:lnTo>
                    <a:pt x="3533774" y="6077"/>
                  </a:lnTo>
                  <a:lnTo>
                    <a:pt x="3533309" y="7200"/>
                  </a:lnTo>
                  <a:lnTo>
                    <a:pt x="3531449" y="9060"/>
                  </a:lnTo>
                  <a:lnTo>
                    <a:pt x="3530327" y="9524"/>
                  </a:lnTo>
                  <a:close/>
                </a:path>
                <a:path w="6486525" h="9525">
                  <a:moveTo>
                    <a:pt x="3577952" y="9524"/>
                  </a:moveTo>
                  <a:lnTo>
                    <a:pt x="3575322" y="9524"/>
                  </a:lnTo>
                  <a:lnTo>
                    <a:pt x="3574199" y="9060"/>
                  </a:lnTo>
                  <a:lnTo>
                    <a:pt x="3572339" y="7200"/>
                  </a:lnTo>
                  <a:lnTo>
                    <a:pt x="3571874" y="6077"/>
                  </a:lnTo>
                  <a:lnTo>
                    <a:pt x="3571874" y="3447"/>
                  </a:lnTo>
                  <a:lnTo>
                    <a:pt x="3572339" y="2324"/>
                  </a:lnTo>
                  <a:lnTo>
                    <a:pt x="3574199" y="464"/>
                  </a:lnTo>
                  <a:lnTo>
                    <a:pt x="3575322" y="0"/>
                  </a:lnTo>
                  <a:lnTo>
                    <a:pt x="3577952" y="0"/>
                  </a:lnTo>
                  <a:lnTo>
                    <a:pt x="3579074" y="464"/>
                  </a:lnTo>
                  <a:lnTo>
                    <a:pt x="3580934" y="2324"/>
                  </a:lnTo>
                  <a:lnTo>
                    <a:pt x="3581399" y="3447"/>
                  </a:lnTo>
                  <a:lnTo>
                    <a:pt x="3581399" y="6077"/>
                  </a:lnTo>
                  <a:lnTo>
                    <a:pt x="3580934" y="7200"/>
                  </a:lnTo>
                  <a:lnTo>
                    <a:pt x="3579074" y="9060"/>
                  </a:lnTo>
                  <a:lnTo>
                    <a:pt x="3577952" y="9524"/>
                  </a:lnTo>
                  <a:close/>
                </a:path>
                <a:path w="6486525" h="9525">
                  <a:moveTo>
                    <a:pt x="3625577" y="9524"/>
                  </a:moveTo>
                  <a:lnTo>
                    <a:pt x="3622947" y="9524"/>
                  </a:lnTo>
                  <a:lnTo>
                    <a:pt x="3621824" y="9060"/>
                  </a:lnTo>
                  <a:lnTo>
                    <a:pt x="3619964" y="7200"/>
                  </a:lnTo>
                  <a:lnTo>
                    <a:pt x="3619499" y="6077"/>
                  </a:lnTo>
                  <a:lnTo>
                    <a:pt x="3619499" y="3447"/>
                  </a:lnTo>
                  <a:lnTo>
                    <a:pt x="3619964" y="2324"/>
                  </a:lnTo>
                  <a:lnTo>
                    <a:pt x="3621824" y="464"/>
                  </a:lnTo>
                  <a:lnTo>
                    <a:pt x="3622947" y="0"/>
                  </a:lnTo>
                  <a:lnTo>
                    <a:pt x="3625577" y="0"/>
                  </a:lnTo>
                  <a:lnTo>
                    <a:pt x="3626699" y="464"/>
                  </a:lnTo>
                  <a:lnTo>
                    <a:pt x="3628559" y="2324"/>
                  </a:lnTo>
                  <a:lnTo>
                    <a:pt x="3629024" y="3447"/>
                  </a:lnTo>
                  <a:lnTo>
                    <a:pt x="3629024" y="6077"/>
                  </a:lnTo>
                  <a:lnTo>
                    <a:pt x="3628559" y="7200"/>
                  </a:lnTo>
                  <a:lnTo>
                    <a:pt x="3626699" y="9060"/>
                  </a:lnTo>
                  <a:lnTo>
                    <a:pt x="3625577" y="9524"/>
                  </a:lnTo>
                  <a:close/>
                </a:path>
                <a:path w="6486525" h="9525">
                  <a:moveTo>
                    <a:pt x="3673202" y="9524"/>
                  </a:moveTo>
                  <a:lnTo>
                    <a:pt x="3670572" y="9524"/>
                  </a:lnTo>
                  <a:lnTo>
                    <a:pt x="3669449" y="9060"/>
                  </a:lnTo>
                  <a:lnTo>
                    <a:pt x="3667589" y="7200"/>
                  </a:lnTo>
                  <a:lnTo>
                    <a:pt x="3667124" y="6077"/>
                  </a:lnTo>
                  <a:lnTo>
                    <a:pt x="3667124" y="3447"/>
                  </a:lnTo>
                  <a:lnTo>
                    <a:pt x="3667589" y="2324"/>
                  </a:lnTo>
                  <a:lnTo>
                    <a:pt x="3669449" y="464"/>
                  </a:lnTo>
                  <a:lnTo>
                    <a:pt x="3670572" y="0"/>
                  </a:lnTo>
                  <a:lnTo>
                    <a:pt x="3673202" y="0"/>
                  </a:lnTo>
                  <a:lnTo>
                    <a:pt x="3674324" y="464"/>
                  </a:lnTo>
                  <a:lnTo>
                    <a:pt x="3676184" y="2324"/>
                  </a:lnTo>
                  <a:lnTo>
                    <a:pt x="3676649" y="3447"/>
                  </a:lnTo>
                  <a:lnTo>
                    <a:pt x="3676649" y="6077"/>
                  </a:lnTo>
                  <a:lnTo>
                    <a:pt x="3676184" y="7200"/>
                  </a:lnTo>
                  <a:lnTo>
                    <a:pt x="3674324" y="9060"/>
                  </a:lnTo>
                  <a:lnTo>
                    <a:pt x="3673202" y="9524"/>
                  </a:lnTo>
                  <a:close/>
                </a:path>
                <a:path w="6486525" h="9525">
                  <a:moveTo>
                    <a:pt x="3720827" y="9524"/>
                  </a:moveTo>
                  <a:lnTo>
                    <a:pt x="3718197" y="9524"/>
                  </a:lnTo>
                  <a:lnTo>
                    <a:pt x="3717074" y="9060"/>
                  </a:lnTo>
                  <a:lnTo>
                    <a:pt x="3715214" y="7200"/>
                  </a:lnTo>
                  <a:lnTo>
                    <a:pt x="3714749" y="6077"/>
                  </a:lnTo>
                  <a:lnTo>
                    <a:pt x="3714749" y="3447"/>
                  </a:lnTo>
                  <a:lnTo>
                    <a:pt x="3715214" y="2324"/>
                  </a:lnTo>
                  <a:lnTo>
                    <a:pt x="3717074" y="464"/>
                  </a:lnTo>
                  <a:lnTo>
                    <a:pt x="3718197" y="0"/>
                  </a:lnTo>
                  <a:lnTo>
                    <a:pt x="3720827" y="0"/>
                  </a:lnTo>
                  <a:lnTo>
                    <a:pt x="3721949" y="464"/>
                  </a:lnTo>
                  <a:lnTo>
                    <a:pt x="3723809" y="2324"/>
                  </a:lnTo>
                  <a:lnTo>
                    <a:pt x="3724274" y="3447"/>
                  </a:lnTo>
                  <a:lnTo>
                    <a:pt x="3724274" y="6077"/>
                  </a:lnTo>
                  <a:lnTo>
                    <a:pt x="3723809" y="7200"/>
                  </a:lnTo>
                  <a:lnTo>
                    <a:pt x="3721949" y="9060"/>
                  </a:lnTo>
                  <a:lnTo>
                    <a:pt x="3720827" y="9524"/>
                  </a:lnTo>
                  <a:close/>
                </a:path>
                <a:path w="6486525" h="9525">
                  <a:moveTo>
                    <a:pt x="3768452" y="9524"/>
                  </a:moveTo>
                  <a:lnTo>
                    <a:pt x="3765822" y="9524"/>
                  </a:lnTo>
                  <a:lnTo>
                    <a:pt x="3764699" y="9060"/>
                  </a:lnTo>
                  <a:lnTo>
                    <a:pt x="3762839" y="7200"/>
                  </a:lnTo>
                  <a:lnTo>
                    <a:pt x="3762374" y="6077"/>
                  </a:lnTo>
                  <a:lnTo>
                    <a:pt x="3762374" y="3447"/>
                  </a:lnTo>
                  <a:lnTo>
                    <a:pt x="3762839" y="2324"/>
                  </a:lnTo>
                  <a:lnTo>
                    <a:pt x="3764699" y="464"/>
                  </a:lnTo>
                  <a:lnTo>
                    <a:pt x="3765822" y="0"/>
                  </a:lnTo>
                  <a:lnTo>
                    <a:pt x="3768452" y="0"/>
                  </a:lnTo>
                  <a:lnTo>
                    <a:pt x="3769574" y="464"/>
                  </a:lnTo>
                  <a:lnTo>
                    <a:pt x="3771434" y="2324"/>
                  </a:lnTo>
                  <a:lnTo>
                    <a:pt x="3771899" y="3447"/>
                  </a:lnTo>
                  <a:lnTo>
                    <a:pt x="3771899" y="6077"/>
                  </a:lnTo>
                  <a:lnTo>
                    <a:pt x="3771434" y="7200"/>
                  </a:lnTo>
                  <a:lnTo>
                    <a:pt x="3769574" y="9060"/>
                  </a:lnTo>
                  <a:lnTo>
                    <a:pt x="3768452" y="9524"/>
                  </a:lnTo>
                  <a:close/>
                </a:path>
                <a:path w="6486525" h="9525">
                  <a:moveTo>
                    <a:pt x="3816077" y="9524"/>
                  </a:moveTo>
                  <a:lnTo>
                    <a:pt x="3813447" y="9524"/>
                  </a:lnTo>
                  <a:lnTo>
                    <a:pt x="3812324" y="9060"/>
                  </a:lnTo>
                  <a:lnTo>
                    <a:pt x="3810464" y="7200"/>
                  </a:lnTo>
                  <a:lnTo>
                    <a:pt x="3809999" y="6077"/>
                  </a:lnTo>
                  <a:lnTo>
                    <a:pt x="3809999" y="3447"/>
                  </a:lnTo>
                  <a:lnTo>
                    <a:pt x="3810464" y="2324"/>
                  </a:lnTo>
                  <a:lnTo>
                    <a:pt x="3812324" y="464"/>
                  </a:lnTo>
                  <a:lnTo>
                    <a:pt x="3813447" y="0"/>
                  </a:lnTo>
                  <a:lnTo>
                    <a:pt x="3816077" y="0"/>
                  </a:lnTo>
                  <a:lnTo>
                    <a:pt x="3817199" y="464"/>
                  </a:lnTo>
                  <a:lnTo>
                    <a:pt x="3819059" y="2324"/>
                  </a:lnTo>
                  <a:lnTo>
                    <a:pt x="3819524" y="3447"/>
                  </a:lnTo>
                  <a:lnTo>
                    <a:pt x="3819524" y="6077"/>
                  </a:lnTo>
                  <a:lnTo>
                    <a:pt x="3819059" y="7200"/>
                  </a:lnTo>
                  <a:lnTo>
                    <a:pt x="3817199" y="9060"/>
                  </a:lnTo>
                  <a:lnTo>
                    <a:pt x="3816077" y="9524"/>
                  </a:lnTo>
                  <a:close/>
                </a:path>
                <a:path w="6486525" h="9525">
                  <a:moveTo>
                    <a:pt x="3863702" y="9524"/>
                  </a:moveTo>
                  <a:lnTo>
                    <a:pt x="3861072" y="9524"/>
                  </a:lnTo>
                  <a:lnTo>
                    <a:pt x="3859949" y="9060"/>
                  </a:lnTo>
                  <a:lnTo>
                    <a:pt x="3858089" y="7200"/>
                  </a:lnTo>
                  <a:lnTo>
                    <a:pt x="3857624" y="6077"/>
                  </a:lnTo>
                  <a:lnTo>
                    <a:pt x="3857624" y="3447"/>
                  </a:lnTo>
                  <a:lnTo>
                    <a:pt x="3858089" y="2324"/>
                  </a:lnTo>
                  <a:lnTo>
                    <a:pt x="3859949" y="464"/>
                  </a:lnTo>
                  <a:lnTo>
                    <a:pt x="3861072" y="0"/>
                  </a:lnTo>
                  <a:lnTo>
                    <a:pt x="3863702" y="0"/>
                  </a:lnTo>
                  <a:lnTo>
                    <a:pt x="3864824" y="464"/>
                  </a:lnTo>
                  <a:lnTo>
                    <a:pt x="3866684" y="2324"/>
                  </a:lnTo>
                  <a:lnTo>
                    <a:pt x="3867149" y="3447"/>
                  </a:lnTo>
                  <a:lnTo>
                    <a:pt x="3867149" y="6077"/>
                  </a:lnTo>
                  <a:lnTo>
                    <a:pt x="3866684" y="7200"/>
                  </a:lnTo>
                  <a:lnTo>
                    <a:pt x="3864824" y="9060"/>
                  </a:lnTo>
                  <a:lnTo>
                    <a:pt x="3863702" y="9524"/>
                  </a:lnTo>
                  <a:close/>
                </a:path>
                <a:path w="6486525" h="9525">
                  <a:moveTo>
                    <a:pt x="3911326" y="9524"/>
                  </a:moveTo>
                  <a:lnTo>
                    <a:pt x="3908696" y="9524"/>
                  </a:lnTo>
                  <a:lnTo>
                    <a:pt x="3907574" y="9060"/>
                  </a:lnTo>
                  <a:lnTo>
                    <a:pt x="3905714" y="7200"/>
                  </a:lnTo>
                  <a:lnTo>
                    <a:pt x="3905249" y="6077"/>
                  </a:lnTo>
                  <a:lnTo>
                    <a:pt x="3905249" y="3447"/>
                  </a:lnTo>
                  <a:lnTo>
                    <a:pt x="3905714" y="2324"/>
                  </a:lnTo>
                  <a:lnTo>
                    <a:pt x="3907574" y="464"/>
                  </a:lnTo>
                  <a:lnTo>
                    <a:pt x="3908696" y="0"/>
                  </a:lnTo>
                  <a:lnTo>
                    <a:pt x="3911326" y="0"/>
                  </a:lnTo>
                  <a:lnTo>
                    <a:pt x="3912449" y="464"/>
                  </a:lnTo>
                  <a:lnTo>
                    <a:pt x="3914309" y="2324"/>
                  </a:lnTo>
                  <a:lnTo>
                    <a:pt x="3914774" y="3447"/>
                  </a:lnTo>
                  <a:lnTo>
                    <a:pt x="3914774" y="6077"/>
                  </a:lnTo>
                  <a:lnTo>
                    <a:pt x="3914309" y="7200"/>
                  </a:lnTo>
                  <a:lnTo>
                    <a:pt x="3912449" y="9060"/>
                  </a:lnTo>
                  <a:lnTo>
                    <a:pt x="3911326" y="9524"/>
                  </a:lnTo>
                  <a:close/>
                </a:path>
                <a:path w="6486525" h="9525">
                  <a:moveTo>
                    <a:pt x="3958951" y="9524"/>
                  </a:moveTo>
                  <a:lnTo>
                    <a:pt x="3956321" y="9524"/>
                  </a:lnTo>
                  <a:lnTo>
                    <a:pt x="3955199" y="9060"/>
                  </a:lnTo>
                  <a:lnTo>
                    <a:pt x="3953339" y="7200"/>
                  </a:lnTo>
                  <a:lnTo>
                    <a:pt x="3952874" y="6077"/>
                  </a:lnTo>
                  <a:lnTo>
                    <a:pt x="3952874" y="3447"/>
                  </a:lnTo>
                  <a:lnTo>
                    <a:pt x="3953339" y="2324"/>
                  </a:lnTo>
                  <a:lnTo>
                    <a:pt x="3955199" y="464"/>
                  </a:lnTo>
                  <a:lnTo>
                    <a:pt x="3956321" y="0"/>
                  </a:lnTo>
                  <a:lnTo>
                    <a:pt x="3958951" y="0"/>
                  </a:lnTo>
                  <a:lnTo>
                    <a:pt x="3960074" y="464"/>
                  </a:lnTo>
                  <a:lnTo>
                    <a:pt x="3961934" y="2324"/>
                  </a:lnTo>
                  <a:lnTo>
                    <a:pt x="3962399" y="3447"/>
                  </a:lnTo>
                  <a:lnTo>
                    <a:pt x="3962399" y="6077"/>
                  </a:lnTo>
                  <a:lnTo>
                    <a:pt x="3961934" y="7200"/>
                  </a:lnTo>
                  <a:lnTo>
                    <a:pt x="3960074" y="9060"/>
                  </a:lnTo>
                  <a:lnTo>
                    <a:pt x="3958951" y="9524"/>
                  </a:lnTo>
                  <a:close/>
                </a:path>
                <a:path w="6486525" h="9525">
                  <a:moveTo>
                    <a:pt x="4006577" y="9524"/>
                  </a:moveTo>
                  <a:lnTo>
                    <a:pt x="4003946" y="9524"/>
                  </a:lnTo>
                  <a:lnTo>
                    <a:pt x="4002824" y="9060"/>
                  </a:lnTo>
                  <a:lnTo>
                    <a:pt x="4000964" y="7200"/>
                  </a:lnTo>
                  <a:lnTo>
                    <a:pt x="4000499" y="6077"/>
                  </a:lnTo>
                  <a:lnTo>
                    <a:pt x="4000499" y="3447"/>
                  </a:lnTo>
                  <a:lnTo>
                    <a:pt x="4000964" y="2324"/>
                  </a:lnTo>
                  <a:lnTo>
                    <a:pt x="4002824" y="464"/>
                  </a:lnTo>
                  <a:lnTo>
                    <a:pt x="4003946" y="0"/>
                  </a:lnTo>
                  <a:lnTo>
                    <a:pt x="4006577" y="0"/>
                  </a:lnTo>
                  <a:lnTo>
                    <a:pt x="4007699" y="464"/>
                  </a:lnTo>
                  <a:lnTo>
                    <a:pt x="4009559" y="2324"/>
                  </a:lnTo>
                  <a:lnTo>
                    <a:pt x="4010024" y="3447"/>
                  </a:lnTo>
                  <a:lnTo>
                    <a:pt x="4010024" y="6077"/>
                  </a:lnTo>
                  <a:lnTo>
                    <a:pt x="4009559" y="7200"/>
                  </a:lnTo>
                  <a:lnTo>
                    <a:pt x="4007699" y="9060"/>
                  </a:lnTo>
                  <a:lnTo>
                    <a:pt x="4006577" y="9524"/>
                  </a:lnTo>
                  <a:close/>
                </a:path>
                <a:path w="6486525" h="9525">
                  <a:moveTo>
                    <a:pt x="4054202" y="9524"/>
                  </a:moveTo>
                  <a:lnTo>
                    <a:pt x="4051571" y="9524"/>
                  </a:lnTo>
                  <a:lnTo>
                    <a:pt x="4050449" y="9060"/>
                  </a:lnTo>
                  <a:lnTo>
                    <a:pt x="4048589" y="7200"/>
                  </a:lnTo>
                  <a:lnTo>
                    <a:pt x="4048124" y="6077"/>
                  </a:lnTo>
                  <a:lnTo>
                    <a:pt x="4048124" y="3447"/>
                  </a:lnTo>
                  <a:lnTo>
                    <a:pt x="4048589" y="2324"/>
                  </a:lnTo>
                  <a:lnTo>
                    <a:pt x="4050449" y="464"/>
                  </a:lnTo>
                  <a:lnTo>
                    <a:pt x="4051571" y="0"/>
                  </a:lnTo>
                  <a:lnTo>
                    <a:pt x="4054202" y="0"/>
                  </a:lnTo>
                  <a:lnTo>
                    <a:pt x="4055324" y="464"/>
                  </a:lnTo>
                  <a:lnTo>
                    <a:pt x="4057184" y="2324"/>
                  </a:lnTo>
                  <a:lnTo>
                    <a:pt x="4057649" y="3447"/>
                  </a:lnTo>
                  <a:lnTo>
                    <a:pt x="4057649" y="6077"/>
                  </a:lnTo>
                  <a:lnTo>
                    <a:pt x="4057184" y="7200"/>
                  </a:lnTo>
                  <a:lnTo>
                    <a:pt x="4055324" y="9060"/>
                  </a:lnTo>
                  <a:lnTo>
                    <a:pt x="4054202" y="9524"/>
                  </a:lnTo>
                  <a:close/>
                </a:path>
                <a:path w="6486525" h="9525">
                  <a:moveTo>
                    <a:pt x="4101827" y="9524"/>
                  </a:moveTo>
                  <a:lnTo>
                    <a:pt x="4099197" y="9524"/>
                  </a:lnTo>
                  <a:lnTo>
                    <a:pt x="4098074" y="9060"/>
                  </a:lnTo>
                  <a:lnTo>
                    <a:pt x="4096214" y="7200"/>
                  </a:lnTo>
                  <a:lnTo>
                    <a:pt x="4095749" y="6077"/>
                  </a:lnTo>
                  <a:lnTo>
                    <a:pt x="4095749" y="3447"/>
                  </a:lnTo>
                  <a:lnTo>
                    <a:pt x="4096214" y="2324"/>
                  </a:lnTo>
                  <a:lnTo>
                    <a:pt x="4098074" y="464"/>
                  </a:lnTo>
                  <a:lnTo>
                    <a:pt x="4099197" y="0"/>
                  </a:lnTo>
                  <a:lnTo>
                    <a:pt x="4101827" y="0"/>
                  </a:lnTo>
                  <a:lnTo>
                    <a:pt x="4102949" y="464"/>
                  </a:lnTo>
                  <a:lnTo>
                    <a:pt x="4104810" y="2324"/>
                  </a:lnTo>
                  <a:lnTo>
                    <a:pt x="4105275" y="3447"/>
                  </a:lnTo>
                  <a:lnTo>
                    <a:pt x="4105275" y="6077"/>
                  </a:lnTo>
                  <a:lnTo>
                    <a:pt x="4104810" y="7200"/>
                  </a:lnTo>
                  <a:lnTo>
                    <a:pt x="4102949" y="9060"/>
                  </a:lnTo>
                  <a:lnTo>
                    <a:pt x="4101827" y="9524"/>
                  </a:lnTo>
                  <a:close/>
                </a:path>
                <a:path w="6486525" h="9525">
                  <a:moveTo>
                    <a:pt x="4149452" y="9524"/>
                  </a:moveTo>
                  <a:lnTo>
                    <a:pt x="4146822" y="9524"/>
                  </a:lnTo>
                  <a:lnTo>
                    <a:pt x="4145699" y="9060"/>
                  </a:lnTo>
                  <a:lnTo>
                    <a:pt x="4143839" y="7200"/>
                  </a:lnTo>
                  <a:lnTo>
                    <a:pt x="4143374" y="6077"/>
                  </a:lnTo>
                  <a:lnTo>
                    <a:pt x="4143374" y="3447"/>
                  </a:lnTo>
                  <a:lnTo>
                    <a:pt x="4143839" y="2324"/>
                  </a:lnTo>
                  <a:lnTo>
                    <a:pt x="4145699" y="464"/>
                  </a:lnTo>
                  <a:lnTo>
                    <a:pt x="4146822" y="0"/>
                  </a:lnTo>
                  <a:lnTo>
                    <a:pt x="4149452" y="0"/>
                  </a:lnTo>
                  <a:lnTo>
                    <a:pt x="4150574" y="464"/>
                  </a:lnTo>
                  <a:lnTo>
                    <a:pt x="4152434" y="2324"/>
                  </a:lnTo>
                  <a:lnTo>
                    <a:pt x="4152899" y="3447"/>
                  </a:lnTo>
                  <a:lnTo>
                    <a:pt x="4152899" y="6077"/>
                  </a:lnTo>
                  <a:lnTo>
                    <a:pt x="4152434" y="7200"/>
                  </a:lnTo>
                  <a:lnTo>
                    <a:pt x="4150574" y="9060"/>
                  </a:lnTo>
                  <a:lnTo>
                    <a:pt x="4149452" y="9524"/>
                  </a:lnTo>
                  <a:close/>
                </a:path>
                <a:path w="6486525" h="9525">
                  <a:moveTo>
                    <a:pt x="4197077" y="9524"/>
                  </a:moveTo>
                  <a:lnTo>
                    <a:pt x="4194447" y="9524"/>
                  </a:lnTo>
                  <a:lnTo>
                    <a:pt x="4193324" y="9060"/>
                  </a:lnTo>
                  <a:lnTo>
                    <a:pt x="4191464" y="7200"/>
                  </a:lnTo>
                  <a:lnTo>
                    <a:pt x="4190999" y="6077"/>
                  </a:lnTo>
                  <a:lnTo>
                    <a:pt x="4190999" y="3447"/>
                  </a:lnTo>
                  <a:lnTo>
                    <a:pt x="4191464" y="2324"/>
                  </a:lnTo>
                  <a:lnTo>
                    <a:pt x="4193324" y="464"/>
                  </a:lnTo>
                  <a:lnTo>
                    <a:pt x="4194447" y="0"/>
                  </a:lnTo>
                  <a:lnTo>
                    <a:pt x="4197077" y="0"/>
                  </a:lnTo>
                  <a:lnTo>
                    <a:pt x="4198199" y="464"/>
                  </a:lnTo>
                  <a:lnTo>
                    <a:pt x="4200059" y="2324"/>
                  </a:lnTo>
                  <a:lnTo>
                    <a:pt x="4200524" y="3447"/>
                  </a:lnTo>
                  <a:lnTo>
                    <a:pt x="4200524" y="6077"/>
                  </a:lnTo>
                  <a:lnTo>
                    <a:pt x="4200059" y="7200"/>
                  </a:lnTo>
                  <a:lnTo>
                    <a:pt x="4198199" y="9060"/>
                  </a:lnTo>
                  <a:lnTo>
                    <a:pt x="4197077" y="9524"/>
                  </a:lnTo>
                  <a:close/>
                </a:path>
                <a:path w="6486525" h="9525">
                  <a:moveTo>
                    <a:pt x="4244702" y="9524"/>
                  </a:moveTo>
                  <a:lnTo>
                    <a:pt x="4242072" y="9524"/>
                  </a:lnTo>
                  <a:lnTo>
                    <a:pt x="4240949" y="9060"/>
                  </a:lnTo>
                  <a:lnTo>
                    <a:pt x="4239089" y="7200"/>
                  </a:lnTo>
                  <a:lnTo>
                    <a:pt x="4238624" y="6077"/>
                  </a:lnTo>
                  <a:lnTo>
                    <a:pt x="4238624" y="3447"/>
                  </a:lnTo>
                  <a:lnTo>
                    <a:pt x="4239089" y="2324"/>
                  </a:lnTo>
                  <a:lnTo>
                    <a:pt x="4240949" y="464"/>
                  </a:lnTo>
                  <a:lnTo>
                    <a:pt x="4242072" y="0"/>
                  </a:lnTo>
                  <a:lnTo>
                    <a:pt x="4244702" y="0"/>
                  </a:lnTo>
                  <a:lnTo>
                    <a:pt x="4245824" y="464"/>
                  </a:lnTo>
                  <a:lnTo>
                    <a:pt x="4247684" y="2324"/>
                  </a:lnTo>
                  <a:lnTo>
                    <a:pt x="4248149" y="3447"/>
                  </a:lnTo>
                  <a:lnTo>
                    <a:pt x="4248149" y="6077"/>
                  </a:lnTo>
                  <a:lnTo>
                    <a:pt x="4247684" y="7200"/>
                  </a:lnTo>
                  <a:lnTo>
                    <a:pt x="4245824" y="9060"/>
                  </a:lnTo>
                  <a:lnTo>
                    <a:pt x="4244702" y="9524"/>
                  </a:lnTo>
                  <a:close/>
                </a:path>
                <a:path w="6486525" h="9525">
                  <a:moveTo>
                    <a:pt x="4292327" y="9524"/>
                  </a:moveTo>
                  <a:lnTo>
                    <a:pt x="4289697" y="9524"/>
                  </a:lnTo>
                  <a:lnTo>
                    <a:pt x="4288574" y="9060"/>
                  </a:lnTo>
                  <a:lnTo>
                    <a:pt x="4286714" y="7200"/>
                  </a:lnTo>
                  <a:lnTo>
                    <a:pt x="4286249" y="6077"/>
                  </a:lnTo>
                  <a:lnTo>
                    <a:pt x="4286249" y="3447"/>
                  </a:lnTo>
                  <a:lnTo>
                    <a:pt x="4286714" y="2324"/>
                  </a:lnTo>
                  <a:lnTo>
                    <a:pt x="4288574" y="464"/>
                  </a:lnTo>
                  <a:lnTo>
                    <a:pt x="4289697" y="0"/>
                  </a:lnTo>
                  <a:lnTo>
                    <a:pt x="4292327" y="0"/>
                  </a:lnTo>
                  <a:lnTo>
                    <a:pt x="4293449" y="464"/>
                  </a:lnTo>
                  <a:lnTo>
                    <a:pt x="4295309" y="2324"/>
                  </a:lnTo>
                  <a:lnTo>
                    <a:pt x="4295774" y="3447"/>
                  </a:lnTo>
                  <a:lnTo>
                    <a:pt x="4295774" y="6077"/>
                  </a:lnTo>
                  <a:lnTo>
                    <a:pt x="4295309" y="7200"/>
                  </a:lnTo>
                  <a:lnTo>
                    <a:pt x="4293449" y="9060"/>
                  </a:lnTo>
                  <a:lnTo>
                    <a:pt x="4292327" y="9524"/>
                  </a:lnTo>
                  <a:close/>
                </a:path>
                <a:path w="6486525" h="9525">
                  <a:moveTo>
                    <a:pt x="4339952" y="9524"/>
                  </a:moveTo>
                  <a:lnTo>
                    <a:pt x="4337322" y="9524"/>
                  </a:lnTo>
                  <a:lnTo>
                    <a:pt x="4336199" y="9060"/>
                  </a:lnTo>
                  <a:lnTo>
                    <a:pt x="4334339" y="7200"/>
                  </a:lnTo>
                  <a:lnTo>
                    <a:pt x="4333874" y="6077"/>
                  </a:lnTo>
                  <a:lnTo>
                    <a:pt x="4333874" y="3447"/>
                  </a:lnTo>
                  <a:lnTo>
                    <a:pt x="4334339" y="2324"/>
                  </a:lnTo>
                  <a:lnTo>
                    <a:pt x="4336199" y="464"/>
                  </a:lnTo>
                  <a:lnTo>
                    <a:pt x="4337322" y="0"/>
                  </a:lnTo>
                  <a:lnTo>
                    <a:pt x="4339952" y="0"/>
                  </a:lnTo>
                  <a:lnTo>
                    <a:pt x="4341074" y="464"/>
                  </a:lnTo>
                  <a:lnTo>
                    <a:pt x="4342934" y="2324"/>
                  </a:lnTo>
                  <a:lnTo>
                    <a:pt x="4343399" y="3447"/>
                  </a:lnTo>
                  <a:lnTo>
                    <a:pt x="4343399" y="6077"/>
                  </a:lnTo>
                  <a:lnTo>
                    <a:pt x="4342934" y="7200"/>
                  </a:lnTo>
                  <a:lnTo>
                    <a:pt x="4341074" y="9060"/>
                  </a:lnTo>
                  <a:lnTo>
                    <a:pt x="4339952" y="9524"/>
                  </a:lnTo>
                  <a:close/>
                </a:path>
                <a:path w="6486525" h="9525">
                  <a:moveTo>
                    <a:pt x="4387577" y="9524"/>
                  </a:moveTo>
                  <a:lnTo>
                    <a:pt x="4384947" y="9524"/>
                  </a:lnTo>
                  <a:lnTo>
                    <a:pt x="4383824" y="9060"/>
                  </a:lnTo>
                  <a:lnTo>
                    <a:pt x="4381964" y="7200"/>
                  </a:lnTo>
                  <a:lnTo>
                    <a:pt x="4381499" y="6077"/>
                  </a:lnTo>
                  <a:lnTo>
                    <a:pt x="4381499" y="3447"/>
                  </a:lnTo>
                  <a:lnTo>
                    <a:pt x="4381964" y="2324"/>
                  </a:lnTo>
                  <a:lnTo>
                    <a:pt x="4383824" y="464"/>
                  </a:lnTo>
                  <a:lnTo>
                    <a:pt x="4384947" y="0"/>
                  </a:lnTo>
                  <a:lnTo>
                    <a:pt x="4387577" y="0"/>
                  </a:lnTo>
                  <a:lnTo>
                    <a:pt x="4388699" y="464"/>
                  </a:lnTo>
                  <a:lnTo>
                    <a:pt x="4390559" y="2324"/>
                  </a:lnTo>
                  <a:lnTo>
                    <a:pt x="4391024" y="3447"/>
                  </a:lnTo>
                  <a:lnTo>
                    <a:pt x="4391024" y="6077"/>
                  </a:lnTo>
                  <a:lnTo>
                    <a:pt x="4390559" y="7200"/>
                  </a:lnTo>
                  <a:lnTo>
                    <a:pt x="4388699" y="9060"/>
                  </a:lnTo>
                  <a:lnTo>
                    <a:pt x="4387577" y="9524"/>
                  </a:lnTo>
                  <a:close/>
                </a:path>
                <a:path w="6486525" h="9525">
                  <a:moveTo>
                    <a:pt x="4435202" y="9524"/>
                  </a:moveTo>
                  <a:lnTo>
                    <a:pt x="4432572" y="9524"/>
                  </a:lnTo>
                  <a:lnTo>
                    <a:pt x="4431449" y="9060"/>
                  </a:lnTo>
                  <a:lnTo>
                    <a:pt x="4429589" y="7200"/>
                  </a:lnTo>
                  <a:lnTo>
                    <a:pt x="4429124" y="6077"/>
                  </a:lnTo>
                  <a:lnTo>
                    <a:pt x="4429124" y="3447"/>
                  </a:lnTo>
                  <a:lnTo>
                    <a:pt x="4429589" y="2324"/>
                  </a:lnTo>
                  <a:lnTo>
                    <a:pt x="4431449" y="464"/>
                  </a:lnTo>
                  <a:lnTo>
                    <a:pt x="4432572" y="0"/>
                  </a:lnTo>
                  <a:lnTo>
                    <a:pt x="4435202" y="0"/>
                  </a:lnTo>
                  <a:lnTo>
                    <a:pt x="4436324" y="464"/>
                  </a:lnTo>
                  <a:lnTo>
                    <a:pt x="4438184" y="2324"/>
                  </a:lnTo>
                  <a:lnTo>
                    <a:pt x="4438649" y="3447"/>
                  </a:lnTo>
                  <a:lnTo>
                    <a:pt x="4438649" y="6077"/>
                  </a:lnTo>
                  <a:lnTo>
                    <a:pt x="4438184" y="7200"/>
                  </a:lnTo>
                  <a:lnTo>
                    <a:pt x="4436324" y="9060"/>
                  </a:lnTo>
                  <a:lnTo>
                    <a:pt x="4435202" y="9524"/>
                  </a:lnTo>
                  <a:close/>
                </a:path>
                <a:path w="6486525" h="9525">
                  <a:moveTo>
                    <a:pt x="4482827" y="9524"/>
                  </a:moveTo>
                  <a:lnTo>
                    <a:pt x="4480197" y="9524"/>
                  </a:lnTo>
                  <a:lnTo>
                    <a:pt x="4479074" y="9060"/>
                  </a:lnTo>
                  <a:lnTo>
                    <a:pt x="4477214" y="7200"/>
                  </a:lnTo>
                  <a:lnTo>
                    <a:pt x="4476749" y="6077"/>
                  </a:lnTo>
                  <a:lnTo>
                    <a:pt x="4476749" y="3447"/>
                  </a:lnTo>
                  <a:lnTo>
                    <a:pt x="4477214" y="2324"/>
                  </a:lnTo>
                  <a:lnTo>
                    <a:pt x="4479074" y="464"/>
                  </a:lnTo>
                  <a:lnTo>
                    <a:pt x="4480197" y="0"/>
                  </a:lnTo>
                  <a:lnTo>
                    <a:pt x="4482827" y="0"/>
                  </a:lnTo>
                  <a:lnTo>
                    <a:pt x="4483949" y="464"/>
                  </a:lnTo>
                  <a:lnTo>
                    <a:pt x="4485809" y="2324"/>
                  </a:lnTo>
                  <a:lnTo>
                    <a:pt x="4486274" y="3447"/>
                  </a:lnTo>
                  <a:lnTo>
                    <a:pt x="4486274" y="6077"/>
                  </a:lnTo>
                  <a:lnTo>
                    <a:pt x="4485809" y="7200"/>
                  </a:lnTo>
                  <a:lnTo>
                    <a:pt x="4483949" y="9060"/>
                  </a:lnTo>
                  <a:lnTo>
                    <a:pt x="4482827" y="9524"/>
                  </a:lnTo>
                  <a:close/>
                </a:path>
                <a:path w="6486525" h="9525">
                  <a:moveTo>
                    <a:pt x="4530452" y="9524"/>
                  </a:moveTo>
                  <a:lnTo>
                    <a:pt x="4527822" y="9524"/>
                  </a:lnTo>
                  <a:lnTo>
                    <a:pt x="4526699" y="9060"/>
                  </a:lnTo>
                  <a:lnTo>
                    <a:pt x="4524839" y="7200"/>
                  </a:lnTo>
                  <a:lnTo>
                    <a:pt x="4524374" y="6077"/>
                  </a:lnTo>
                  <a:lnTo>
                    <a:pt x="4524374" y="3447"/>
                  </a:lnTo>
                  <a:lnTo>
                    <a:pt x="4524839" y="2324"/>
                  </a:lnTo>
                  <a:lnTo>
                    <a:pt x="4526699" y="464"/>
                  </a:lnTo>
                  <a:lnTo>
                    <a:pt x="4527822" y="0"/>
                  </a:lnTo>
                  <a:lnTo>
                    <a:pt x="4530452" y="0"/>
                  </a:lnTo>
                  <a:lnTo>
                    <a:pt x="4531574" y="464"/>
                  </a:lnTo>
                  <a:lnTo>
                    <a:pt x="4533434" y="2324"/>
                  </a:lnTo>
                  <a:lnTo>
                    <a:pt x="4533899" y="3447"/>
                  </a:lnTo>
                  <a:lnTo>
                    <a:pt x="4533899" y="6077"/>
                  </a:lnTo>
                  <a:lnTo>
                    <a:pt x="4533434" y="7200"/>
                  </a:lnTo>
                  <a:lnTo>
                    <a:pt x="4531574" y="9060"/>
                  </a:lnTo>
                  <a:lnTo>
                    <a:pt x="4530452" y="9524"/>
                  </a:lnTo>
                  <a:close/>
                </a:path>
                <a:path w="6486525" h="9525">
                  <a:moveTo>
                    <a:pt x="4578077" y="9524"/>
                  </a:moveTo>
                  <a:lnTo>
                    <a:pt x="4575447" y="9524"/>
                  </a:lnTo>
                  <a:lnTo>
                    <a:pt x="4574324" y="9060"/>
                  </a:lnTo>
                  <a:lnTo>
                    <a:pt x="4572464" y="7200"/>
                  </a:lnTo>
                  <a:lnTo>
                    <a:pt x="4571999" y="6077"/>
                  </a:lnTo>
                  <a:lnTo>
                    <a:pt x="4571999" y="3447"/>
                  </a:lnTo>
                  <a:lnTo>
                    <a:pt x="4572464" y="2324"/>
                  </a:lnTo>
                  <a:lnTo>
                    <a:pt x="4574324" y="464"/>
                  </a:lnTo>
                  <a:lnTo>
                    <a:pt x="4575447" y="0"/>
                  </a:lnTo>
                  <a:lnTo>
                    <a:pt x="4578077" y="0"/>
                  </a:lnTo>
                  <a:lnTo>
                    <a:pt x="4579199" y="464"/>
                  </a:lnTo>
                  <a:lnTo>
                    <a:pt x="4581059" y="2324"/>
                  </a:lnTo>
                  <a:lnTo>
                    <a:pt x="4581524" y="3447"/>
                  </a:lnTo>
                  <a:lnTo>
                    <a:pt x="4581524" y="6077"/>
                  </a:lnTo>
                  <a:lnTo>
                    <a:pt x="4581059" y="7200"/>
                  </a:lnTo>
                  <a:lnTo>
                    <a:pt x="4579199" y="9060"/>
                  </a:lnTo>
                  <a:lnTo>
                    <a:pt x="4578077" y="9524"/>
                  </a:lnTo>
                  <a:close/>
                </a:path>
                <a:path w="6486525" h="9525">
                  <a:moveTo>
                    <a:pt x="4625702" y="9524"/>
                  </a:moveTo>
                  <a:lnTo>
                    <a:pt x="4623072" y="9524"/>
                  </a:lnTo>
                  <a:lnTo>
                    <a:pt x="4621949" y="9060"/>
                  </a:lnTo>
                  <a:lnTo>
                    <a:pt x="4620089" y="7200"/>
                  </a:lnTo>
                  <a:lnTo>
                    <a:pt x="4619624" y="6077"/>
                  </a:lnTo>
                  <a:lnTo>
                    <a:pt x="4619624" y="3447"/>
                  </a:lnTo>
                  <a:lnTo>
                    <a:pt x="4620089" y="2324"/>
                  </a:lnTo>
                  <a:lnTo>
                    <a:pt x="4621949" y="464"/>
                  </a:lnTo>
                  <a:lnTo>
                    <a:pt x="4623072" y="0"/>
                  </a:lnTo>
                  <a:lnTo>
                    <a:pt x="4625702" y="0"/>
                  </a:lnTo>
                  <a:lnTo>
                    <a:pt x="4626824" y="464"/>
                  </a:lnTo>
                  <a:lnTo>
                    <a:pt x="4628684" y="2324"/>
                  </a:lnTo>
                  <a:lnTo>
                    <a:pt x="4629149" y="3447"/>
                  </a:lnTo>
                  <a:lnTo>
                    <a:pt x="4629149" y="6077"/>
                  </a:lnTo>
                  <a:lnTo>
                    <a:pt x="4628684" y="7200"/>
                  </a:lnTo>
                  <a:lnTo>
                    <a:pt x="4626824" y="9060"/>
                  </a:lnTo>
                  <a:lnTo>
                    <a:pt x="4625702" y="9524"/>
                  </a:lnTo>
                  <a:close/>
                </a:path>
                <a:path w="6486525" h="9525">
                  <a:moveTo>
                    <a:pt x="4673327" y="9524"/>
                  </a:moveTo>
                  <a:lnTo>
                    <a:pt x="4670697" y="9524"/>
                  </a:lnTo>
                  <a:lnTo>
                    <a:pt x="4669574" y="9060"/>
                  </a:lnTo>
                  <a:lnTo>
                    <a:pt x="4667714" y="7200"/>
                  </a:lnTo>
                  <a:lnTo>
                    <a:pt x="4667249" y="6077"/>
                  </a:lnTo>
                  <a:lnTo>
                    <a:pt x="4667249" y="3447"/>
                  </a:lnTo>
                  <a:lnTo>
                    <a:pt x="4667714" y="2324"/>
                  </a:lnTo>
                  <a:lnTo>
                    <a:pt x="4669574" y="464"/>
                  </a:lnTo>
                  <a:lnTo>
                    <a:pt x="4670697" y="0"/>
                  </a:lnTo>
                  <a:lnTo>
                    <a:pt x="4673327" y="0"/>
                  </a:lnTo>
                  <a:lnTo>
                    <a:pt x="4674449" y="464"/>
                  </a:lnTo>
                  <a:lnTo>
                    <a:pt x="4676309" y="2324"/>
                  </a:lnTo>
                  <a:lnTo>
                    <a:pt x="4676774" y="3447"/>
                  </a:lnTo>
                  <a:lnTo>
                    <a:pt x="4676774" y="6077"/>
                  </a:lnTo>
                  <a:lnTo>
                    <a:pt x="4676309" y="7200"/>
                  </a:lnTo>
                  <a:lnTo>
                    <a:pt x="4674449" y="9060"/>
                  </a:lnTo>
                  <a:lnTo>
                    <a:pt x="4673327" y="9524"/>
                  </a:lnTo>
                  <a:close/>
                </a:path>
                <a:path w="6486525" h="9525">
                  <a:moveTo>
                    <a:pt x="4720952" y="9524"/>
                  </a:moveTo>
                  <a:lnTo>
                    <a:pt x="4718322" y="9524"/>
                  </a:lnTo>
                  <a:lnTo>
                    <a:pt x="4717199" y="9060"/>
                  </a:lnTo>
                  <a:lnTo>
                    <a:pt x="4715339" y="7200"/>
                  </a:lnTo>
                  <a:lnTo>
                    <a:pt x="4714874" y="6077"/>
                  </a:lnTo>
                  <a:lnTo>
                    <a:pt x="4714874" y="3447"/>
                  </a:lnTo>
                  <a:lnTo>
                    <a:pt x="4715339" y="2324"/>
                  </a:lnTo>
                  <a:lnTo>
                    <a:pt x="4717199" y="464"/>
                  </a:lnTo>
                  <a:lnTo>
                    <a:pt x="4718322" y="0"/>
                  </a:lnTo>
                  <a:lnTo>
                    <a:pt x="4720952" y="0"/>
                  </a:lnTo>
                  <a:lnTo>
                    <a:pt x="4722074" y="464"/>
                  </a:lnTo>
                  <a:lnTo>
                    <a:pt x="4723934" y="2324"/>
                  </a:lnTo>
                  <a:lnTo>
                    <a:pt x="4724399" y="3447"/>
                  </a:lnTo>
                  <a:lnTo>
                    <a:pt x="4724399" y="6077"/>
                  </a:lnTo>
                  <a:lnTo>
                    <a:pt x="4723934" y="7200"/>
                  </a:lnTo>
                  <a:lnTo>
                    <a:pt x="4722074" y="9060"/>
                  </a:lnTo>
                  <a:lnTo>
                    <a:pt x="4720952" y="9524"/>
                  </a:lnTo>
                  <a:close/>
                </a:path>
                <a:path w="6486525" h="9525">
                  <a:moveTo>
                    <a:pt x="4768577" y="9524"/>
                  </a:moveTo>
                  <a:lnTo>
                    <a:pt x="4765947" y="9524"/>
                  </a:lnTo>
                  <a:lnTo>
                    <a:pt x="4764824" y="9060"/>
                  </a:lnTo>
                  <a:lnTo>
                    <a:pt x="4762964" y="7200"/>
                  </a:lnTo>
                  <a:lnTo>
                    <a:pt x="4762499" y="6077"/>
                  </a:lnTo>
                  <a:lnTo>
                    <a:pt x="4762499" y="3447"/>
                  </a:lnTo>
                  <a:lnTo>
                    <a:pt x="4762964" y="2324"/>
                  </a:lnTo>
                  <a:lnTo>
                    <a:pt x="4764824" y="464"/>
                  </a:lnTo>
                  <a:lnTo>
                    <a:pt x="4765947" y="0"/>
                  </a:lnTo>
                  <a:lnTo>
                    <a:pt x="4768577" y="0"/>
                  </a:lnTo>
                  <a:lnTo>
                    <a:pt x="4769699" y="464"/>
                  </a:lnTo>
                  <a:lnTo>
                    <a:pt x="4771559" y="2324"/>
                  </a:lnTo>
                  <a:lnTo>
                    <a:pt x="4772024" y="3447"/>
                  </a:lnTo>
                  <a:lnTo>
                    <a:pt x="4772024" y="6077"/>
                  </a:lnTo>
                  <a:lnTo>
                    <a:pt x="4771559" y="7200"/>
                  </a:lnTo>
                  <a:lnTo>
                    <a:pt x="4769699" y="9060"/>
                  </a:lnTo>
                  <a:lnTo>
                    <a:pt x="4768577" y="9524"/>
                  </a:lnTo>
                  <a:close/>
                </a:path>
                <a:path w="6486525" h="9525">
                  <a:moveTo>
                    <a:pt x="4816202" y="9524"/>
                  </a:moveTo>
                  <a:lnTo>
                    <a:pt x="4813572" y="9524"/>
                  </a:lnTo>
                  <a:lnTo>
                    <a:pt x="4812449" y="9060"/>
                  </a:lnTo>
                  <a:lnTo>
                    <a:pt x="4810589" y="7200"/>
                  </a:lnTo>
                  <a:lnTo>
                    <a:pt x="4810124" y="6077"/>
                  </a:lnTo>
                  <a:lnTo>
                    <a:pt x="4810124" y="3447"/>
                  </a:lnTo>
                  <a:lnTo>
                    <a:pt x="4810589" y="2324"/>
                  </a:lnTo>
                  <a:lnTo>
                    <a:pt x="4812449" y="464"/>
                  </a:lnTo>
                  <a:lnTo>
                    <a:pt x="4813572" y="0"/>
                  </a:lnTo>
                  <a:lnTo>
                    <a:pt x="4816202" y="0"/>
                  </a:lnTo>
                  <a:lnTo>
                    <a:pt x="4817324" y="464"/>
                  </a:lnTo>
                  <a:lnTo>
                    <a:pt x="4819184" y="2324"/>
                  </a:lnTo>
                  <a:lnTo>
                    <a:pt x="4819649" y="3447"/>
                  </a:lnTo>
                  <a:lnTo>
                    <a:pt x="4819649" y="6077"/>
                  </a:lnTo>
                  <a:lnTo>
                    <a:pt x="4819184" y="7200"/>
                  </a:lnTo>
                  <a:lnTo>
                    <a:pt x="4817324" y="9060"/>
                  </a:lnTo>
                  <a:lnTo>
                    <a:pt x="4816202" y="9524"/>
                  </a:lnTo>
                  <a:close/>
                </a:path>
                <a:path w="6486525" h="9525">
                  <a:moveTo>
                    <a:pt x="4863827" y="9524"/>
                  </a:moveTo>
                  <a:lnTo>
                    <a:pt x="4861196" y="9524"/>
                  </a:lnTo>
                  <a:lnTo>
                    <a:pt x="4860074" y="9060"/>
                  </a:lnTo>
                  <a:lnTo>
                    <a:pt x="4858214" y="7200"/>
                  </a:lnTo>
                  <a:lnTo>
                    <a:pt x="4857749" y="6077"/>
                  </a:lnTo>
                  <a:lnTo>
                    <a:pt x="4857749" y="3447"/>
                  </a:lnTo>
                  <a:lnTo>
                    <a:pt x="4858214" y="2324"/>
                  </a:lnTo>
                  <a:lnTo>
                    <a:pt x="4860074" y="464"/>
                  </a:lnTo>
                  <a:lnTo>
                    <a:pt x="4861196" y="0"/>
                  </a:lnTo>
                  <a:lnTo>
                    <a:pt x="4863827" y="0"/>
                  </a:lnTo>
                  <a:lnTo>
                    <a:pt x="4864949" y="464"/>
                  </a:lnTo>
                  <a:lnTo>
                    <a:pt x="4866809" y="2324"/>
                  </a:lnTo>
                  <a:lnTo>
                    <a:pt x="4867274" y="3447"/>
                  </a:lnTo>
                  <a:lnTo>
                    <a:pt x="4867274" y="6077"/>
                  </a:lnTo>
                  <a:lnTo>
                    <a:pt x="4866809" y="7200"/>
                  </a:lnTo>
                  <a:lnTo>
                    <a:pt x="4864949" y="9060"/>
                  </a:lnTo>
                  <a:lnTo>
                    <a:pt x="4863827" y="9524"/>
                  </a:lnTo>
                  <a:close/>
                </a:path>
                <a:path w="6486525" h="9525">
                  <a:moveTo>
                    <a:pt x="4911452" y="9524"/>
                  </a:moveTo>
                  <a:lnTo>
                    <a:pt x="4908821" y="9524"/>
                  </a:lnTo>
                  <a:lnTo>
                    <a:pt x="4907699" y="9060"/>
                  </a:lnTo>
                  <a:lnTo>
                    <a:pt x="4905839" y="7200"/>
                  </a:lnTo>
                  <a:lnTo>
                    <a:pt x="4905374" y="6077"/>
                  </a:lnTo>
                  <a:lnTo>
                    <a:pt x="4905374" y="3447"/>
                  </a:lnTo>
                  <a:lnTo>
                    <a:pt x="4905839" y="2324"/>
                  </a:lnTo>
                  <a:lnTo>
                    <a:pt x="4907699" y="464"/>
                  </a:lnTo>
                  <a:lnTo>
                    <a:pt x="4908821" y="0"/>
                  </a:lnTo>
                  <a:lnTo>
                    <a:pt x="4911452" y="0"/>
                  </a:lnTo>
                  <a:lnTo>
                    <a:pt x="4912574" y="464"/>
                  </a:lnTo>
                  <a:lnTo>
                    <a:pt x="4914434" y="2324"/>
                  </a:lnTo>
                  <a:lnTo>
                    <a:pt x="4914899" y="3447"/>
                  </a:lnTo>
                  <a:lnTo>
                    <a:pt x="4914899" y="6077"/>
                  </a:lnTo>
                  <a:lnTo>
                    <a:pt x="4914434" y="7200"/>
                  </a:lnTo>
                  <a:lnTo>
                    <a:pt x="4912574" y="9060"/>
                  </a:lnTo>
                  <a:lnTo>
                    <a:pt x="4911452" y="9524"/>
                  </a:lnTo>
                  <a:close/>
                </a:path>
                <a:path w="6486525" h="9525">
                  <a:moveTo>
                    <a:pt x="4959077" y="9524"/>
                  </a:moveTo>
                  <a:lnTo>
                    <a:pt x="4956446" y="9524"/>
                  </a:lnTo>
                  <a:lnTo>
                    <a:pt x="4955324" y="9060"/>
                  </a:lnTo>
                  <a:lnTo>
                    <a:pt x="4953464" y="7200"/>
                  </a:lnTo>
                  <a:lnTo>
                    <a:pt x="4952999" y="6077"/>
                  </a:lnTo>
                  <a:lnTo>
                    <a:pt x="4952999" y="3447"/>
                  </a:lnTo>
                  <a:lnTo>
                    <a:pt x="4953464" y="2324"/>
                  </a:lnTo>
                  <a:lnTo>
                    <a:pt x="4955324" y="464"/>
                  </a:lnTo>
                  <a:lnTo>
                    <a:pt x="4956446" y="0"/>
                  </a:lnTo>
                  <a:lnTo>
                    <a:pt x="4959077" y="0"/>
                  </a:lnTo>
                  <a:lnTo>
                    <a:pt x="4960199" y="464"/>
                  </a:lnTo>
                  <a:lnTo>
                    <a:pt x="4962059" y="2324"/>
                  </a:lnTo>
                  <a:lnTo>
                    <a:pt x="4962524" y="3447"/>
                  </a:lnTo>
                  <a:lnTo>
                    <a:pt x="4962524" y="6077"/>
                  </a:lnTo>
                  <a:lnTo>
                    <a:pt x="4962059" y="7200"/>
                  </a:lnTo>
                  <a:lnTo>
                    <a:pt x="4960199" y="9060"/>
                  </a:lnTo>
                  <a:lnTo>
                    <a:pt x="4959077" y="9524"/>
                  </a:lnTo>
                  <a:close/>
                </a:path>
                <a:path w="6486525" h="9525">
                  <a:moveTo>
                    <a:pt x="5006702" y="9524"/>
                  </a:moveTo>
                  <a:lnTo>
                    <a:pt x="5004071" y="9524"/>
                  </a:lnTo>
                  <a:lnTo>
                    <a:pt x="5002949" y="9060"/>
                  </a:lnTo>
                  <a:lnTo>
                    <a:pt x="5001089" y="7200"/>
                  </a:lnTo>
                  <a:lnTo>
                    <a:pt x="5000624" y="6077"/>
                  </a:lnTo>
                  <a:lnTo>
                    <a:pt x="5000624" y="3447"/>
                  </a:lnTo>
                  <a:lnTo>
                    <a:pt x="5001089" y="2324"/>
                  </a:lnTo>
                  <a:lnTo>
                    <a:pt x="5002949" y="464"/>
                  </a:lnTo>
                  <a:lnTo>
                    <a:pt x="5004071" y="0"/>
                  </a:lnTo>
                  <a:lnTo>
                    <a:pt x="5006702" y="0"/>
                  </a:lnTo>
                  <a:lnTo>
                    <a:pt x="5007824" y="464"/>
                  </a:lnTo>
                  <a:lnTo>
                    <a:pt x="5009684" y="2324"/>
                  </a:lnTo>
                  <a:lnTo>
                    <a:pt x="5010149" y="3447"/>
                  </a:lnTo>
                  <a:lnTo>
                    <a:pt x="5010149" y="6077"/>
                  </a:lnTo>
                  <a:lnTo>
                    <a:pt x="5009684" y="7200"/>
                  </a:lnTo>
                  <a:lnTo>
                    <a:pt x="5007824" y="9060"/>
                  </a:lnTo>
                  <a:lnTo>
                    <a:pt x="5006702" y="9524"/>
                  </a:lnTo>
                  <a:close/>
                </a:path>
                <a:path w="6486525" h="9525">
                  <a:moveTo>
                    <a:pt x="5054326" y="9524"/>
                  </a:moveTo>
                  <a:lnTo>
                    <a:pt x="5051696" y="9524"/>
                  </a:lnTo>
                  <a:lnTo>
                    <a:pt x="5050574" y="9060"/>
                  </a:lnTo>
                  <a:lnTo>
                    <a:pt x="5048714" y="7200"/>
                  </a:lnTo>
                  <a:lnTo>
                    <a:pt x="5048249" y="6077"/>
                  </a:lnTo>
                  <a:lnTo>
                    <a:pt x="5048249" y="3447"/>
                  </a:lnTo>
                  <a:lnTo>
                    <a:pt x="5048714" y="2324"/>
                  </a:lnTo>
                  <a:lnTo>
                    <a:pt x="5050574" y="464"/>
                  </a:lnTo>
                  <a:lnTo>
                    <a:pt x="5051696" y="0"/>
                  </a:lnTo>
                  <a:lnTo>
                    <a:pt x="5054326" y="0"/>
                  </a:lnTo>
                  <a:lnTo>
                    <a:pt x="5055449" y="464"/>
                  </a:lnTo>
                  <a:lnTo>
                    <a:pt x="5057309" y="2324"/>
                  </a:lnTo>
                  <a:lnTo>
                    <a:pt x="5057774" y="3447"/>
                  </a:lnTo>
                  <a:lnTo>
                    <a:pt x="5057774" y="6077"/>
                  </a:lnTo>
                  <a:lnTo>
                    <a:pt x="5057309" y="7200"/>
                  </a:lnTo>
                  <a:lnTo>
                    <a:pt x="5055449" y="9060"/>
                  </a:lnTo>
                  <a:lnTo>
                    <a:pt x="5054326" y="9524"/>
                  </a:lnTo>
                  <a:close/>
                </a:path>
                <a:path w="6486525" h="9525">
                  <a:moveTo>
                    <a:pt x="5101951" y="9524"/>
                  </a:moveTo>
                  <a:lnTo>
                    <a:pt x="5099322" y="9524"/>
                  </a:lnTo>
                  <a:lnTo>
                    <a:pt x="5098199" y="9060"/>
                  </a:lnTo>
                  <a:lnTo>
                    <a:pt x="5096339" y="7200"/>
                  </a:lnTo>
                  <a:lnTo>
                    <a:pt x="5095874" y="6077"/>
                  </a:lnTo>
                  <a:lnTo>
                    <a:pt x="5095874" y="3447"/>
                  </a:lnTo>
                  <a:lnTo>
                    <a:pt x="5096339" y="2324"/>
                  </a:lnTo>
                  <a:lnTo>
                    <a:pt x="5098199" y="464"/>
                  </a:lnTo>
                  <a:lnTo>
                    <a:pt x="5099322" y="0"/>
                  </a:lnTo>
                  <a:lnTo>
                    <a:pt x="5101951" y="0"/>
                  </a:lnTo>
                  <a:lnTo>
                    <a:pt x="5103074" y="464"/>
                  </a:lnTo>
                  <a:lnTo>
                    <a:pt x="5104934" y="2324"/>
                  </a:lnTo>
                  <a:lnTo>
                    <a:pt x="5105399" y="3447"/>
                  </a:lnTo>
                  <a:lnTo>
                    <a:pt x="5105399" y="6077"/>
                  </a:lnTo>
                  <a:lnTo>
                    <a:pt x="5104934" y="7200"/>
                  </a:lnTo>
                  <a:lnTo>
                    <a:pt x="5103074" y="9060"/>
                  </a:lnTo>
                  <a:lnTo>
                    <a:pt x="5101951" y="9524"/>
                  </a:lnTo>
                  <a:close/>
                </a:path>
                <a:path w="6486525" h="9525">
                  <a:moveTo>
                    <a:pt x="5149577" y="9524"/>
                  </a:moveTo>
                  <a:lnTo>
                    <a:pt x="5146946" y="9524"/>
                  </a:lnTo>
                  <a:lnTo>
                    <a:pt x="5145824" y="9060"/>
                  </a:lnTo>
                  <a:lnTo>
                    <a:pt x="5143964" y="7200"/>
                  </a:lnTo>
                  <a:lnTo>
                    <a:pt x="5143499" y="6077"/>
                  </a:lnTo>
                  <a:lnTo>
                    <a:pt x="5143499" y="3447"/>
                  </a:lnTo>
                  <a:lnTo>
                    <a:pt x="5143964" y="2324"/>
                  </a:lnTo>
                  <a:lnTo>
                    <a:pt x="5145824" y="464"/>
                  </a:lnTo>
                  <a:lnTo>
                    <a:pt x="5146946" y="0"/>
                  </a:lnTo>
                  <a:lnTo>
                    <a:pt x="5149577" y="0"/>
                  </a:lnTo>
                  <a:lnTo>
                    <a:pt x="5150699" y="464"/>
                  </a:lnTo>
                  <a:lnTo>
                    <a:pt x="5152559" y="2324"/>
                  </a:lnTo>
                  <a:lnTo>
                    <a:pt x="5153024" y="3447"/>
                  </a:lnTo>
                  <a:lnTo>
                    <a:pt x="5153024" y="6077"/>
                  </a:lnTo>
                  <a:lnTo>
                    <a:pt x="5152559" y="7200"/>
                  </a:lnTo>
                  <a:lnTo>
                    <a:pt x="5150699" y="9060"/>
                  </a:lnTo>
                  <a:lnTo>
                    <a:pt x="5149577" y="9524"/>
                  </a:lnTo>
                  <a:close/>
                </a:path>
                <a:path w="6486525" h="9525">
                  <a:moveTo>
                    <a:pt x="5197202" y="9524"/>
                  </a:moveTo>
                  <a:lnTo>
                    <a:pt x="5194571" y="9524"/>
                  </a:lnTo>
                  <a:lnTo>
                    <a:pt x="5193449" y="9060"/>
                  </a:lnTo>
                  <a:lnTo>
                    <a:pt x="5191589" y="7200"/>
                  </a:lnTo>
                  <a:lnTo>
                    <a:pt x="5191124" y="6077"/>
                  </a:lnTo>
                  <a:lnTo>
                    <a:pt x="5191124" y="3447"/>
                  </a:lnTo>
                  <a:lnTo>
                    <a:pt x="5191589" y="2324"/>
                  </a:lnTo>
                  <a:lnTo>
                    <a:pt x="5193449" y="464"/>
                  </a:lnTo>
                  <a:lnTo>
                    <a:pt x="5194571" y="0"/>
                  </a:lnTo>
                  <a:lnTo>
                    <a:pt x="5197202" y="0"/>
                  </a:lnTo>
                  <a:lnTo>
                    <a:pt x="5198324" y="464"/>
                  </a:lnTo>
                  <a:lnTo>
                    <a:pt x="5200184" y="2324"/>
                  </a:lnTo>
                  <a:lnTo>
                    <a:pt x="5200649" y="3447"/>
                  </a:lnTo>
                  <a:lnTo>
                    <a:pt x="5200649" y="6077"/>
                  </a:lnTo>
                  <a:lnTo>
                    <a:pt x="5200184" y="7200"/>
                  </a:lnTo>
                  <a:lnTo>
                    <a:pt x="5198324" y="9060"/>
                  </a:lnTo>
                  <a:lnTo>
                    <a:pt x="5197202" y="9524"/>
                  </a:lnTo>
                  <a:close/>
                </a:path>
                <a:path w="6486525" h="9525">
                  <a:moveTo>
                    <a:pt x="5244827" y="9524"/>
                  </a:moveTo>
                  <a:lnTo>
                    <a:pt x="5242196" y="9524"/>
                  </a:lnTo>
                  <a:lnTo>
                    <a:pt x="5241074" y="9060"/>
                  </a:lnTo>
                  <a:lnTo>
                    <a:pt x="5239214" y="7200"/>
                  </a:lnTo>
                  <a:lnTo>
                    <a:pt x="5238749" y="6077"/>
                  </a:lnTo>
                  <a:lnTo>
                    <a:pt x="5238749" y="3447"/>
                  </a:lnTo>
                  <a:lnTo>
                    <a:pt x="5239214" y="2324"/>
                  </a:lnTo>
                  <a:lnTo>
                    <a:pt x="5241074" y="464"/>
                  </a:lnTo>
                  <a:lnTo>
                    <a:pt x="5242196" y="0"/>
                  </a:lnTo>
                  <a:lnTo>
                    <a:pt x="5244827" y="0"/>
                  </a:lnTo>
                  <a:lnTo>
                    <a:pt x="5245949" y="464"/>
                  </a:lnTo>
                  <a:lnTo>
                    <a:pt x="5247809" y="2324"/>
                  </a:lnTo>
                  <a:lnTo>
                    <a:pt x="5248274" y="3447"/>
                  </a:lnTo>
                  <a:lnTo>
                    <a:pt x="5248274" y="6077"/>
                  </a:lnTo>
                  <a:lnTo>
                    <a:pt x="5247809" y="7200"/>
                  </a:lnTo>
                  <a:lnTo>
                    <a:pt x="5245949" y="9060"/>
                  </a:lnTo>
                  <a:lnTo>
                    <a:pt x="5244827" y="9524"/>
                  </a:lnTo>
                  <a:close/>
                </a:path>
                <a:path w="6486525" h="9525">
                  <a:moveTo>
                    <a:pt x="5292452" y="9524"/>
                  </a:moveTo>
                  <a:lnTo>
                    <a:pt x="5289821" y="9524"/>
                  </a:lnTo>
                  <a:lnTo>
                    <a:pt x="5288699" y="9060"/>
                  </a:lnTo>
                  <a:lnTo>
                    <a:pt x="5286839" y="7200"/>
                  </a:lnTo>
                  <a:lnTo>
                    <a:pt x="5286374" y="6077"/>
                  </a:lnTo>
                  <a:lnTo>
                    <a:pt x="5286374" y="3447"/>
                  </a:lnTo>
                  <a:lnTo>
                    <a:pt x="5286839" y="2324"/>
                  </a:lnTo>
                  <a:lnTo>
                    <a:pt x="5288699" y="464"/>
                  </a:lnTo>
                  <a:lnTo>
                    <a:pt x="5289821" y="0"/>
                  </a:lnTo>
                  <a:lnTo>
                    <a:pt x="5292452" y="0"/>
                  </a:lnTo>
                  <a:lnTo>
                    <a:pt x="5293574" y="464"/>
                  </a:lnTo>
                  <a:lnTo>
                    <a:pt x="5295434" y="2324"/>
                  </a:lnTo>
                  <a:lnTo>
                    <a:pt x="5295899" y="3447"/>
                  </a:lnTo>
                  <a:lnTo>
                    <a:pt x="5295899" y="6077"/>
                  </a:lnTo>
                  <a:lnTo>
                    <a:pt x="5295434" y="7200"/>
                  </a:lnTo>
                  <a:lnTo>
                    <a:pt x="5293574" y="9060"/>
                  </a:lnTo>
                  <a:lnTo>
                    <a:pt x="5292452" y="9524"/>
                  </a:lnTo>
                  <a:close/>
                </a:path>
                <a:path w="6486525" h="9525">
                  <a:moveTo>
                    <a:pt x="5340077" y="9524"/>
                  </a:moveTo>
                  <a:lnTo>
                    <a:pt x="5337446" y="9524"/>
                  </a:lnTo>
                  <a:lnTo>
                    <a:pt x="5336324" y="9060"/>
                  </a:lnTo>
                  <a:lnTo>
                    <a:pt x="5334464" y="7200"/>
                  </a:lnTo>
                  <a:lnTo>
                    <a:pt x="5333999" y="6077"/>
                  </a:lnTo>
                  <a:lnTo>
                    <a:pt x="5333999" y="3447"/>
                  </a:lnTo>
                  <a:lnTo>
                    <a:pt x="5334464" y="2324"/>
                  </a:lnTo>
                  <a:lnTo>
                    <a:pt x="5336324" y="464"/>
                  </a:lnTo>
                  <a:lnTo>
                    <a:pt x="5337446" y="0"/>
                  </a:lnTo>
                  <a:lnTo>
                    <a:pt x="5340077" y="0"/>
                  </a:lnTo>
                  <a:lnTo>
                    <a:pt x="5341199" y="464"/>
                  </a:lnTo>
                  <a:lnTo>
                    <a:pt x="5343059" y="2324"/>
                  </a:lnTo>
                  <a:lnTo>
                    <a:pt x="5343524" y="3447"/>
                  </a:lnTo>
                  <a:lnTo>
                    <a:pt x="5343524" y="6077"/>
                  </a:lnTo>
                  <a:lnTo>
                    <a:pt x="5343059" y="7200"/>
                  </a:lnTo>
                  <a:lnTo>
                    <a:pt x="5341199" y="9060"/>
                  </a:lnTo>
                  <a:lnTo>
                    <a:pt x="5340077" y="9524"/>
                  </a:lnTo>
                  <a:close/>
                </a:path>
                <a:path w="6486525" h="9525">
                  <a:moveTo>
                    <a:pt x="5387702" y="9524"/>
                  </a:moveTo>
                  <a:lnTo>
                    <a:pt x="5385071" y="9524"/>
                  </a:lnTo>
                  <a:lnTo>
                    <a:pt x="5383949" y="9060"/>
                  </a:lnTo>
                  <a:lnTo>
                    <a:pt x="5382089" y="7200"/>
                  </a:lnTo>
                  <a:lnTo>
                    <a:pt x="5381624" y="6077"/>
                  </a:lnTo>
                  <a:lnTo>
                    <a:pt x="5381624" y="3447"/>
                  </a:lnTo>
                  <a:lnTo>
                    <a:pt x="5382089" y="2324"/>
                  </a:lnTo>
                  <a:lnTo>
                    <a:pt x="5383949" y="464"/>
                  </a:lnTo>
                  <a:lnTo>
                    <a:pt x="5385071" y="0"/>
                  </a:lnTo>
                  <a:lnTo>
                    <a:pt x="5387702" y="0"/>
                  </a:lnTo>
                  <a:lnTo>
                    <a:pt x="5388824" y="464"/>
                  </a:lnTo>
                  <a:lnTo>
                    <a:pt x="5390684" y="2324"/>
                  </a:lnTo>
                  <a:lnTo>
                    <a:pt x="5391149" y="3447"/>
                  </a:lnTo>
                  <a:lnTo>
                    <a:pt x="5391149" y="6077"/>
                  </a:lnTo>
                  <a:lnTo>
                    <a:pt x="5390684" y="7200"/>
                  </a:lnTo>
                  <a:lnTo>
                    <a:pt x="5388824" y="9060"/>
                  </a:lnTo>
                  <a:lnTo>
                    <a:pt x="5387702" y="9524"/>
                  </a:lnTo>
                  <a:close/>
                </a:path>
                <a:path w="6486525" h="9525">
                  <a:moveTo>
                    <a:pt x="5435327" y="9524"/>
                  </a:moveTo>
                  <a:lnTo>
                    <a:pt x="5432696" y="9524"/>
                  </a:lnTo>
                  <a:lnTo>
                    <a:pt x="5431574" y="9060"/>
                  </a:lnTo>
                  <a:lnTo>
                    <a:pt x="5429714" y="7200"/>
                  </a:lnTo>
                  <a:lnTo>
                    <a:pt x="5429249" y="6077"/>
                  </a:lnTo>
                  <a:lnTo>
                    <a:pt x="5429249" y="3447"/>
                  </a:lnTo>
                  <a:lnTo>
                    <a:pt x="5429714" y="2324"/>
                  </a:lnTo>
                  <a:lnTo>
                    <a:pt x="5431574" y="464"/>
                  </a:lnTo>
                  <a:lnTo>
                    <a:pt x="5432696" y="0"/>
                  </a:lnTo>
                  <a:lnTo>
                    <a:pt x="5435327" y="0"/>
                  </a:lnTo>
                  <a:lnTo>
                    <a:pt x="5436449" y="464"/>
                  </a:lnTo>
                  <a:lnTo>
                    <a:pt x="5438309" y="2324"/>
                  </a:lnTo>
                  <a:lnTo>
                    <a:pt x="5438774" y="3447"/>
                  </a:lnTo>
                  <a:lnTo>
                    <a:pt x="5438774" y="6077"/>
                  </a:lnTo>
                  <a:lnTo>
                    <a:pt x="5438309" y="7200"/>
                  </a:lnTo>
                  <a:lnTo>
                    <a:pt x="5436449" y="9060"/>
                  </a:lnTo>
                  <a:lnTo>
                    <a:pt x="5435327" y="9524"/>
                  </a:lnTo>
                  <a:close/>
                </a:path>
                <a:path w="6486525" h="9525">
                  <a:moveTo>
                    <a:pt x="5482952" y="9524"/>
                  </a:moveTo>
                  <a:lnTo>
                    <a:pt x="5480321" y="9524"/>
                  </a:lnTo>
                  <a:lnTo>
                    <a:pt x="5479199" y="9060"/>
                  </a:lnTo>
                  <a:lnTo>
                    <a:pt x="5477339" y="7200"/>
                  </a:lnTo>
                  <a:lnTo>
                    <a:pt x="5476874" y="6077"/>
                  </a:lnTo>
                  <a:lnTo>
                    <a:pt x="5476874" y="3447"/>
                  </a:lnTo>
                  <a:lnTo>
                    <a:pt x="5477339" y="2324"/>
                  </a:lnTo>
                  <a:lnTo>
                    <a:pt x="5479199" y="464"/>
                  </a:lnTo>
                  <a:lnTo>
                    <a:pt x="5480321" y="0"/>
                  </a:lnTo>
                  <a:lnTo>
                    <a:pt x="5482952" y="0"/>
                  </a:lnTo>
                  <a:lnTo>
                    <a:pt x="5484074" y="464"/>
                  </a:lnTo>
                  <a:lnTo>
                    <a:pt x="5485934" y="2324"/>
                  </a:lnTo>
                  <a:lnTo>
                    <a:pt x="5486399" y="3447"/>
                  </a:lnTo>
                  <a:lnTo>
                    <a:pt x="5486399" y="6077"/>
                  </a:lnTo>
                  <a:lnTo>
                    <a:pt x="5485934" y="7200"/>
                  </a:lnTo>
                  <a:lnTo>
                    <a:pt x="5484074" y="9060"/>
                  </a:lnTo>
                  <a:lnTo>
                    <a:pt x="5482952" y="9524"/>
                  </a:lnTo>
                  <a:close/>
                </a:path>
                <a:path w="6486525" h="9525">
                  <a:moveTo>
                    <a:pt x="5530576" y="9524"/>
                  </a:moveTo>
                  <a:lnTo>
                    <a:pt x="5527946" y="9524"/>
                  </a:lnTo>
                  <a:lnTo>
                    <a:pt x="5526824" y="9060"/>
                  </a:lnTo>
                  <a:lnTo>
                    <a:pt x="5524964" y="7200"/>
                  </a:lnTo>
                  <a:lnTo>
                    <a:pt x="5524499" y="6077"/>
                  </a:lnTo>
                  <a:lnTo>
                    <a:pt x="5524499" y="3447"/>
                  </a:lnTo>
                  <a:lnTo>
                    <a:pt x="5524964" y="2324"/>
                  </a:lnTo>
                  <a:lnTo>
                    <a:pt x="5526824" y="464"/>
                  </a:lnTo>
                  <a:lnTo>
                    <a:pt x="5527946" y="0"/>
                  </a:lnTo>
                  <a:lnTo>
                    <a:pt x="5530576" y="0"/>
                  </a:lnTo>
                  <a:lnTo>
                    <a:pt x="5531699" y="464"/>
                  </a:lnTo>
                  <a:lnTo>
                    <a:pt x="5533559" y="2324"/>
                  </a:lnTo>
                  <a:lnTo>
                    <a:pt x="5534024" y="3447"/>
                  </a:lnTo>
                  <a:lnTo>
                    <a:pt x="5534024" y="6077"/>
                  </a:lnTo>
                  <a:lnTo>
                    <a:pt x="5533559" y="7200"/>
                  </a:lnTo>
                  <a:lnTo>
                    <a:pt x="5531699" y="9060"/>
                  </a:lnTo>
                  <a:lnTo>
                    <a:pt x="5530576" y="9524"/>
                  </a:lnTo>
                  <a:close/>
                </a:path>
                <a:path w="6486525" h="9525">
                  <a:moveTo>
                    <a:pt x="5578201" y="9524"/>
                  </a:moveTo>
                  <a:lnTo>
                    <a:pt x="5575571" y="9524"/>
                  </a:lnTo>
                  <a:lnTo>
                    <a:pt x="5574449" y="9060"/>
                  </a:lnTo>
                  <a:lnTo>
                    <a:pt x="5572589" y="7200"/>
                  </a:lnTo>
                  <a:lnTo>
                    <a:pt x="5572124" y="6077"/>
                  </a:lnTo>
                  <a:lnTo>
                    <a:pt x="5572124" y="3447"/>
                  </a:lnTo>
                  <a:lnTo>
                    <a:pt x="5572589" y="2324"/>
                  </a:lnTo>
                  <a:lnTo>
                    <a:pt x="5574449" y="464"/>
                  </a:lnTo>
                  <a:lnTo>
                    <a:pt x="5575571" y="0"/>
                  </a:lnTo>
                  <a:lnTo>
                    <a:pt x="5578201" y="0"/>
                  </a:lnTo>
                  <a:lnTo>
                    <a:pt x="5579324" y="464"/>
                  </a:lnTo>
                  <a:lnTo>
                    <a:pt x="5581184" y="2324"/>
                  </a:lnTo>
                  <a:lnTo>
                    <a:pt x="5581649" y="3447"/>
                  </a:lnTo>
                  <a:lnTo>
                    <a:pt x="5581649" y="6077"/>
                  </a:lnTo>
                  <a:lnTo>
                    <a:pt x="5581184" y="7200"/>
                  </a:lnTo>
                  <a:lnTo>
                    <a:pt x="5579324" y="9060"/>
                  </a:lnTo>
                  <a:lnTo>
                    <a:pt x="5578201" y="9524"/>
                  </a:lnTo>
                  <a:close/>
                </a:path>
                <a:path w="6486525" h="9525">
                  <a:moveTo>
                    <a:pt x="5625826" y="9524"/>
                  </a:moveTo>
                  <a:lnTo>
                    <a:pt x="5623196" y="9524"/>
                  </a:lnTo>
                  <a:lnTo>
                    <a:pt x="5622074" y="9060"/>
                  </a:lnTo>
                  <a:lnTo>
                    <a:pt x="5620214" y="7200"/>
                  </a:lnTo>
                  <a:lnTo>
                    <a:pt x="5619749" y="6077"/>
                  </a:lnTo>
                  <a:lnTo>
                    <a:pt x="5619749" y="3447"/>
                  </a:lnTo>
                  <a:lnTo>
                    <a:pt x="5620214" y="2324"/>
                  </a:lnTo>
                  <a:lnTo>
                    <a:pt x="5622074" y="464"/>
                  </a:lnTo>
                  <a:lnTo>
                    <a:pt x="5623196" y="0"/>
                  </a:lnTo>
                  <a:lnTo>
                    <a:pt x="5625826" y="0"/>
                  </a:lnTo>
                  <a:lnTo>
                    <a:pt x="5626949" y="464"/>
                  </a:lnTo>
                  <a:lnTo>
                    <a:pt x="5628809" y="2324"/>
                  </a:lnTo>
                  <a:lnTo>
                    <a:pt x="5629274" y="3447"/>
                  </a:lnTo>
                  <a:lnTo>
                    <a:pt x="5629274" y="6077"/>
                  </a:lnTo>
                  <a:lnTo>
                    <a:pt x="5628809" y="7200"/>
                  </a:lnTo>
                  <a:lnTo>
                    <a:pt x="5626949" y="9060"/>
                  </a:lnTo>
                  <a:lnTo>
                    <a:pt x="5625826" y="9524"/>
                  </a:lnTo>
                  <a:close/>
                </a:path>
                <a:path w="6486525" h="9525">
                  <a:moveTo>
                    <a:pt x="5673452" y="9524"/>
                  </a:moveTo>
                  <a:lnTo>
                    <a:pt x="5670821" y="9524"/>
                  </a:lnTo>
                  <a:lnTo>
                    <a:pt x="5669699" y="9060"/>
                  </a:lnTo>
                  <a:lnTo>
                    <a:pt x="5667839" y="7200"/>
                  </a:lnTo>
                  <a:lnTo>
                    <a:pt x="5667374" y="6077"/>
                  </a:lnTo>
                  <a:lnTo>
                    <a:pt x="5667374" y="3447"/>
                  </a:lnTo>
                  <a:lnTo>
                    <a:pt x="5667839" y="2324"/>
                  </a:lnTo>
                  <a:lnTo>
                    <a:pt x="5669699" y="464"/>
                  </a:lnTo>
                  <a:lnTo>
                    <a:pt x="5670821" y="0"/>
                  </a:lnTo>
                  <a:lnTo>
                    <a:pt x="5673452" y="0"/>
                  </a:lnTo>
                  <a:lnTo>
                    <a:pt x="5674574" y="464"/>
                  </a:lnTo>
                  <a:lnTo>
                    <a:pt x="5676434" y="2324"/>
                  </a:lnTo>
                  <a:lnTo>
                    <a:pt x="5676899" y="3447"/>
                  </a:lnTo>
                  <a:lnTo>
                    <a:pt x="5676899" y="6077"/>
                  </a:lnTo>
                  <a:lnTo>
                    <a:pt x="5676434" y="7200"/>
                  </a:lnTo>
                  <a:lnTo>
                    <a:pt x="5674574" y="9060"/>
                  </a:lnTo>
                  <a:lnTo>
                    <a:pt x="5673452" y="9524"/>
                  </a:lnTo>
                  <a:close/>
                </a:path>
                <a:path w="6486525" h="9525">
                  <a:moveTo>
                    <a:pt x="5721077" y="9524"/>
                  </a:moveTo>
                  <a:lnTo>
                    <a:pt x="5718446" y="9524"/>
                  </a:lnTo>
                  <a:lnTo>
                    <a:pt x="5717324" y="9060"/>
                  </a:lnTo>
                  <a:lnTo>
                    <a:pt x="5715464" y="7200"/>
                  </a:lnTo>
                  <a:lnTo>
                    <a:pt x="5714999" y="6077"/>
                  </a:lnTo>
                  <a:lnTo>
                    <a:pt x="5714999" y="3447"/>
                  </a:lnTo>
                  <a:lnTo>
                    <a:pt x="5715464" y="2324"/>
                  </a:lnTo>
                  <a:lnTo>
                    <a:pt x="5717324" y="464"/>
                  </a:lnTo>
                  <a:lnTo>
                    <a:pt x="5718446" y="0"/>
                  </a:lnTo>
                  <a:lnTo>
                    <a:pt x="5721077" y="0"/>
                  </a:lnTo>
                  <a:lnTo>
                    <a:pt x="5722199" y="464"/>
                  </a:lnTo>
                  <a:lnTo>
                    <a:pt x="5724059" y="2324"/>
                  </a:lnTo>
                  <a:lnTo>
                    <a:pt x="5724524" y="3447"/>
                  </a:lnTo>
                  <a:lnTo>
                    <a:pt x="5724524" y="6077"/>
                  </a:lnTo>
                  <a:lnTo>
                    <a:pt x="5724059" y="7200"/>
                  </a:lnTo>
                  <a:lnTo>
                    <a:pt x="5722199" y="9060"/>
                  </a:lnTo>
                  <a:lnTo>
                    <a:pt x="5721077" y="9524"/>
                  </a:lnTo>
                  <a:close/>
                </a:path>
                <a:path w="6486525" h="9525">
                  <a:moveTo>
                    <a:pt x="5768701" y="9524"/>
                  </a:moveTo>
                  <a:lnTo>
                    <a:pt x="5766071" y="9524"/>
                  </a:lnTo>
                  <a:lnTo>
                    <a:pt x="5764949" y="9060"/>
                  </a:lnTo>
                  <a:lnTo>
                    <a:pt x="5763089" y="7200"/>
                  </a:lnTo>
                  <a:lnTo>
                    <a:pt x="5762624" y="6077"/>
                  </a:lnTo>
                  <a:lnTo>
                    <a:pt x="5762624" y="3447"/>
                  </a:lnTo>
                  <a:lnTo>
                    <a:pt x="5763089" y="2324"/>
                  </a:lnTo>
                  <a:lnTo>
                    <a:pt x="5764949" y="464"/>
                  </a:lnTo>
                  <a:lnTo>
                    <a:pt x="5766071" y="0"/>
                  </a:lnTo>
                  <a:lnTo>
                    <a:pt x="5768701" y="0"/>
                  </a:lnTo>
                  <a:lnTo>
                    <a:pt x="5769824" y="464"/>
                  </a:lnTo>
                  <a:lnTo>
                    <a:pt x="5771684" y="2324"/>
                  </a:lnTo>
                  <a:lnTo>
                    <a:pt x="5772149" y="3447"/>
                  </a:lnTo>
                  <a:lnTo>
                    <a:pt x="5772149" y="6077"/>
                  </a:lnTo>
                  <a:lnTo>
                    <a:pt x="5771684" y="7200"/>
                  </a:lnTo>
                  <a:lnTo>
                    <a:pt x="5769824" y="9060"/>
                  </a:lnTo>
                  <a:lnTo>
                    <a:pt x="5768701" y="9524"/>
                  </a:lnTo>
                  <a:close/>
                </a:path>
                <a:path w="6486525" h="9525">
                  <a:moveTo>
                    <a:pt x="5816327" y="9524"/>
                  </a:moveTo>
                  <a:lnTo>
                    <a:pt x="5813696" y="9524"/>
                  </a:lnTo>
                  <a:lnTo>
                    <a:pt x="5812574" y="9060"/>
                  </a:lnTo>
                  <a:lnTo>
                    <a:pt x="5810714" y="7200"/>
                  </a:lnTo>
                  <a:lnTo>
                    <a:pt x="5810249" y="6077"/>
                  </a:lnTo>
                  <a:lnTo>
                    <a:pt x="5810249" y="3447"/>
                  </a:lnTo>
                  <a:lnTo>
                    <a:pt x="5810714" y="2324"/>
                  </a:lnTo>
                  <a:lnTo>
                    <a:pt x="5812574" y="464"/>
                  </a:lnTo>
                  <a:lnTo>
                    <a:pt x="5813696" y="0"/>
                  </a:lnTo>
                  <a:lnTo>
                    <a:pt x="5816327" y="0"/>
                  </a:lnTo>
                  <a:lnTo>
                    <a:pt x="5817449" y="464"/>
                  </a:lnTo>
                  <a:lnTo>
                    <a:pt x="5819309" y="2324"/>
                  </a:lnTo>
                  <a:lnTo>
                    <a:pt x="5819774" y="3447"/>
                  </a:lnTo>
                  <a:lnTo>
                    <a:pt x="5819774" y="6077"/>
                  </a:lnTo>
                  <a:lnTo>
                    <a:pt x="5819309" y="7200"/>
                  </a:lnTo>
                  <a:lnTo>
                    <a:pt x="5817449" y="9060"/>
                  </a:lnTo>
                  <a:lnTo>
                    <a:pt x="5816327" y="9524"/>
                  </a:lnTo>
                  <a:close/>
                </a:path>
                <a:path w="6486525" h="9525">
                  <a:moveTo>
                    <a:pt x="5863952" y="9524"/>
                  </a:moveTo>
                  <a:lnTo>
                    <a:pt x="5861321" y="9524"/>
                  </a:lnTo>
                  <a:lnTo>
                    <a:pt x="5860199" y="9060"/>
                  </a:lnTo>
                  <a:lnTo>
                    <a:pt x="5858339" y="7200"/>
                  </a:lnTo>
                  <a:lnTo>
                    <a:pt x="5857874" y="6077"/>
                  </a:lnTo>
                  <a:lnTo>
                    <a:pt x="5857874" y="3447"/>
                  </a:lnTo>
                  <a:lnTo>
                    <a:pt x="5858339" y="2324"/>
                  </a:lnTo>
                  <a:lnTo>
                    <a:pt x="5860199" y="464"/>
                  </a:lnTo>
                  <a:lnTo>
                    <a:pt x="5861321" y="0"/>
                  </a:lnTo>
                  <a:lnTo>
                    <a:pt x="5863952" y="0"/>
                  </a:lnTo>
                  <a:lnTo>
                    <a:pt x="5865074" y="464"/>
                  </a:lnTo>
                  <a:lnTo>
                    <a:pt x="5866934" y="2324"/>
                  </a:lnTo>
                  <a:lnTo>
                    <a:pt x="5867399" y="3447"/>
                  </a:lnTo>
                  <a:lnTo>
                    <a:pt x="5867399" y="6077"/>
                  </a:lnTo>
                  <a:lnTo>
                    <a:pt x="5866934" y="7200"/>
                  </a:lnTo>
                  <a:lnTo>
                    <a:pt x="5865074" y="9060"/>
                  </a:lnTo>
                  <a:lnTo>
                    <a:pt x="5863952" y="9524"/>
                  </a:lnTo>
                  <a:close/>
                </a:path>
                <a:path w="6486525" h="9525">
                  <a:moveTo>
                    <a:pt x="5911577" y="9524"/>
                  </a:moveTo>
                  <a:lnTo>
                    <a:pt x="5908946" y="9524"/>
                  </a:lnTo>
                  <a:lnTo>
                    <a:pt x="5907824" y="9060"/>
                  </a:lnTo>
                  <a:lnTo>
                    <a:pt x="5905964" y="7200"/>
                  </a:lnTo>
                  <a:lnTo>
                    <a:pt x="5905499" y="6077"/>
                  </a:lnTo>
                  <a:lnTo>
                    <a:pt x="5905499" y="3447"/>
                  </a:lnTo>
                  <a:lnTo>
                    <a:pt x="5905964" y="2324"/>
                  </a:lnTo>
                  <a:lnTo>
                    <a:pt x="5907824" y="464"/>
                  </a:lnTo>
                  <a:lnTo>
                    <a:pt x="5908946" y="0"/>
                  </a:lnTo>
                  <a:lnTo>
                    <a:pt x="5911577" y="0"/>
                  </a:lnTo>
                  <a:lnTo>
                    <a:pt x="5912699" y="464"/>
                  </a:lnTo>
                  <a:lnTo>
                    <a:pt x="5914559" y="2324"/>
                  </a:lnTo>
                  <a:lnTo>
                    <a:pt x="5915024" y="3447"/>
                  </a:lnTo>
                  <a:lnTo>
                    <a:pt x="5915024" y="6077"/>
                  </a:lnTo>
                  <a:lnTo>
                    <a:pt x="5914559" y="7200"/>
                  </a:lnTo>
                  <a:lnTo>
                    <a:pt x="5912699" y="9060"/>
                  </a:lnTo>
                  <a:lnTo>
                    <a:pt x="5911577" y="9524"/>
                  </a:lnTo>
                  <a:close/>
                </a:path>
                <a:path w="6486525" h="9525">
                  <a:moveTo>
                    <a:pt x="5959202" y="9524"/>
                  </a:moveTo>
                  <a:lnTo>
                    <a:pt x="5956571" y="9524"/>
                  </a:lnTo>
                  <a:lnTo>
                    <a:pt x="5955449" y="9060"/>
                  </a:lnTo>
                  <a:lnTo>
                    <a:pt x="5953589" y="7200"/>
                  </a:lnTo>
                  <a:lnTo>
                    <a:pt x="5953124" y="6077"/>
                  </a:lnTo>
                  <a:lnTo>
                    <a:pt x="5953124" y="3447"/>
                  </a:lnTo>
                  <a:lnTo>
                    <a:pt x="5953589" y="2324"/>
                  </a:lnTo>
                  <a:lnTo>
                    <a:pt x="5955449" y="464"/>
                  </a:lnTo>
                  <a:lnTo>
                    <a:pt x="5956571" y="0"/>
                  </a:lnTo>
                  <a:lnTo>
                    <a:pt x="5959202" y="0"/>
                  </a:lnTo>
                  <a:lnTo>
                    <a:pt x="5960324" y="464"/>
                  </a:lnTo>
                  <a:lnTo>
                    <a:pt x="5962184" y="2324"/>
                  </a:lnTo>
                  <a:lnTo>
                    <a:pt x="5962649" y="3447"/>
                  </a:lnTo>
                  <a:lnTo>
                    <a:pt x="5962649" y="6077"/>
                  </a:lnTo>
                  <a:lnTo>
                    <a:pt x="5962184" y="7200"/>
                  </a:lnTo>
                  <a:lnTo>
                    <a:pt x="5960324" y="9060"/>
                  </a:lnTo>
                  <a:lnTo>
                    <a:pt x="5959202" y="9524"/>
                  </a:lnTo>
                  <a:close/>
                </a:path>
                <a:path w="6486525" h="9525">
                  <a:moveTo>
                    <a:pt x="6006826" y="9524"/>
                  </a:moveTo>
                  <a:lnTo>
                    <a:pt x="6004197" y="9524"/>
                  </a:lnTo>
                  <a:lnTo>
                    <a:pt x="6003074" y="9060"/>
                  </a:lnTo>
                  <a:lnTo>
                    <a:pt x="6001214" y="7200"/>
                  </a:lnTo>
                  <a:lnTo>
                    <a:pt x="6000749" y="6077"/>
                  </a:lnTo>
                  <a:lnTo>
                    <a:pt x="6000749" y="3447"/>
                  </a:lnTo>
                  <a:lnTo>
                    <a:pt x="6001214" y="2324"/>
                  </a:lnTo>
                  <a:lnTo>
                    <a:pt x="6003074" y="464"/>
                  </a:lnTo>
                  <a:lnTo>
                    <a:pt x="6004197" y="0"/>
                  </a:lnTo>
                  <a:lnTo>
                    <a:pt x="6006826" y="0"/>
                  </a:lnTo>
                  <a:lnTo>
                    <a:pt x="6007949" y="464"/>
                  </a:lnTo>
                  <a:lnTo>
                    <a:pt x="6009809" y="2324"/>
                  </a:lnTo>
                  <a:lnTo>
                    <a:pt x="6010274" y="3447"/>
                  </a:lnTo>
                  <a:lnTo>
                    <a:pt x="6010274" y="6077"/>
                  </a:lnTo>
                  <a:lnTo>
                    <a:pt x="6009809" y="7200"/>
                  </a:lnTo>
                  <a:lnTo>
                    <a:pt x="6007949" y="9060"/>
                  </a:lnTo>
                  <a:lnTo>
                    <a:pt x="6006826" y="9524"/>
                  </a:lnTo>
                  <a:close/>
                </a:path>
                <a:path w="6486525" h="9525">
                  <a:moveTo>
                    <a:pt x="6054451" y="9524"/>
                  </a:moveTo>
                  <a:lnTo>
                    <a:pt x="6051821" y="9524"/>
                  </a:lnTo>
                  <a:lnTo>
                    <a:pt x="6050698" y="9060"/>
                  </a:lnTo>
                  <a:lnTo>
                    <a:pt x="6048839" y="7200"/>
                  </a:lnTo>
                  <a:lnTo>
                    <a:pt x="6048374" y="6077"/>
                  </a:lnTo>
                  <a:lnTo>
                    <a:pt x="6048374" y="3447"/>
                  </a:lnTo>
                  <a:lnTo>
                    <a:pt x="6048839" y="2324"/>
                  </a:lnTo>
                  <a:lnTo>
                    <a:pt x="6050698" y="464"/>
                  </a:lnTo>
                  <a:lnTo>
                    <a:pt x="6051821" y="0"/>
                  </a:lnTo>
                  <a:lnTo>
                    <a:pt x="6054451" y="0"/>
                  </a:lnTo>
                  <a:lnTo>
                    <a:pt x="6055574" y="464"/>
                  </a:lnTo>
                  <a:lnTo>
                    <a:pt x="6057434" y="2324"/>
                  </a:lnTo>
                  <a:lnTo>
                    <a:pt x="6057899" y="3447"/>
                  </a:lnTo>
                  <a:lnTo>
                    <a:pt x="6057899" y="6077"/>
                  </a:lnTo>
                  <a:lnTo>
                    <a:pt x="6057434" y="7200"/>
                  </a:lnTo>
                  <a:lnTo>
                    <a:pt x="6055574" y="9060"/>
                  </a:lnTo>
                  <a:lnTo>
                    <a:pt x="6054451" y="9524"/>
                  </a:lnTo>
                  <a:close/>
                </a:path>
                <a:path w="6486525" h="9525">
                  <a:moveTo>
                    <a:pt x="6102076" y="9524"/>
                  </a:moveTo>
                  <a:lnTo>
                    <a:pt x="6099446" y="9524"/>
                  </a:lnTo>
                  <a:lnTo>
                    <a:pt x="6098324" y="9060"/>
                  </a:lnTo>
                  <a:lnTo>
                    <a:pt x="6096464" y="7200"/>
                  </a:lnTo>
                  <a:lnTo>
                    <a:pt x="6095999" y="6077"/>
                  </a:lnTo>
                  <a:lnTo>
                    <a:pt x="6095999" y="3447"/>
                  </a:lnTo>
                  <a:lnTo>
                    <a:pt x="6096464" y="2324"/>
                  </a:lnTo>
                  <a:lnTo>
                    <a:pt x="6098324" y="464"/>
                  </a:lnTo>
                  <a:lnTo>
                    <a:pt x="6099446" y="0"/>
                  </a:lnTo>
                  <a:lnTo>
                    <a:pt x="6102076" y="0"/>
                  </a:lnTo>
                  <a:lnTo>
                    <a:pt x="6103199" y="464"/>
                  </a:lnTo>
                  <a:lnTo>
                    <a:pt x="6105059" y="2324"/>
                  </a:lnTo>
                  <a:lnTo>
                    <a:pt x="6105524" y="3447"/>
                  </a:lnTo>
                  <a:lnTo>
                    <a:pt x="6105524" y="6077"/>
                  </a:lnTo>
                  <a:lnTo>
                    <a:pt x="6105059" y="7200"/>
                  </a:lnTo>
                  <a:lnTo>
                    <a:pt x="6103199" y="9060"/>
                  </a:lnTo>
                  <a:lnTo>
                    <a:pt x="6102076" y="9524"/>
                  </a:lnTo>
                  <a:close/>
                </a:path>
                <a:path w="6486525" h="9525">
                  <a:moveTo>
                    <a:pt x="6149701" y="9524"/>
                  </a:moveTo>
                  <a:lnTo>
                    <a:pt x="6147071" y="9524"/>
                  </a:lnTo>
                  <a:lnTo>
                    <a:pt x="6145949" y="9060"/>
                  </a:lnTo>
                  <a:lnTo>
                    <a:pt x="6144089" y="7200"/>
                  </a:lnTo>
                  <a:lnTo>
                    <a:pt x="6143624" y="6077"/>
                  </a:lnTo>
                  <a:lnTo>
                    <a:pt x="6143624" y="3447"/>
                  </a:lnTo>
                  <a:lnTo>
                    <a:pt x="6144089" y="2324"/>
                  </a:lnTo>
                  <a:lnTo>
                    <a:pt x="6145949" y="464"/>
                  </a:lnTo>
                  <a:lnTo>
                    <a:pt x="6147071" y="0"/>
                  </a:lnTo>
                  <a:lnTo>
                    <a:pt x="6149701" y="0"/>
                  </a:lnTo>
                  <a:lnTo>
                    <a:pt x="6150824" y="464"/>
                  </a:lnTo>
                  <a:lnTo>
                    <a:pt x="6152684" y="2324"/>
                  </a:lnTo>
                  <a:lnTo>
                    <a:pt x="6153149" y="3447"/>
                  </a:lnTo>
                  <a:lnTo>
                    <a:pt x="6153149" y="6077"/>
                  </a:lnTo>
                  <a:lnTo>
                    <a:pt x="6152684" y="7200"/>
                  </a:lnTo>
                  <a:lnTo>
                    <a:pt x="6150824" y="9060"/>
                  </a:lnTo>
                  <a:lnTo>
                    <a:pt x="6149701" y="9524"/>
                  </a:lnTo>
                  <a:close/>
                </a:path>
                <a:path w="6486525" h="9525">
                  <a:moveTo>
                    <a:pt x="6197326" y="9524"/>
                  </a:moveTo>
                  <a:lnTo>
                    <a:pt x="6194696" y="9524"/>
                  </a:lnTo>
                  <a:lnTo>
                    <a:pt x="6193574" y="9060"/>
                  </a:lnTo>
                  <a:lnTo>
                    <a:pt x="6191714" y="7200"/>
                  </a:lnTo>
                  <a:lnTo>
                    <a:pt x="6191249" y="6077"/>
                  </a:lnTo>
                  <a:lnTo>
                    <a:pt x="6191249" y="3447"/>
                  </a:lnTo>
                  <a:lnTo>
                    <a:pt x="6191714" y="2324"/>
                  </a:lnTo>
                  <a:lnTo>
                    <a:pt x="6193574" y="464"/>
                  </a:lnTo>
                  <a:lnTo>
                    <a:pt x="6194696" y="0"/>
                  </a:lnTo>
                  <a:lnTo>
                    <a:pt x="6197326" y="0"/>
                  </a:lnTo>
                  <a:lnTo>
                    <a:pt x="6198449" y="464"/>
                  </a:lnTo>
                  <a:lnTo>
                    <a:pt x="6200309" y="2324"/>
                  </a:lnTo>
                  <a:lnTo>
                    <a:pt x="6200774" y="3447"/>
                  </a:lnTo>
                  <a:lnTo>
                    <a:pt x="6200774" y="6077"/>
                  </a:lnTo>
                  <a:lnTo>
                    <a:pt x="6200309" y="7200"/>
                  </a:lnTo>
                  <a:lnTo>
                    <a:pt x="6198449" y="9060"/>
                  </a:lnTo>
                  <a:lnTo>
                    <a:pt x="6197326" y="9524"/>
                  </a:lnTo>
                  <a:close/>
                </a:path>
                <a:path w="6486525" h="9525">
                  <a:moveTo>
                    <a:pt x="6244952" y="9524"/>
                  </a:moveTo>
                  <a:lnTo>
                    <a:pt x="6242321" y="9524"/>
                  </a:lnTo>
                  <a:lnTo>
                    <a:pt x="6241199" y="9060"/>
                  </a:lnTo>
                  <a:lnTo>
                    <a:pt x="6239339" y="7200"/>
                  </a:lnTo>
                  <a:lnTo>
                    <a:pt x="6238874" y="6077"/>
                  </a:lnTo>
                  <a:lnTo>
                    <a:pt x="6238874" y="3447"/>
                  </a:lnTo>
                  <a:lnTo>
                    <a:pt x="6239339" y="2324"/>
                  </a:lnTo>
                  <a:lnTo>
                    <a:pt x="6241199" y="464"/>
                  </a:lnTo>
                  <a:lnTo>
                    <a:pt x="6242321" y="0"/>
                  </a:lnTo>
                  <a:lnTo>
                    <a:pt x="6244952" y="0"/>
                  </a:lnTo>
                  <a:lnTo>
                    <a:pt x="6246074" y="464"/>
                  </a:lnTo>
                  <a:lnTo>
                    <a:pt x="6247934" y="2324"/>
                  </a:lnTo>
                  <a:lnTo>
                    <a:pt x="6248399" y="3447"/>
                  </a:lnTo>
                  <a:lnTo>
                    <a:pt x="6248399" y="6077"/>
                  </a:lnTo>
                  <a:lnTo>
                    <a:pt x="6247934" y="7200"/>
                  </a:lnTo>
                  <a:lnTo>
                    <a:pt x="6246074" y="9060"/>
                  </a:lnTo>
                  <a:lnTo>
                    <a:pt x="6244952" y="9524"/>
                  </a:lnTo>
                  <a:close/>
                </a:path>
                <a:path w="6486525" h="9525">
                  <a:moveTo>
                    <a:pt x="6292576" y="9524"/>
                  </a:moveTo>
                  <a:lnTo>
                    <a:pt x="6289946" y="9524"/>
                  </a:lnTo>
                  <a:lnTo>
                    <a:pt x="6288824" y="9060"/>
                  </a:lnTo>
                  <a:lnTo>
                    <a:pt x="6286964" y="7200"/>
                  </a:lnTo>
                  <a:lnTo>
                    <a:pt x="6286499" y="6077"/>
                  </a:lnTo>
                  <a:lnTo>
                    <a:pt x="6286499" y="3447"/>
                  </a:lnTo>
                  <a:lnTo>
                    <a:pt x="6286964" y="2324"/>
                  </a:lnTo>
                  <a:lnTo>
                    <a:pt x="6288824" y="464"/>
                  </a:lnTo>
                  <a:lnTo>
                    <a:pt x="6289946" y="0"/>
                  </a:lnTo>
                  <a:lnTo>
                    <a:pt x="6292576" y="0"/>
                  </a:lnTo>
                  <a:lnTo>
                    <a:pt x="6293699" y="464"/>
                  </a:lnTo>
                  <a:lnTo>
                    <a:pt x="6295559" y="2324"/>
                  </a:lnTo>
                  <a:lnTo>
                    <a:pt x="6296024" y="3447"/>
                  </a:lnTo>
                  <a:lnTo>
                    <a:pt x="6296024" y="6077"/>
                  </a:lnTo>
                  <a:lnTo>
                    <a:pt x="6295559" y="7200"/>
                  </a:lnTo>
                  <a:lnTo>
                    <a:pt x="6293699" y="9060"/>
                  </a:lnTo>
                  <a:lnTo>
                    <a:pt x="6292576" y="9524"/>
                  </a:lnTo>
                  <a:close/>
                </a:path>
                <a:path w="6486525" h="9525">
                  <a:moveTo>
                    <a:pt x="6340202" y="9524"/>
                  </a:moveTo>
                  <a:lnTo>
                    <a:pt x="6337571" y="9524"/>
                  </a:lnTo>
                  <a:lnTo>
                    <a:pt x="6336449" y="9060"/>
                  </a:lnTo>
                  <a:lnTo>
                    <a:pt x="6334589" y="7200"/>
                  </a:lnTo>
                  <a:lnTo>
                    <a:pt x="6334124" y="6077"/>
                  </a:lnTo>
                  <a:lnTo>
                    <a:pt x="6334124" y="3447"/>
                  </a:lnTo>
                  <a:lnTo>
                    <a:pt x="6334589" y="2324"/>
                  </a:lnTo>
                  <a:lnTo>
                    <a:pt x="6336449" y="464"/>
                  </a:lnTo>
                  <a:lnTo>
                    <a:pt x="6337571" y="0"/>
                  </a:lnTo>
                  <a:lnTo>
                    <a:pt x="6340202" y="0"/>
                  </a:lnTo>
                  <a:lnTo>
                    <a:pt x="6341324" y="464"/>
                  </a:lnTo>
                  <a:lnTo>
                    <a:pt x="6343184" y="2324"/>
                  </a:lnTo>
                  <a:lnTo>
                    <a:pt x="6343649" y="3447"/>
                  </a:lnTo>
                  <a:lnTo>
                    <a:pt x="6343649" y="6077"/>
                  </a:lnTo>
                  <a:lnTo>
                    <a:pt x="6343184" y="7200"/>
                  </a:lnTo>
                  <a:lnTo>
                    <a:pt x="6341324" y="9060"/>
                  </a:lnTo>
                  <a:lnTo>
                    <a:pt x="6340202" y="9524"/>
                  </a:lnTo>
                  <a:close/>
                </a:path>
                <a:path w="6486525" h="9525">
                  <a:moveTo>
                    <a:pt x="6387827" y="9524"/>
                  </a:moveTo>
                  <a:lnTo>
                    <a:pt x="6385196" y="9524"/>
                  </a:lnTo>
                  <a:lnTo>
                    <a:pt x="6384074" y="9060"/>
                  </a:lnTo>
                  <a:lnTo>
                    <a:pt x="6382214" y="7200"/>
                  </a:lnTo>
                  <a:lnTo>
                    <a:pt x="6381749" y="6077"/>
                  </a:lnTo>
                  <a:lnTo>
                    <a:pt x="6381749" y="3447"/>
                  </a:lnTo>
                  <a:lnTo>
                    <a:pt x="6382214" y="2324"/>
                  </a:lnTo>
                  <a:lnTo>
                    <a:pt x="6384074" y="464"/>
                  </a:lnTo>
                  <a:lnTo>
                    <a:pt x="6385196" y="0"/>
                  </a:lnTo>
                  <a:lnTo>
                    <a:pt x="6387827" y="0"/>
                  </a:lnTo>
                  <a:lnTo>
                    <a:pt x="6388949" y="464"/>
                  </a:lnTo>
                  <a:lnTo>
                    <a:pt x="6390809" y="2324"/>
                  </a:lnTo>
                  <a:lnTo>
                    <a:pt x="6391274" y="3447"/>
                  </a:lnTo>
                  <a:lnTo>
                    <a:pt x="6391274" y="6077"/>
                  </a:lnTo>
                  <a:lnTo>
                    <a:pt x="6390809" y="7200"/>
                  </a:lnTo>
                  <a:lnTo>
                    <a:pt x="6388949" y="9060"/>
                  </a:lnTo>
                  <a:lnTo>
                    <a:pt x="6387827" y="9524"/>
                  </a:lnTo>
                  <a:close/>
                </a:path>
                <a:path w="6486525" h="9525">
                  <a:moveTo>
                    <a:pt x="6435452" y="9524"/>
                  </a:moveTo>
                  <a:lnTo>
                    <a:pt x="6432821" y="9524"/>
                  </a:lnTo>
                  <a:lnTo>
                    <a:pt x="6431699" y="9060"/>
                  </a:lnTo>
                  <a:lnTo>
                    <a:pt x="6429839" y="7200"/>
                  </a:lnTo>
                  <a:lnTo>
                    <a:pt x="6429374" y="6077"/>
                  </a:lnTo>
                  <a:lnTo>
                    <a:pt x="6429374" y="3447"/>
                  </a:lnTo>
                  <a:lnTo>
                    <a:pt x="6429839" y="2324"/>
                  </a:lnTo>
                  <a:lnTo>
                    <a:pt x="6431699" y="464"/>
                  </a:lnTo>
                  <a:lnTo>
                    <a:pt x="6432821" y="0"/>
                  </a:lnTo>
                  <a:lnTo>
                    <a:pt x="6435452" y="0"/>
                  </a:lnTo>
                  <a:lnTo>
                    <a:pt x="6436574" y="464"/>
                  </a:lnTo>
                  <a:lnTo>
                    <a:pt x="6438434" y="2324"/>
                  </a:lnTo>
                  <a:lnTo>
                    <a:pt x="6438899" y="3447"/>
                  </a:lnTo>
                  <a:lnTo>
                    <a:pt x="6438899" y="6077"/>
                  </a:lnTo>
                  <a:lnTo>
                    <a:pt x="6438434" y="7200"/>
                  </a:lnTo>
                  <a:lnTo>
                    <a:pt x="6436574" y="9060"/>
                  </a:lnTo>
                  <a:lnTo>
                    <a:pt x="6435452" y="9524"/>
                  </a:lnTo>
                  <a:close/>
                </a:path>
                <a:path w="6486525" h="9525">
                  <a:moveTo>
                    <a:pt x="6483076" y="9524"/>
                  </a:moveTo>
                  <a:lnTo>
                    <a:pt x="6480446" y="9524"/>
                  </a:lnTo>
                  <a:lnTo>
                    <a:pt x="6479324" y="9060"/>
                  </a:lnTo>
                  <a:lnTo>
                    <a:pt x="6477464" y="7200"/>
                  </a:lnTo>
                  <a:lnTo>
                    <a:pt x="6476999" y="6077"/>
                  </a:lnTo>
                  <a:lnTo>
                    <a:pt x="6476999" y="3447"/>
                  </a:lnTo>
                  <a:lnTo>
                    <a:pt x="6477464" y="2324"/>
                  </a:lnTo>
                  <a:lnTo>
                    <a:pt x="6479324" y="464"/>
                  </a:lnTo>
                  <a:lnTo>
                    <a:pt x="6480446" y="0"/>
                  </a:lnTo>
                  <a:lnTo>
                    <a:pt x="6483076" y="0"/>
                  </a:lnTo>
                  <a:lnTo>
                    <a:pt x="6484199" y="464"/>
                  </a:lnTo>
                  <a:lnTo>
                    <a:pt x="6486059" y="2324"/>
                  </a:lnTo>
                  <a:lnTo>
                    <a:pt x="6486524" y="3447"/>
                  </a:lnTo>
                  <a:lnTo>
                    <a:pt x="6486524" y="6077"/>
                  </a:lnTo>
                  <a:lnTo>
                    <a:pt x="6486059" y="7200"/>
                  </a:lnTo>
                  <a:lnTo>
                    <a:pt x="6484199" y="9060"/>
                  </a:lnTo>
                  <a:lnTo>
                    <a:pt x="6483076" y="9524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17" name="object 7"/>
          <p:cNvSpPr/>
          <p:nvPr/>
        </p:nvSpPr>
        <p:spPr>
          <a:xfrm>
            <a:off x="2612880" y="4107600"/>
            <a:ext cx="15264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50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18" name="object 8"/>
          <p:cNvGrpSpPr/>
          <p:nvPr/>
        </p:nvGrpSpPr>
        <p:grpSpPr>
          <a:xfrm>
            <a:off x="2562840" y="1944360"/>
            <a:ext cx="6766560" cy="2924280"/>
            <a:chOff x="2562840" y="1944360"/>
            <a:chExt cx="6766560" cy="2924280"/>
          </a:xfrm>
        </p:grpSpPr>
        <p:sp>
          <p:nvSpPr>
            <p:cNvPr id="419" name="object 9"/>
            <p:cNvSpPr/>
            <p:nvPr/>
          </p:nvSpPr>
          <p:spPr>
            <a:xfrm>
              <a:off x="2843280" y="2239920"/>
              <a:ext cx="6486120" cy="2628720"/>
            </a:xfrm>
            <a:custGeom>
              <a:avLst/>
              <a:gdLst>
                <a:gd name="textAreaLeft" fmla="*/ 0 w 6486120"/>
                <a:gd name="textAreaRight" fmla="*/ 6486480 w 6486120"/>
                <a:gd name="textAreaTop" fmla="*/ 0 h 2628720"/>
                <a:gd name="textAreaBottom" fmla="*/ 2629080 h 2628720"/>
              </a:gdLst>
              <a:ahLst/>
              <a:rect l="textAreaLeft" t="textAreaTop" r="textAreaRight" b="textAreaBottom"/>
              <a:pathLst>
                <a:path w="6486525" h="2628900">
                  <a:moveTo>
                    <a:pt x="9525" y="854887"/>
                  </a:moveTo>
                  <a:lnTo>
                    <a:pt x="9067" y="853757"/>
                  </a:lnTo>
                  <a:lnTo>
                    <a:pt x="7200" y="851903"/>
                  </a:lnTo>
                  <a:lnTo>
                    <a:pt x="6083" y="851433"/>
                  </a:lnTo>
                  <a:lnTo>
                    <a:pt x="3454" y="851433"/>
                  </a:lnTo>
                  <a:lnTo>
                    <a:pt x="2336" y="851903"/>
                  </a:lnTo>
                  <a:lnTo>
                    <a:pt x="469" y="853757"/>
                  </a:lnTo>
                  <a:lnTo>
                    <a:pt x="0" y="854887"/>
                  </a:lnTo>
                  <a:lnTo>
                    <a:pt x="0" y="857516"/>
                  </a:lnTo>
                  <a:lnTo>
                    <a:pt x="469" y="858634"/>
                  </a:lnTo>
                  <a:lnTo>
                    <a:pt x="2336" y="860501"/>
                  </a:lnTo>
                  <a:lnTo>
                    <a:pt x="3454" y="860958"/>
                  </a:lnTo>
                  <a:lnTo>
                    <a:pt x="6083" y="860958"/>
                  </a:lnTo>
                  <a:lnTo>
                    <a:pt x="7200" y="860501"/>
                  </a:lnTo>
                  <a:lnTo>
                    <a:pt x="9067" y="858634"/>
                  </a:lnTo>
                  <a:lnTo>
                    <a:pt x="9525" y="857516"/>
                  </a:lnTo>
                  <a:lnTo>
                    <a:pt x="9525" y="854887"/>
                  </a:lnTo>
                  <a:close/>
                </a:path>
                <a:path w="6486525" h="2628900">
                  <a:moveTo>
                    <a:pt x="57150" y="854887"/>
                  </a:moveTo>
                  <a:lnTo>
                    <a:pt x="56692" y="853757"/>
                  </a:lnTo>
                  <a:lnTo>
                    <a:pt x="54825" y="851903"/>
                  </a:lnTo>
                  <a:lnTo>
                    <a:pt x="53708" y="851433"/>
                  </a:lnTo>
                  <a:lnTo>
                    <a:pt x="51079" y="851433"/>
                  </a:lnTo>
                  <a:lnTo>
                    <a:pt x="49961" y="851903"/>
                  </a:lnTo>
                  <a:lnTo>
                    <a:pt x="48094" y="853757"/>
                  </a:lnTo>
                  <a:lnTo>
                    <a:pt x="47625" y="854887"/>
                  </a:lnTo>
                  <a:lnTo>
                    <a:pt x="47625" y="857516"/>
                  </a:lnTo>
                  <a:lnTo>
                    <a:pt x="48094" y="858634"/>
                  </a:lnTo>
                  <a:lnTo>
                    <a:pt x="49961" y="860501"/>
                  </a:lnTo>
                  <a:lnTo>
                    <a:pt x="51079" y="860958"/>
                  </a:lnTo>
                  <a:lnTo>
                    <a:pt x="53708" y="860958"/>
                  </a:lnTo>
                  <a:lnTo>
                    <a:pt x="54825" y="860501"/>
                  </a:lnTo>
                  <a:lnTo>
                    <a:pt x="56692" y="858634"/>
                  </a:lnTo>
                  <a:lnTo>
                    <a:pt x="57150" y="857516"/>
                  </a:lnTo>
                  <a:lnTo>
                    <a:pt x="57150" y="854887"/>
                  </a:lnTo>
                  <a:close/>
                </a:path>
                <a:path w="6486525" h="2628900">
                  <a:moveTo>
                    <a:pt x="109537" y="2622829"/>
                  </a:moveTo>
                  <a:lnTo>
                    <a:pt x="109080" y="2621711"/>
                  </a:lnTo>
                  <a:lnTo>
                    <a:pt x="107213" y="2619845"/>
                  </a:lnTo>
                  <a:lnTo>
                    <a:pt x="106095" y="2619375"/>
                  </a:lnTo>
                  <a:lnTo>
                    <a:pt x="103466" y="2619375"/>
                  </a:lnTo>
                  <a:lnTo>
                    <a:pt x="102349" y="2619845"/>
                  </a:lnTo>
                  <a:lnTo>
                    <a:pt x="100482" y="2621711"/>
                  </a:lnTo>
                  <a:lnTo>
                    <a:pt x="100012" y="2622829"/>
                  </a:lnTo>
                  <a:lnTo>
                    <a:pt x="100012" y="2625458"/>
                  </a:lnTo>
                  <a:lnTo>
                    <a:pt x="100482" y="2626576"/>
                  </a:lnTo>
                  <a:lnTo>
                    <a:pt x="102349" y="2628442"/>
                  </a:lnTo>
                  <a:lnTo>
                    <a:pt x="103466" y="2628900"/>
                  </a:lnTo>
                  <a:lnTo>
                    <a:pt x="106095" y="2628900"/>
                  </a:lnTo>
                  <a:lnTo>
                    <a:pt x="107213" y="2628442"/>
                  </a:lnTo>
                  <a:lnTo>
                    <a:pt x="109080" y="2626576"/>
                  </a:lnTo>
                  <a:lnTo>
                    <a:pt x="109537" y="2625458"/>
                  </a:lnTo>
                  <a:lnTo>
                    <a:pt x="109537" y="2622829"/>
                  </a:lnTo>
                  <a:close/>
                </a:path>
                <a:path w="6486525" h="2628900">
                  <a:moveTo>
                    <a:pt x="109537" y="2575204"/>
                  </a:moveTo>
                  <a:lnTo>
                    <a:pt x="109080" y="2574086"/>
                  </a:lnTo>
                  <a:lnTo>
                    <a:pt x="107213" y="2572220"/>
                  </a:lnTo>
                  <a:lnTo>
                    <a:pt x="106095" y="2571750"/>
                  </a:lnTo>
                  <a:lnTo>
                    <a:pt x="103466" y="2571750"/>
                  </a:lnTo>
                  <a:lnTo>
                    <a:pt x="102349" y="2572220"/>
                  </a:lnTo>
                  <a:lnTo>
                    <a:pt x="100482" y="2574086"/>
                  </a:lnTo>
                  <a:lnTo>
                    <a:pt x="100012" y="2575204"/>
                  </a:lnTo>
                  <a:lnTo>
                    <a:pt x="100012" y="2577833"/>
                  </a:lnTo>
                  <a:lnTo>
                    <a:pt x="100482" y="2578951"/>
                  </a:lnTo>
                  <a:lnTo>
                    <a:pt x="102349" y="2580817"/>
                  </a:lnTo>
                  <a:lnTo>
                    <a:pt x="103466" y="2581275"/>
                  </a:lnTo>
                  <a:lnTo>
                    <a:pt x="106095" y="2581275"/>
                  </a:lnTo>
                  <a:lnTo>
                    <a:pt x="107213" y="2580817"/>
                  </a:lnTo>
                  <a:lnTo>
                    <a:pt x="109080" y="2578951"/>
                  </a:lnTo>
                  <a:lnTo>
                    <a:pt x="109537" y="2577833"/>
                  </a:lnTo>
                  <a:lnTo>
                    <a:pt x="109537" y="2575204"/>
                  </a:lnTo>
                  <a:close/>
                </a:path>
                <a:path w="6486525" h="2628900">
                  <a:moveTo>
                    <a:pt x="109537" y="2527579"/>
                  </a:moveTo>
                  <a:lnTo>
                    <a:pt x="109080" y="2526461"/>
                  </a:lnTo>
                  <a:lnTo>
                    <a:pt x="107213" y="2524595"/>
                  </a:lnTo>
                  <a:lnTo>
                    <a:pt x="106095" y="2524125"/>
                  </a:lnTo>
                  <a:lnTo>
                    <a:pt x="103466" y="2524125"/>
                  </a:lnTo>
                  <a:lnTo>
                    <a:pt x="102349" y="2524595"/>
                  </a:lnTo>
                  <a:lnTo>
                    <a:pt x="100482" y="2526461"/>
                  </a:lnTo>
                  <a:lnTo>
                    <a:pt x="100012" y="2527579"/>
                  </a:lnTo>
                  <a:lnTo>
                    <a:pt x="100012" y="2530208"/>
                  </a:lnTo>
                  <a:lnTo>
                    <a:pt x="100482" y="2531326"/>
                  </a:lnTo>
                  <a:lnTo>
                    <a:pt x="102349" y="2533192"/>
                  </a:lnTo>
                  <a:lnTo>
                    <a:pt x="103466" y="2533650"/>
                  </a:lnTo>
                  <a:lnTo>
                    <a:pt x="106095" y="2533650"/>
                  </a:lnTo>
                  <a:lnTo>
                    <a:pt x="107213" y="2533192"/>
                  </a:lnTo>
                  <a:lnTo>
                    <a:pt x="109080" y="2531326"/>
                  </a:lnTo>
                  <a:lnTo>
                    <a:pt x="109537" y="2530208"/>
                  </a:lnTo>
                  <a:lnTo>
                    <a:pt x="109537" y="2527579"/>
                  </a:lnTo>
                  <a:close/>
                </a:path>
                <a:path w="6486525" h="2628900">
                  <a:moveTo>
                    <a:pt x="109537" y="2479954"/>
                  </a:moveTo>
                  <a:lnTo>
                    <a:pt x="109080" y="2478836"/>
                  </a:lnTo>
                  <a:lnTo>
                    <a:pt x="107213" y="2476970"/>
                  </a:lnTo>
                  <a:lnTo>
                    <a:pt x="106095" y="2476500"/>
                  </a:lnTo>
                  <a:lnTo>
                    <a:pt x="103466" y="2476500"/>
                  </a:lnTo>
                  <a:lnTo>
                    <a:pt x="102349" y="2476970"/>
                  </a:lnTo>
                  <a:lnTo>
                    <a:pt x="100482" y="2478836"/>
                  </a:lnTo>
                  <a:lnTo>
                    <a:pt x="100012" y="2479954"/>
                  </a:lnTo>
                  <a:lnTo>
                    <a:pt x="100012" y="2482583"/>
                  </a:lnTo>
                  <a:lnTo>
                    <a:pt x="100482" y="2483701"/>
                  </a:lnTo>
                  <a:lnTo>
                    <a:pt x="102349" y="2485567"/>
                  </a:lnTo>
                  <a:lnTo>
                    <a:pt x="103466" y="2486025"/>
                  </a:lnTo>
                  <a:lnTo>
                    <a:pt x="106095" y="2486025"/>
                  </a:lnTo>
                  <a:lnTo>
                    <a:pt x="107213" y="2485567"/>
                  </a:lnTo>
                  <a:lnTo>
                    <a:pt x="109080" y="2483701"/>
                  </a:lnTo>
                  <a:lnTo>
                    <a:pt x="109537" y="2482583"/>
                  </a:lnTo>
                  <a:lnTo>
                    <a:pt x="109537" y="2479954"/>
                  </a:lnTo>
                  <a:close/>
                </a:path>
                <a:path w="6486525" h="2628900">
                  <a:moveTo>
                    <a:pt x="109537" y="2432329"/>
                  </a:moveTo>
                  <a:lnTo>
                    <a:pt x="109080" y="2431211"/>
                  </a:lnTo>
                  <a:lnTo>
                    <a:pt x="107213" y="2429345"/>
                  </a:lnTo>
                  <a:lnTo>
                    <a:pt x="106095" y="2428875"/>
                  </a:lnTo>
                  <a:lnTo>
                    <a:pt x="103466" y="2428875"/>
                  </a:lnTo>
                  <a:lnTo>
                    <a:pt x="102349" y="2429345"/>
                  </a:lnTo>
                  <a:lnTo>
                    <a:pt x="100482" y="2431211"/>
                  </a:lnTo>
                  <a:lnTo>
                    <a:pt x="100012" y="2432329"/>
                  </a:lnTo>
                  <a:lnTo>
                    <a:pt x="100012" y="2434958"/>
                  </a:lnTo>
                  <a:lnTo>
                    <a:pt x="100482" y="2436076"/>
                  </a:lnTo>
                  <a:lnTo>
                    <a:pt x="102349" y="2437942"/>
                  </a:lnTo>
                  <a:lnTo>
                    <a:pt x="103466" y="2438400"/>
                  </a:lnTo>
                  <a:lnTo>
                    <a:pt x="106095" y="2438400"/>
                  </a:lnTo>
                  <a:lnTo>
                    <a:pt x="107213" y="2437942"/>
                  </a:lnTo>
                  <a:lnTo>
                    <a:pt x="109080" y="2436076"/>
                  </a:lnTo>
                  <a:lnTo>
                    <a:pt x="109537" y="2434958"/>
                  </a:lnTo>
                  <a:lnTo>
                    <a:pt x="109537" y="2432329"/>
                  </a:lnTo>
                  <a:close/>
                </a:path>
                <a:path w="6486525" h="2628900">
                  <a:moveTo>
                    <a:pt x="109537" y="2384704"/>
                  </a:moveTo>
                  <a:lnTo>
                    <a:pt x="109080" y="2383586"/>
                  </a:lnTo>
                  <a:lnTo>
                    <a:pt x="107213" y="2381720"/>
                  </a:lnTo>
                  <a:lnTo>
                    <a:pt x="106095" y="2381250"/>
                  </a:lnTo>
                  <a:lnTo>
                    <a:pt x="103466" y="2381250"/>
                  </a:lnTo>
                  <a:lnTo>
                    <a:pt x="102349" y="2381720"/>
                  </a:lnTo>
                  <a:lnTo>
                    <a:pt x="100482" y="2383586"/>
                  </a:lnTo>
                  <a:lnTo>
                    <a:pt x="100012" y="2384704"/>
                  </a:lnTo>
                  <a:lnTo>
                    <a:pt x="100012" y="2387333"/>
                  </a:lnTo>
                  <a:lnTo>
                    <a:pt x="100482" y="2388451"/>
                  </a:lnTo>
                  <a:lnTo>
                    <a:pt x="102349" y="2390317"/>
                  </a:lnTo>
                  <a:lnTo>
                    <a:pt x="103466" y="2390775"/>
                  </a:lnTo>
                  <a:lnTo>
                    <a:pt x="106095" y="2390775"/>
                  </a:lnTo>
                  <a:lnTo>
                    <a:pt x="107213" y="2390317"/>
                  </a:lnTo>
                  <a:lnTo>
                    <a:pt x="109080" y="2388451"/>
                  </a:lnTo>
                  <a:lnTo>
                    <a:pt x="109537" y="2387333"/>
                  </a:lnTo>
                  <a:lnTo>
                    <a:pt x="109537" y="2384704"/>
                  </a:lnTo>
                  <a:close/>
                </a:path>
                <a:path w="6486525" h="2628900">
                  <a:moveTo>
                    <a:pt x="109537" y="2337079"/>
                  </a:moveTo>
                  <a:lnTo>
                    <a:pt x="109080" y="2335961"/>
                  </a:lnTo>
                  <a:lnTo>
                    <a:pt x="107213" y="2334095"/>
                  </a:lnTo>
                  <a:lnTo>
                    <a:pt x="106095" y="2333625"/>
                  </a:lnTo>
                  <a:lnTo>
                    <a:pt x="103466" y="2333625"/>
                  </a:lnTo>
                  <a:lnTo>
                    <a:pt x="102349" y="2334095"/>
                  </a:lnTo>
                  <a:lnTo>
                    <a:pt x="100482" y="2335961"/>
                  </a:lnTo>
                  <a:lnTo>
                    <a:pt x="100012" y="2337079"/>
                  </a:lnTo>
                  <a:lnTo>
                    <a:pt x="100012" y="2339708"/>
                  </a:lnTo>
                  <a:lnTo>
                    <a:pt x="100482" y="2340826"/>
                  </a:lnTo>
                  <a:lnTo>
                    <a:pt x="102349" y="2342692"/>
                  </a:lnTo>
                  <a:lnTo>
                    <a:pt x="103466" y="2343150"/>
                  </a:lnTo>
                  <a:lnTo>
                    <a:pt x="106095" y="2343150"/>
                  </a:lnTo>
                  <a:lnTo>
                    <a:pt x="107213" y="2342692"/>
                  </a:lnTo>
                  <a:lnTo>
                    <a:pt x="109080" y="2340826"/>
                  </a:lnTo>
                  <a:lnTo>
                    <a:pt x="109537" y="2339708"/>
                  </a:lnTo>
                  <a:lnTo>
                    <a:pt x="109537" y="2337079"/>
                  </a:lnTo>
                  <a:close/>
                </a:path>
                <a:path w="6486525" h="2628900">
                  <a:moveTo>
                    <a:pt x="109537" y="2289454"/>
                  </a:moveTo>
                  <a:lnTo>
                    <a:pt x="109080" y="2288336"/>
                  </a:lnTo>
                  <a:lnTo>
                    <a:pt x="107213" y="2286470"/>
                  </a:lnTo>
                  <a:lnTo>
                    <a:pt x="106095" y="2286000"/>
                  </a:lnTo>
                  <a:lnTo>
                    <a:pt x="103466" y="2286000"/>
                  </a:lnTo>
                  <a:lnTo>
                    <a:pt x="102349" y="2286470"/>
                  </a:lnTo>
                  <a:lnTo>
                    <a:pt x="100482" y="2288336"/>
                  </a:lnTo>
                  <a:lnTo>
                    <a:pt x="100012" y="2289454"/>
                  </a:lnTo>
                  <a:lnTo>
                    <a:pt x="100012" y="2292083"/>
                  </a:lnTo>
                  <a:lnTo>
                    <a:pt x="100482" y="2293201"/>
                  </a:lnTo>
                  <a:lnTo>
                    <a:pt x="102349" y="2295067"/>
                  </a:lnTo>
                  <a:lnTo>
                    <a:pt x="103466" y="2295525"/>
                  </a:lnTo>
                  <a:lnTo>
                    <a:pt x="106095" y="2295525"/>
                  </a:lnTo>
                  <a:lnTo>
                    <a:pt x="107213" y="2295067"/>
                  </a:lnTo>
                  <a:lnTo>
                    <a:pt x="109080" y="2293201"/>
                  </a:lnTo>
                  <a:lnTo>
                    <a:pt x="109537" y="2292083"/>
                  </a:lnTo>
                  <a:lnTo>
                    <a:pt x="109537" y="2289454"/>
                  </a:lnTo>
                  <a:close/>
                </a:path>
                <a:path w="6486525" h="2628900">
                  <a:moveTo>
                    <a:pt x="109537" y="2241829"/>
                  </a:moveTo>
                  <a:lnTo>
                    <a:pt x="109080" y="2240711"/>
                  </a:lnTo>
                  <a:lnTo>
                    <a:pt x="107213" y="2238845"/>
                  </a:lnTo>
                  <a:lnTo>
                    <a:pt x="106095" y="2238375"/>
                  </a:lnTo>
                  <a:lnTo>
                    <a:pt x="103466" y="2238375"/>
                  </a:lnTo>
                  <a:lnTo>
                    <a:pt x="102349" y="2238845"/>
                  </a:lnTo>
                  <a:lnTo>
                    <a:pt x="100482" y="2240711"/>
                  </a:lnTo>
                  <a:lnTo>
                    <a:pt x="100012" y="2241829"/>
                  </a:lnTo>
                  <a:lnTo>
                    <a:pt x="100012" y="2244458"/>
                  </a:lnTo>
                  <a:lnTo>
                    <a:pt x="100482" y="2245576"/>
                  </a:lnTo>
                  <a:lnTo>
                    <a:pt x="102349" y="2247442"/>
                  </a:lnTo>
                  <a:lnTo>
                    <a:pt x="103466" y="2247900"/>
                  </a:lnTo>
                  <a:lnTo>
                    <a:pt x="106095" y="2247900"/>
                  </a:lnTo>
                  <a:lnTo>
                    <a:pt x="107213" y="2247442"/>
                  </a:lnTo>
                  <a:lnTo>
                    <a:pt x="109080" y="2245576"/>
                  </a:lnTo>
                  <a:lnTo>
                    <a:pt x="109537" y="2244458"/>
                  </a:lnTo>
                  <a:lnTo>
                    <a:pt x="109537" y="2241829"/>
                  </a:lnTo>
                  <a:close/>
                </a:path>
                <a:path w="6486525" h="2628900">
                  <a:moveTo>
                    <a:pt x="109537" y="2194204"/>
                  </a:moveTo>
                  <a:lnTo>
                    <a:pt x="109080" y="2193086"/>
                  </a:lnTo>
                  <a:lnTo>
                    <a:pt x="107213" y="2191220"/>
                  </a:lnTo>
                  <a:lnTo>
                    <a:pt x="106095" y="2190750"/>
                  </a:lnTo>
                  <a:lnTo>
                    <a:pt x="103466" y="2190750"/>
                  </a:lnTo>
                  <a:lnTo>
                    <a:pt x="102349" y="2191220"/>
                  </a:lnTo>
                  <a:lnTo>
                    <a:pt x="100482" y="2193086"/>
                  </a:lnTo>
                  <a:lnTo>
                    <a:pt x="100012" y="2194204"/>
                  </a:lnTo>
                  <a:lnTo>
                    <a:pt x="100012" y="2196833"/>
                  </a:lnTo>
                  <a:lnTo>
                    <a:pt x="100482" y="2197951"/>
                  </a:lnTo>
                  <a:lnTo>
                    <a:pt x="102349" y="2199817"/>
                  </a:lnTo>
                  <a:lnTo>
                    <a:pt x="103466" y="2200275"/>
                  </a:lnTo>
                  <a:lnTo>
                    <a:pt x="106095" y="2200275"/>
                  </a:lnTo>
                  <a:lnTo>
                    <a:pt x="107213" y="2199817"/>
                  </a:lnTo>
                  <a:lnTo>
                    <a:pt x="109080" y="2197951"/>
                  </a:lnTo>
                  <a:lnTo>
                    <a:pt x="109537" y="2196833"/>
                  </a:lnTo>
                  <a:lnTo>
                    <a:pt x="109537" y="2194204"/>
                  </a:lnTo>
                  <a:close/>
                </a:path>
                <a:path w="6486525" h="2628900">
                  <a:moveTo>
                    <a:pt x="109537" y="2146579"/>
                  </a:moveTo>
                  <a:lnTo>
                    <a:pt x="109080" y="2145461"/>
                  </a:lnTo>
                  <a:lnTo>
                    <a:pt x="107213" y="2143595"/>
                  </a:lnTo>
                  <a:lnTo>
                    <a:pt x="106095" y="2143125"/>
                  </a:lnTo>
                  <a:lnTo>
                    <a:pt x="103466" y="2143125"/>
                  </a:lnTo>
                  <a:lnTo>
                    <a:pt x="102349" y="2143595"/>
                  </a:lnTo>
                  <a:lnTo>
                    <a:pt x="100482" y="2145461"/>
                  </a:lnTo>
                  <a:lnTo>
                    <a:pt x="100012" y="2146579"/>
                  </a:lnTo>
                  <a:lnTo>
                    <a:pt x="100012" y="2149208"/>
                  </a:lnTo>
                  <a:lnTo>
                    <a:pt x="100482" y="2150326"/>
                  </a:lnTo>
                  <a:lnTo>
                    <a:pt x="102349" y="2152192"/>
                  </a:lnTo>
                  <a:lnTo>
                    <a:pt x="103466" y="2152650"/>
                  </a:lnTo>
                  <a:lnTo>
                    <a:pt x="106095" y="2152650"/>
                  </a:lnTo>
                  <a:lnTo>
                    <a:pt x="107213" y="2152192"/>
                  </a:lnTo>
                  <a:lnTo>
                    <a:pt x="109080" y="2150326"/>
                  </a:lnTo>
                  <a:lnTo>
                    <a:pt x="109537" y="2149208"/>
                  </a:lnTo>
                  <a:lnTo>
                    <a:pt x="109537" y="2146579"/>
                  </a:lnTo>
                  <a:close/>
                </a:path>
                <a:path w="6486525" h="2628900">
                  <a:moveTo>
                    <a:pt x="109537" y="2098954"/>
                  </a:moveTo>
                  <a:lnTo>
                    <a:pt x="109080" y="2097836"/>
                  </a:lnTo>
                  <a:lnTo>
                    <a:pt x="107213" y="2095969"/>
                  </a:lnTo>
                  <a:lnTo>
                    <a:pt x="106095" y="2095500"/>
                  </a:lnTo>
                  <a:lnTo>
                    <a:pt x="103466" y="2095500"/>
                  </a:lnTo>
                  <a:lnTo>
                    <a:pt x="102349" y="2095969"/>
                  </a:lnTo>
                  <a:lnTo>
                    <a:pt x="100482" y="2097836"/>
                  </a:lnTo>
                  <a:lnTo>
                    <a:pt x="100012" y="2098954"/>
                  </a:lnTo>
                  <a:lnTo>
                    <a:pt x="100012" y="2101583"/>
                  </a:lnTo>
                  <a:lnTo>
                    <a:pt x="100482" y="2102700"/>
                  </a:lnTo>
                  <a:lnTo>
                    <a:pt x="102349" y="2104567"/>
                  </a:lnTo>
                  <a:lnTo>
                    <a:pt x="103466" y="2105025"/>
                  </a:lnTo>
                  <a:lnTo>
                    <a:pt x="106095" y="2105025"/>
                  </a:lnTo>
                  <a:lnTo>
                    <a:pt x="107213" y="2104567"/>
                  </a:lnTo>
                  <a:lnTo>
                    <a:pt x="109080" y="2102700"/>
                  </a:lnTo>
                  <a:lnTo>
                    <a:pt x="109537" y="2101583"/>
                  </a:lnTo>
                  <a:lnTo>
                    <a:pt x="109537" y="2098954"/>
                  </a:lnTo>
                  <a:close/>
                </a:path>
                <a:path w="6486525" h="2628900">
                  <a:moveTo>
                    <a:pt x="109537" y="2051329"/>
                  </a:moveTo>
                  <a:lnTo>
                    <a:pt x="109080" y="2050211"/>
                  </a:lnTo>
                  <a:lnTo>
                    <a:pt x="107213" y="2048344"/>
                  </a:lnTo>
                  <a:lnTo>
                    <a:pt x="106095" y="2047875"/>
                  </a:lnTo>
                  <a:lnTo>
                    <a:pt x="103466" y="2047875"/>
                  </a:lnTo>
                  <a:lnTo>
                    <a:pt x="102349" y="2048344"/>
                  </a:lnTo>
                  <a:lnTo>
                    <a:pt x="100482" y="2050211"/>
                  </a:lnTo>
                  <a:lnTo>
                    <a:pt x="100012" y="2051329"/>
                  </a:lnTo>
                  <a:lnTo>
                    <a:pt x="100012" y="2053958"/>
                  </a:lnTo>
                  <a:lnTo>
                    <a:pt x="100482" y="2055075"/>
                  </a:lnTo>
                  <a:lnTo>
                    <a:pt x="102349" y="2056942"/>
                  </a:lnTo>
                  <a:lnTo>
                    <a:pt x="103466" y="2057400"/>
                  </a:lnTo>
                  <a:lnTo>
                    <a:pt x="106095" y="2057400"/>
                  </a:lnTo>
                  <a:lnTo>
                    <a:pt x="107213" y="2056942"/>
                  </a:lnTo>
                  <a:lnTo>
                    <a:pt x="109080" y="2055075"/>
                  </a:lnTo>
                  <a:lnTo>
                    <a:pt x="109537" y="2053958"/>
                  </a:lnTo>
                  <a:lnTo>
                    <a:pt x="109537" y="2051329"/>
                  </a:lnTo>
                  <a:close/>
                </a:path>
                <a:path w="6486525" h="2628900">
                  <a:moveTo>
                    <a:pt x="109537" y="2003704"/>
                  </a:moveTo>
                  <a:lnTo>
                    <a:pt x="109080" y="2002586"/>
                  </a:lnTo>
                  <a:lnTo>
                    <a:pt x="107213" y="2000719"/>
                  </a:lnTo>
                  <a:lnTo>
                    <a:pt x="106095" y="2000250"/>
                  </a:lnTo>
                  <a:lnTo>
                    <a:pt x="103466" y="2000250"/>
                  </a:lnTo>
                  <a:lnTo>
                    <a:pt x="102349" y="2000719"/>
                  </a:lnTo>
                  <a:lnTo>
                    <a:pt x="100482" y="2002586"/>
                  </a:lnTo>
                  <a:lnTo>
                    <a:pt x="100012" y="2003704"/>
                  </a:lnTo>
                  <a:lnTo>
                    <a:pt x="100012" y="2006333"/>
                  </a:lnTo>
                  <a:lnTo>
                    <a:pt x="100482" y="2007450"/>
                  </a:lnTo>
                  <a:lnTo>
                    <a:pt x="102349" y="2009317"/>
                  </a:lnTo>
                  <a:lnTo>
                    <a:pt x="103466" y="2009775"/>
                  </a:lnTo>
                  <a:lnTo>
                    <a:pt x="106095" y="2009775"/>
                  </a:lnTo>
                  <a:lnTo>
                    <a:pt x="107213" y="2009317"/>
                  </a:lnTo>
                  <a:lnTo>
                    <a:pt x="109080" y="2007450"/>
                  </a:lnTo>
                  <a:lnTo>
                    <a:pt x="109537" y="2006333"/>
                  </a:lnTo>
                  <a:lnTo>
                    <a:pt x="109537" y="2003704"/>
                  </a:lnTo>
                  <a:close/>
                </a:path>
                <a:path w="6486525" h="2628900">
                  <a:moveTo>
                    <a:pt x="109537" y="1956079"/>
                  </a:moveTo>
                  <a:lnTo>
                    <a:pt x="109080" y="1954961"/>
                  </a:lnTo>
                  <a:lnTo>
                    <a:pt x="107213" y="1953094"/>
                  </a:lnTo>
                  <a:lnTo>
                    <a:pt x="106095" y="1952625"/>
                  </a:lnTo>
                  <a:lnTo>
                    <a:pt x="103466" y="1952625"/>
                  </a:lnTo>
                  <a:lnTo>
                    <a:pt x="102349" y="1953094"/>
                  </a:lnTo>
                  <a:lnTo>
                    <a:pt x="100482" y="1954961"/>
                  </a:lnTo>
                  <a:lnTo>
                    <a:pt x="100012" y="1956079"/>
                  </a:lnTo>
                  <a:lnTo>
                    <a:pt x="100012" y="1958708"/>
                  </a:lnTo>
                  <a:lnTo>
                    <a:pt x="100482" y="1959825"/>
                  </a:lnTo>
                  <a:lnTo>
                    <a:pt x="102349" y="1961692"/>
                  </a:lnTo>
                  <a:lnTo>
                    <a:pt x="103466" y="1962150"/>
                  </a:lnTo>
                  <a:lnTo>
                    <a:pt x="106095" y="1962150"/>
                  </a:lnTo>
                  <a:lnTo>
                    <a:pt x="107213" y="1961692"/>
                  </a:lnTo>
                  <a:lnTo>
                    <a:pt x="109080" y="1959825"/>
                  </a:lnTo>
                  <a:lnTo>
                    <a:pt x="109537" y="1958708"/>
                  </a:lnTo>
                  <a:lnTo>
                    <a:pt x="109537" y="1956079"/>
                  </a:lnTo>
                  <a:close/>
                </a:path>
                <a:path w="6486525" h="2628900">
                  <a:moveTo>
                    <a:pt x="109537" y="1908454"/>
                  </a:moveTo>
                  <a:lnTo>
                    <a:pt x="109080" y="1907336"/>
                  </a:lnTo>
                  <a:lnTo>
                    <a:pt x="107213" y="1905469"/>
                  </a:lnTo>
                  <a:lnTo>
                    <a:pt x="106095" y="1905000"/>
                  </a:lnTo>
                  <a:lnTo>
                    <a:pt x="103466" y="1905000"/>
                  </a:lnTo>
                  <a:lnTo>
                    <a:pt x="102349" y="1905469"/>
                  </a:lnTo>
                  <a:lnTo>
                    <a:pt x="100482" y="1907336"/>
                  </a:lnTo>
                  <a:lnTo>
                    <a:pt x="100012" y="1908454"/>
                  </a:lnTo>
                  <a:lnTo>
                    <a:pt x="100012" y="1911083"/>
                  </a:lnTo>
                  <a:lnTo>
                    <a:pt x="100482" y="1912200"/>
                  </a:lnTo>
                  <a:lnTo>
                    <a:pt x="102349" y="1914067"/>
                  </a:lnTo>
                  <a:lnTo>
                    <a:pt x="103466" y="1914525"/>
                  </a:lnTo>
                  <a:lnTo>
                    <a:pt x="106095" y="1914525"/>
                  </a:lnTo>
                  <a:lnTo>
                    <a:pt x="107213" y="1914067"/>
                  </a:lnTo>
                  <a:lnTo>
                    <a:pt x="109080" y="1912200"/>
                  </a:lnTo>
                  <a:lnTo>
                    <a:pt x="109537" y="1911083"/>
                  </a:lnTo>
                  <a:lnTo>
                    <a:pt x="109537" y="1908454"/>
                  </a:lnTo>
                  <a:close/>
                </a:path>
                <a:path w="6486525" h="2628900">
                  <a:moveTo>
                    <a:pt x="109537" y="1860829"/>
                  </a:moveTo>
                  <a:lnTo>
                    <a:pt x="109080" y="1859711"/>
                  </a:lnTo>
                  <a:lnTo>
                    <a:pt x="107213" y="1857844"/>
                  </a:lnTo>
                  <a:lnTo>
                    <a:pt x="106095" y="1857375"/>
                  </a:lnTo>
                  <a:lnTo>
                    <a:pt x="103466" y="1857375"/>
                  </a:lnTo>
                  <a:lnTo>
                    <a:pt x="102349" y="1857844"/>
                  </a:lnTo>
                  <a:lnTo>
                    <a:pt x="100482" y="1859711"/>
                  </a:lnTo>
                  <a:lnTo>
                    <a:pt x="100012" y="1860829"/>
                  </a:lnTo>
                  <a:lnTo>
                    <a:pt x="100012" y="1863458"/>
                  </a:lnTo>
                  <a:lnTo>
                    <a:pt x="100482" y="1864575"/>
                  </a:lnTo>
                  <a:lnTo>
                    <a:pt x="102349" y="1866442"/>
                  </a:lnTo>
                  <a:lnTo>
                    <a:pt x="103466" y="1866900"/>
                  </a:lnTo>
                  <a:lnTo>
                    <a:pt x="106095" y="1866900"/>
                  </a:lnTo>
                  <a:lnTo>
                    <a:pt x="107213" y="1866442"/>
                  </a:lnTo>
                  <a:lnTo>
                    <a:pt x="109080" y="1864575"/>
                  </a:lnTo>
                  <a:lnTo>
                    <a:pt x="109537" y="1863458"/>
                  </a:lnTo>
                  <a:lnTo>
                    <a:pt x="109537" y="1860829"/>
                  </a:lnTo>
                  <a:close/>
                </a:path>
                <a:path w="6486525" h="2628900">
                  <a:moveTo>
                    <a:pt x="109537" y="1813204"/>
                  </a:moveTo>
                  <a:lnTo>
                    <a:pt x="109080" y="1812086"/>
                  </a:lnTo>
                  <a:lnTo>
                    <a:pt x="107213" y="1810219"/>
                  </a:lnTo>
                  <a:lnTo>
                    <a:pt x="106095" y="1809750"/>
                  </a:lnTo>
                  <a:lnTo>
                    <a:pt x="103466" y="1809750"/>
                  </a:lnTo>
                  <a:lnTo>
                    <a:pt x="102349" y="1810219"/>
                  </a:lnTo>
                  <a:lnTo>
                    <a:pt x="100482" y="1812086"/>
                  </a:lnTo>
                  <a:lnTo>
                    <a:pt x="100012" y="1813204"/>
                  </a:lnTo>
                  <a:lnTo>
                    <a:pt x="100012" y="1815833"/>
                  </a:lnTo>
                  <a:lnTo>
                    <a:pt x="100482" y="1816950"/>
                  </a:lnTo>
                  <a:lnTo>
                    <a:pt x="102349" y="1818817"/>
                  </a:lnTo>
                  <a:lnTo>
                    <a:pt x="103466" y="1819275"/>
                  </a:lnTo>
                  <a:lnTo>
                    <a:pt x="106095" y="1819275"/>
                  </a:lnTo>
                  <a:lnTo>
                    <a:pt x="107213" y="1818817"/>
                  </a:lnTo>
                  <a:lnTo>
                    <a:pt x="109080" y="1816950"/>
                  </a:lnTo>
                  <a:lnTo>
                    <a:pt x="109537" y="1815833"/>
                  </a:lnTo>
                  <a:lnTo>
                    <a:pt x="109537" y="1813204"/>
                  </a:lnTo>
                  <a:close/>
                </a:path>
                <a:path w="6486525" h="2628900">
                  <a:moveTo>
                    <a:pt x="109537" y="1765579"/>
                  </a:moveTo>
                  <a:lnTo>
                    <a:pt x="109080" y="1764461"/>
                  </a:lnTo>
                  <a:lnTo>
                    <a:pt x="107213" y="1762594"/>
                  </a:lnTo>
                  <a:lnTo>
                    <a:pt x="106095" y="1762125"/>
                  </a:lnTo>
                  <a:lnTo>
                    <a:pt x="103466" y="1762125"/>
                  </a:lnTo>
                  <a:lnTo>
                    <a:pt x="102349" y="1762594"/>
                  </a:lnTo>
                  <a:lnTo>
                    <a:pt x="100482" y="1764461"/>
                  </a:lnTo>
                  <a:lnTo>
                    <a:pt x="100012" y="1765579"/>
                  </a:lnTo>
                  <a:lnTo>
                    <a:pt x="100012" y="1768208"/>
                  </a:lnTo>
                  <a:lnTo>
                    <a:pt x="100482" y="1769325"/>
                  </a:lnTo>
                  <a:lnTo>
                    <a:pt x="102349" y="1771192"/>
                  </a:lnTo>
                  <a:lnTo>
                    <a:pt x="103466" y="1771650"/>
                  </a:lnTo>
                  <a:lnTo>
                    <a:pt x="106095" y="1771650"/>
                  </a:lnTo>
                  <a:lnTo>
                    <a:pt x="107213" y="1771192"/>
                  </a:lnTo>
                  <a:lnTo>
                    <a:pt x="109080" y="1769325"/>
                  </a:lnTo>
                  <a:lnTo>
                    <a:pt x="109537" y="1768208"/>
                  </a:lnTo>
                  <a:lnTo>
                    <a:pt x="109537" y="1765579"/>
                  </a:lnTo>
                  <a:close/>
                </a:path>
                <a:path w="6486525" h="2628900">
                  <a:moveTo>
                    <a:pt x="109537" y="1717954"/>
                  </a:moveTo>
                  <a:lnTo>
                    <a:pt x="109080" y="1716836"/>
                  </a:lnTo>
                  <a:lnTo>
                    <a:pt x="107213" y="1714969"/>
                  </a:lnTo>
                  <a:lnTo>
                    <a:pt x="106095" y="1714500"/>
                  </a:lnTo>
                  <a:lnTo>
                    <a:pt x="103466" y="1714500"/>
                  </a:lnTo>
                  <a:lnTo>
                    <a:pt x="102349" y="1714969"/>
                  </a:lnTo>
                  <a:lnTo>
                    <a:pt x="100482" y="1716836"/>
                  </a:lnTo>
                  <a:lnTo>
                    <a:pt x="100012" y="1717954"/>
                  </a:lnTo>
                  <a:lnTo>
                    <a:pt x="100012" y="1720583"/>
                  </a:lnTo>
                  <a:lnTo>
                    <a:pt x="100482" y="1721700"/>
                  </a:lnTo>
                  <a:lnTo>
                    <a:pt x="102349" y="1723567"/>
                  </a:lnTo>
                  <a:lnTo>
                    <a:pt x="103466" y="1724025"/>
                  </a:lnTo>
                  <a:lnTo>
                    <a:pt x="106095" y="1724025"/>
                  </a:lnTo>
                  <a:lnTo>
                    <a:pt x="107213" y="1723567"/>
                  </a:lnTo>
                  <a:lnTo>
                    <a:pt x="109080" y="1721700"/>
                  </a:lnTo>
                  <a:lnTo>
                    <a:pt x="109537" y="1720583"/>
                  </a:lnTo>
                  <a:lnTo>
                    <a:pt x="109537" y="1717954"/>
                  </a:lnTo>
                  <a:close/>
                </a:path>
                <a:path w="6486525" h="2628900">
                  <a:moveTo>
                    <a:pt x="109537" y="1670329"/>
                  </a:moveTo>
                  <a:lnTo>
                    <a:pt x="109080" y="1669211"/>
                  </a:lnTo>
                  <a:lnTo>
                    <a:pt x="107213" y="1667344"/>
                  </a:lnTo>
                  <a:lnTo>
                    <a:pt x="106095" y="1666875"/>
                  </a:lnTo>
                  <a:lnTo>
                    <a:pt x="103466" y="1666875"/>
                  </a:lnTo>
                  <a:lnTo>
                    <a:pt x="102349" y="1667344"/>
                  </a:lnTo>
                  <a:lnTo>
                    <a:pt x="100482" y="1669211"/>
                  </a:lnTo>
                  <a:lnTo>
                    <a:pt x="100012" y="1670329"/>
                  </a:lnTo>
                  <a:lnTo>
                    <a:pt x="100012" y="1672958"/>
                  </a:lnTo>
                  <a:lnTo>
                    <a:pt x="100482" y="1674075"/>
                  </a:lnTo>
                  <a:lnTo>
                    <a:pt x="102349" y="1675942"/>
                  </a:lnTo>
                  <a:lnTo>
                    <a:pt x="103466" y="1676400"/>
                  </a:lnTo>
                  <a:lnTo>
                    <a:pt x="106095" y="1676400"/>
                  </a:lnTo>
                  <a:lnTo>
                    <a:pt x="107213" y="1675942"/>
                  </a:lnTo>
                  <a:lnTo>
                    <a:pt x="109080" y="1674075"/>
                  </a:lnTo>
                  <a:lnTo>
                    <a:pt x="109537" y="1672958"/>
                  </a:lnTo>
                  <a:lnTo>
                    <a:pt x="109537" y="1670329"/>
                  </a:lnTo>
                  <a:close/>
                </a:path>
                <a:path w="6486525" h="2628900">
                  <a:moveTo>
                    <a:pt x="109537" y="1622704"/>
                  </a:moveTo>
                  <a:lnTo>
                    <a:pt x="109080" y="1621586"/>
                  </a:lnTo>
                  <a:lnTo>
                    <a:pt x="107213" y="1619719"/>
                  </a:lnTo>
                  <a:lnTo>
                    <a:pt x="106095" y="1619250"/>
                  </a:lnTo>
                  <a:lnTo>
                    <a:pt x="103466" y="1619250"/>
                  </a:lnTo>
                  <a:lnTo>
                    <a:pt x="102349" y="1619719"/>
                  </a:lnTo>
                  <a:lnTo>
                    <a:pt x="100482" y="1621586"/>
                  </a:lnTo>
                  <a:lnTo>
                    <a:pt x="100012" y="1622704"/>
                  </a:lnTo>
                  <a:lnTo>
                    <a:pt x="100012" y="1625333"/>
                  </a:lnTo>
                  <a:lnTo>
                    <a:pt x="100482" y="1626450"/>
                  </a:lnTo>
                  <a:lnTo>
                    <a:pt x="102349" y="1628317"/>
                  </a:lnTo>
                  <a:lnTo>
                    <a:pt x="103466" y="1628775"/>
                  </a:lnTo>
                  <a:lnTo>
                    <a:pt x="106095" y="1628775"/>
                  </a:lnTo>
                  <a:lnTo>
                    <a:pt x="107213" y="1628317"/>
                  </a:lnTo>
                  <a:lnTo>
                    <a:pt x="109080" y="1626450"/>
                  </a:lnTo>
                  <a:lnTo>
                    <a:pt x="109537" y="1625333"/>
                  </a:lnTo>
                  <a:lnTo>
                    <a:pt x="109537" y="1622704"/>
                  </a:lnTo>
                  <a:close/>
                </a:path>
                <a:path w="6486525" h="2628900">
                  <a:moveTo>
                    <a:pt x="109537" y="1575079"/>
                  </a:moveTo>
                  <a:lnTo>
                    <a:pt x="109080" y="1573961"/>
                  </a:lnTo>
                  <a:lnTo>
                    <a:pt x="107213" y="1572094"/>
                  </a:lnTo>
                  <a:lnTo>
                    <a:pt x="106095" y="1571625"/>
                  </a:lnTo>
                  <a:lnTo>
                    <a:pt x="103466" y="1571625"/>
                  </a:lnTo>
                  <a:lnTo>
                    <a:pt x="102349" y="1572094"/>
                  </a:lnTo>
                  <a:lnTo>
                    <a:pt x="100482" y="1573961"/>
                  </a:lnTo>
                  <a:lnTo>
                    <a:pt x="100012" y="1575079"/>
                  </a:lnTo>
                  <a:lnTo>
                    <a:pt x="100012" y="1577708"/>
                  </a:lnTo>
                  <a:lnTo>
                    <a:pt x="100482" y="1578825"/>
                  </a:lnTo>
                  <a:lnTo>
                    <a:pt x="102349" y="1580692"/>
                  </a:lnTo>
                  <a:lnTo>
                    <a:pt x="103466" y="1581150"/>
                  </a:lnTo>
                  <a:lnTo>
                    <a:pt x="106095" y="1581150"/>
                  </a:lnTo>
                  <a:lnTo>
                    <a:pt x="107213" y="1580692"/>
                  </a:lnTo>
                  <a:lnTo>
                    <a:pt x="109080" y="1578825"/>
                  </a:lnTo>
                  <a:lnTo>
                    <a:pt x="109537" y="1577708"/>
                  </a:lnTo>
                  <a:lnTo>
                    <a:pt x="109537" y="1575079"/>
                  </a:lnTo>
                  <a:close/>
                </a:path>
                <a:path w="6486525" h="2628900">
                  <a:moveTo>
                    <a:pt x="109537" y="1527454"/>
                  </a:moveTo>
                  <a:lnTo>
                    <a:pt x="109080" y="1526336"/>
                  </a:lnTo>
                  <a:lnTo>
                    <a:pt x="107213" y="1524469"/>
                  </a:lnTo>
                  <a:lnTo>
                    <a:pt x="106095" y="1524000"/>
                  </a:lnTo>
                  <a:lnTo>
                    <a:pt x="103466" y="1524000"/>
                  </a:lnTo>
                  <a:lnTo>
                    <a:pt x="102349" y="1524469"/>
                  </a:lnTo>
                  <a:lnTo>
                    <a:pt x="100482" y="1526336"/>
                  </a:lnTo>
                  <a:lnTo>
                    <a:pt x="100012" y="1527454"/>
                  </a:lnTo>
                  <a:lnTo>
                    <a:pt x="100012" y="1530083"/>
                  </a:lnTo>
                  <a:lnTo>
                    <a:pt x="100482" y="1531200"/>
                  </a:lnTo>
                  <a:lnTo>
                    <a:pt x="102349" y="1533067"/>
                  </a:lnTo>
                  <a:lnTo>
                    <a:pt x="103466" y="1533525"/>
                  </a:lnTo>
                  <a:lnTo>
                    <a:pt x="106095" y="1533525"/>
                  </a:lnTo>
                  <a:lnTo>
                    <a:pt x="107213" y="1533067"/>
                  </a:lnTo>
                  <a:lnTo>
                    <a:pt x="109080" y="1531200"/>
                  </a:lnTo>
                  <a:lnTo>
                    <a:pt x="109537" y="1530083"/>
                  </a:lnTo>
                  <a:lnTo>
                    <a:pt x="109537" y="1527454"/>
                  </a:lnTo>
                  <a:close/>
                </a:path>
                <a:path w="6486525" h="2628900">
                  <a:moveTo>
                    <a:pt x="109537" y="1479829"/>
                  </a:moveTo>
                  <a:lnTo>
                    <a:pt x="109080" y="1478711"/>
                  </a:lnTo>
                  <a:lnTo>
                    <a:pt x="107213" y="1476844"/>
                  </a:lnTo>
                  <a:lnTo>
                    <a:pt x="106095" y="1476375"/>
                  </a:lnTo>
                  <a:lnTo>
                    <a:pt x="103466" y="1476375"/>
                  </a:lnTo>
                  <a:lnTo>
                    <a:pt x="102349" y="1476844"/>
                  </a:lnTo>
                  <a:lnTo>
                    <a:pt x="100482" y="1478711"/>
                  </a:lnTo>
                  <a:lnTo>
                    <a:pt x="100012" y="1479829"/>
                  </a:lnTo>
                  <a:lnTo>
                    <a:pt x="100012" y="1482458"/>
                  </a:lnTo>
                  <a:lnTo>
                    <a:pt x="100482" y="1483575"/>
                  </a:lnTo>
                  <a:lnTo>
                    <a:pt x="102349" y="1485442"/>
                  </a:lnTo>
                  <a:lnTo>
                    <a:pt x="103466" y="1485900"/>
                  </a:lnTo>
                  <a:lnTo>
                    <a:pt x="106095" y="1485900"/>
                  </a:lnTo>
                  <a:lnTo>
                    <a:pt x="107213" y="1485442"/>
                  </a:lnTo>
                  <a:lnTo>
                    <a:pt x="109080" y="1483575"/>
                  </a:lnTo>
                  <a:lnTo>
                    <a:pt x="109537" y="1482458"/>
                  </a:lnTo>
                  <a:lnTo>
                    <a:pt x="109537" y="1479829"/>
                  </a:lnTo>
                  <a:close/>
                </a:path>
                <a:path w="6486525" h="2628900">
                  <a:moveTo>
                    <a:pt x="109537" y="1432204"/>
                  </a:moveTo>
                  <a:lnTo>
                    <a:pt x="109080" y="1431086"/>
                  </a:lnTo>
                  <a:lnTo>
                    <a:pt x="107213" y="1429219"/>
                  </a:lnTo>
                  <a:lnTo>
                    <a:pt x="106095" y="1428750"/>
                  </a:lnTo>
                  <a:lnTo>
                    <a:pt x="103466" y="1428750"/>
                  </a:lnTo>
                  <a:lnTo>
                    <a:pt x="102349" y="1429219"/>
                  </a:lnTo>
                  <a:lnTo>
                    <a:pt x="100482" y="1431086"/>
                  </a:lnTo>
                  <a:lnTo>
                    <a:pt x="100012" y="1432204"/>
                  </a:lnTo>
                  <a:lnTo>
                    <a:pt x="100012" y="1434833"/>
                  </a:lnTo>
                  <a:lnTo>
                    <a:pt x="100482" y="1435950"/>
                  </a:lnTo>
                  <a:lnTo>
                    <a:pt x="102349" y="1437817"/>
                  </a:lnTo>
                  <a:lnTo>
                    <a:pt x="103466" y="1438275"/>
                  </a:lnTo>
                  <a:lnTo>
                    <a:pt x="106095" y="1438275"/>
                  </a:lnTo>
                  <a:lnTo>
                    <a:pt x="107213" y="1437817"/>
                  </a:lnTo>
                  <a:lnTo>
                    <a:pt x="109080" y="1435950"/>
                  </a:lnTo>
                  <a:lnTo>
                    <a:pt x="109537" y="1434833"/>
                  </a:lnTo>
                  <a:lnTo>
                    <a:pt x="109537" y="1432204"/>
                  </a:lnTo>
                  <a:close/>
                </a:path>
                <a:path w="6486525" h="2628900">
                  <a:moveTo>
                    <a:pt x="109537" y="1384579"/>
                  </a:moveTo>
                  <a:lnTo>
                    <a:pt x="109080" y="1383461"/>
                  </a:lnTo>
                  <a:lnTo>
                    <a:pt x="107213" y="1381594"/>
                  </a:lnTo>
                  <a:lnTo>
                    <a:pt x="106095" y="1381125"/>
                  </a:lnTo>
                  <a:lnTo>
                    <a:pt x="103466" y="1381125"/>
                  </a:lnTo>
                  <a:lnTo>
                    <a:pt x="102349" y="1381594"/>
                  </a:lnTo>
                  <a:lnTo>
                    <a:pt x="100482" y="1383461"/>
                  </a:lnTo>
                  <a:lnTo>
                    <a:pt x="100012" y="1384579"/>
                  </a:lnTo>
                  <a:lnTo>
                    <a:pt x="100012" y="1387208"/>
                  </a:lnTo>
                  <a:lnTo>
                    <a:pt x="100482" y="1388325"/>
                  </a:lnTo>
                  <a:lnTo>
                    <a:pt x="102349" y="1390192"/>
                  </a:lnTo>
                  <a:lnTo>
                    <a:pt x="103466" y="1390650"/>
                  </a:lnTo>
                  <a:lnTo>
                    <a:pt x="106095" y="1390650"/>
                  </a:lnTo>
                  <a:lnTo>
                    <a:pt x="107213" y="1390192"/>
                  </a:lnTo>
                  <a:lnTo>
                    <a:pt x="109080" y="1388325"/>
                  </a:lnTo>
                  <a:lnTo>
                    <a:pt x="109537" y="1387208"/>
                  </a:lnTo>
                  <a:lnTo>
                    <a:pt x="109537" y="1384579"/>
                  </a:lnTo>
                  <a:close/>
                </a:path>
                <a:path w="6486525" h="2628900">
                  <a:moveTo>
                    <a:pt x="109537" y="1336954"/>
                  </a:moveTo>
                  <a:lnTo>
                    <a:pt x="109080" y="1335836"/>
                  </a:lnTo>
                  <a:lnTo>
                    <a:pt x="107213" y="1333969"/>
                  </a:lnTo>
                  <a:lnTo>
                    <a:pt x="106095" y="1333500"/>
                  </a:lnTo>
                  <a:lnTo>
                    <a:pt x="103466" y="1333500"/>
                  </a:lnTo>
                  <a:lnTo>
                    <a:pt x="102349" y="1333969"/>
                  </a:lnTo>
                  <a:lnTo>
                    <a:pt x="100482" y="1335836"/>
                  </a:lnTo>
                  <a:lnTo>
                    <a:pt x="100012" y="1336954"/>
                  </a:lnTo>
                  <a:lnTo>
                    <a:pt x="100012" y="1339583"/>
                  </a:lnTo>
                  <a:lnTo>
                    <a:pt x="100482" y="1340700"/>
                  </a:lnTo>
                  <a:lnTo>
                    <a:pt x="102349" y="1342567"/>
                  </a:lnTo>
                  <a:lnTo>
                    <a:pt x="103466" y="1343025"/>
                  </a:lnTo>
                  <a:lnTo>
                    <a:pt x="106095" y="1343025"/>
                  </a:lnTo>
                  <a:lnTo>
                    <a:pt x="107213" y="1342567"/>
                  </a:lnTo>
                  <a:lnTo>
                    <a:pt x="109080" y="1340700"/>
                  </a:lnTo>
                  <a:lnTo>
                    <a:pt x="109537" y="1339583"/>
                  </a:lnTo>
                  <a:lnTo>
                    <a:pt x="109537" y="1336954"/>
                  </a:lnTo>
                  <a:close/>
                </a:path>
                <a:path w="6486525" h="2628900">
                  <a:moveTo>
                    <a:pt x="109537" y="1289329"/>
                  </a:moveTo>
                  <a:lnTo>
                    <a:pt x="109080" y="1288211"/>
                  </a:lnTo>
                  <a:lnTo>
                    <a:pt x="107213" y="1286344"/>
                  </a:lnTo>
                  <a:lnTo>
                    <a:pt x="106095" y="1285875"/>
                  </a:lnTo>
                  <a:lnTo>
                    <a:pt x="103466" y="1285875"/>
                  </a:lnTo>
                  <a:lnTo>
                    <a:pt x="102349" y="1286344"/>
                  </a:lnTo>
                  <a:lnTo>
                    <a:pt x="100482" y="1288211"/>
                  </a:lnTo>
                  <a:lnTo>
                    <a:pt x="100012" y="1289329"/>
                  </a:lnTo>
                  <a:lnTo>
                    <a:pt x="100012" y="1291958"/>
                  </a:lnTo>
                  <a:lnTo>
                    <a:pt x="100482" y="1293075"/>
                  </a:lnTo>
                  <a:lnTo>
                    <a:pt x="102349" y="1294942"/>
                  </a:lnTo>
                  <a:lnTo>
                    <a:pt x="103466" y="1295400"/>
                  </a:lnTo>
                  <a:lnTo>
                    <a:pt x="106095" y="1295400"/>
                  </a:lnTo>
                  <a:lnTo>
                    <a:pt x="107213" y="1294942"/>
                  </a:lnTo>
                  <a:lnTo>
                    <a:pt x="109080" y="1293075"/>
                  </a:lnTo>
                  <a:lnTo>
                    <a:pt x="109537" y="1291958"/>
                  </a:lnTo>
                  <a:lnTo>
                    <a:pt x="109537" y="1289329"/>
                  </a:lnTo>
                  <a:close/>
                </a:path>
                <a:path w="6486525" h="2628900">
                  <a:moveTo>
                    <a:pt x="109537" y="1241704"/>
                  </a:moveTo>
                  <a:lnTo>
                    <a:pt x="109080" y="1240586"/>
                  </a:lnTo>
                  <a:lnTo>
                    <a:pt x="107213" y="1238719"/>
                  </a:lnTo>
                  <a:lnTo>
                    <a:pt x="106095" y="1238250"/>
                  </a:lnTo>
                  <a:lnTo>
                    <a:pt x="103466" y="1238250"/>
                  </a:lnTo>
                  <a:lnTo>
                    <a:pt x="102349" y="1238719"/>
                  </a:lnTo>
                  <a:lnTo>
                    <a:pt x="100482" y="1240586"/>
                  </a:lnTo>
                  <a:lnTo>
                    <a:pt x="100012" y="1241704"/>
                  </a:lnTo>
                  <a:lnTo>
                    <a:pt x="100012" y="1244333"/>
                  </a:lnTo>
                  <a:lnTo>
                    <a:pt x="100482" y="1245450"/>
                  </a:lnTo>
                  <a:lnTo>
                    <a:pt x="102349" y="1247317"/>
                  </a:lnTo>
                  <a:lnTo>
                    <a:pt x="103466" y="1247775"/>
                  </a:lnTo>
                  <a:lnTo>
                    <a:pt x="106095" y="1247775"/>
                  </a:lnTo>
                  <a:lnTo>
                    <a:pt x="107213" y="1247317"/>
                  </a:lnTo>
                  <a:lnTo>
                    <a:pt x="109080" y="1245450"/>
                  </a:lnTo>
                  <a:lnTo>
                    <a:pt x="109537" y="1244333"/>
                  </a:lnTo>
                  <a:lnTo>
                    <a:pt x="109537" y="1241704"/>
                  </a:lnTo>
                  <a:close/>
                </a:path>
                <a:path w="6486525" h="2628900">
                  <a:moveTo>
                    <a:pt x="109537" y="1194079"/>
                  </a:moveTo>
                  <a:lnTo>
                    <a:pt x="109080" y="1192961"/>
                  </a:lnTo>
                  <a:lnTo>
                    <a:pt x="107213" y="1191094"/>
                  </a:lnTo>
                  <a:lnTo>
                    <a:pt x="106095" y="1190625"/>
                  </a:lnTo>
                  <a:lnTo>
                    <a:pt x="103466" y="1190625"/>
                  </a:lnTo>
                  <a:lnTo>
                    <a:pt x="102349" y="1191094"/>
                  </a:lnTo>
                  <a:lnTo>
                    <a:pt x="100482" y="1192961"/>
                  </a:lnTo>
                  <a:lnTo>
                    <a:pt x="100012" y="1194079"/>
                  </a:lnTo>
                  <a:lnTo>
                    <a:pt x="100012" y="1196708"/>
                  </a:lnTo>
                  <a:lnTo>
                    <a:pt x="100482" y="1197825"/>
                  </a:lnTo>
                  <a:lnTo>
                    <a:pt x="102349" y="1199692"/>
                  </a:lnTo>
                  <a:lnTo>
                    <a:pt x="103466" y="1200150"/>
                  </a:lnTo>
                  <a:lnTo>
                    <a:pt x="106095" y="1200150"/>
                  </a:lnTo>
                  <a:lnTo>
                    <a:pt x="107213" y="1199692"/>
                  </a:lnTo>
                  <a:lnTo>
                    <a:pt x="109080" y="1197825"/>
                  </a:lnTo>
                  <a:lnTo>
                    <a:pt x="109537" y="1196708"/>
                  </a:lnTo>
                  <a:lnTo>
                    <a:pt x="109537" y="1194079"/>
                  </a:lnTo>
                  <a:close/>
                </a:path>
                <a:path w="6486525" h="2628900">
                  <a:moveTo>
                    <a:pt x="109537" y="1146454"/>
                  </a:moveTo>
                  <a:lnTo>
                    <a:pt x="109080" y="1145336"/>
                  </a:lnTo>
                  <a:lnTo>
                    <a:pt x="107213" y="1143469"/>
                  </a:lnTo>
                  <a:lnTo>
                    <a:pt x="106095" y="1143000"/>
                  </a:lnTo>
                  <a:lnTo>
                    <a:pt x="103466" y="1143000"/>
                  </a:lnTo>
                  <a:lnTo>
                    <a:pt x="102349" y="1143469"/>
                  </a:lnTo>
                  <a:lnTo>
                    <a:pt x="100482" y="1145336"/>
                  </a:lnTo>
                  <a:lnTo>
                    <a:pt x="100012" y="1146454"/>
                  </a:lnTo>
                  <a:lnTo>
                    <a:pt x="100012" y="1149083"/>
                  </a:lnTo>
                  <a:lnTo>
                    <a:pt x="100482" y="1150200"/>
                  </a:lnTo>
                  <a:lnTo>
                    <a:pt x="102349" y="1152067"/>
                  </a:lnTo>
                  <a:lnTo>
                    <a:pt x="103466" y="1152525"/>
                  </a:lnTo>
                  <a:lnTo>
                    <a:pt x="106095" y="1152525"/>
                  </a:lnTo>
                  <a:lnTo>
                    <a:pt x="107213" y="1152067"/>
                  </a:lnTo>
                  <a:lnTo>
                    <a:pt x="109080" y="1150200"/>
                  </a:lnTo>
                  <a:lnTo>
                    <a:pt x="109537" y="1149083"/>
                  </a:lnTo>
                  <a:lnTo>
                    <a:pt x="109537" y="1146454"/>
                  </a:lnTo>
                  <a:close/>
                </a:path>
                <a:path w="6486525" h="2628900">
                  <a:moveTo>
                    <a:pt x="109537" y="1098829"/>
                  </a:moveTo>
                  <a:lnTo>
                    <a:pt x="109080" y="1097711"/>
                  </a:lnTo>
                  <a:lnTo>
                    <a:pt x="107213" y="1095844"/>
                  </a:lnTo>
                  <a:lnTo>
                    <a:pt x="106095" y="1095375"/>
                  </a:lnTo>
                  <a:lnTo>
                    <a:pt x="103466" y="1095375"/>
                  </a:lnTo>
                  <a:lnTo>
                    <a:pt x="102349" y="1095844"/>
                  </a:lnTo>
                  <a:lnTo>
                    <a:pt x="100482" y="1097711"/>
                  </a:lnTo>
                  <a:lnTo>
                    <a:pt x="100012" y="1098829"/>
                  </a:lnTo>
                  <a:lnTo>
                    <a:pt x="100012" y="1101458"/>
                  </a:lnTo>
                  <a:lnTo>
                    <a:pt x="100482" y="1102575"/>
                  </a:lnTo>
                  <a:lnTo>
                    <a:pt x="102349" y="1104442"/>
                  </a:lnTo>
                  <a:lnTo>
                    <a:pt x="103466" y="1104900"/>
                  </a:lnTo>
                  <a:lnTo>
                    <a:pt x="106095" y="1104900"/>
                  </a:lnTo>
                  <a:lnTo>
                    <a:pt x="107213" y="1104442"/>
                  </a:lnTo>
                  <a:lnTo>
                    <a:pt x="109080" y="1102575"/>
                  </a:lnTo>
                  <a:lnTo>
                    <a:pt x="109537" y="1101458"/>
                  </a:lnTo>
                  <a:lnTo>
                    <a:pt x="109537" y="1098829"/>
                  </a:lnTo>
                  <a:close/>
                </a:path>
                <a:path w="6486525" h="2628900">
                  <a:moveTo>
                    <a:pt x="109537" y="1051204"/>
                  </a:moveTo>
                  <a:lnTo>
                    <a:pt x="109080" y="1050086"/>
                  </a:lnTo>
                  <a:lnTo>
                    <a:pt x="107213" y="1048219"/>
                  </a:lnTo>
                  <a:lnTo>
                    <a:pt x="106095" y="1047750"/>
                  </a:lnTo>
                  <a:lnTo>
                    <a:pt x="103466" y="1047750"/>
                  </a:lnTo>
                  <a:lnTo>
                    <a:pt x="102349" y="1048219"/>
                  </a:lnTo>
                  <a:lnTo>
                    <a:pt x="100482" y="1050086"/>
                  </a:lnTo>
                  <a:lnTo>
                    <a:pt x="100012" y="1051204"/>
                  </a:lnTo>
                  <a:lnTo>
                    <a:pt x="100012" y="1053833"/>
                  </a:lnTo>
                  <a:lnTo>
                    <a:pt x="100482" y="1054950"/>
                  </a:lnTo>
                  <a:lnTo>
                    <a:pt x="102349" y="1056817"/>
                  </a:lnTo>
                  <a:lnTo>
                    <a:pt x="103466" y="1057275"/>
                  </a:lnTo>
                  <a:lnTo>
                    <a:pt x="106095" y="1057275"/>
                  </a:lnTo>
                  <a:lnTo>
                    <a:pt x="107213" y="1056817"/>
                  </a:lnTo>
                  <a:lnTo>
                    <a:pt x="109080" y="1054950"/>
                  </a:lnTo>
                  <a:lnTo>
                    <a:pt x="109537" y="1053833"/>
                  </a:lnTo>
                  <a:lnTo>
                    <a:pt x="109537" y="1051204"/>
                  </a:lnTo>
                  <a:close/>
                </a:path>
                <a:path w="6486525" h="2628900">
                  <a:moveTo>
                    <a:pt x="109537" y="1003579"/>
                  </a:moveTo>
                  <a:lnTo>
                    <a:pt x="109080" y="1002461"/>
                  </a:lnTo>
                  <a:lnTo>
                    <a:pt x="107213" y="1000594"/>
                  </a:lnTo>
                  <a:lnTo>
                    <a:pt x="106095" y="1000125"/>
                  </a:lnTo>
                  <a:lnTo>
                    <a:pt x="103466" y="1000125"/>
                  </a:lnTo>
                  <a:lnTo>
                    <a:pt x="102349" y="1000594"/>
                  </a:lnTo>
                  <a:lnTo>
                    <a:pt x="100482" y="1002461"/>
                  </a:lnTo>
                  <a:lnTo>
                    <a:pt x="100012" y="1003579"/>
                  </a:lnTo>
                  <a:lnTo>
                    <a:pt x="100012" y="1006208"/>
                  </a:lnTo>
                  <a:lnTo>
                    <a:pt x="100482" y="1007325"/>
                  </a:lnTo>
                  <a:lnTo>
                    <a:pt x="102349" y="1009192"/>
                  </a:lnTo>
                  <a:lnTo>
                    <a:pt x="103466" y="1009650"/>
                  </a:lnTo>
                  <a:lnTo>
                    <a:pt x="106095" y="1009650"/>
                  </a:lnTo>
                  <a:lnTo>
                    <a:pt x="107213" y="1009192"/>
                  </a:lnTo>
                  <a:lnTo>
                    <a:pt x="109080" y="1007325"/>
                  </a:lnTo>
                  <a:lnTo>
                    <a:pt x="109537" y="1006208"/>
                  </a:lnTo>
                  <a:lnTo>
                    <a:pt x="109537" y="1003579"/>
                  </a:lnTo>
                  <a:close/>
                </a:path>
                <a:path w="6486525" h="2628900">
                  <a:moveTo>
                    <a:pt x="109537" y="955954"/>
                  </a:moveTo>
                  <a:lnTo>
                    <a:pt x="109080" y="954836"/>
                  </a:lnTo>
                  <a:lnTo>
                    <a:pt x="107213" y="952969"/>
                  </a:lnTo>
                  <a:lnTo>
                    <a:pt x="106095" y="952500"/>
                  </a:lnTo>
                  <a:lnTo>
                    <a:pt x="103466" y="952500"/>
                  </a:lnTo>
                  <a:lnTo>
                    <a:pt x="102349" y="952969"/>
                  </a:lnTo>
                  <a:lnTo>
                    <a:pt x="100482" y="954836"/>
                  </a:lnTo>
                  <a:lnTo>
                    <a:pt x="100012" y="955954"/>
                  </a:lnTo>
                  <a:lnTo>
                    <a:pt x="100012" y="958583"/>
                  </a:lnTo>
                  <a:lnTo>
                    <a:pt x="100482" y="959700"/>
                  </a:lnTo>
                  <a:lnTo>
                    <a:pt x="102349" y="961567"/>
                  </a:lnTo>
                  <a:lnTo>
                    <a:pt x="103466" y="962025"/>
                  </a:lnTo>
                  <a:lnTo>
                    <a:pt x="106095" y="962025"/>
                  </a:lnTo>
                  <a:lnTo>
                    <a:pt x="107213" y="961567"/>
                  </a:lnTo>
                  <a:lnTo>
                    <a:pt x="109080" y="959700"/>
                  </a:lnTo>
                  <a:lnTo>
                    <a:pt x="109537" y="958583"/>
                  </a:lnTo>
                  <a:lnTo>
                    <a:pt x="109537" y="955954"/>
                  </a:lnTo>
                  <a:close/>
                </a:path>
                <a:path w="6486525" h="2628900">
                  <a:moveTo>
                    <a:pt x="109537" y="908329"/>
                  </a:moveTo>
                  <a:lnTo>
                    <a:pt x="109080" y="907211"/>
                  </a:lnTo>
                  <a:lnTo>
                    <a:pt x="107213" y="905344"/>
                  </a:lnTo>
                  <a:lnTo>
                    <a:pt x="106095" y="904875"/>
                  </a:lnTo>
                  <a:lnTo>
                    <a:pt x="103466" y="904875"/>
                  </a:lnTo>
                  <a:lnTo>
                    <a:pt x="102349" y="905344"/>
                  </a:lnTo>
                  <a:lnTo>
                    <a:pt x="100482" y="907211"/>
                  </a:lnTo>
                  <a:lnTo>
                    <a:pt x="100012" y="908329"/>
                  </a:lnTo>
                  <a:lnTo>
                    <a:pt x="100012" y="910958"/>
                  </a:lnTo>
                  <a:lnTo>
                    <a:pt x="100482" y="912075"/>
                  </a:lnTo>
                  <a:lnTo>
                    <a:pt x="102349" y="913942"/>
                  </a:lnTo>
                  <a:lnTo>
                    <a:pt x="103466" y="914400"/>
                  </a:lnTo>
                  <a:lnTo>
                    <a:pt x="106095" y="914400"/>
                  </a:lnTo>
                  <a:lnTo>
                    <a:pt x="107213" y="913942"/>
                  </a:lnTo>
                  <a:lnTo>
                    <a:pt x="109080" y="912075"/>
                  </a:lnTo>
                  <a:lnTo>
                    <a:pt x="109537" y="910958"/>
                  </a:lnTo>
                  <a:lnTo>
                    <a:pt x="109537" y="908329"/>
                  </a:lnTo>
                  <a:close/>
                </a:path>
                <a:path w="6486525" h="2628900">
                  <a:moveTo>
                    <a:pt x="109537" y="860704"/>
                  </a:moveTo>
                  <a:lnTo>
                    <a:pt x="109080" y="859586"/>
                  </a:lnTo>
                  <a:lnTo>
                    <a:pt x="107213" y="857719"/>
                  </a:lnTo>
                  <a:lnTo>
                    <a:pt x="106095" y="857250"/>
                  </a:lnTo>
                  <a:lnTo>
                    <a:pt x="104775" y="857250"/>
                  </a:lnTo>
                  <a:lnTo>
                    <a:pt x="104775" y="854887"/>
                  </a:lnTo>
                  <a:lnTo>
                    <a:pt x="104317" y="853757"/>
                  </a:lnTo>
                  <a:lnTo>
                    <a:pt x="102450" y="851903"/>
                  </a:lnTo>
                  <a:lnTo>
                    <a:pt x="101333" y="851433"/>
                  </a:lnTo>
                  <a:lnTo>
                    <a:pt x="98704" y="851433"/>
                  </a:lnTo>
                  <a:lnTo>
                    <a:pt x="97586" y="851903"/>
                  </a:lnTo>
                  <a:lnTo>
                    <a:pt x="95719" y="853757"/>
                  </a:lnTo>
                  <a:lnTo>
                    <a:pt x="95250" y="854887"/>
                  </a:lnTo>
                  <a:lnTo>
                    <a:pt x="95250" y="857516"/>
                  </a:lnTo>
                  <a:lnTo>
                    <a:pt x="95719" y="858634"/>
                  </a:lnTo>
                  <a:lnTo>
                    <a:pt x="97586" y="860501"/>
                  </a:lnTo>
                  <a:lnTo>
                    <a:pt x="98704" y="860958"/>
                  </a:lnTo>
                  <a:lnTo>
                    <a:pt x="100012" y="860958"/>
                  </a:lnTo>
                  <a:lnTo>
                    <a:pt x="100012" y="863333"/>
                  </a:lnTo>
                  <a:lnTo>
                    <a:pt x="100482" y="864450"/>
                  </a:lnTo>
                  <a:lnTo>
                    <a:pt x="102349" y="866317"/>
                  </a:lnTo>
                  <a:lnTo>
                    <a:pt x="103466" y="866775"/>
                  </a:lnTo>
                  <a:lnTo>
                    <a:pt x="106095" y="866775"/>
                  </a:lnTo>
                  <a:lnTo>
                    <a:pt x="107213" y="866317"/>
                  </a:lnTo>
                  <a:lnTo>
                    <a:pt x="109080" y="864450"/>
                  </a:lnTo>
                  <a:lnTo>
                    <a:pt x="109537" y="863333"/>
                  </a:lnTo>
                  <a:lnTo>
                    <a:pt x="109537" y="860704"/>
                  </a:lnTo>
                  <a:close/>
                </a:path>
                <a:path w="6486525" h="2628900">
                  <a:moveTo>
                    <a:pt x="109537" y="813079"/>
                  </a:moveTo>
                  <a:lnTo>
                    <a:pt x="109080" y="811961"/>
                  </a:lnTo>
                  <a:lnTo>
                    <a:pt x="107213" y="810094"/>
                  </a:lnTo>
                  <a:lnTo>
                    <a:pt x="106095" y="809625"/>
                  </a:lnTo>
                  <a:lnTo>
                    <a:pt x="103466" y="809625"/>
                  </a:lnTo>
                  <a:lnTo>
                    <a:pt x="102349" y="810094"/>
                  </a:lnTo>
                  <a:lnTo>
                    <a:pt x="100482" y="811961"/>
                  </a:lnTo>
                  <a:lnTo>
                    <a:pt x="100012" y="813079"/>
                  </a:lnTo>
                  <a:lnTo>
                    <a:pt x="100012" y="815708"/>
                  </a:lnTo>
                  <a:lnTo>
                    <a:pt x="100482" y="816825"/>
                  </a:lnTo>
                  <a:lnTo>
                    <a:pt x="102349" y="818692"/>
                  </a:lnTo>
                  <a:lnTo>
                    <a:pt x="103466" y="819150"/>
                  </a:lnTo>
                  <a:lnTo>
                    <a:pt x="106095" y="819150"/>
                  </a:lnTo>
                  <a:lnTo>
                    <a:pt x="107213" y="818692"/>
                  </a:lnTo>
                  <a:lnTo>
                    <a:pt x="109080" y="816825"/>
                  </a:lnTo>
                  <a:lnTo>
                    <a:pt x="109537" y="815708"/>
                  </a:lnTo>
                  <a:lnTo>
                    <a:pt x="109537" y="813079"/>
                  </a:lnTo>
                  <a:close/>
                </a:path>
                <a:path w="6486525" h="2628900">
                  <a:moveTo>
                    <a:pt x="109537" y="765454"/>
                  </a:moveTo>
                  <a:lnTo>
                    <a:pt x="109080" y="764336"/>
                  </a:lnTo>
                  <a:lnTo>
                    <a:pt x="107213" y="762469"/>
                  </a:lnTo>
                  <a:lnTo>
                    <a:pt x="106095" y="762000"/>
                  </a:lnTo>
                  <a:lnTo>
                    <a:pt x="103466" y="762000"/>
                  </a:lnTo>
                  <a:lnTo>
                    <a:pt x="102349" y="762469"/>
                  </a:lnTo>
                  <a:lnTo>
                    <a:pt x="100482" y="764336"/>
                  </a:lnTo>
                  <a:lnTo>
                    <a:pt x="100012" y="765454"/>
                  </a:lnTo>
                  <a:lnTo>
                    <a:pt x="100012" y="768083"/>
                  </a:lnTo>
                  <a:lnTo>
                    <a:pt x="100482" y="769200"/>
                  </a:lnTo>
                  <a:lnTo>
                    <a:pt x="102349" y="771067"/>
                  </a:lnTo>
                  <a:lnTo>
                    <a:pt x="103466" y="771525"/>
                  </a:lnTo>
                  <a:lnTo>
                    <a:pt x="106095" y="771525"/>
                  </a:lnTo>
                  <a:lnTo>
                    <a:pt x="107213" y="771067"/>
                  </a:lnTo>
                  <a:lnTo>
                    <a:pt x="109080" y="769200"/>
                  </a:lnTo>
                  <a:lnTo>
                    <a:pt x="109537" y="768083"/>
                  </a:lnTo>
                  <a:lnTo>
                    <a:pt x="109537" y="765454"/>
                  </a:lnTo>
                  <a:close/>
                </a:path>
                <a:path w="6486525" h="2628900">
                  <a:moveTo>
                    <a:pt x="109537" y="717829"/>
                  </a:moveTo>
                  <a:lnTo>
                    <a:pt x="109080" y="716711"/>
                  </a:lnTo>
                  <a:lnTo>
                    <a:pt x="107213" y="714844"/>
                  </a:lnTo>
                  <a:lnTo>
                    <a:pt x="106095" y="714375"/>
                  </a:lnTo>
                  <a:lnTo>
                    <a:pt x="103466" y="714375"/>
                  </a:lnTo>
                  <a:lnTo>
                    <a:pt x="102349" y="714844"/>
                  </a:lnTo>
                  <a:lnTo>
                    <a:pt x="100482" y="716711"/>
                  </a:lnTo>
                  <a:lnTo>
                    <a:pt x="100012" y="717829"/>
                  </a:lnTo>
                  <a:lnTo>
                    <a:pt x="100012" y="720458"/>
                  </a:lnTo>
                  <a:lnTo>
                    <a:pt x="100482" y="721575"/>
                  </a:lnTo>
                  <a:lnTo>
                    <a:pt x="102349" y="723442"/>
                  </a:lnTo>
                  <a:lnTo>
                    <a:pt x="103466" y="723900"/>
                  </a:lnTo>
                  <a:lnTo>
                    <a:pt x="106095" y="723900"/>
                  </a:lnTo>
                  <a:lnTo>
                    <a:pt x="107213" y="723442"/>
                  </a:lnTo>
                  <a:lnTo>
                    <a:pt x="109080" y="721575"/>
                  </a:lnTo>
                  <a:lnTo>
                    <a:pt x="109537" y="720458"/>
                  </a:lnTo>
                  <a:lnTo>
                    <a:pt x="109537" y="717829"/>
                  </a:lnTo>
                  <a:close/>
                </a:path>
                <a:path w="6486525" h="2628900">
                  <a:moveTo>
                    <a:pt x="109537" y="670204"/>
                  </a:moveTo>
                  <a:lnTo>
                    <a:pt x="109080" y="669086"/>
                  </a:lnTo>
                  <a:lnTo>
                    <a:pt x="107213" y="667219"/>
                  </a:lnTo>
                  <a:lnTo>
                    <a:pt x="106095" y="666750"/>
                  </a:lnTo>
                  <a:lnTo>
                    <a:pt x="103466" y="666750"/>
                  </a:lnTo>
                  <a:lnTo>
                    <a:pt x="102349" y="667219"/>
                  </a:lnTo>
                  <a:lnTo>
                    <a:pt x="100482" y="669086"/>
                  </a:lnTo>
                  <a:lnTo>
                    <a:pt x="100012" y="670204"/>
                  </a:lnTo>
                  <a:lnTo>
                    <a:pt x="100012" y="672833"/>
                  </a:lnTo>
                  <a:lnTo>
                    <a:pt x="100482" y="673950"/>
                  </a:lnTo>
                  <a:lnTo>
                    <a:pt x="102349" y="675817"/>
                  </a:lnTo>
                  <a:lnTo>
                    <a:pt x="103466" y="676275"/>
                  </a:lnTo>
                  <a:lnTo>
                    <a:pt x="106095" y="676275"/>
                  </a:lnTo>
                  <a:lnTo>
                    <a:pt x="107213" y="675817"/>
                  </a:lnTo>
                  <a:lnTo>
                    <a:pt x="109080" y="673950"/>
                  </a:lnTo>
                  <a:lnTo>
                    <a:pt x="109537" y="672833"/>
                  </a:lnTo>
                  <a:lnTo>
                    <a:pt x="109537" y="670204"/>
                  </a:lnTo>
                  <a:close/>
                </a:path>
                <a:path w="6486525" h="2628900">
                  <a:moveTo>
                    <a:pt x="109537" y="622579"/>
                  </a:moveTo>
                  <a:lnTo>
                    <a:pt x="109080" y="621461"/>
                  </a:lnTo>
                  <a:lnTo>
                    <a:pt x="107213" y="619594"/>
                  </a:lnTo>
                  <a:lnTo>
                    <a:pt x="106095" y="619125"/>
                  </a:lnTo>
                  <a:lnTo>
                    <a:pt x="103466" y="619125"/>
                  </a:lnTo>
                  <a:lnTo>
                    <a:pt x="102349" y="619594"/>
                  </a:lnTo>
                  <a:lnTo>
                    <a:pt x="100482" y="621461"/>
                  </a:lnTo>
                  <a:lnTo>
                    <a:pt x="100012" y="622579"/>
                  </a:lnTo>
                  <a:lnTo>
                    <a:pt x="100012" y="625208"/>
                  </a:lnTo>
                  <a:lnTo>
                    <a:pt x="100482" y="626325"/>
                  </a:lnTo>
                  <a:lnTo>
                    <a:pt x="102349" y="628192"/>
                  </a:lnTo>
                  <a:lnTo>
                    <a:pt x="103466" y="628650"/>
                  </a:lnTo>
                  <a:lnTo>
                    <a:pt x="106095" y="628650"/>
                  </a:lnTo>
                  <a:lnTo>
                    <a:pt x="107213" y="628192"/>
                  </a:lnTo>
                  <a:lnTo>
                    <a:pt x="109080" y="626325"/>
                  </a:lnTo>
                  <a:lnTo>
                    <a:pt x="109537" y="625208"/>
                  </a:lnTo>
                  <a:lnTo>
                    <a:pt x="109537" y="622579"/>
                  </a:lnTo>
                  <a:close/>
                </a:path>
                <a:path w="6486525" h="2628900">
                  <a:moveTo>
                    <a:pt x="109537" y="574954"/>
                  </a:moveTo>
                  <a:lnTo>
                    <a:pt x="109080" y="573836"/>
                  </a:lnTo>
                  <a:lnTo>
                    <a:pt x="107213" y="571969"/>
                  </a:lnTo>
                  <a:lnTo>
                    <a:pt x="106095" y="571500"/>
                  </a:lnTo>
                  <a:lnTo>
                    <a:pt x="103466" y="571500"/>
                  </a:lnTo>
                  <a:lnTo>
                    <a:pt x="102349" y="571969"/>
                  </a:lnTo>
                  <a:lnTo>
                    <a:pt x="100482" y="573836"/>
                  </a:lnTo>
                  <a:lnTo>
                    <a:pt x="100012" y="574954"/>
                  </a:lnTo>
                  <a:lnTo>
                    <a:pt x="100012" y="577583"/>
                  </a:lnTo>
                  <a:lnTo>
                    <a:pt x="100482" y="578700"/>
                  </a:lnTo>
                  <a:lnTo>
                    <a:pt x="102349" y="580567"/>
                  </a:lnTo>
                  <a:lnTo>
                    <a:pt x="103466" y="581025"/>
                  </a:lnTo>
                  <a:lnTo>
                    <a:pt x="106095" y="581025"/>
                  </a:lnTo>
                  <a:lnTo>
                    <a:pt x="107213" y="580567"/>
                  </a:lnTo>
                  <a:lnTo>
                    <a:pt x="109080" y="578700"/>
                  </a:lnTo>
                  <a:lnTo>
                    <a:pt x="109537" y="577583"/>
                  </a:lnTo>
                  <a:lnTo>
                    <a:pt x="109537" y="574954"/>
                  </a:lnTo>
                  <a:close/>
                </a:path>
                <a:path w="6486525" h="2628900">
                  <a:moveTo>
                    <a:pt x="109537" y="527329"/>
                  </a:moveTo>
                  <a:lnTo>
                    <a:pt x="109080" y="526211"/>
                  </a:lnTo>
                  <a:lnTo>
                    <a:pt x="107213" y="524344"/>
                  </a:lnTo>
                  <a:lnTo>
                    <a:pt x="106095" y="523875"/>
                  </a:lnTo>
                  <a:lnTo>
                    <a:pt x="103466" y="523875"/>
                  </a:lnTo>
                  <a:lnTo>
                    <a:pt x="102349" y="524344"/>
                  </a:lnTo>
                  <a:lnTo>
                    <a:pt x="100482" y="526211"/>
                  </a:lnTo>
                  <a:lnTo>
                    <a:pt x="100012" y="527329"/>
                  </a:lnTo>
                  <a:lnTo>
                    <a:pt x="100012" y="529958"/>
                  </a:lnTo>
                  <a:lnTo>
                    <a:pt x="100482" y="531075"/>
                  </a:lnTo>
                  <a:lnTo>
                    <a:pt x="102349" y="532942"/>
                  </a:lnTo>
                  <a:lnTo>
                    <a:pt x="103466" y="533400"/>
                  </a:lnTo>
                  <a:lnTo>
                    <a:pt x="106095" y="533400"/>
                  </a:lnTo>
                  <a:lnTo>
                    <a:pt x="107213" y="532942"/>
                  </a:lnTo>
                  <a:lnTo>
                    <a:pt x="109080" y="531075"/>
                  </a:lnTo>
                  <a:lnTo>
                    <a:pt x="109537" y="529958"/>
                  </a:lnTo>
                  <a:lnTo>
                    <a:pt x="109537" y="527329"/>
                  </a:lnTo>
                  <a:close/>
                </a:path>
                <a:path w="6486525" h="2628900">
                  <a:moveTo>
                    <a:pt x="109537" y="479704"/>
                  </a:moveTo>
                  <a:lnTo>
                    <a:pt x="109080" y="478586"/>
                  </a:lnTo>
                  <a:lnTo>
                    <a:pt x="107213" y="476719"/>
                  </a:lnTo>
                  <a:lnTo>
                    <a:pt x="106095" y="476250"/>
                  </a:lnTo>
                  <a:lnTo>
                    <a:pt x="103466" y="476250"/>
                  </a:lnTo>
                  <a:lnTo>
                    <a:pt x="102349" y="476719"/>
                  </a:lnTo>
                  <a:lnTo>
                    <a:pt x="100482" y="478586"/>
                  </a:lnTo>
                  <a:lnTo>
                    <a:pt x="100012" y="479704"/>
                  </a:lnTo>
                  <a:lnTo>
                    <a:pt x="100012" y="482333"/>
                  </a:lnTo>
                  <a:lnTo>
                    <a:pt x="100482" y="483450"/>
                  </a:lnTo>
                  <a:lnTo>
                    <a:pt x="102349" y="485317"/>
                  </a:lnTo>
                  <a:lnTo>
                    <a:pt x="103466" y="485775"/>
                  </a:lnTo>
                  <a:lnTo>
                    <a:pt x="106095" y="485775"/>
                  </a:lnTo>
                  <a:lnTo>
                    <a:pt x="107213" y="485317"/>
                  </a:lnTo>
                  <a:lnTo>
                    <a:pt x="109080" y="483450"/>
                  </a:lnTo>
                  <a:lnTo>
                    <a:pt x="109537" y="482333"/>
                  </a:lnTo>
                  <a:lnTo>
                    <a:pt x="109537" y="479704"/>
                  </a:lnTo>
                  <a:close/>
                </a:path>
                <a:path w="6486525" h="2628900">
                  <a:moveTo>
                    <a:pt x="109537" y="432079"/>
                  </a:moveTo>
                  <a:lnTo>
                    <a:pt x="109080" y="430961"/>
                  </a:lnTo>
                  <a:lnTo>
                    <a:pt x="107213" y="429094"/>
                  </a:lnTo>
                  <a:lnTo>
                    <a:pt x="106095" y="428625"/>
                  </a:lnTo>
                  <a:lnTo>
                    <a:pt x="103466" y="428625"/>
                  </a:lnTo>
                  <a:lnTo>
                    <a:pt x="102349" y="429094"/>
                  </a:lnTo>
                  <a:lnTo>
                    <a:pt x="100482" y="430961"/>
                  </a:lnTo>
                  <a:lnTo>
                    <a:pt x="100012" y="432079"/>
                  </a:lnTo>
                  <a:lnTo>
                    <a:pt x="100012" y="434708"/>
                  </a:lnTo>
                  <a:lnTo>
                    <a:pt x="100482" y="435825"/>
                  </a:lnTo>
                  <a:lnTo>
                    <a:pt x="102349" y="437692"/>
                  </a:lnTo>
                  <a:lnTo>
                    <a:pt x="103466" y="438150"/>
                  </a:lnTo>
                  <a:lnTo>
                    <a:pt x="106095" y="438150"/>
                  </a:lnTo>
                  <a:lnTo>
                    <a:pt x="107213" y="437692"/>
                  </a:lnTo>
                  <a:lnTo>
                    <a:pt x="109080" y="435825"/>
                  </a:lnTo>
                  <a:lnTo>
                    <a:pt x="109537" y="434708"/>
                  </a:lnTo>
                  <a:lnTo>
                    <a:pt x="109537" y="432079"/>
                  </a:lnTo>
                  <a:close/>
                </a:path>
                <a:path w="6486525" h="2628900">
                  <a:moveTo>
                    <a:pt x="109537" y="384454"/>
                  </a:moveTo>
                  <a:lnTo>
                    <a:pt x="109080" y="383336"/>
                  </a:lnTo>
                  <a:lnTo>
                    <a:pt x="107213" y="381469"/>
                  </a:lnTo>
                  <a:lnTo>
                    <a:pt x="106095" y="381000"/>
                  </a:lnTo>
                  <a:lnTo>
                    <a:pt x="103466" y="381000"/>
                  </a:lnTo>
                  <a:lnTo>
                    <a:pt x="102349" y="381469"/>
                  </a:lnTo>
                  <a:lnTo>
                    <a:pt x="100482" y="383336"/>
                  </a:lnTo>
                  <a:lnTo>
                    <a:pt x="100012" y="384454"/>
                  </a:lnTo>
                  <a:lnTo>
                    <a:pt x="100012" y="387083"/>
                  </a:lnTo>
                  <a:lnTo>
                    <a:pt x="100482" y="388200"/>
                  </a:lnTo>
                  <a:lnTo>
                    <a:pt x="102349" y="390067"/>
                  </a:lnTo>
                  <a:lnTo>
                    <a:pt x="103466" y="390525"/>
                  </a:lnTo>
                  <a:lnTo>
                    <a:pt x="106095" y="390525"/>
                  </a:lnTo>
                  <a:lnTo>
                    <a:pt x="107213" y="390067"/>
                  </a:lnTo>
                  <a:lnTo>
                    <a:pt x="109080" y="388200"/>
                  </a:lnTo>
                  <a:lnTo>
                    <a:pt x="109537" y="387083"/>
                  </a:lnTo>
                  <a:lnTo>
                    <a:pt x="109537" y="384454"/>
                  </a:lnTo>
                  <a:close/>
                </a:path>
                <a:path w="6486525" h="2628900">
                  <a:moveTo>
                    <a:pt x="109537" y="336829"/>
                  </a:moveTo>
                  <a:lnTo>
                    <a:pt x="109080" y="335711"/>
                  </a:lnTo>
                  <a:lnTo>
                    <a:pt x="107213" y="333844"/>
                  </a:lnTo>
                  <a:lnTo>
                    <a:pt x="106095" y="333375"/>
                  </a:lnTo>
                  <a:lnTo>
                    <a:pt x="103466" y="333375"/>
                  </a:lnTo>
                  <a:lnTo>
                    <a:pt x="102349" y="333844"/>
                  </a:lnTo>
                  <a:lnTo>
                    <a:pt x="100482" y="335711"/>
                  </a:lnTo>
                  <a:lnTo>
                    <a:pt x="100012" y="336829"/>
                  </a:lnTo>
                  <a:lnTo>
                    <a:pt x="100012" y="339458"/>
                  </a:lnTo>
                  <a:lnTo>
                    <a:pt x="100482" y="340575"/>
                  </a:lnTo>
                  <a:lnTo>
                    <a:pt x="102349" y="342442"/>
                  </a:lnTo>
                  <a:lnTo>
                    <a:pt x="103466" y="342900"/>
                  </a:lnTo>
                  <a:lnTo>
                    <a:pt x="106095" y="342900"/>
                  </a:lnTo>
                  <a:lnTo>
                    <a:pt x="107213" y="342442"/>
                  </a:lnTo>
                  <a:lnTo>
                    <a:pt x="109080" y="340575"/>
                  </a:lnTo>
                  <a:lnTo>
                    <a:pt x="109537" y="339458"/>
                  </a:lnTo>
                  <a:lnTo>
                    <a:pt x="109537" y="336829"/>
                  </a:lnTo>
                  <a:close/>
                </a:path>
                <a:path w="6486525" h="2628900">
                  <a:moveTo>
                    <a:pt x="109537" y="289204"/>
                  </a:moveTo>
                  <a:lnTo>
                    <a:pt x="109080" y="288086"/>
                  </a:lnTo>
                  <a:lnTo>
                    <a:pt x="107213" y="286219"/>
                  </a:lnTo>
                  <a:lnTo>
                    <a:pt x="106095" y="285750"/>
                  </a:lnTo>
                  <a:lnTo>
                    <a:pt x="103466" y="285750"/>
                  </a:lnTo>
                  <a:lnTo>
                    <a:pt x="102349" y="286219"/>
                  </a:lnTo>
                  <a:lnTo>
                    <a:pt x="100482" y="288086"/>
                  </a:lnTo>
                  <a:lnTo>
                    <a:pt x="100012" y="289204"/>
                  </a:lnTo>
                  <a:lnTo>
                    <a:pt x="100012" y="291833"/>
                  </a:lnTo>
                  <a:lnTo>
                    <a:pt x="100482" y="292950"/>
                  </a:lnTo>
                  <a:lnTo>
                    <a:pt x="102349" y="294817"/>
                  </a:lnTo>
                  <a:lnTo>
                    <a:pt x="103466" y="295275"/>
                  </a:lnTo>
                  <a:lnTo>
                    <a:pt x="106095" y="295275"/>
                  </a:lnTo>
                  <a:lnTo>
                    <a:pt x="107213" y="294817"/>
                  </a:lnTo>
                  <a:lnTo>
                    <a:pt x="109080" y="292950"/>
                  </a:lnTo>
                  <a:lnTo>
                    <a:pt x="109537" y="291833"/>
                  </a:lnTo>
                  <a:lnTo>
                    <a:pt x="109537" y="289204"/>
                  </a:lnTo>
                  <a:close/>
                </a:path>
                <a:path w="6486525" h="2628900">
                  <a:moveTo>
                    <a:pt x="109537" y="241579"/>
                  </a:moveTo>
                  <a:lnTo>
                    <a:pt x="109080" y="240461"/>
                  </a:lnTo>
                  <a:lnTo>
                    <a:pt x="107213" y="238594"/>
                  </a:lnTo>
                  <a:lnTo>
                    <a:pt x="106095" y="238125"/>
                  </a:lnTo>
                  <a:lnTo>
                    <a:pt x="103466" y="238125"/>
                  </a:lnTo>
                  <a:lnTo>
                    <a:pt x="102349" y="238594"/>
                  </a:lnTo>
                  <a:lnTo>
                    <a:pt x="100482" y="240461"/>
                  </a:lnTo>
                  <a:lnTo>
                    <a:pt x="100012" y="241579"/>
                  </a:lnTo>
                  <a:lnTo>
                    <a:pt x="100012" y="244208"/>
                  </a:lnTo>
                  <a:lnTo>
                    <a:pt x="100482" y="245325"/>
                  </a:lnTo>
                  <a:lnTo>
                    <a:pt x="102349" y="247192"/>
                  </a:lnTo>
                  <a:lnTo>
                    <a:pt x="103466" y="247650"/>
                  </a:lnTo>
                  <a:lnTo>
                    <a:pt x="106095" y="247650"/>
                  </a:lnTo>
                  <a:lnTo>
                    <a:pt x="107213" y="247192"/>
                  </a:lnTo>
                  <a:lnTo>
                    <a:pt x="109080" y="245325"/>
                  </a:lnTo>
                  <a:lnTo>
                    <a:pt x="109537" y="244208"/>
                  </a:lnTo>
                  <a:lnTo>
                    <a:pt x="109537" y="241579"/>
                  </a:lnTo>
                  <a:close/>
                </a:path>
                <a:path w="6486525" h="2628900">
                  <a:moveTo>
                    <a:pt x="109537" y="193954"/>
                  </a:moveTo>
                  <a:lnTo>
                    <a:pt x="109080" y="192836"/>
                  </a:lnTo>
                  <a:lnTo>
                    <a:pt x="107213" y="190969"/>
                  </a:lnTo>
                  <a:lnTo>
                    <a:pt x="106095" y="190500"/>
                  </a:lnTo>
                  <a:lnTo>
                    <a:pt x="103466" y="190500"/>
                  </a:lnTo>
                  <a:lnTo>
                    <a:pt x="102349" y="190969"/>
                  </a:lnTo>
                  <a:lnTo>
                    <a:pt x="100482" y="192836"/>
                  </a:lnTo>
                  <a:lnTo>
                    <a:pt x="100012" y="193954"/>
                  </a:lnTo>
                  <a:lnTo>
                    <a:pt x="100012" y="196583"/>
                  </a:lnTo>
                  <a:lnTo>
                    <a:pt x="100482" y="197700"/>
                  </a:lnTo>
                  <a:lnTo>
                    <a:pt x="102349" y="199567"/>
                  </a:lnTo>
                  <a:lnTo>
                    <a:pt x="103466" y="200025"/>
                  </a:lnTo>
                  <a:lnTo>
                    <a:pt x="106095" y="200025"/>
                  </a:lnTo>
                  <a:lnTo>
                    <a:pt x="107213" y="199567"/>
                  </a:lnTo>
                  <a:lnTo>
                    <a:pt x="109080" y="197700"/>
                  </a:lnTo>
                  <a:lnTo>
                    <a:pt x="109537" y="196583"/>
                  </a:lnTo>
                  <a:lnTo>
                    <a:pt x="109537" y="193954"/>
                  </a:lnTo>
                  <a:close/>
                </a:path>
                <a:path w="6486525" h="2628900">
                  <a:moveTo>
                    <a:pt x="109537" y="146329"/>
                  </a:moveTo>
                  <a:lnTo>
                    <a:pt x="109080" y="145211"/>
                  </a:lnTo>
                  <a:lnTo>
                    <a:pt x="107213" y="143344"/>
                  </a:lnTo>
                  <a:lnTo>
                    <a:pt x="106095" y="142875"/>
                  </a:lnTo>
                  <a:lnTo>
                    <a:pt x="103466" y="142875"/>
                  </a:lnTo>
                  <a:lnTo>
                    <a:pt x="102349" y="143344"/>
                  </a:lnTo>
                  <a:lnTo>
                    <a:pt x="100482" y="145211"/>
                  </a:lnTo>
                  <a:lnTo>
                    <a:pt x="100012" y="146329"/>
                  </a:lnTo>
                  <a:lnTo>
                    <a:pt x="100012" y="148958"/>
                  </a:lnTo>
                  <a:lnTo>
                    <a:pt x="100482" y="150075"/>
                  </a:lnTo>
                  <a:lnTo>
                    <a:pt x="102349" y="151942"/>
                  </a:lnTo>
                  <a:lnTo>
                    <a:pt x="103466" y="152400"/>
                  </a:lnTo>
                  <a:lnTo>
                    <a:pt x="106095" y="152400"/>
                  </a:lnTo>
                  <a:lnTo>
                    <a:pt x="107213" y="151942"/>
                  </a:lnTo>
                  <a:lnTo>
                    <a:pt x="109080" y="150075"/>
                  </a:lnTo>
                  <a:lnTo>
                    <a:pt x="109537" y="148958"/>
                  </a:lnTo>
                  <a:lnTo>
                    <a:pt x="109537" y="146329"/>
                  </a:lnTo>
                  <a:close/>
                </a:path>
                <a:path w="6486525" h="2628900">
                  <a:moveTo>
                    <a:pt x="109537" y="98704"/>
                  </a:moveTo>
                  <a:lnTo>
                    <a:pt x="109080" y="97586"/>
                  </a:lnTo>
                  <a:lnTo>
                    <a:pt x="107213" y="95719"/>
                  </a:lnTo>
                  <a:lnTo>
                    <a:pt x="106095" y="95250"/>
                  </a:lnTo>
                  <a:lnTo>
                    <a:pt x="103466" y="95250"/>
                  </a:lnTo>
                  <a:lnTo>
                    <a:pt x="102349" y="95719"/>
                  </a:lnTo>
                  <a:lnTo>
                    <a:pt x="100482" y="97586"/>
                  </a:lnTo>
                  <a:lnTo>
                    <a:pt x="100012" y="98704"/>
                  </a:lnTo>
                  <a:lnTo>
                    <a:pt x="100012" y="101333"/>
                  </a:lnTo>
                  <a:lnTo>
                    <a:pt x="100482" y="102450"/>
                  </a:lnTo>
                  <a:lnTo>
                    <a:pt x="102349" y="104317"/>
                  </a:lnTo>
                  <a:lnTo>
                    <a:pt x="103466" y="104775"/>
                  </a:lnTo>
                  <a:lnTo>
                    <a:pt x="106095" y="104775"/>
                  </a:lnTo>
                  <a:lnTo>
                    <a:pt x="107213" y="104317"/>
                  </a:lnTo>
                  <a:lnTo>
                    <a:pt x="109080" y="102450"/>
                  </a:lnTo>
                  <a:lnTo>
                    <a:pt x="109537" y="101333"/>
                  </a:lnTo>
                  <a:lnTo>
                    <a:pt x="109537" y="98704"/>
                  </a:lnTo>
                  <a:close/>
                </a:path>
                <a:path w="6486525" h="2628900">
                  <a:moveTo>
                    <a:pt x="109537" y="51079"/>
                  </a:moveTo>
                  <a:lnTo>
                    <a:pt x="109080" y="49961"/>
                  </a:lnTo>
                  <a:lnTo>
                    <a:pt x="107213" y="48094"/>
                  </a:lnTo>
                  <a:lnTo>
                    <a:pt x="106095" y="47625"/>
                  </a:lnTo>
                  <a:lnTo>
                    <a:pt x="103466" y="47625"/>
                  </a:lnTo>
                  <a:lnTo>
                    <a:pt x="102349" y="48094"/>
                  </a:lnTo>
                  <a:lnTo>
                    <a:pt x="100482" y="49961"/>
                  </a:lnTo>
                  <a:lnTo>
                    <a:pt x="100012" y="51079"/>
                  </a:lnTo>
                  <a:lnTo>
                    <a:pt x="100012" y="53708"/>
                  </a:lnTo>
                  <a:lnTo>
                    <a:pt x="100482" y="54825"/>
                  </a:lnTo>
                  <a:lnTo>
                    <a:pt x="102349" y="56692"/>
                  </a:lnTo>
                  <a:lnTo>
                    <a:pt x="103466" y="57150"/>
                  </a:lnTo>
                  <a:lnTo>
                    <a:pt x="106095" y="57150"/>
                  </a:lnTo>
                  <a:lnTo>
                    <a:pt x="107213" y="56692"/>
                  </a:lnTo>
                  <a:lnTo>
                    <a:pt x="109080" y="54825"/>
                  </a:lnTo>
                  <a:lnTo>
                    <a:pt x="109537" y="53708"/>
                  </a:lnTo>
                  <a:lnTo>
                    <a:pt x="109537" y="51079"/>
                  </a:lnTo>
                  <a:close/>
                </a:path>
                <a:path w="6486525" h="2628900">
                  <a:moveTo>
                    <a:pt x="109537" y="3454"/>
                  </a:moveTo>
                  <a:lnTo>
                    <a:pt x="109080" y="2336"/>
                  </a:lnTo>
                  <a:lnTo>
                    <a:pt x="107213" y="469"/>
                  </a:lnTo>
                  <a:lnTo>
                    <a:pt x="106095" y="0"/>
                  </a:lnTo>
                  <a:lnTo>
                    <a:pt x="103466" y="0"/>
                  </a:lnTo>
                  <a:lnTo>
                    <a:pt x="102349" y="469"/>
                  </a:lnTo>
                  <a:lnTo>
                    <a:pt x="100482" y="2336"/>
                  </a:lnTo>
                  <a:lnTo>
                    <a:pt x="100012" y="3454"/>
                  </a:lnTo>
                  <a:lnTo>
                    <a:pt x="100012" y="6083"/>
                  </a:lnTo>
                  <a:lnTo>
                    <a:pt x="100482" y="7200"/>
                  </a:lnTo>
                  <a:lnTo>
                    <a:pt x="102349" y="9067"/>
                  </a:lnTo>
                  <a:lnTo>
                    <a:pt x="103466" y="9525"/>
                  </a:lnTo>
                  <a:lnTo>
                    <a:pt x="106095" y="9525"/>
                  </a:lnTo>
                  <a:lnTo>
                    <a:pt x="107213" y="9067"/>
                  </a:lnTo>
                  <a:lnTo>
                    <a:pt x="109080" y="7200"/>
                  </a:lnTo>
                  <a:lnTo>
                    <a:pt x="109537" y="6083"/>
                  </a:lnTo>
                  <a:lnTo>
                    <a:pt x="109537" y="3454"/>
                  </a:lnTo>
                  <a:close/>
                </a:path>
                <a:path w="6486525" h="2628900">
                  <a:moveTo>
                    <a:pt x="152400" y="854887"/>
                  </a:moveTo>
                  <a:lnTo>
                    <a:pt x="151942" y="853757"/>
                  </a:lnTo>
                  <a:lnTo>
                    <a:pt x="150075" y="851903"/>
                  </a:lnTo>
                  <a:lnTo>
                    <a:pt x="148958" y="851433"/>
                  </a:lnTo>
                  <a:lnTo>
                    <a:pt x="146329" y="851433"/>
                  </a:lnTo>
                  <a:lnTo>
                    <a:pt x="145211" y="851903"/>
                  </a:lnTo>
                  <a:lnTo>
                    <a:pt x="143344" y="853757"/>
                  </a:lnTo>
                  <a:lnTo>
                    <a:pt x="142875" y="854887"/>
                  </a:lnTo>
                  <a:lnTo>
                    <a:pt x="142875" y="857516"/>
                  </a:lnTo>
                  <a:lnTo>
                    <a:pt x="143344" y="858634"/>
                  </a:lnTo>
                  <a:lnTo>
                    <a:pt x="145211" y="860501"/>
                  </a:lnTo>
                  <a:lnTo>
                    <a:pt x="146329" y="860958"/>
                  </a:lnTo>
                  <a:lnTo>
                    <a:pt x="148958" y="860958"/>
                  </a:lnTo>
                  <a:lnTo>
                    <a:pt x="150075" y="860501"/>
                  </a:lnTo>
                  <a:lnTo>
                    <a:pt x="151942" y="858634"/>
                  </a:lnTo>
                  <a:lnTo>
                    <a:pt x="152400" y="857516"/>
                  </a:lnTo>
                  <a:lnTo>
                    <a:pt x="152400" y="854887"/>
                  </a:lnTo>
                  <a:close/>
                </a:path>
                <a:path w="6486525" h="2628900">
                  <a:moveTo>
                    <a:pt x="200025" y="854887"/>
                  </a:moveTo>
                  <a:lnTo>
                    <a:pt x="199567" y="853757"/>
                  </a:lnTo>
                  <a:lnTo>
                    <a:pt x="197700" y="851903"/>
                  </a:lnTo>
                  <a:lnTo>
                    <a:pt x="196583" y="851433"/>
                  </a:lnTo>
                  <a:lnTo>
                    <a:pt x="193954" y="851433"/>
                  </a:lnTo>
                  <a:lnTo>
                    <a:pt x="192836" y="851903"/>
                  </a:lnTo>
                  <a:lnTo>
                    <a:pt x="190969" y="853757"/>
                  </a:lnTo>
                  <a:lnTo>
                    <a:pt x="190500" y="854887"/>
                  </a:lnTo>
                  <a:lnTo>
                    <a:pt x="190500" y="857516"/>
                  </a:lnTo>
                  <a:lnTo>
                    <a:pt x="190969" y="858634"/>
                  </a:lnTo>
                  <a:lnTo>
                    <a:pt x="192836" y="860501"/>
                  </a:lnTo>
                  <a:lnTo>
                    <a:pt x="193954" y="860958"/>
                  </a:lnTo>
                  <a:lnTo>
                    <a:pt x="196583" y="860958"/>
                  </a:lnTo>
                  <a:lnTo>
                    <a:pt x="197700" y="860501"/>
                  </a:lnTo>
                  <a:lnTo>
                    <a:pt x="199567" y="858634"/>
                  </a:lnTo>
                  <a:lnTo>
                    <a:pt x="200025" y="857516"/>
                  </a:lnTo>
                  <a:lnTo>
                    <a:pt x="200025" y="854887"/>
                  </a:lnTo>
                  <a:close/>
                </a:path>
                <a:path w="6486525" h="2628900">
                  <a:moveTo>
                    <a:pt x="247650" y="854887"/>
                  </a:moveTo>
                  <a:lnTo>
                    <a:pt x="247192" y="853757"/>
                  </a:lnTo>
                  <a:lnTo>
                    <a:pt x="245325" y="851903"/>
                  </a:lnTo>
                  <a:lnTo>
                    <a:pt x="244208" y="851433"/>
                  </a:lnTo>
                  <a:lnTo>
                    <a:pt x="241579" y="851433"/>
                  </a:lnTo>
                  <a:lnTo>
                    <a:pt x="240461" y="851903"/>
                  </a:lnTo>
                  <a:lnTo>
                    <a:pt x="238594" y="853757"/>
                  </a:lnTo>
                  <a:lnTo>
                    <a:pt x="238125" y="854887"/>
                  </a:lnTo>
                  <a:lnTo>
                    <a:pt x="238125" y="857516"/>
                  </a:lnTo>
                  <a:lnTo>
                    <a:pt x="238594" y="858634"/>
                  </a:lnTo>
                  <a:lnTo>
                    <a:pt x="240461" y="860501"/>
                  </a:lnTo>
                  <a:lnTo>
                    <a:pt x="241579" y="860958"/>
                  </a:lnTo>
                  <a:lnTo>
                    <a:pt x="244208" y="860958"/>
                  </a:lnTo>
                  <a:lnTo>
                    <a:pt x="245325" y="860501"/>
                  </a:lnTo>
                  <a:lnTo>
                    <a:pt x="247192" y="858634"/>
                  </a:lnTo>
                  <a:lnTo>
                    <a:pt x="247650" y="857516"/>
                  </a:lnTo>
                  <a:lnTo>
                    <a:pt x="247650" y="854887"/>
                  </a:lnTo>
                  <a:close/>
                </a:path>
                <a:path w="6486525" h="2628900">
                  <a:moveTo>
                    <a:pt x="295275" y="854887"/>
                  </a:moveTo>
                  <a:lnTo>
                    <a:pt x="294817" y="853757"/>
                  </a:lnTo>
                  <a:lnTo>
                    <a:pt x="292950" y="851903"/>
                  </a:lnTo>
                  <a:lnTo>
                    <a:pt x="291833" y="851433"/>
                  </a:lnTo>
                  <a:lnTo>
                    <a:pt x="289204" y="851433"/>
                  </a:lnTo>
                  <a:lnTo>
                    <a:pt x="288086" y="851903"/>
                  </a:lnTo>
                  <a:lnTo>
                    <a:pt x="286219" y="853757"/>
                  </a:lnTo>
                  <a:lnTo>
                    <a:pt x="285750" y="854887"/>
                  </a:lnTo>
                  <a:lnTo>
                    <a:pt x="285750" y="857516"/>
                  </a:lnTo>
                  <a:lnTo>
                    <a:pt x="286219" y="858634"/>
                  </a:lnTo>
                  <a:lnTo>
                    <a:pt x="288086" y="860501"/>
                  </a:lnTo>
                  <a:lnTo>
                    <a:pt x="289204" y="860958"/>
                  </a:lnTo>
                  <a:lnTo>
                    <a:pt x="291833" y="860958"/>
                  </a:lnTo>
                  <a:lnTo>
                    <a:pt x="292950" y="860501"/>
                  </a:lnTo>
                  <a:lnTo>
                    <a:pt x="294817" y="858634"/>
                  </a:lnTo>
                  <a:lnTo>
                    <a:pt x="295275" y="857516"/>
                  </a:lnTo>
                  <a:lnTo>
                    <a:pt x="295275" y="854887"/>
                  </a:lnTo>
                  <a:close/>
                </a:path>
                <a:path w="6486525" h="2628900">
                  <a:moveTo>
                    <a:pt x="342900" y="854887"/>
                  </a:moveTo>
                  <a:lnTo>
                    <a:pt x="342442" y="853757"/>
                  </a:lnTo>
                  <a:lnTo>
                    <a:pt x="340575" y="851903"/>
                  </a:lnTo>
                  <a:lnTo>
                    <a:pt x="339458" y="851433"/>
                  </a:lnTo>
                  <a:lnTo>
                    <a:pt x="336829" y="851433"/>
                  </a:lnTo>
                  <a:lnTo>
                    <a:pt x="335711" y="851903"/>
                  </a:lnTo>
                  <a:lnTo>
                    <a:pt x="333844" y="853757"/>
                  </a:lnTo>
                  <a:lnTo>
                    <a:pt x="333375" y="854887"/>
                  </a:lnTo>
                  <a:lnTo>
                    <a:pt x="333375" y="857516"/>
                  </a:lnTo>
                  <a:lnTo>
                    <a:pt x="333844" y="858634"/>
                  </a:lnTo>
                  <a:lnTo>
                    <a:pt x="335711" y="860501"/>
                  </a:lnTo>
                  <a:lnTo>
                    <a:pt x="336829" y="860958"/>
                  </a:lnTo>
                  <a:lnTo>
                    <a:pt x="339458" y="860958"/>
                  </a:lnTo>
                  <a:lnTo>
                    <a:pt x="340575" y="860501"/>
                  </a:lnTo>
                  <a:lnTo>
                    <a:pt x="342442" y="858634"/>
                  </a:lnTo>
                  <a:lnTo>
                    <a:pt x="342900" y="857516"/>
                  </a:lnTo>
                  <a:lnTo>
                    <a:pt x="342900" y="854887"/>
                  </a:lnTo>
                  <a:close/>
                </a:path>
                <a:path w="6486525" h="2628900">
                  <a:moveTo>
                    <a:pt x="390525" y="854887"/>
                  </a:moveTo>
                  <a:lnTo>
                    <a:pt x="390067" y="853757"/>
                  </a:lnTo>
                  <a:lnTo>
                    <a:pt x="388200" y="851903"/>
                  </a:lnTo>
                  <a:lnTo>
                    <a:pt x="387083" y="851433"/>
                  </a:lnTo>
                  <a:lnTo>
                    <a:pt x="384454" y="851433"/>
                  </a:lnTo>
                  <a:lnTo>
                    <a:pt x="383336" y="851903"/>
                  </a:lnTo>
                  <a:lnTo>
                    <a:pt x="381469" y="853757"/>
                  </a:lnTo>
                  <a:lnTo>
                    <a:pt x="381000" y="854887"/>
                  </a:lnTo>
                  <a:lnTo>
                    <a:pt x="381000" y="857516"/>
                  </a:lnTo>
                  <a:lnTo>
                    <a:pt x="381469" y="858634"/>
                  </a:lnTo>
                  <a:lnTo>
                    <a:pt x="383336" y="860501"/>
                  </a:lnTo>
                  <a:lnTo>
                    <a:pt x="384454" y="860958"/>
                  </a:lnTo>
                  <a:lnTo>
                    <a:pt x="387083" y="860958"/>
                  </a:lnTo>
                  <a:lnTo>
                    <a:pt x="388200" y="860501"/>
                  </a:lnTo>
                  <a:lnTo>
                    <a:pt x="390067" y="858634"/>
                  </a:lnTo>
                  <a:lnTo>
                    <a:pt x="390525" y="857516"/>
                  </a:lnTo>
                  <a:lnTo>
                    <a:pt x="390525" y="854887"/>
                  </a:lnTo>
                  <a:close/>
                </a:path>
                <a:path w="6486525" h="2628900">
                  <a:moveTo>
                    <a:pt x="438150" y="854887"/>
                  </a:moveTo>
                  <a:lnTo>
                    <a:pt x="437692" y="853757"/>
                  </a:lnTo>
                  <a:lnTo>
                    <a:pt x="435825" y="851903"/>
                  </a:lnTo>
                  <a:lnTo>
                    <a:pt x="434708" y="851433"/>
                  </a:lnTo>
                  <a:lnTo>
                    <a:pt x="432079" y="851433"/>
                  </a:lnTo>
                  <a:lnTo>
                    <a:pt x="430961" y="851903"/>
                  </a:lnTo>
                  <a:lnTo>
                    <a:pt x="429094" y="853757"/>
                  </a:lnTo>
                  <a:lnTo>
                    <a:pt x="428625" y="854887"/>
                  </a:lnTo>
                  <a:lnTo>
                    <a:pt x="428625" y="857516"/>
                  </a:lnTo>
                  <a:lnTo>
                    <a:pt x="429094" y="858634"/>
                  </a:lnTo>
                  <a:lnTo>
                    <a:pt x="430961" y="860501"/>
                  </a:lnTo>
                  <a:lnTo>
                    <a:pt x="432079" y="860958"/>
                  </a:lnTo>
                  <a:lnTo>
                    <a:pt x="434708" y="860958"/>
                  </a:lnTo>
                  <a:lnTo>
                    <a:pt x="435825" y="860501"/>
                  </a:lnTo>
                  <a:lnTo>
                    <a:pt x="437692" y="858634"/>
                  </a:lnTo>
                  <a:lnTo>
                    <a:pt x="438150" y="857516"/>
                  </a:lnTo>
                  <a:lnTo>
                    <a:pt x="438150" y="854887"/>
                  </a:lnTo>
                  <a:close/>
                </a:path>
                <a:path w="6486525" h="2628900">
                  <a:moveTo>
                    <a:pt x="485775" y="854887"/>
                  </a:moveTo>
                  <a:lnTo>
                    <a:pt x="485317" y="853757"/>
                  </a:lnTo>
                  <a:lnTo>
                    <a:pt x="483450" y="851903"/>
                  </a:lnTo>
                  <a:lnTo>
                    <a:pt x="482333" y="851433"/>
                  </a:lnTo>
                  <a:lnTo>
                    <a:pt x="479704" y="851433"/>
                  </a:lnTo>
                  <a:lnTo>
                    <a:pt x="478586" y="851903"/>
                  </a:lnTo>
                  <a:lnTo>
                    <a:pt x="476719" y="853757"/>
                  </a:lnTo>
                  <a:lnTo>
                    <a:pt x="476250" y="854887"/>
                  </a:lnTo>
                  <a:lnTo>
                    <a:pt x="476250" y="857516"/>
                  </a:lnTo>
                  <a:lnTo>
                    <a:pt x="476719" y="858634"/>
                  </a:lnTo>
                  <a:lnTo>
                    <a:pt x="478586" y="860501"/>
                  </a:lnTo>
                  <a:lnTo>
                    <a:pt x="479704" y="860958"/>
                  </a:lnTo>
                  <a:lnTo>
                    <a:pt x="482333" y="860958"/>
                  </a:lnTo>
                  <a:lnTo>
                    <a:pt x="483450" y="860501"/>
                  </a:lnTo>
                  <a:lnTo>
                    <a:pt x="485317" y="858634"/>
                  </a:lnTo>
                  <a:lnTo>
                    <a:pt x="485775" y="857516"/>
                  </a:lnTo>
                  <a:lnTo>
                    <a:pt x="485775" y="854887"/>
                  </a:lnTo>
                  <a:close/>
                </a:path>
                <a:path w="6486525" h="2628900">
                  <a:moveTo>
                    <a:pt x="533400" y="854887"/>
                  </a:moveTo>
                  <a:lnTo>
                    <a:pt x="532942" y="853757"/>
                  </a:lnTo>
                  <a:lnTo>
                    <a:pt x="531075" y="851903"/>
                  </a:lnTo>
                  <a:lnTo>
                    <a:pt x="529958" y="851433"/>
                  </a:lnTo>
                  <a:lnTo>
                    <a:pt x="527329" y="851433"/>
                  </a:lnTo>
                  <a:lnTo>
                    <a:pt x="526211" y="851903"/>
                  </a:lnTo>
                  <a:lnTo>
                    <a:pt x="524344" y="853757"/>
                  </a:lnTo>
                  <a:lnTo>
                    <a:pt x="523875" y="854887"/>
                  </a:lnTo>
                  <a:lnTo>
                    <a:pt x="523875" y="857516"/>
                  </a:lnTo>
                  <a:lnTo>
                    <a:pt x="524344" y="858634"/>
                  </a:lnTo>
                  <a:lnTo>
                    <a:pt x="526211" y="860501"/>
                  </a:lnTo>
                  <a:lnTo>
                    <a:pt x="527329" y="860958"/>
                  </a:lnTo>
                  <a:lnTo>
                    <a:pt x="529958" y="860958"/>
                  </a:lnTo>
                  <a:lnTo>
                    <a:pt x="531075" y="860501"/>
                  </a:lnTo>
                  <a:lnTo>
                    <a:pt x="532942" y="858634"/>
                  </a:lnTo>
                  <a:lnTo>
                    <a:pt x="533400" y="857516"/>
                  </a:lnTo>
                  <a:lnTo>
                    <a:pt x="533400" y="854887"/>
                  </a:lnTo>
                  <a:close/>
                </a:path>
                <a:path w="6486525" h="2628900">
                  <a:moveTo>
                    <a:pt x="581025" y="854887"/>
                  </a:moveTo>
                  <a:lnTo>
                    <a:pt x="580567" y="853757"/>
                  </a:lnTo>
                  <a:lnTo>
                    <a:pt x="578700" y="851903"/>
                  </a:lnTo>
                  <a:lnTo>
                    <a:pt x="577583" y="851433"/>
                  </a:lnTo>
                  <a:lnTo>
                    <a:pt x="574954" y="851433"/>
                  </a:lnTo>
                  <a:lnTo>
                    <a:pt x="573836" y="851903"/>
                  </a:lnTo>
                  <a:lnTo>
                    <a:pt x="571969" y="853757"/>
                  </a:lnTo>
                  <a:lnTo>
                    <a:pt x="571500" y="854887"/>
                  </a:lnTo>
                  <a:lnTo>
                    <a:pt x="571500" y="857516"/>
                  </a:lnTo>
                  <a:lnTo>
                    <a:pt x="571969" y="858634"/>
                  </a:lnTo>
                  <a:lnTo>
                    <a:pt x="573836" y="860501"/>
                  </a:lnTo>
                  <a:lnTo>
                    <a:pt x="574954" y="860958"/>
                  </a:lnTo>
                  <a:lnTo>
                    <a:pt x="577583" y="860958"/>
                  </a:lnTo>
                  <a:lnTo>
                    <a:pt x="578700" y="860501"/>
                  </a:lnTo>
                  <a:lnTo>
                    <a:pt x="580567" y="858634"/>
                  </a:lnTo>
                  <a:lnTo>
                    <a:pt x="581025" y="857516"/>
                  </a:lnTo>
                  <a:lnTo>
                    <a:pt x="581025" y="854887"/>
                  </a:lnTo>
                  <a:close/>
                </a:path>
                <a:path w="6486525" h="2628900">
                  <a:moveTo>
                    <a:pt x="628650" y="854887"/>
                  </a:moveTo>
                  <a:lnTo>
                    <a:pt x="628192" y="853757"/>
                  </a:lnTo>
                  <a:lnTo>
                    <a:pt x="626325" y="851903"/>
                  </a:lnTo>
                  <a:lnTo>
                    <a:pt x="625208" y="851433"/>
                  </a:lnTo>
                  <a:lnTo>
                    <a:pt x="622579" y="851433"/>
                  </a:lnTo>
                  <a:lnTo>
                    <a:pt x="621461" y="851903"/>
                  </a:lnTo>
                  <a:lnTo>
                    <a:pt x="619594" y="853757"/>
                  </a:lnTo>
                  <a:lnTo>
                    <a:pt x="619125" y="854887"/>
                  </a:lnTo>
                  <a:lnTo>
                    <a:pt x="619125" y="857516"/>
                  </a:lnTo>
                  <a:lnTo>
                    <a:pt x="619594" y="858634"/>
                  </a:lnTo>
                  <a:lnTo>
                    <a:pt x="621461" y="860501"/>
                  </a:lnTo>
                  <a:lnTo>
                    <a:pt x="622579" y="860958"/>
                  </a:lnTo>
                  <a:lnTo>
                    <a:pt x="625208" y="860958"/>
                  </a:lnTo>
                  <a:lnTo>
                    <a:pt x="626325" y="860501"/>
                  </a:lnTo>
                  <a:lnTo>
                    <a:pt x="628192" y="858634"/>
                  </a:lnTo>
                  <a:lnTo>
                    <a:pt x="628650" y="857516"/>
                  </a:lnTo>
                  <a:lnTo>
                    <a:pt x="628650" y="854887"/>
                  </a:lnTo>
                  <a:close/>
                </a:path>
                <a:path w="6486525" h="2628900">
                  <a:moveTo>
                    <a:pt x="676275" y="854887"/>
                  </a:moveTo>
                  <a:lnTo>
                    <a:pt x="675817" y="853757"/>
                  </a:lnTo>
                  <a:lnTo>
                    <a:pt x="673950" y="851903"/>
                  </a:lnTo>
                  <a:lnTo>
                    <a:pt x="672833" y="851433"/>
                  </a:lnTo>
                  <a:lnTo>
                    <a:pt x="670204" y="851433"/>
                  </a:lnTo>
                  <a:lnTo>
                    <a:pt x="669086" y="851903"/>
                  </a:lnTo>
                  <a:lnTo>
                    <a:pt x="667219" y="853757"/>
                  </a:lnTo>
                  <a:lnTo>
                    <a:pt x="666750" y="854887"/>
                  </a:lnTo>
                  <a:lnTo>
                    <a:pt x="666750" y="857516"/>
                  </a:lnTo>
                  <a:lnTo>
                    <a:pt x="667219" y="858634"/>
                  </a:lnTo>
                  <a:lnTo>
                    <a:pt x="669086" y="860501"/>
                  </a:lnTo>
                  <a:lnTo>
                    <a:pt x="670204" y="860958"/>
                  </a:lnTo>
                  <a:lnTo>
                    <a:pt x="672833" y="860958"/>
                  </a:lnTo>
                  <a:lnTo>
                    <a:pt x="673950" y="860501"/>
                  </a:lnTo>
                  <a:lnTo>
                    <a:pt x="675817" y="858634"/>
                  </a:lnTo>
                  <a:lnTo>
                    <a:pt x="676275" y="857516"/>
                  </a:lnTo>
                  <a:lnTo>
                    <a:pt x="676275" y="854887"/>
                  </a:lnTo>
                  <a:close/>
                </a:path>
                <a:path w="6486525" h="2628900">
                  <a:moveTo>
                    <a:pt x="723900" y="854887"/>
                  </a:moveTo>
                  <a:lnTo>
                    <a:pt x="723442" y="853757"/>
                  </a:lnTo>
                  <a:lnTo>
                    <a:pt x="721575" y="851903"/>
                  </a:lnTo>
                  <a:lnTo>
                    <a:pt x="720458" y="851433"/>
                  </a:lnTo>
                  <a:lnTo>
                    <a:pt x="717829" y="851433"/>
                  </a:lnTo>
                  <a:lnTo>
                    <a:pt x="716711" y="851903"/>
                  </a:lnTo>
                  <a:lnTo>
                    <a:pt x="714844" y="853757"/>
                  </a:lnTo>
                  <a:lnTo>
                    <a:pt x="714375" y="854887"/>
                  </a:lnTo>
                  <a:lnTo>
                    <a:pt x="714375" y="857516"/>
                  </a:lnTo>
                  <a:lnTo>
                    <a:pt x="714844" y="858634"/>
                  </a:lnTo>
                  <a:lnTo>
                    <a:pt x="716711" y="860501"/>
                  </a:lnTo>
                  <a:lnTo>
                    <a:pt x="717829" y="860958"/>
                  </a:lnTo>
                  <a:lnTo>
                    <a:pt x="720458" y="860958"/>
                  </a:lnTo>
                  <a:lnTo>
                    <a:pt x="721575" y="860501"/>
                  </a:lnTo>
                  <a:lnTo>
                    <a:pt x="723442" y="858634"/>
                  </a:lnTo>
                  <a:lnTo>
                    <a:pt x="723900" y="857516"/>
                  </a:lnTo>
                  <a:lnTo>
                    <a:pt x="723900" y="854887"/>
                  </a:lnTo>
                  <a:close/>
                </a:path>
                <a:path w="6486525" h="2628900">
                  <a:moveTo>
                    <a:pt x="771525" y="854887"/>
                  </a:moveTo>
                  <a:lnTo>
                    <a:pt x="771067" y="853757"/>
                  </a:lnTo>
                  <a:lnTo>
                    <a:pt x="769200" y="851903"/>
                  </a:lnTo>
                  <a:lnTo>
                    <a:pt x="768083" y="851433"/>
                  </a:lnTo>
                  <a:lnTo>
                    <a:pt x="765454" y="851433"/>
                  </a:lnTo>
                  <a:lnTo>
                    <a:pt x="764336" y="851903"/>
                  </a:lnTo>
                  <a:lnTo>
                    <a:pt x="762469" y="853757"/>
                  </a:lnTo>
                  <a:lnTo>
                    <a:pt x="762000" y="854887"/>
                  </a:lnTo>
                  <a:lnTo>
                    <a:pt x="762000" y="857516"/>
                  </a:lnTo>
                  <a:lnTo>
                    <a:pt x="762469" y="858634"/>
                  </a:lnTo>
                  <a:lnTo>
                    <a:pt x="764336" y="860501"/>
                  </a:lnTo>
                  <a:lnTo>
                    <a:pt x="765454" y="860958"/>
                  </a:lnTo>
                  <a:lnTo>
                    <a:pt x="768083" y="860958"/>
                  </a:lnTo>
                  <a:lnTo>
                    <a:pt x="769200" y="860501"/>
                  </a:lnTo>
                  <a:lnTo>
                    <a:pt x="771067" y="858634"/>
                  </a:lnTo>
                  <a:lnTo>
                    <a:pt x="771525" y="857516"/>
                  </a:lnTo>
                  <a:lnTo>
                    <a:pt x="771525" y="854887"/>
                  </a:lnTo>
                  <a:close/>
                </a:path>
                <a:path w="6486525" h="2628900">
                  <a:moveTo>
                    <a:pt x="819150" y="854887"/>
                  </a:moveTo>
                  <a:lnTo>
                    <a:pt x="818692" y="853757"/>
                  </a:lnTo>
                  <a:lnTo>
                    <a:pt x="816825" y="851903"/>
                  </a:lnTo>
                  <a:lnTo>
                    <a:pt x="815708" y="851433"/>
                  </a:lnTo>
                  <a:lnTo>
                    <a:pt x="813079" y="851433"/>
                  </a:lnTo>
                  <a:lnTo>
                    <a:pt x="811961" y="851903"/>
                  </a:lnTo>
                  <a:lnTo>
                    <a:pt x="810094" y="853757"/>
                  </a:lnTo>
                  <a:lnTo>
                    <a:pt x="809625" y="854887"/>
                  </a:lnTo>
                  <a:lnTo>
                    <a:pt x="809625" y="857516"/>
                  </a:lnTo>
                  <a:lnTo>
                    <a:pt x="810094" y="858634"/>
                  </a:lnTo>
                  <a:lnTo>
                    <a:pt x="811961" y="860501"/>
                  </a:lnTo>
                  <a:lnTo>
                    <a:pt x="813079" y="860958"/>
                  </a:lnTo>
                  <a:lnTo>
                    <a:pt x="815708" y="860958"/>
                  </a:lnTo>
                  <a:lnTo>
                    <a:pt x="816825" y="860501"/>
                  </a:lnTo>
                  <a:lnTo>
                    <a:pt x="818692" y="858634"/>
                  </a:lnTo>
                  <a:lnTo>
                    <a:pt x="819150" y="857516"/>
                  </a:lnTo>
                  <a:lnTo>
                    <a:pt x="819150" y="854887"/>
                  </a:lnTo>
                  <a:close/>
                </a:path>
                <a:path w="6486525" h="2628900">
                  <a:moveTo>
                    <a:pt x="866775" y="854887"/>
                  </a:moveTo>
                  <a:lnTo>
                    <a:pt x="866317" y="853757"/>
                  </a:lnTo>
                  <a:lnTo>
                    <a:pt x="864450" y="851903"/>
                  </a:lnTo>
                  <a:lnTo>
                    <a:pt x="863333" y="851433"/>
                  </a:lnTo>
                  <a:lnTo>
                    <a:pt x="860704" y="851433"/>
                  </a:lnTo>
                  <a:lnTo>
                    <a:pt x="859586" y="851903"/>
                  </a:lnTo>
                  <a:lnTo>
                    <a:pt x="857719" y="853757"/>
                  </a:lnTo>
                  <a:lnTo>
                    <a:pt x="857250" y="854887"/>
                  </a:lnTo>
                  <a:lnTo>
                    <a:pt x="857250" y="857516"/>
                  </a:lnTo>
                  <a:lnTo>
                    <a:pt x="857719" y="858634"/>
                  </a:lnTo>
                  <a:lnTo>
                    <a:pt x="859586" y="860501"/>
                  </a:lnTo>
                  <a:lnTo>
                    <a:pt x="860704" y="860958"/>
                  </a:lnTo>
                  <a:lnTo>
                    <a:pt x="863333" y="860958"/>
                  </a:lnTo>
                  <a:lnTo>
                    <a:pt x="864450" y="860501"/>
                  </a:lnTo>
                  <a:lnTo>
                    <a:pt x="866317" y="858634"/>
                  </a:lnTo>
                  <a:lnTo>
                    <a:pt x="866775" y="857516"/>
                  </a:lnTo>
                  <a:lnTo>
                    <a:pt x="866775" y="854887"/>
                  </a:lnTo>
                  <a:close/>
                </a:path>
                <a:path w="6486525" h="2628900">
                  <a:moveTo>
                    <a:pt x="914400" y="854887"/>
                  </a:moveTo>
                  <a:lnTo>
                    <a:pt x="913942" y="853757"/>
                  </a:lnTo>
                  <a:lnTo>
                    <a:pt x="912075" y="851903"/>
                  </a:lnTo>
                  <a:lnTo>
                    <a:pt x="910958" y="851433"/>
                  </a:lnTo>
                  <a:lnTo>
                    <a:pt x="908329" y="851433"/>
                  </a:lnTo>
                  <a:lnTo>
                    <a:pt x="907211" y="851903"/>
                  </a:lnTo>
                  <a:lnTo>
                    <a:pt x="905344" y="853757"/>
                  </a:lnTo>
                  <a:lnTo>
                    <a:pt x="904875" y="854887"/>
                  </a:lnTo>
                  <a:lnTo>
                    <a:pt x="904875" y="857516"/>
                  </a:lnTo>
                  <a:lnTo>
                    <a:pt x="905344" y="858634"/>
                  </a:lnTo>
                  <a:lnTo>
                    <a:pt x="907211" y="860501"/>
                  </a:lnTo>
                  <a:lnTo>
                    <a:pt x="908329" y="860958"/>
                  </a:lnTo>
                  <a:lnTo>
                    <a:pt x="910958" y="860958"/>
                  </a:lnTo>
                  <a:lnTo>
                    <a:pt x="912075" y="860501"/>
                  </a:lnTo>
                  <a:lnTo>
                    <a:pt x="913942" y="858634"/>
                  </a:lnTo>
                  <a:lnTo>
                    <a:pt x="914400" y="857516"/>
                  </a:lnTo>
                  <a:lnTo>
                    <a:pt x="914400" y="854887"/>
                  </a:lnTo>
                  <a:close/>
                </a:path>
                <a:path w="6486525" h="2628900">
                  <a:moveTo>
                    <a:pt x="962025" y="854887"/>
                  </a:moveTo>
                  <a:lnTo>
                    <a:pt x="961567" y="853757"/>
                  </a:lnTo>
                  <a:lnTo>
                    <a:pt x="959700" y="851903"/>
                  </a:lnTo>
                  <a:lnTo>
                    <a:pt x="958583" y="851433"/>
                  </a:lnTo>
                  <a:lnTo>
                    <a:pt x="955954" y="851433"/>
                  </a:lnTo>
                  <a:lnTo>
                    <a:pt x="954836" y="851903"/>
                  </a:lnTo>
                  <a:lnTo>
                    <a:pt x="952969" y="853757"/>
                  </a:lnTo>
                  <a:lnTo>
                    <a:pt x="952500" y="854887"/>
                  </a:lnTo>
                  <a:lnTo>
                    <a:pt x="952500" y="857516"/>
                  </a:lnTo>
                  <a:lnTo>
                    <a:pt x="952969" y="858634"/>
                  </a:lnTo>
                  <a:lnTo>
                    <a:pt x="954836" y="860501"/>
                  </a:lnTo>
                  <a:lnTo>
                    <a:pt x="955954" y="860958"/>
                  </a:lnTo>
                  <a:lnTo>
                    <a:pt x="958583" y="860958"/>
                  </a:lnTo>
                  <a:lnTo>
                    <a:pt x="959700" y="860501"/>
                  </a:lnTo>
                  <a:lnTo>
                    <a:pt x="961567" y="858634"/>
                  </a:lnTo>
                  <a:lnTo>
                    <a:pt x="962025" y="857516"/>
                  </a:lnTo>
                  <a:lnTo>
                    <a:pt x="962025" y="854887"/>
                  </a:lnTo>
                  <a:close/>
                </a:path>
                <a:path w="6486525" h="2628900">
                  <a:moveTo>
                    <a:pt x="1009650" y="854887"/>
                  </a:moveTo>
                  <a:lnTo>
                    <a:pt x="1009192" y="853757"/>
                  </a:lnTo>
                  <a:lnTo>
                    <a:pt x="1007325" y="851903"/>
                  </a:lnTo>
                  <a:lnTo>
                    <a:pt x="1006208" y="851433"/>
                  </a:lnTo>
                  <a:lnTo>
                    <a:pt x="1003579" y="851433"/>
                  </a:lnTo>
                  <a:lnTo>
                    <a:pt x="1002461" y="851903"/>
                  </a:lnTo>
                  <a:lnTo>
                    <a:pt x="1000594" y="853757"/>
                  </a:lnTo>
                  <a:lnTo>
                    <a:pt x="1000125" y="854887"/>
                  </a:lnTo>
                  <a:lnTo>
                    <a:pt x="1000125" y="857516"/>
                  </a:lnTo>
                  <a:lnTo>
                    <a:pt x="1000594" y="858634"/>
                  </a:lnTo>
                  <a:lnTo>
                    <a:pt x="1002461" y="860501"/>
                  </a:lnTo>
                  <a:lnTo>
                    <a:pt x="1003579" y="860958"/>
                  </a:lnTo>
                  <a:lnTo>
                    <a:pt x="1006208" y="860958"/>
                  </a:lnTo>
                  <a:lnTo>
                    <a:pt x="1007325" y="860501"/>
                  </a:lnTo>
                  <a:lnTo>
                    <a:pt x="1009192" y="858634"/>
                  </a:lnTo>
                  <a:lnTo>
                    <a:pt x="1009650" y="857516"/>
                  </a:lnTo>
                  <a:lnTo>
                    <a:pt x="1009650" y="854887"/>
                  </a:lnTo>
                  <a:close/>
                </a:path>
                <a:path w="6486525" h="2628900">
                  <a:moveTo>
                    <a:pt x="1057275" y="854887"/>
                  </a:moveTo>
                  <a:lnTo>
                    <a:pt x="1056817" y="853757"/>
                  </a:lnTo>
                  <a:lnTo>
                    <a:pt x="1054950" y="851903"/>
                  </a:lnTo>
                  <a:lnTo>
                    <a:pt x="1053833" y="851433"/>
                  </a:lnTo>
                  <a:lnTo>
                    <a:pt x="1051204" y="851433"/>
                  </a:lnTo>
                  <a:lnTo>
                    <a:pt x="1050086" y="851903"/>
                  </a:lnTo>
                  <a:lnTo>
                    <a:pt x="1048219" y="853757"/>
                  </a:lnTo>
                  <a:lnTo>
                    <a:pt x="1047750" y="854887"/>
                  </a:lnTo>
                  <a:lnTo>
                    <a:pt x="1047750" y="857516"/>
                  </a:lnTo>
                  <a:lnTo>
                    <a:pt x="1048219" y="858634"/>
                  </a:lnTo>
                  <a:lnTo>
                    <a:pt x="1050086" y="860501"/>
                  </a:lnTo>
                  <a:lnTo>
                    <a:pt x="1051204" y="860958"/>
                  </a:lnTo>
                  <a:lnTo>
                    <a:pt x="1053833" y="860958"/>
                  </a:lnTo>
                  <a:lnTo>
                    <a:pt x="1054950" y="860501"/>
                  </a:lnTo>
                  <a:lnTo>
                    <a:pt x="1056817" y="858634"/>
                  </a:lnTo>
                  <a:lnTo>
                    <a:pt x="1057275" y="857516"/>
                  </a:lnTo>
                  <a:lnTo>
                    <a:pt x="1057275" y="854887"/>
                  </a:lnTo>
                  <a:close/>
                </a:path>
                <a:path w="6486525" h="2628900">
                  <a:moveTo>
                    <a:pt x="1104900" y="854887"/>
                  </a:moveTo>
                  <a:lnTo>
                    <a:pt x="1104442" y="853757"/>
                  </a:lnTo>
                  <a:lnTo>
                    <a:pt x="1102575" y="851903"/>
                  </a:lnTo>
                  <a:lnTo>
                    <a:pt x="1101458" y="851433"/>
                  </a:lnTo>
                  <a:lnTo>
                    <a:pt x="1098829" y="851433"/>
                  </a:lnTo>
                  <a:lnTo>
                    <a:pt x="1097711" y="851903"/>
                  </a:lnTo>
                  <a:lnTo>
                    <a:pt x="1095844" y="853757"/>
                  </a:lnTo>
                  <a:lnTo>
                    <a:pt x="1095375" y="854887"/>
                  </a:lnTo>
                  <a:lnTo>
                    <a:pt x="1095375" y="857516"/>
                  </a:lnTo>
                  <a:lnTo>
                    <a:pt x="1095844" y="858634"/>
                  </a:lnTo>
                  <a:lnTo>
                    <a:pt x="1097711" y="860501"/>
                  </a:lnTo>
                  <a:lnTo>
                    <a:pt x="1098829" y="860958"/>
                  </a:lnTo>
                  <a:lnTo>
                    <a:pt x="1101458" y="860958"/>
                  </a:lnTo>
                  <a:lnTo>
                    <a:pt x="1102575" y="860501"/>
                  </a:lnTo>
                  <a:lnTo>
                    <a:pt x="1104442" y="858634"/>
                  </a:lnTo>
                  <a:lnTo>
                    <a:pt x="1104900" y="857516"/>
                  </a:lnTo>
                  <a:lnTo>
                    <a:pt x="1104900" y="854887"/>
                  </a:lnTo>
                  <a:close/>
                </a:path>
                <a:path w="6486525" h="2628900">
                  <a:moveTo>
                    <a:pt x="1152525" y="854887"/>
                  </a:moveTo>
                  <a:lnTo>
                    <a:pt x="1152067" y="853757"/>
                  </a:lnTo>
                  <a:lnTo>
                    <a:pt x="1150200" y="851903"/>
                  </a:lnTo>
                  <a:lnTo>
                    <a:pt x="1149083" y="851433"/>
                  </a:lnTo>
                  <a:lnTo>
                    <a:pt x="1146454" y="851433"/>
                  </a:lnTo>
                  <a:lnTo>
                    <a:pt x="1145336" y="851903"/>
                  </a:lnTo>
                  <a:lnTo>
                    <a:pt x="1143469" y="853757"/>
                  </a:lnTo>
                  <a:lnTo>
                    <a:pt x="1143000" y="854887"/>
                  </a:lnTo>
                  <a:lnTo>
                    <a:pt x="1143000" y="857516"/>
                  </a:lnTo>
                  <a:lnTo>
                    <a:pt x="1143469" y="858634"/>
                  </a:lnTo>
                  <a:lnTo>
                    <a:pt x="1145336" y="860501"/>
                  </a:lnTo>
                  <a:lnTo>
                    <a:pt x="1146454" y="860958"/>
                  </a:lnTo>
                  <a:lnTo>
                    <a:pt x="1149083" y="860958"/>
                  </a:lnTo>
                  <a:lnTo>
                    <a:pt x="1150200" y="860501"/>
                  </a:lnTo>
                  <a:lnTo>
                    <a:pt x="1152067" y="858634"/>
                  </a:lnTo>
                  <a:lnTo>
                    <a:pt x="1152525" y="857516"/>
                  </a:lnTo>
                  <a:lnTo>
                    <a:pt x="1152525" y="854887"/>
                  </a:lnTo>
                  <a:close/>
                </a:path>
                <a:path w="6486525" h="2628900">
                  <a:moveTo>
                    <a:pt x="1200150" y="854887"/>
                  </a:moveTo>
                  <a:lnTo>
                    <a:pt x="1199692" y="853757"/>
                  </a:lnTo>
                  <a:lnTo>
                    <a:pt x="1197825" y="851903"/>
                  </a:lnTo>
                  <a:lnTo>
                    <a:pt x="1196708" y="851433"/>
                  </a:lnTo>
                  <a:lnTo>
                    <a:pt x="1194079" y="851433"/>
                  </a:lnTo>
                  <a:lnTo>
                    <a:pt x="1192961" y="851903"/>
                  </a:lnTo>
                  <a:lnTo>
                    <a:pt x="1191094" y="853757"/>
                  </a:lnTo>
                  <a:lnTo>
                    <a:pt x="1190625" y="854887"/>
                  </a:lnTo>
                  <a:lnTo>
                    <a:pt x="1190625" y="857516"/>
                  </a:lnTo>
                  <a:lnTo>
                    <a:pt x="1191094" y="858634"/>
                  </a:lnTo>
                  <a:lnTo>
                    <a:pt x="1192961" y="860501"/>
                  </a:lnTo>
                  <a:lnTo>
                    <a:pt x="1194079" y="860958"/>
                  </a:lnTo>
                  <a:lnTo>
                    <a:pt x="1196708" y="860958"/>
                  </a:lnTo>
                  <a:lnTo>
                    <a:pt x="1197825" y="860501"/>
                  </a:lnTo>
                  <a:lnTo>
                    <a:pt x="1199692" y="858634"/>
                  </a:lnTo>
                  <a:lnTo>
                    <a:pt x="1200150" y="857516"/>
                  </a:lnTo>
                  <a:lnTo>
                    <a:pt x="1200150" y="854887"/>
                  </a:lnTo>
                  <a:close/>
                </a:path>
                <a:path w="6486525" h="2628900">
                  <a:moveTo>
                    <a:pt x="1247775" y="854887"/>
                  </a:moveTo>
                  <a:lnTo>
                    <a:pt x="1247317" y="853757"/>
                  </a:lnTo>
                  <a:lnTo>
                    <a:pt x="1245450" y="851903"/>
                  </a:lnTo>
                  <a:lnTo>
                    <a:pt x="1244333" y="851433"/>
                  </a:lnTo>
                  <a:lnTo>
                    <a:pt x="1241704" y="851433"/>
                  </a:lnTo>
                  <a:lnTo>
                    <a:pt x="1240586" y="851903"/>
                  </a:lnTo>
                  <a:lnTo>
                    <a:pt x="1238719" y="853757"/>
                  </a:lnTo>
                  <a:lnTo>
                    <a:pt x="1238250" y="854887"/>
                  </a:lnTo>
                  <a:lnTo>
                    <a:pt x="1238250" y="857516"/>
                  </a:lnTo>
                  <a:lnTo>
                    <a:pt x="1238719" y="858634"/>
                  </a:lnTo>
                  <a:lnTo>
                    <a:pt x="1240586" y="860501"/>
                  </a:lnTo>
                  <a:lnTo>
                    <a:pt x="1241704" y="860958"/>
                  </a:lnTo>
                  <a:lnTo>
                    <a:pt x="1244333" y="860958"/>
                  </a:lnTo>
                  <a:lnTo>
                    <a:pt x="1245450" y="860501"/>
                  </a:lnTo>
                  <a:lnTo>
                    <a:pt x="1247317" y="858634"/>
                  </a:lnTo>
                  <a:lnTo>
                    <a:pt x="1247775" y="857516"/>
                  </a:lnTo>
                  <a:lnTo>
                    <a:pt x="1247775" y="854887"/>
                  </a:lnTo>
                  <a:close/>
                </a:path>
                <a:path w="6486525" h="2628900">
                  <a:moveTo>
                    <a:pt x="1295400" y="854887"/>
                  </a:moveTo>
                  <a:lnTo>
                    <a:pt x="1294942" y="853757"/>
                  </a:lnTo>
                  <a:lnTo>
                    <a:pt x="1293075" y="851903"/>
                  </a:lnTo>
                  <a:lnTo>
                    <a:pt x="1291958" y="851433"/>
                  </a:lnTo>
                  <a:lnTo>
                    <a:pt x="1289329" y="851433"/>
                  </a:lnTo>
                  <a:lnTo>
                    <a:pt x="1288211" y="851903"/>
                  </a:lnTo>
                  <a:lnTo>
                    <a:pt x="1286344" y="853757"/>
                  </a:lnTo>
                  <a:lnTo>
                    <a:pt x="1285875" y="854887"/>
                  </a:lnTo>
                  <a:lnTo>
                    <a:pt x="1285875" y="857516"/>
                  </a:lnTo>
                  <a:lnTo>
                    <a:pt x="1286344" y="858634"/>
                  </a:lnTo>
                  <a:lnTo>
                    <a:pt x="1288211" y="860501"/>
                  </a:lnTo>
                  <a:lnTo>
                    <a:pt x="1289329" y="860958"/>
                  </a:lnTo>
                  <a:lnTo>
                    <a:pt x="1291958" y="860958"/>
                  </a:lnTo>
                  <a:lnTo>
                    <a:pt x="1293075" y="860501"/>
                  </a:lnTo>
                  <a:lnTo>
                    <a:pt x="1294942" y="858634"/>
                  </a:lnTo>
                  <a:lnTo>
                    <a:pt x="1295400" y="857516"/>
                  </a:lnTo>
                  <a:lnTo>
                    <a:pt x="1295400" y="854887"/>
                  </a:lnTo>
                  <a:close/>
                </a:path>
                <a:path w="6486525" h="2628900">
                  <a:moveTo>
                    <a:pt x="1343025" y="854887"/>
                  </a:moveTo>
                  <a:lnTo>
                    <a:pt x="1342567" y="853757"/>
                  </a:lnTo>
                  <a:lnTo>
                    <a:pt x="1340700" y="851903"/>
                  </a:lnTo>
                  <a:lnTo>
                    <a:pt x="1339583" y="851433"/>
                  </a:lnTo>
                  <a:lnTo>
                    <a:pt x="1336954" y="851433"/>
                  </a:lnTo>
                  <a:lnTo>
                    <a:pt x="1335836" y="851903"/>
                  </a:lnTo>
                  <a:lnTo>
                    <a:pt x="1333969" y="853757"/>
                  </a:lnTo>
                  <a:lnTo>
                    <a:pt x="1333500" y="854887"/>
                  </a:lnTo>
                  <a:lnTo>
                    <a:pt x="1333500" y="857516"/>
                  </a:lnTo>
                  <a:lnTo>
                    <a:pt x="1333969" y="858634"/>
                  </a:lnTo>
                  <a:lnTo>
                    <a:pt x="1335836" y="860501"/>
                  </a:lnTo>
                  <a:lnTo>
                    <a:pt x="1336954" y="860958"/>
                  </a:lnTo>
                  <a:lnTo>
                    <a:pt x="1339583" y="860958"/>
                  </a:lnTo>
                  <a:lnTo>
                    <a:pt x="1340700" y="860501"/>
                  </a:lnTo>
                  <a:lnTo>
                    <a:pt x="1342567" y="858634"/>
                  </a:lnTo>
                  <a:lnTo>
                    <a:pt x="1343025" y="857516"/>
                  </a:lnTo>
                  <a:lnTo>
                    <a:pt x="1343025" y="854887"/>
                  </a:lnTo>
                  <a:close/>
                </a:path>
                <a:path w="6486525" h="2628900">
                  <a:moveTo>
                    <a:pt x="1372552" y="2622829"/>
                  </a:moveTo>
                  <a:lnTo>
                    <a:pt x="1372095" y="2621711"/>
                  </a:lnTo>
                  <a:lnTo>
                    <a:pt x="1370228" y="2619845"/>
                  </a:lnTo>
                  <a:lnTo>
                    <a:pt x="1369110" y="2619375"/>
                  </a:lnTo>
                  <a:lnTo>
                    <a:pt x="1366481" y="2619375"/>
                  </a:lnTo>
                  <a:lnTo>
                    <a:pt x="1365364" y="2619845"/>
                  </a:lnTo>
                  <a:lnTo>
                    <a:pt x="1363497" y="2621711"/>
                  </a:lnTo>
                  <a:lnTo>
                    <a:pt x="1363027" y="2622829"/>
                  </a:lnTo>
                  <a:lnTo>
                    <a:pt x="1363027" y="2625458"/>
                  </a:lnTo>
                  <a:lnTo>
                    <a:pt x="1363497" y="2626576"/>
                  </a:lnTo>
                  <a:lnTo>
                    <a:pt x="1365364" y="2628442"/>
                  </a:lnTo>
                  <a:lnTo>
                    <a:pt x="1366481" y="2628900"/>
                  </a:lnTo>
                  <a:lnTo>
                    <a:pt x="1369110" y="2628900"/>
                  </a:lnTo>
                  <a:lnTo>
                    <a:pt x="1370228" y="2628442"/>
                  </a:lnTo>
                  <a:lnTo>
                    <a:pt x="1372095" y="2626576"/>
                  </a:lnTo>
                  <a:lnTo>
                    <a:pt x="1372552" y="2625458"/>
                  </a:lnTo>
                  <a:lnTo>
                    <a:pt x="1372552" y="2622829"/>
                  </a:lnTo>
                  <a:close/>
                </a:path>
                <a:path w="6486525" h="2628900">
                  <a:moveTo>
                    <a:pt x="1372552" y="2575204"/>
                  </a:moveTo>
                  <a:lnTo>
                    <a:pt x="1372095" y="2574086"/>
                  </a:lnTo>
                  <a:lnTo>
                    <a:pt x="1370228" y="2572220"/>
                  </a:lnTo>
                  <a:lnTo>
                    <a:pt x="1369110" y="2571750"/>
                  </a:lnTo>
                  <a:lnTo>
                    <a:pt x="1366481" y="2571750"/>
                  </a:lnTo>
                  <a:lnTo>
                    <a:pt x="1365364" y="2572220"/>
                  </a:lnTo>
                  <a:lnTo>
                    <a:pt x="1363497" y="2574086"/>
                  </a:lnTo>
                  <a:lnTo>
                    <a:pt x="1363027" y="2575204"/>
                  </a:lnTo>
                  <a:lnTo>
                    <a:pt x="1363027" y="2577833"/>
                  </a:lnTo>
                  <a:lnTo>
                    <a:pt x="1363497" y="2578951"/>
                  </a:lnTo>
                  <a:lnTo>
                    <a:pt x="1365364" y="2580817"/>
                  </a:lnTo>
                  <a:lnTo>
                    <a:pt x="1366481" y="2581275"/>
                  </a:lnTo>
                  <a:lnTo>
                    <a:pt x="1369110" y="2581275"/>
                  </a:lnTo>
                  <a:lnTo>
                    <a:pt x="1370228" y="2580817"/>
                  </a:lnTo>
                  <a:lnTo>
                    <a:pt x="1372095" y="2578951"/>
                  </a:lnTo>
                  <a:lnTo>
                    <a:pt x="1372552" y="2577833"/>
                  </a:lnTo>
                  <a:lnTo>
                    <a:pt x="1372552" y="2575204"/>
                  </a:lnTo>
                  <a:close/>
                </a:path>
                <a:path w="6486525" h="2628900">
                  <a:moveTo>
                    <a:pt x="1372552" y="2527579"/>
                  </a:moveTo>
                  <a:lnTo>
                    <a:pt x="1372095" y="2526461"/>
                  </a:lnTo>
                  <a:lnTo>
                    <a:pt x="1370228" y="2524595"/>
                  </a:lnTo>
                  <a:lnTo>
                    <a:pt x="1369110" y="2524125"/>
                  </a:lnTo>
                  <a:lnTo>
                    <a:pt x="1366481" y="2524125"/>
                  </a:lnTo>
                  <a:lnTo>
                    <a:pt x="1365364" y="2524595"/>
                  </a:lnTo>
                  <a:lnTo>
                    <a:pt x="1363497" y="2526461"/>
                  </a:lnTo>
                  <a:lnTo>
                    <a:pt x="1363027" y="2527579"/>
                  </a:lnTo>
                  <a:lnTo>
                    <a:pt x="1363027" y="2530208"/>
                  </a:lnTo>
                  <a:lnTo>
                    <a:pt x="1363497" y="2531326"/>
                  </a:lnTo>
                  <a:lnTo>
                    <a:pt x="1365364" y="2533192"/>
                  </a:lnTo>
                  <a:lnTo>
                    <a:pt x="1366481" y="2533650"/>
                  </a:lnTo>
                  <a:lnTo>
                    <a:pt x="1369110" y="2533650"/>
                  </a:lnTo>
                  <a:lnTo>
                    <a:pt x="1370228" y="2533192"/>
                  </a:lnTo>
                  <a:lnTo>
                    <a:pt x="1372095" y="2531326"/>
                  </a:lnTo>
                  <a:lnTo>
                    <a:pt x="1372552" y="2530208"/>
                  </a:lnTo>
                  <a:lnTo>
                    <a:pt x="1372552" y="2527579"/>
                  </a:lnTo>
                  <a:close/>
                </a:path>
                <a:path w="6486525" h="2628900">
                  <a:moveTo>
                    <a:pt x="1372552" y="2479954"/>
                  </a:moveTo>
                  <a:lnTo>
                    <a:pt x="1372095" y="2478836"/>
                  </a:lnTo>
                  <a:lnTo>
                    <a:pt x="1370228" y="2476970"/>
                  </a:lnTo>
                  <a:lnTo>
                    <a:pt x="1369110" y="2476500"/>
                  </a:lnTo>
                  <a:lnTo>
                    <a:pt x="1366481" y="2476500"/>
                  </a:lnTo>
                  <a:lnTo>
                    <a:pt x="1365364" y="2476970"/>
                  </a:lnTo>
                  <a:lnTo>
                    <a:pt x="1363497" y="2478836"/>
                  </a:lnTo>
                  <a:lnTo>
                    <a:pt x="1363027" y="2479954"/>
                  </a:lnTo>
                  <a:lnTo>
                    <a:pt x="1363027" y="2482583"/>
                  </a:lnTo>
                  <a:lnTo>
                    <a:pt x="1363497" y="2483701"/>
                  </a:lnTo>
                  <a:lnTo>
                    <a:pt x="1365364" y="2485567"/>
                  </a:lnTo>
                  <a:lnTo>
                    <a:pt x="1366481" y="2486025"/>
                  </a:lnTo>
                  <a:lnTo>
                    <a:pt x="1369110" y="2486025"/>
                  </a:lnTo>
                  <a:lnTo>
                    <a:pt x="1370228" y="2485567"/>
                  </a:lnTo>
                  <a:lnTo>
                    <a:pt x="1372095" y="2483701"/>
                  </a:lnTo>
                  <a:lnTo>
                    <a:pt x="1372552" y="2482583"/>
                  </a:lnTo>
                  <a:lnTo>
                    <a:pt x="1372552" y="2479954"/>
                  </a:lnTo>
                  <a:close/>
                </a:path>
                <a:path w="6486525" h="2628900">
                  <a:moveTo>
                    <a:pt x="1372552" y="2432329"/>
                  </a:moveTo>
                  <a:lnTo>
                    <a:pt x="1372095" y="2431211"/>
                  </a:lnTo>
                  <a:lnTo>
                    <a:pt x="1370228" y="2429345"/>
                  </a:lnTo>
                  <a:lnTo>
                    <a:pt x="1369110" y="2428875"/>
                  </a:lnTo>
                  <a:lnTo>
                    <a:pt x="1366481" y="2428875"/>
                  </a:lnTo>
                  <a:lnTo>
                    <a:pt x="1365364" y="2429345"/>
                  </a:lnTo>
                  <a:lnTo>
                    <a:pt x="1363497" y="2431211"/>
                  </a:lnTo>
                  <a:lnTo>
                    <a:pt x="1363027" y="2432329"/>
                  </a:lnTo>
                  <a:lnTo>
                    <a:pt x="1363027" y="2434958"/>
                  </a:lnTo>
                  <a:lnTo>
                    <a:pt x="1363497" y="2436076"/>
                  </a:lnTo>
                  <a:lnTo>
                    <a:pt x="1365364" y="2437942"/>
                  </a:lnTo>
                  <a:lnTo>
                    <a:pt x="1366481" y="2438400"/>
                  </a:lnTo>
                  <a:lnTo>
                    <a:pt x="1369110" y="2438400"/>
                  </a:lnTo>
                  <a:lnTo>
                    <a:pt x="1370228" y="2437942"/>
                  </a:lnTo>
                  <a:lnTo>
                    <a:pt x="1372095" y="2436076"/>
                  </a:lnTo>
                  <a:lnTo>
                    <a:pt x="1372552" y="2434958"/>
                  </a:lnTo>
                  <a:lnTo>
                    <a:pt x="1372552" y="2432329"/>
                  </a:lnTo>
                  <a:close/>
                </a:path>
                <a:path w="6486525" h="2628900">
                  <a:moveTo>
                    <a:pt x="1372552" y="2384704"/>
                  </a:moveTo>
                  <a:lnTo>
                    <a:pt x="1372095" y="2383586"/>
                  </a:lnTo>
                  <a:lnTo>
                    <a:pt x="1370228" y="2381720"/>
                  </a:lnTo>
                  <a:lnTo>
                    <a:pt x="1369110" y="2381250"/>
                  </a:lnTo>
                  <a:lnTo>
                    <a:pt x="1366481" y="2381250"/>
                  </a:lnTo>
                  <a:lnTo>
                    <a:pt x="1365364" y="2381720"/>
                  </a:lnTo>
                  <a:lnTo>
                    <a:pt x="1363497" y="2383586"/>
                  </a:lnTo>
                  <a:lnTo>
                    <a:pt x="1363027" y="2384704"/>
                  </a:lnTo>
                  <a:lnTo>
                    <a:pt x="1363027" y="2387333"/>
                  </a:lnTo>
                  <a:lnTo>
                    <a:pt x="1363497" y="2388451"/>
                  </a:lnTo>
                  <a:lnTo>
                    <a:pt x="1365364" y="2390317"/>
                  </a:lnTo>
                  <a:lnTo>
                    <a:pt x="1366481" y="2390775"/>
                  </a:lnTo>
                  <a:lnTo>
                    <a:pt x="1369110" y="2390775"/>
                  </a:lnTo>
                  <a:lnTo>
                    <a:pt x="1370228" y="2390317"/>
                  </a:lnTo>
                  <a:lnTo>
                    <a:pt x="1372095" y="2388451"/>
                  </a:lnTo>
                  <a:lnTo>
                    <a:pt x="1372552" y="2387333"/>
                  </a:lnTo>
                  <a:lnTo>
                    <a:pt x="1372552" y="2384704"/>
                  </a:lnTo>
                  <a:close/>
                </a:path>
                <a:path w="6486525" h="2628900">
                  <a:moveTo>
                    <a:pt x="1372552" y="2337079"/>
                  </a:moveTo>
                  <a:lnTo>
                    <a:pt x="1372095" y="2335961"/>
                  </a:lnTo>
                  <a:lnTo>
                    <a:pt x="1370228" y="2334095"/>
                  </a:lnTo>
                  <a:lnTo>
                    <a:pt x="1369110" y="2333625"/>
                  </a:lnTo>
                  <a:lnTo>
                    <a:pt x="1366481" y="2333625"/>
                  </a:lnTo>
                  <a:lnTo>
                    <a:pt x="1365364" y="2334095"/>
                  </a:lnTo>
                  <a:lnTo>
                    <a:pt x="1363497" y="2335961"/>
                  </a:lnTo>
                  <a:lnTo>
                    <a:pt x="1363027" y="2337079"/>
                  </a:lnTo>
                  <a:lnTo>
                    <a:pt x="1363027" y="2339708"/>
                  </a:lnTo>
                  <a:lnTo>
                    <a:pt x="1363497" y="2340826"/>
                  </a:lnTo>
                  <a:lnTo>
                    <a:pt x="1365364" y="2342692"/>
                  </a:lnTo>
                  <a:lnTo>
                    <a:pt x="1366481" y="2343150"/>
                  </a:lnTo>
                  <a:lnTo>
                    <a:pt x="1369110" y="2343150"/>
                  </a:lnTo>
                  <a:lnTo>
                    <a:pt x="1370228" y="2342692"/>
                  </a:lnTo>
                  <a:lnTo>
                    <a:pt x="1372095" y="2340826"/>
                  </a:lnTo>
                  <a:lnTo>
                    <a:pt x="1372552" y="2339708"/>
                  </a:lnTo>
                  <a:lnTo>
                    <a:pt x="1372552" y="2337079"/>
                  </a:lnTo>
                  <a:close/>
                </a:path>
                <a:path w="6486525" h="2628900">
                  <a:moveTo>
                    <a:pt x="1372552" y="2289454"/>
                  </a:moveTo>
                  <a:lnTo>
                    <a:pt x="1372095" y="2288336"/>
                  </a:lnTo>
                  <a:lnTo>
                    <a:pt x="1370228" y="2286470"/>
                  </a:lnTo>
                  <a:lnTo>
                    <a:pt x="1369110" y="2286000"/>
                  </a:lnTo>
                  <a:lnTo>
                    <a:pt x="1366481" y="2286000"/>
                  </a:lnTo>
                  <a:lnTo>
                    <a:pt x="1365364" y="2286470"/>
                  </a:lnTo>
                  <a:lnTo>
                    <a:pt x="1363497" y="2288336"/>
                  </a:lnTo>
                  <a:lnTo>
                    <a:pt x="1363027" y="2289454"/>
                  </a:lnTo>
                  <a:lnTo>
                    <a:pt x="1363027" y="2292083"/>
                  </a:lnTo>
                  <a:lnTo>
                    <a:pt x="1363497" y="2293201"/>
                  </a:lnTo>
                  <a:lnTo>
                    <a:pt x="1365364" y="2295067"/>
                  </a:lnTo>
                  <a:lnTo>
                    <a:pt x="1366481" y="2295525"/>
                  </a:lnTo>
                  <a:lnTo>
                    <a:pt x="1369110" y="2295525"/>
                  </a:lnTo>
                  <a:lnTo>
                    <a:pt x="1370228" y="2295067"/>
                  </a:lnTo>
                  <a:lnTo>
                    <a:pt x="1372095" y="2293201"/>
                  </a:lnTo>
                  <a:lnTo>
                    <a:pt x="1372552" y="2292083"/>
                  </a:lnTo>
                  <a:lnTo>
                    <a:pt x="1372552" y="2289454"/>
                  </a:lnTo>
                  <a:close/>
                </a:path>
                <a:path w="6486525" h="2628900">
                  <a:moveTo>
                    <a:pt x="1372552" y="2241829"/>
                  </a:moveTo>
                  <a:lnTo>
                    <a:pt x="1372095" y="2240711"/>
                  </a:lnTo>
                  <a:lnTo>
                    <a:pt x="1370228" y="2238845"/>
                  </a:lnTo>
                  <a:lnTo>
                    <a:pt x="1369110" y="2238375"/>
                  </a:lnTo>
                  <a:lnTo>
                    <a:pt x="1366481" y="2238375"/>
                  </a:lnTo>
                  <a:lnTo>
                    <a:pt x="1365364" y="2238845"/>
                  </a:lnTo>
                  <a:lnTo>
                    <a:pt x="1363497" y="2240711"/>
                  </a:lnTo>
                  <a:lnTo>
                    <a:pt x="1363027" y="2241829"/>
                  </a:lnTo>
                  <a:lnTo>
                    <a:pt x="1363027" y="2244458"/>
                  </a:lnTo>
                  <a:lnTo>
                    <a:pt x="1363497" y="2245576"/>
                  </a:lnTo>
                  <a:lnTo>
                    <a:pt x="1365364" y="2247442"/>
                  </a:lnTo>
                  <a:lnTo>
                    <a:pt x="1366481" y="2247900"/>
                  </a:lnTo>
                  <a:lnTo>
                    <a:pt x="1369110" y="2247900"/>
                  </a:lnTo>
                  <a:lnTo>
                    <a:pt x="1370228" y="2247442"/>
                  </a:lnTo>
                  <a:lnTo>
                    <a:pt x="1372095" y="2245576"/>
                  </a:lnTo>
                  <a:lnTo>
                    <a:pt x="1372552" y="2244458"/>
                  </a:lnTo>
                  <a:lnTo>
                    <a:pt x="1372552" y="2241829"/>
                  </a:lnTo>
                  <a:close/>
                </a:path>
                <a:path w="6486525" h="2628900">
                  <a:moveTo>
                    <a:pt x="1372552" y="2194204"/>
                  </a:moveTo>
                  <a:lnTo>
                    <a:pt x="1372095" y="2193086"/>
                  </a:lnTo>
                  <a:lnTo>
                    <a:pt x="1370228" y="2191220"/>
                  </a:lnTo>
                  <a:lnTo>
                    <a:pt x="1369110" y="2190750"/>
                  </a:lnTo>
                  <a:lnTo>
                    <a:pt x="1366481" y="2190750"/>
                  </a:lnTo>
                  <a:lnTo>
                    <a:pt x="1365364" y="2191220"/>
                  </a:lnTo>
                  <a:lnTo>
                    <a:pt x="1363497" y="2193086"/>
                  </a:lnTo>
                  <a:lnTo>
                    <a:pt x="1363027" y="2194204"/>
                  </a:lnTo>
                  <a:lnTo>
                    <a:pt x="1363027" y="2196833"/>
                  </a:lnTo>
                  <a:lnTo>
                    <a:pt x="1363497" y="2197951"/>
                  </a:lnTo>
                  <a:lnTo>
                    <a:pt x="1365364" y="2199817"/>
                  </a:lnTo>
                  <a:lnTo>
                    <a:pt x="1366481" y="2200275"/>
                  </a:lnTo>
                  <a:lnTo>
                    <a:pt x="1369110" y="2200275"/>
                  </a:lnTo>
                  <a:lnTo>
                    <a:pt x="1370228" y="2199817"/>
                  </a:lnTo>
                  <a:lnTo>
                    <a:pt x="1372095" y="2197951"/>
                  </a:lnTo>
                  <a:lnTo>
                    <a:pt x="1372552" y="2196833"/>
                  </a:lnTo>
                  <a:lnTo>
                    <a:pt x="1372552" y="2194204"/>
                  </a:lnTo>
                  <a:close/>
                </a:path>
                <a:path w="6486525" h="2628900">
                  <a:moveTo>
                    <a:pt x="1372552" y="2146579"/>
                  </a:moveTo>
                  <a:lnTo>
                    <a:pt x="1372095" y="2145461"/>
                  </a:lnTo>
                  <a:lnTo>
                    <a:pt x="1370228" y="2143595"/>
                  </a:lnTo>
                  <a:lnTo>
                    <a:pt x="1369110" y="2143125"/>
                  </a:lnTo>
                  <a:lnTo>
                    <a:pt x="1366481" y="2143125"/>
                  </a:lnTo>
                  <a:lnTo>
                    <a:pt x="1365364" y="2143595"/>
                  </a:lnTo>
                  <a:lnTo>
                    <a:pt x="1363497" y="2145461"/>
                  </a:lnTo>
                  <a:lnTo>
                    <a:pt x="1363027" y="2146579"/>
                  </a:lnTo>
                  <a:lnTo>
                    <a:pt x="1363027" y="2149208"/>
                  </a:lnTo>
                  <a:lnTo>
                    <a:pt x="1363497" y="2150326"/>
                  </a:lnTo>
                  <a:lnTo>
                    <a:pt x="1365364" y="2152192"/>
                  </a:lnTo>
                  <a:lnTo>
                    <a:pt x="1366481" y="2152650"/>
                  </a:lnTo>
                  <a:lnTo>
                    <a:pt x="1369110" y="2152650"/>
                  </a:lnTo>
                  <a:lnTo>
                    <a:pt x="1370228" y="2152192"/>
                  </a:lnTo>
                  <a:lnTo>
                    <a:pt x="1372095" y="2150326"/>
                  </a:lnTo>
                  <a:lnTo>
                    <a:pt x="1372552" y="2149208"/>
                  </a:lnTo>
                  <a:lnTo>
                    <a:pt x="1372552" y="2146579"/>
                  </a:lnTo>
                  <a:close/>
                </a:path>
                <a:path w="6486525" h="2628900">
                  <a:moveTo>
                    <a:pt x="1372552" y="2098954"/>
                  </a:moveTo>
                  <a:lnTo>
                    <a:pt x="1372095" y="2097836"/>
                  </a:lnTo>
                  <a:lnTo>
                    <a:pt x="1370228" y="2095969"/>
                  </a:lnTo>
                  <a:lnTo>
                    <a:pt x="1369110" y="2095500"/>
                  </a:lnTo>
                  <a:lnTo>
                    <a:pt x="1366481" y="2095500"/>
                  </a:lnTo>
                  <a:lnTo>
                    <a:pt x="1365364" y="2095969"/>
                  </a:lnTo>
                  <a:lnTo>
                    <a:pt x="1363497" y="2097836"/>
                  </a:lnTo>
                  <a:lnTo>
                    <a:pt x="1363027" y="2098954"/>
                  </a:lnTo>
                  <a:lnTo>
                    <a:pt x="1363027" y="2101583"/>
                  </a:lnTo>
                  <a:lnTo>
                    <a:pt x="1363497" y="2102700"/>
                  </a:lnTo>
                  <a:lnTo>
                    <a:pt x="1365364" y="2104567"/>
                  </a:lnTo>
                  <a:lnTo>
                    <a:pt x="1366481" y="2105025"/>
                  </a:lnTo>
                  <a:lnTo>
                    <a:pt x="1369110" y="2105025"/>
                  </a:lnTo>
                  <a:lnTo>
                    <a:pt x="1370228" y="2104567"/>
                  </a:lnTo>
                  <a:lnTo>
                    <a:pt x="1372095" y="2102700"/>
                  </a:lnTo>
                  <a:lnTo>
                    <a:pt x="1372552" y="2101583"/>
                  </a:lnTo>
                  <a:lnTo>
                    <a:pt x="1372552" y="2098954"/>
                  </a:lnTo>
                  <a:close/>
                </a:path>
                <a:path w="6486525" h="2628900">
                  <a:moveTo>
                    <a:pt x="1372552" y="2051329"/>
                  </a:moveTo>
                  <a:lnTo>
                    <a:pt x="1372095" y="2050211"/>
                  </a:lnTo>
                  <a:lnTo>
                    <a:pt x="1370228" y="2048344"/>
                  </a:lnTo>
                  <a:lnTo>
                    <a:pt x="1369110" y="2047875"/>
                  </a:lnTo>
                  <a:lnTo>
                    <a:pt x="1366481" y="2047875"/>
                  </a:lnTo>
                  <a:lnTo>
                    <a:pt x="1365364" y="2048344"/>
                  </a:lnTo>
                  <a:lnTo>
                    <a:pt x="1363497" y="2050211"/>
                  </a:lnTo>
                  <a:lnTo>
                    <a:pt x="1363027" y="2051329"/>
                  </a:lnTo>
                  <a:lnTo>
                    <a:pt x="1363027" y="2053958"/>
                  </a:lnTo>
                  <a:lnTo>
                    <a:pt x="1363497" y="2055075"/>
                  </a:lnTo>
                  <a:lnTo>
                    <a:pt x="1365364" y="2056942"/>
                  </a:lnTo>
                  <a:lnTo>
                    <a:pt x="1366481" y="2057400"/>
                  </a:lnTo>
                  <a:lnTo>
                    <a:pt x="1369110" y="2057400"/>
                  </a:lnTo>
                  <a:lnTo>
                    <a:pt x="1370228" y="2056942"/>
                  </a:lnTo>
                  <a:lnTo>
                    <a:pt x="1372095" y="2055075"/>
                  </a:lnTo>
                  <a:lnTo>
                    <a:pt x="1372552" y="2053958"/>
                  </a:lnTo>
                  <a:lnTo>
                    <a:pt x="1372552" y="2051329"/>
                  </a:lnTo>
                  <a:close/>
                </a:path>
                <a:path w="6486525" h="2628900">
                  <a:moveTo>
                    <a:pt x="1372552" y="2003704"/>
                  </a:moveTo>
                  <a:lnTo>
                    <a:pt x="1372095" y="2002586"/>
                  </a:lnTo>
                  <a:lnTo>
                    <a:pt x="1370228" y="2000719"/>
                  </a:lnTo>
                  <a:lnTo>
                    <a:pt x="1369110" y="2000250"/>
                  </a:lnTo>
                  <a:lnTo>
                    <a:pt x="1366481" y="2000250"/>
                  </a:lnTo>
                  <a:lnTo>
                    <a:pt x="1365364" y="2000719"/>
                  </a:lnTo>
                  <a:lnTo>
                    <a:pt x="1363497" y="2002586"/>
                  </a:lnTo>
                  <a:lnTo>
                    <a:pt x="1363027" y="2003704"/>
                  </a:lnTo>
                  <a:lnTo>
                    <a:pt x="1363027" y="2006333"/>
                  </a:lnTo>
                  <a:lnTo>
                    <a:pt x="1363497" y="2007450"/>
                  </a:lnTo>
                  <a:lnTo>
                    <a:pt x="1365364" y="2009317"/>
                  </a:lnTo>
                  <a:lnTo>
                    <a:pt x="1366481" y="2009775"/>
                  </a:lnTo>
                  <a:lnTo>
                    <a:pt x="1369110" y="2009775"/>
                  </a:lnTo>
                  <a:lnTo>
                    <a:pt x="1370228" y="2009317"/>
                  </a:lnTo>
                  <a:lnTo>
                    <a:pt x="1372095" y="2007450"/>
                  </a:lnTo>
                  <a:lnTo>
                    <a:pt x="1372552" y="2006333"/>
                  </a:lnTo>
                  <a:lnTo>
                    <a:pt x="1372552" y="2003704"/>
                  </a:lnTo>
                  <a:close/>
                </a:path>
                <a:path w="6486525" h="2628900">
                  <a:moveTo>
                    <a:pt x="1372552" y="1956079"/>
                  </a:moveTo>
                  <a:lnTo>
                    <a:pt x="1372095" y="1954961"/>
                  </a:lnTo>
                  <a:lnTo>
                    <a:pt x="1370228" y="1953094"/>
                  </a:lnTo>
                  <a:lnTo>
                    <a:pt x="1369110" y="1952625"/>
                  </a:lnTo>
                  <a:lnTo>
                    <a:pt x="1366481" y="1952625"/>
                  </a:lnTo>
                  <a:lnTo>
                    <a:pt x="1365364" y="1953094"/>
                  </a:lnTo>
                  <a:lnTo>
                    <a:pt x="1363497" y="1954961"/>
                  </a:lnTo>
                  <a:lnTo>
                    <a:pt x="1363027" y="1956079"/>
                  </a:lnTo>
                  <a:lnTo>
                    <a:pt x="1363027" y="1958708"/>
                  </a:lnTo>
                  <a:lnTo>
                    <a:pt x="1363497" y="1959825"/>
                  </a:lnTo>
                  <a:lnTo>
                    <a:pt x="1365364" y="1961692"/>
                  </a:lnTo>
                  <a:lnTo>
                    <a:pt x="1366481" y="1962150"/>
                  </a:lnTo>
                  <a:lnTo>
                    <a:pt x="1369110" y="1962150"/>
                  </a:lnTo>
                  <a:lnTo>
                    <a:pt x="1370228" y="1961692"/>
                  </a:lnTo>
                  <a:lnTo>
                    <a:pt x="1372095" y="1959825"/>
                  </a:lnTo>
                  <a:lnTo>
                    <a:pt x="1372552" y="1958708"/>
                  </a:lnTo>
                  <a:lnTo>
                    <a:pt x="1372552" y="1956079"/>
                  </a:lnTo>
                  <a:close/>
                </a:path>
                <a:path w="6486525" h="2628900">
                  <a:moveTo>
                    <a:pt x="1372552" y="1908454"/>
                  </a:moveTo>
                  <a:lnTo>
                    <a:pt x="1372095" y="1907336"/>
                  </a:lnTo>
                  <a:lnTo>
                    <a:pt x="1370228" y="1905469"/>
                  </a:lnTo>
                  <a:lnTo>
                    <a:pt x="1369110" y="1905000"/>
                  </a:lnTo>
                  <a:lnTo>
                    <a:pt x="1366481" y="1905000"/>
                  </a:lnTo>
                  <a:lnTo>
                    <a:pt x="1365364" y="1905469"/>
                  </a:lnTo>
                  <a:lnTo>
                    <a:pt x="1363497" y="1907336"/>
                  </a:lnTo>
                  <a:lnTo>
                    <a:pt x="1363027" y="1908454"/>
                  </a:lnTo>
                  <a:lnTo>
                    <a:pt x="1363027" y="1911083"/>
                  </a:lnTo>
                  <a:lnTo>
                    <a:pt x="1363497" y="1912200"/>
                  </a:lnTo>
                  <a:lnTo>
                    <a:pt x="1365364" y="1914067"/>
                  </a:lnTo>
                  <a:lnTo>
                    <a:pt x="1366481" y="1914525"/>
                  </a:lnTo>
                  <a:lnTo>
                    <a:pt x="1369110" y="1914525"/>
                  </a:lnTo>
                  <a:lnTo>
                    <a:pt x="1370228" y="1914067"/>
                  </a:lnTo>
                  <a:lnTo>
                    <a:pt x="1372095" y="1912200"/>
                  </a:lnTo>
                  <a:lnTo>
                    <a:pt x="1372552" y="1911083"/>
                  </a:lnTo>
                  <a:lnTo>
                    <a:pt x="1372552" y="1908454"/>
                  </a:lnTo>
                  <a:close/>
                </a:path>
                <a:path w="6486525" h="2628900">
                  <a:moveTo>
                    <a:pt x="1372552" y="1860829"/>
                  </a:moveTo>
                  <a:lnTo>
                    <a:pt x="1372095" y="1859711"/>
                  </a:lnTo>
                  <a:lnTo>
                    <a:pt x="1370228" y="1857844"/>
                  </a:lnTo>
                  <a:lnTo>
                    <a:pt x="1369110" y="1857375"/>
                  </a:lnTo>
                  <a:lnTo>
                    <a:pt x="1366481" y="1857375"/>
                  </a:lnTo>
                  <a:lnTo>
                    <a:pt x="1365364" y="1857844"/>
                  </a:lnTo>
                  <a:lnTo>
                    <a:pt x="1363497" y="1859711"/>
                  </a:lnTo>
                  <a:lnTo>
                    <a:pt x="1363027" y="1860829"/>
                  </a:lnTo>
                  <a:lnTo>
                    <a:pt x="1363027" y="1863458"/>
                  </a:lnTo>
                  <a:lnTo>
                    <a:pt x="1363497" y="1864575"/>
                  </a:lnTo>
                  <a:lnTo>
                    <a:pt x="1365364" y="1866442"/>
                  </a:lnTo>
                  <a:lnTo>
                    <a:pt x="1366481" y="1866900"/>
                  </a:lnTo>
                  <a:lnTo>
                    <a:pt x="1369110" y="1866900"/>
                  </a:lnTo>
                  <a:lnTo>
                    <a:pt x="1370228" y="1866442"/>
                  </a:lnTo>
                  <a:lnTo>
                    <a:pt x="1372095" y="1864575"/>
                  </a:lnTo>
                  <a:lnTo>
                    <a:pt x="1372552" y="1863458"/>
                  </a:lnTo>
                  <a:lnTo>
                    <a:pt x="1372552" y="1860829"/>
                  </a:lnTo>
                  <a:close/>
                </a:path>
                <a:path w="6486525" h="2628900">
                  <a:moveTo>
                    <a:pt x="1372552" y="1813204"/>
                  </a:moveTo>
                  <a:lnTo>
                    <a:pt x="1372095" y="1812086"/>
                  </a:lnTo>
                  <a:lnTo>
                    <a:pt x="1370228" y="1810219"/>
                  </a:lnTo>
                  <a:lnTo>
                    <a:pt x="1369110" y="1809750"/>
                  </a:lnTo>
                  <a:lnTo>
                    <a:pt x="1366481" y="1809750"/>
                  </a:lnTo>
                  <a:lnTo>
                    <a:pt x="1365364" y="1810219"/>
                  </a:lnTo>
                  <a:lnTo>
                    <a:pt x="1363497" y="1812086"/>
                  </a:lnTo>
                  <a:lnTo>
                    <a:pt x="1363027" y="1813204"/>
                  </a:lnTo>
                  <a:lnTo>
                    <a:pt x="1363027" y="1815833"/>
                  </a:lnTo>
                  <a:lnTo>
                    <a:pt x="1363497" y="1816950"/>
                  </a:lnTo>
                  <a:lnTo>
                    <a:pt x="1365364" y="1818817"/>
                  </a:lnTo>
                  <a:lnTo>
                    <a:pt x="1366481" y="1819275"/>
                  </a:lnTo>
                  <a:lnTo>
                    <a:pt x="1369110" y="1819275"/>
                  </a:lnTo>
                  <a:lnTo>
                    <a:pt x="1370228" y="1818817"/>
                  </a:lnTo>
                  <a:lnTo>
                    <a:pt x="1372095" y="1816950"/>
                  </a:lnTo>
                  <a:lnTo>
                    <a:pt x="1372552" y="1815833"/>
                  </a:lnTo>
                  <a:lnTo>
                    <a:pt x="1372552" y="1813204"/>
                  </a:lnTo>
                  <a:close/>
                </a:path>
                <a:path w="6486525" h="2628900">
                  <a:moveTo>
                    <a:pt x="1372552" y="1765579"/>
                  </a:moveTo>
                  <a:lnTo>
                    <a:pt x="1372095" y="1764461"/>
                  </a:lnTo>
                  <a:lnTo>
                    <a:pt x="1370228" y="1762594"/>
                  </a:lnTo>
                  <a:lnTo>
                    <a:pt x="1369110" y="1762125"/>
                  </a:lnTo>
                  <a:lnTo>
                    <a:pt x="1366481" y="1762125"/>
                  </a:lnTo>
                  <a:lnTo>
                    <a:pt x="1365364" y="1762594"/>
                  </a:lnTo>
                  <a:lnTo>
                    <a:pt x="1363497" y="1764461"/>
                  </a:lnTo>
                  <a:lnTo>
                    <a:pt x="1363027" y="1765579"/>
                  </a:lnTo>
                  <a:lnTo>
                    <a:pt x="1363027" y="1768208"/>
                  </a:lnTo>
                  <a:lnTo>
                    <a:pt x="1363497" y="1769325"/>
                  </a:lnTo>
                  <a:lnTo>
                    <a:pt x="1365364" y="1771192"/>
                  </a:lnTo>
                  <a:lnTo>
                    <a:pt x="1366481" y="1771650"/>
                  </a:lnTo>
                  <a:lnTo>
                    <a:pt x="1369110" y="1771650"/>
                  </a:lnTo>
                  <a:lnTo>
                    <a:pt x="1370228" y="1771192"/>
                  </a:lnTo>
                  <a:lnTo>
                    <a:pt x="1372095" y="1769325"/>
                  </a:lnTo>
                  <a:lnTo>
                    <a:pt x="1372552" y="1768208"/>
                  </a:lnTo>
                  <a:lnTo>
                    <a:pt x="1372552" y="1765579"/>
                  </a:lnTo>
                  <a:close/>
                </a:path>
                <a:path w="6486525" h="2628900">
                  <a:moveTo>
                    <a:pt x="1372552" y="1717954"/>
                  </a:moveTo>
                  <a:lnTo>
                    <a:pt x="1372095" y="1716836"/>
                  </a:lnTo>
                  <a:lnTo>
                    <a:pt x="1370228" y="1714969"/>
                  </a:lnTo>
                  <a:lnTo>
                    <a:pt x="1369110" y="1714500"/>
                  </a:lnTo>
                  <a:lnTo>
                    <a:pt x="1366481" y="1714500"/>
                  </a:lnTo>
                  <a:lnTo>
                    <a:pt x="1365364" y="1714969"/>
                  </a:lnTo>
                  <a:lnTo>
                    <a:pt x="1363497" y="1716836"/>
                  </a:lnTo>
                  <a:lnTo>
                    <a:pt x="1363027" y="1717954"/>
                  </a:lnTo>
                  <a:lnTo>
                    <a:pt x="1363027" y="1720583"/>
                  </a:lnTo>
                  <a:lnTo>
                    <a:pt x="1363497" y="1721700"/>
                  </a:lnTo>
                  <a:lnTo>
                    <a:pt x="1365364" y="1723567"/>
                  </a:lnTo>
                  <a:lnTo>
                    <a:pt x="1366481" y="1724025"/>
                  </a:lnTo>
                  <a:lnTo>
                    <a:pt x="1369110" y="1724025"/>
                  </a:lnTo>
                  <a:lnTo>
                    <a:pt x="1370228" y="1723567"/>
                  </a:lnTo>
                  <a:lnTo>
                    <a:pt x="1372095" y="1721700"/>
                  </a:lnTo>
                  <a:lnTo>
                    <a:pt x="1372552" y="1720583"/>
                  </a:lnTo>
                  <a:lnTo>
                    <a:pt x="1372552" y="1717954"/>
                  </a:lnTo>
                  <a:close/>
                </a:path>
                <a:path w="6486525" h="2628900">
                  <a:moveTo>
                    <a:pt x="1372552" y="1670329"/>
                  </a:moveTo>
                  <a:lnTo>
                    <a:pt x="1372095" y="1669211"/>
                  </a:lnTo>
                  <a:lnTo>
                    <a:pt x="1370228" y="1667344"/>
                  </a:lnTo>
                  <a:lnTo>
                    <a:pt x="1369110" y="1666875"/>
                  </a:lnTo>
                  <a:lnTo>
                    <a:pt x="1366481" y="1666875"/>
                  </a:lnTo>
                  <a:lnTo>
                    <a:pt x="1365364" y="1667344"/>
                  </a:lnTo>
                  <a:lnTo>
                    <a:pt x="1363497" y="1669211"/>
                  </a:lnTo>
                  <a:lnTo>
                    <a:pt x="1363027" y="1670329"/>
                  </a:lnTo>
                  <a:lnTo>
                    <a:pt x="1363027" y="1672958"/>
                  </a:lnTo>
                  <a:lnTo>
                    <a:pt x="1363497" y="1674075"/>
                  </a:lnTo>
                  <a:lnTo>
                    <a:pt x="1365364" y="1675942"/>
                  </a:lnTo>
                  <a:lnTo>
                    <a:pt x="1366481" y="1676400"/>
                  </a:lnTo>
                  <a:lnTo>
                    <a:pt x="1369110" y="1676400"/>
                  </a:lnTo>
                  <a:lnTo>
                    <a:pt x="1370228" y="1675942"/>
                  </a:lnTo>
                  <a:lnTo>
                    <a:pt x="1372095" y="1674075"/>
                  </a:lnTo>
                  <a:lnTo>
                    <a:pt x="1372552" y="1672958"/>
                  </a:lnTo>
                  <a:lnTo>
                    <a:pt x="1372552" y="1670329"/>
                  </a:lnTo>
                  <a:close/>
                </a:path>
                <a:path w="6486525" h="2628900">
                  <a:moveTo>
                    <a:pt x="1372552" y="1622704"/>
                  </a:moveTo>
                  <a:lnTo>
                    <a:pt x="1372095" y="1621586"/>
                  </a:lnTo>
                  <a:lnTo>
                    <a:pt x="1370228" y="1619719"/>
                  </a:lnTo>
                  <a:lnTo>
                    <a:pt x="1369110" y="1619250"/>
                  </a:lnTo>
                  <a:lnTo>
                    <a:pt x="1366481" y="1619250"/>
                  </a:lnTo>
                  <a:lnTo>
                    <a:pt x="1365364" y="1619719"/>
                  </a:lnTo>
                  <a:lnTo>
                    <a:pt x="1363497" y="1621586"/>
                  </a:lnTo>
                  <a:lnTo>
                    <a:pt x="1363027" y="1622704"/>
                  </a:lnTo>
                  <a:lnTo>
                    <a:pt x="1363027" y="1625333"/>
                  </a:lnTo>
                  <a:lnTo>
                    <a:pt x="1363497" y="1626450"/>
                  </a:lnTo>
                  <a:lnTo>
                    <a:pt x="1365364" y="1628317"/>
                  </a:lnTo>
                  <a:lnTo>
                    <a:pt x="1366481" y="1628775"/>
                  </a:lnTo>
                  <a:lnTo>
                    <a:pt x="1369110" y="1628775"/>
                  </a:lnTo>
                  <a:lnTo>
                    <a:pt x="1370228" y="1628317"/>
                  </a:lnTo>
                  <a:lnTo>
                    <a:pt x="1372095" y="1626450"/>
                  </a:lnTo>
                  <a:lnTo>
                    <a:pt x="1372552" y="1625333"/>
                  </a:lnTo>
                  <a:lnTo>
                    <a:pt x="1372552" y="1622704"/>
                  </a:lnTo>
                  <a:close/>
                </a:path>
                <a:path w="6486525" h="2628900">
                  <a:moveTo>
                    <a:pt x="1372552" y="1575079"/>
                  </a:moveTo>
                  <a:lnTo>
                    <a:pt x="1372095" y="1573961"/>
                  </a:lnTo>
                  <a:lnTo>
                    <a:pt x="1370228" y="1572094"/>
                  </a:lnTo>
                  <a:lnTo>
                    <a:pt x="1369110" y="1571625"/>
                  </a:lnTo>
                  <a:lnTo>
                    <a:pt x="1366481" y="1571625"/>
                  </a:lnTo>
                  <a:lnTo>
                    <a:pt x="1365364" y="1572094"/>
                  </a:lnTo>
                  <a:lnTo>
                    <a:pt x="1363497" y="1573961"/>
                  </a:lnTo>
                  <a:lnTo>
                    <a:pt x="1363027" y="1575079"/>
                  </a:lnTo>
                  <a:lnTo>
                    <a:pt x="1363027" y="1577708"/>
                  </a:lnTo>
                  <a:lnTo>
                    <a:pt x="1363497" y="1578825"/>
                  </a:lnTo>
                  <a:lnTo>
                    <a:pt x="1365364" y="1580692"/>
                  </a:lnTo>
                  <a:lnTo>
                    <a:pt x="1366481" y="1581150"/>
                  </a:lnTo>
                  <a:lnTo>
                    <a:pt x="1369110" y="1581150"/>
                  </a:lnTo>
                  <a:lnTo>
                    <a:pt x="1370228" y="1580692"/>
                  </a:lnTo>
                  <a:lnTo>
                    <a:pt x="1372095" y="1578825"/>
                  </a:lnTo>
                  <a:lnTo>
                    <a:pt x="1372552" y="1577708"/>
                  </a:lnTo>
                  <a:lnTo>
                    <a:pt x="1372552" y="1575079"/>
                  </a:lnTo>
                  <a:close/>
                </a:path>
                <a:path w="6486525" h="2628900">
                  <a:moveTo>
                    <a:pt x="1372552" y="1527454"/>
                  </a:moveTo>
                  <a:lnTo>
                    <a:pt x="1372095" y="1526336"/>
                  </a:lnTo>
                  <a:lnTo>
                    <a:pt x="1370228" y="1524469"/>
                  </a:lnTo>
                  <a:lnTo>
                    <a:pt x="1369110" y="1524000"/>
                  </a:lnTo>
                  <a:lnTo>
                    <a:pt x="1366481" y="1524000"/>
                  </a:lnTo>
                  <a:lnTo>
                    <a:pt x="1365364" y="1524469"/>
                  </a:lnTo>
                  <a:lnTo>
                    <a:pt x="1363497" y="1526336"/>
                  </a:lnTo>
                  <a:lnTo>
                    <a:pt x="1363027" y="1527454"/>
                  </a:lnTo>
                  <a:lnTo>
                    <a:pt x="1363027" y="1530083"/>
                  </a:lnTo>
                  <a:lnTo>
                    <a:pt x="1363497" y="1531200"/>
                  </a:lnTo>
                  <a:lnTo>
                    <a:pt x="1365364" y="1533067"/>
                  </a:lnTo>
                  <a:lnTo>
                    <a:pt x="1366481" y="1533525"/>
                  </a:lnTo>
                  <a:lnTo>
                    <a:pt x="1369110" y="1533525"/>
                  </a:lnTo>
                  <a:lnTo>
                    <a:pt x="1370228" y="1533067"/>
                  </a:lnTo>
                  <a:lnTo>
                    <a:pt x="1372095" y="1531200"/>
                  </a:lnTo>
                  <a:lnTo>
                    <a:pt x="1372552" y="1530083"/>
                  </a:lnTo>
                  <a:lnTo>
                    <a:pt x="1372552" y="1527454"/>
                  </a:lnTo>
                  <a:close/>
                </a:path>
                <a:path w="6486525" h="2628900">
                  <a:moveTo>
                    <a:pt x="1372552" y="1479829"/>
                  </a:moveTo>
                  <a:lnTo>
                    <a:pt x="1372095" y="1478711"/>
                  </a:lnTo>
                  <a:lnTo>
                    <a:pt x="1370228" y="1476844"/>
                  </a:lnTo>
                  <a:lnTo>
                    <a:pt x="1369110" y="1476375"/>
                  </a:lnTo>
                  <a:lnTo>
                    <a:pt x="1366481" y="1476375"/>
                  </a:lnTo>
                  <a:lnTo>
                    <a:pt x="1365364" y="1476844"/>
                  </a:lnTo>
                  <a:lnTo>
                    <a:pt x="1363497" y="1478711"/>
                  </a:lnTo>
                  <a:lnTo>
                    <a:pt x="1363027" y="1479829"/>
                  </a:lnTo>
                  <a:lnTo>
                    <a:pt x="1363027" y="1482458"/>
                  </a:lnTo>
                  <a:lnTo>
                    <a:pt x="1363497" y="1483575"/>
                  </a:lnTo>
                  <a:lnTo>
                    <a:pt x="1365364" y="1485442"/>
                  </a:lnTo>
                  <a:lnTo>
                    <a:pt x="1366481" y="1485900"/>
                  </a:lnTo>
                  <a:lnTo>
                    <a:pt x="1369110" y="1485900"/>
                  </a:lnTo>
                  <a:lnTo>
                    <a:pt x="1370228" y="1485442"/>
                  </a:lnTo>
                  <a:lnTo>
                    <a:pt x="1372095" y="1483575"/>
                  </a:lnTo>
                  <a:lnTo>
                    <a:pt x="1372552" y="1482458"/>
                  </a:lnTo>
                  <a:lnTo>
                    <a:pt x="1372552" y="1479829"/>
                  </a:lnTo>
                  <a:close/>
                </a:path>
                <a:path w="6486525" h="2628900">
                  <a:moveTo>
                    <a:pt x="1372552" y="1432204"/>
                  </a:moveTo>
                  <a:lnTo>
                    <a:pt x="1372095" y="1431086"/>
                  </a:lnTo>
                  <a:lnTo>
                    <a:pt x="1370228" y="1429219"/>
                  </a:lnTo>
                  <a:lnTo>
                    <a:pt x="1369110" y="1428750"/>
                  </a:lnTo>
                  <a:lnTo>
                    <a:pt x="1366481" y="1428750"/>
                  </a:lnTo>
                  <a:lnTo>
                    <a:pt x="1365364" y="1429219"/>
                  </a:lnTo>
                  <a:lnTo>
                    <a:pt x="1363497" y="1431086"/>
                  </a:lnTo>
                  <a:lnTo>
                    <a:pt x="1363027" y="1432204"/>
                  </a:lnTo>
                  <a:lnTo>
                    <a:pt x="1363027" y="1434833"/>
                  </a:lnTo>
                  <a:lnTo>
                    <a:pt x="1363497" y="1435950"/>
                  </a:lnTo>
                  <a:lnTo>
                    <a:pt x="1365364" y="1437817"/>
                  </a:lnTo>
                  <a:lnTo>
                    <a:pt x="1366481" y="1438275"/>
                  </a:lnTo>
                  <a:lnTo>
                    <a:pt x="1369110" y="1438275"/>
                  </a:lnTo>
                  <a:lnTo>
                    <a:pt x="1370228" y="1437817"/>
                  </a:lnTo>
                  <a:lnTo>
                    <a:pt x="1372095" y="1435950"/>
                  </a:lnTo>
                  <a:lnTo>
                    <a:pt x="1372552" y="1434833"/>
                  </a:lnTo>
                  <a:lnTo>
                    <a:pt x="1372552" y="1432204"/>
                  </a:lnTo>
                  <a:close/>
                </a:path>
                <a:path w="6486525" h="2628900">
                  <a:moveTo>
                    <a:pt x="1372552" y="1384579"/>
                  </a:moveTo>
                  <a:lnTo>
                    <a:pt x="1372095" y="1383461"/>
                  </a:lnTo>
                  <a:lnTo>
                    <a:pt x="1370228" y="1381594"/>
                  </a:lnTo>
                  <a:lnTo>
                    <a:pt x="1369110" y="1381125"/>
                  </a:lnTo>
                  <a:lnTo>
                    <a:pt x="1366481" y="1381125"/>
                  </a:lnTo>
                  <a:lnTo>
                    <a:pt x="1365364" y="1381594"/>
                  </a:lnTo>
                  <a:lnTo>
                    <a:pt x="1363497" y="1383461"/>
                  </a:lnTo>
                  <a:lnTo>
                    <a:pt x="1363027" y="1384579"/>
                  </a:lnTo>
                  <a:lnTo>
                    <a:pt x="1363027" y="1387208"/>
                  </a:lnTo>
                  <a:lnTo>
                    <a:pt x="1363497" y="1388325"/>
                  </a:lnTo>
                  <a:lnTo>
                    <a:pt x="1365364" y="1390192"/>
                  </a:lnTo>
                  <a:lnTo>
                    <a:pt x="1366481" y="1390650"/>
                  </a:lnTo>
                  <a:lnTo>
                    <a:pt x="1369110" y="1390650"/>
                  </a:lnTo>
                  <a:lnTo>
                    <a:pt x="1370228" y="1390192"/>
                  </a:lnTo>
                  <a:lnTo>
                    <a:pt x="1372095" y="1388325"/>
                  </a:lnTo>
                  <a:lnTo>
                    <a:pt x="1372552" y="1387208"/>
                  </a:lnTo>
                  <a:lnTo>
                    <a:pt x="1372552" y="1384579"/>
                  </a:lnTo>
                  <a:close/>
                </a:path>
                <a:path w="6486525" h="2628900">
                  <a:moveTo>
                    <a:pt x="1372552" y="1336954"/>
                  </a:moveTo>
                  <a:lnTo>
                    <a:pt x="1372095" y="1335836"/>
                  </a:lnTo>
                  <a:lnTo>
                    <a:pt x="1370228" y="1333969"/>
                  </a:lnTo>
                  <a:lnTo>
                    <a:pt x="1369110" y="1333500"/>
                  </a:lnTo>
                  <a:lnTo>
                    <a:pt x="1366481" y="1333500"/>
                  </a:lnTo>
                  <a:lnTo>
                    <a:pt x="1365364" y="1333969"/>
                  </a:lnTo>
                  <a:lnTo>
                    <a:pt x="1363497" y="1335836"/>
                  </a:lnTo>
                  <a:lnTo>
                    <a:pt x="1363027" y="1336954"/>
                  </a:lnTo>
                  <a:lnTo>
                    <a:pt x="1363027" y="1339583"/>
                  </a:lnTo>
                  <a:lnTo>
                    <a:pt x="1363497" y="1340700"/>
                  </a:lnTo>
                  <a:lnTo>
                    <a:pt x="1365364" y="1342567"/>
                  </a:lnTo>
                  <a:lnTo>
                    <a:pt x="1366481" y="1343025"/>
                  </a:lnTo>
                  <a:lnTo>
                    <a:pt x="1369110" y="1343025"/>
                  </a:lnTo>
                  <a:lnTo>
                    <a:pt x="1370228" y="1342567"/>
                  </a:lnTo>
                  <a:lnTo>
                    <a:pt x="1372095" y="1340700"/>
                  </a:lnTo>
                  <a:lnTo>
                    <a:pt x="1372552" y="1339583"/>
                  </a:lnTo>
                  <a:lnTo>
                    <a:pt x="1372552" y="1336954"/>
                  </a:lnTo>
                  <a:close/>
                </a:path>
                <a:path w="6486525" h="2628900">
                  <a:moveTo>
                    <a:pt x="1372552" y="1289329"/>
                  </a:moveTo>
                  <a:lnTo>
                    <a:pt x="1372095" y="1288211"/>
                  </a:lnTo>
                  <a:lnTo>
                    <a:pt x="1370228" y="1286344"/>
                  </a:lnTo>
                  <a:lnTo>
                    <a:pt x="1369110" y="1285875"/>
                  </a:lnTo>
                  <a:lnTo>
                    <a:pt x="1366481" y="1285875"/>
                  </a:lnTo>
                  <a:lnTo>
                    <a:pt x="1365364" y="1286344"/>
                  </a:lnTo>
                  <a:lnTo>
                    <a:pt x="1363497" y="1288211"/>
                  </a:lnTo>
                  <a:lnTo>
                    <a:pt x="1363027" y="1289329"/>
                  </a:lnTo>
                  <a:lnTo>
                    <a:pt x="1363027" y="1291958"/>
                  </a:lnTo>
                  <a:lnTo>
                    <a:pt x="1363497" y="1293075"/>
                  </a:lnTo>
                  <a:lnTo>
                    <a:pt x="1365364" y="1294942"/>
                  </a:lnTo>
                  <a:lnTo>
                    <a:pt x="1366481" y="1295400"/>
                  </a:lnTo>
                  <a:lnTo>
                    <a:pt x="1369110" y="1295400"/>
                  </a:lnTo>
                  <a:lnTo>
                    <a:pt x="1370228" y="1294942"/>
                  </a:lnTo>
                  <a:lnTo>
                    <a:pt x="1372095" y="1293075"/>
                  </a:lnTo>
                  <a:lnTo>
                    <a:pt x="1372552" y="1291958"/>
                  </a:lnTo>
                  <a:lnTo>
                    <a:pt x="1372552" y="1289329"/>
                  </a:lnTo>
                  <a:close/>
                </a:path>
                <a:path w="6486525" h="2628900">
                  <a:moveTo>
                    <a:pt x="1372552" y="1241704"/>
                  </a:moveTo>
                  <a:lnTo>
                    <a:pt x="1372095" y="1240586"/>
                  </a:lnTo>
                  <a:lnTo>
                    <a:pt x="1370228" y="1238719"/>
                  </a:lnTo>
                  <a:lnTo>
                    <a:pt x="1369110" y="1238250"/>
                  </a:lnTo>
                  <a:lnTo>
                    <a:pt x="1366481" y="1238250"/>
                  </a:lnTo>
                  <a:lnTo>
                    <a:pt x="1365364" y="1238719"/>
                  </a:lnTo>
                  <a:lnTo>
                    <a:pt x="1363497" y="1240586"/>
                  </a:lnTo>
                  <a:lnTo>
                    <a:pt x="1363027" y="1241704"/>
                  </a:lnTo>
                  <a:lnTo>
                    <a:pt x="1363027" y="1244333"/>
                  </a:lnTo>
                  <a:lnTo>
                    <a:pt x="1363497" y="1245450"/>
                  </a:lnTo>
                  <a:lnTo>
                    <a:pt x="1365364" y="1247317"/>
                  </a:lnTo>
                  <a:lnTo>
                    <a:pt x="1366481" y="1247775"/>
                  </a:lnTo>
                  <a:lnTo>
                    <a:pt x="1369110" y="1247775"/>
                  </a:lnTo>
                  <a:lnTo>
                    <a:pt x="1370228" y="1247317"/>
                  </a:lnTo>
                  <a:lnTo>
                    <a:pt x="1372095" y="1245450"/>
                  </a:lnTo>
                  <a:lnTo>
                    <a:pt x="1372552" y="1244333"/>
                  </a:lnTo>
                  <a:lnTo>
                    <a:pt x="1372552" y="1241704"/>
                  </a:lnTo>
                  <a:close/>
                </a:path>
                <a:path w="6486525" h="2628900">
                  <a:moveTo>
                    <a:pt x="1372552" y="1194079"/>
                  </a:moveTo>
                  <a:lnTo>
                    <a:pt x="1372095" y="1192961"/>
                  </a:lnTo>
                  <a:lnTo>
                    <a:pt x="1370228" y="1191094"/>
                  </a:lnTo>
                  <a:lnTo>
                    <a:pt x="1369110" y="1190625"/>
                  </a:lnTo>
                  <a:lnTo>
                    <a:pt x="1366481" y="1190625"/>
                  </a:lnTo>
                  <a:lnTo>
                    <a:pt x="1365364" y="1191094"/>
                  </a:lnTo>
                  <a:lnTo>
                    <a:pt x="1363497" y="1192961"/>
                  </a:lnTo>
                  <a:lnTo>
                    <a:pt x="1363027" y="1194079"/>
                  </a:lnTo>
                  <a:lnTo>
                    <a:pt x="1363027" y="1196708"/>
                  </a:lnTo>
                  <a:lnTo>
                    <a:pt x="1363497" y="1197825"/>
                  </a:lnTo>
                  <a:lnTo>
                    <a:pt x="1365364" y="1199692"/>
                  </a:lnTo>
                  <a:lnTo>
                    <a:pt x="1366481" y="1200150"/>
                  </a:lnTo>
                  <a:lnTo>
                    <a:pt x="1369110" y="1200150"/>
                  </a:lnTo>
                  <a:lnTo>
                    <a:pt x="1370228" y="1199692"/>
                  </a:lnTo>
                  <a:lnTo>
                    <a:pt x="1372095" y="1197825"/>
                  </a:lnTo>
                  <a:lnTo>
                    <a:pt x="1372552" y="1196708"/>
                  </a:lnTo>
                  <a:lnTo>
                    <a:pt x="1372552" y="1194079"/>
                  </a:lnTo>
                  <a:close/>
                </a:path>
                <a:path w="6486525" h="2628900">
                  <a:moveTo>
                    <a:pt x="1372552" y="1146454"/>
                  </a:moveTo>
                  <a:lnTo>
                    <a:pt x="1372095" y="1145336"/>
                  </a:lnTo>
                  <a:lnTo>
                    <a:pt x="1370228" y="1143469"/>
                  </a:lnTo>
                  <a:lnTo>
                    <a:pt x="1369110" y="1143000"/>
                  </a:lnTo>
                  <a:lnTo>
                    <a:pt x="1366481" y="1143000"/>
                  </a:lnTo>
                  <a:lnTo>
                    <a:pt x="1365364" y="1143469"/>
                  </a:lnTo>
                  <a:lnTo>
                    <a:pt x="1363497" y="1145336"/>
                  </a:lnTo>
                  <a:lnTo>
                    <a:pt x="1363027" y="1146454"/>
                  </a:lnTo>
                  <a:lnTo>
                    <a:pt x="1363027" y="1149083"/>
                  </a:lnTo>
                  <a:lnTo>
                    <a:pt x="1363497" y="1150200"/>
                  </a:lnTo>
                  <a:lnTo>
                    <a:pt x="1365364" y="1152067"/>
                  </a:lnTo>
                  <a:lnTo>
                    <a:pt x="1366481" y="1152525"/>
                  </a:lnTo>
                  <a:lnTo>
                    <a:pt x="1369110" y="1152525"/>
                  </a:lnTo>
                  <a:lnTo>
                    <a:pt x="1370228" y="1152067"/>
                  </a:lnTo>
                  <a:lnTo>
                    <a:pt x="1372095" y="1150200"/>
                  </a:lnTo>
                  <a:lnTo>
                    <a:pt x="1372552" y="1149083"/>
                  </a:lnTo>
                  <a:lnTo>
                    <a:pt x="1372552" y="1146454"/>
                  </a:lnTo>
                  <a:close/>
                </a:path>
                <a:path w="6486525" h="2628900">
                  <a:moveTo>
                    <a:pt x="1372552" y="1098829"/>
                  </a:moveTo>
                  <a:lnTo>
                    <a:pt x="1372095" y="1097711"/>
                  </a:lnTo>
                  <a:lnTo>
                    <a:pt x="1370228" y="1095844"/>
                  </a:lnTo>
                  <a:lnTo>
                    <a:pt x="1369110" y="1095375"/>
                  </a:lnTo>
                  <a:lnTo>
                    <a:pt x="1366481" y="1095375"/>
                  </a:lnTo>
                  <a:lnTo>
                    <a:pt x="1365364" y="1095844"/>
                  </a:lnTo>
                  <a:lnTo>
                    <a:pt x="1363497" y="1097711"/>
                  </a:lnTo>
                  <a:lnTo>
                    <a:pt x="1363027" y="1098829"/>
                  </a:lnTo>
                  <a:lnTo>
                    <a:pt x="1363027" y="1101458"/>
                  </a:lnTo>
                  <a:lnTo>
                    <a:pt x="1363497" y="1102575"/>
                  </a:lnTo>
                  <a:lnTo>
                    <a:pt x="1365364" y="1104442"/>
                  </a:lnTo>
                  <a:lnTo>
                    <a:pt x="1366481" y="1104900"/>
                  </a:lnTo>
                  <a:lnTo>
                    <a:pt x="1369110" y="1104900"/>
                  </a:lnTo>
                  <a:lnTo>
                    <a:pt x="1370228" y="1104442"/>
                  </a:lnTo>
                  <a:lnTo>
                    <a:pt x="1372095" y="1102575"/>
                  </a:lnTo>
                  <a:lnTo>
                    <a:pt x="1372552" y="1101458"/>
                  </a:lnTo>
                  <a:lnTo>
                    <a:pt x="1372552" y="1098829"/>
                  </a:lnTo>
                  <a:close/>
                </a:path>
                <a:path w="6486525" h="2628900">
                  <a:moveTo>
                    <a:pt x="1372552" y="1051204"/>
                  </a:moveTo>
                  <a:lnTo>
                    <a:pt x="1372095" y="1050086"/>
                  </a:lnTo>
                  <a:lnTo>
                    <a:pt x="1370228" y="1048219"/>
                  </a:lnTo>
                  <a:lnTo>
                    <a:pt x="1369110" y="1047750"/>
                  </a:lnTo>
                  <a:lnTo>
                    <a:pt x="1366481" y="1047750"/>
                  </a:lnTo>
                  <a:lnTo>
                    <a:pt x="1365364" y="1048219"/>
                  </a:lnTo>
                  <a:lnTo>
                    <a:pt x="1363497" y="1050086"/>
                  </a:lnTo>
                  <a:lnTo>
                    <a:pt x="1363027" y="1051204"/>
                  </a:lnTo>
                  <a:lnTo>
                    <a:pt x="1363027" y="1053833"/>
                  </a:lnTo>
                  <a:lnTo>
                    <a:pt x="1363497" y="1054950"/>
                  </a:lnTo>
                  <a:lnTo>
                    <a:pt x="1365364" y="1056817"/>
                  </a:lnTo>
                  <a:lnTo>
                    <a:pt x="1366481" y="1057275"/>
                  </a:lnTo>
                  <a:lnTo>
                    <a:pt x="1369110" y="1057275"/>
                  </a:lnTo>
                  <a:lnTo>
                    <a:pt x="1370228" y="1056817"/>
                  </a:lnTo>
                  <a:lnTo>
                    <a:pt x="1372095" y="1054950"/>
                  </a:lnTo>
                  <a:lnTo>
                    <a:pt x="1372552" y="1053833"/>
                  </a:lnTo>
                  <a:lnTo>
                    <a:pt x="1372552" y="1051204"/>
                  </a:lnTo>
                  <a:close/>
                </a:path>
                <a:path w="6486525" h="2628900">
                  <a:moveTo>
                    <a:pt x="1372552" y="1003579"/>
                  </a:moveTo>
                  <a:lnTo>
                    <a:pt x="1372095" y="1002461"/>
                  </a:lnTo>
                  <a:lnTo>
                    <a:pt x="1370228" y="1000594"/>
                  </a:lnTo>
                  <a:lnTo>
                    <a:pt x="1369110" y="1000125"/>
                  </a:lnTo>
                  <a:lnTo>
                    <a:pt x="1366481" y="1000125"/>
                  </a:lnTo>
                  <a:lnTo>
                    <a:pt x="1365364" y="1000594"/>
                  </a:lnTo>
                  <a:lnTo>
                    <a:pt x="1363497" y="1002461"/>
                  </a:lnTo>
                  <a:lnTo>
                    <a:pt x="1363027" y="1003579"/>
                  </a:lnTo>
                  <a:lnTo>
                    <a:pt x="1363027" y="1006208"/>
                  </a:lnTo>
                  <a:lnTo>
                    <a:pt x="1363497" y="1007325"/>
                  </a:lnTo>
                  <a:lnTo>
                    <a:pt x="1365364" y="1009192"/>
                  </a:lnTo>
                  <a:lnTo>
                    <a:pt x="1366481" y="1009650"/>
                  </a:lnTo>
                  <a:lnTo>
                    <a:pt x="1369110" y="1009650"/>
                  </a:lnTo>
                  <a:lnTo>
                    <a:pt x="1370228" y="1009192"/>
                  </a:lnTo>
                  <a:lnTo>
                    <a:pt x="1372095" y="1007325"/>
                  </a:lnTo>
                  <a:lnTo>
                    <a:pt x="1372552" y="1006208"/>
                  </a:lnTo>
                  <a:lnTo>
                    <a:pt x="1372552" y="1003579"/>
                  </a:lnTo>
                  <a:close/>
                </a:path>
                <a:path w="6486525" h="2628900">
                  <a:moveTo>
                    <a:pt x="1372552" y="955954"/>
                  </a:moveTo>
                  <a:lnTo>
                    <a:pt x="1372095" y="954836"/>
                  </a:lnTo>
                  <a:lnTo>
                    <a:pt x="1370228" y="952969"/>
                  </a:lnTo>
                  <a:lnTo>
                    <a:pt x="1369110" y="952500"/>
                  </a:lnTo>
                  <a:lnTo>
                    <a:pt x="1366481" y="952500"/>
                  </a:lnTo>
                  <a:lnTo>
                    <a:pt x="1365364" y="952969"/>
                  </a:lnTo>
                  <a:lnTo>
                    <a:pt x="1363497" y="954836"/>
                  </a:lnTo>
                  <a:lnTo>
                    <a:pt x="1363027" y="955954"/>
                  </a:lnTo>
                  <a:lnTo>
                    <a:pt x="1363027" y="958583"/>
                  </a:lnTo>
                  <a:lnTo>
                    <a:pt x="1363497" y="959700"/>
                  </a:lnTo>
                  <a:lnTo>
                    <a:pt x="1365364" y="961567"/>
                  </a:lnTo>
                  <a:lnTo>
                    <a:pt x="1366481" y="962025"/>
                  </a:lnTo>
                  <a:lnTo>
                    <a:pt x="1369110" y="962025"/>
                  </a:lnTo>
                  <a:lnTo>
                    <a:pt x="1370228" y="961567"/>
                  </a:lnTo>
                  <a:lnTo>
                    <a:pt x="1372095" y="959700"/>
                  </a:lnTo>
                  <a:lnTo>
                    <a:pt x="1372552" y="958583"/>
                  </a:lnTo>
                  <a:lnTo>
                    <a:pt x="1372552" y="955954"/>
                  </a:lnTo>
                  <a:close/>
                </a:path>
                <a:path w="6486525" h="2628900">
                  <a:moveTo>
                    <a:pt x="1372552" y="908329"/>
                  </a:moveTo>
                  <a:lnTo>
                    <a:pt x="1372095" y="907211"/>
                  </a:lnTo>
                  <a:lnTo>
                    <a:pt x="1370228" y="905344"/>
                  </a:lnTo>
                  <a:lnTo>
                    <a:pt x="1369110" y="904875"/>
                  </a:lnTo>
                  <a:lnTo>
                    <a:pt x="1366481" y="904875"/>
                  </a:lnTo>
                  <a:lnTo>
                    <a:pt x="1365364" y="905344"/>
                  </a:lnTo>
                  <a:lnTo>
                    <a:pt x="1363497" y="907211"/>
                  </a:lnTo>
                  <a:lnTo>
                    <a:pt x="1363027" y="908329"/>
                  </a:lnTo>
                  <a:lnTo>
                    <a:pt x="1363027" y="910958"/>
                  </a:lnTo>
                  <a:lnTo>
                    <a:pt x="1363497" y="912075"/>
                  </a:lnTo>
                  <a:lnTo>
                    <a:pt x="1365364" y="913942"/>
                  </a:lnTo>
                  <a:lnTo>
                    <a:pt x="1366481" y="914400"/>
                  </a:lnTo>
                  <a:lnTo>
                    <a:pt x="1369110" y="914400"/>
                  </a:lnTo>
                  <a:lnTo>
                    <a:pt x="1370228" y="913942"/>
                  </a:lnTo>
                  <a:lnTo>
                    <a:pt x="1372095" y="912075"/>
                  </a:lnTo>
                  <a:lnTo>
                    <a:pt x="1372552" y="910958"/>
                  </a:lnTo>
                  <a:lnTo>
                    <a:pt x="1372552" y="908329"/>
                  </a:lnTo>
                  <a:close/>
                </a:path>
                <a:path w="6486525" h="2628900">
                  <a:moveTo>
                    <a:pt x="1372552" y="860704"/>
                  </a:moveTo>
                  <a:lnTo>
                    <a:pt x="1372095" y="859586"/>
                  </a:lnTo>
                  <a:lnTo>
                    <a:pt x="1370228" y="857719"/>
                  </a:lnTo>
                  <a:lnTo>
                    <a:pt x="1369110" y="857250"/>
                  </a:lnTo>
                  <a:lnTo>
                    <a:pt x="1366481" y="857250"/>
                  </a:lnTo>
                  <a:lnTo>
                    <a:pt x="1365364" y="857719"/>
                  </a:lnTo>
                  <a:lnTo>
                    <a:pt x="1363497" y="859586"/>
                  </a:lnTo>
                  <a:lnTo>
                    <a:pt x="1363027" y="860704"/>
                  </a:lnTo>
                  <a:lnTo>
                    <a:pt x="1363027" y="863333"/>
                  </a:lnTo>
                  <a:lnTo>
                    <a:pt x="1363497" y="864450"/>
                  </a:lnTo>
                  <a:lnTo>
                    <a:pt x="1365364" y="866317"/>
                  </a:lnTo>
                  <a:lnTo>
                    <a:pt x="1366481" y="866775"/>
                  </a:lnTo>
                  <a:lnTo>
                    <a:pt x="1369110" y="866775"/>
                  </a:lnTo>
                  <a:lnTo>
                    <a:pt x="1370228" y="866317"/>
                  </a:lnTo>
                  <a:lnTo>
                    <a:pt x="1372095" y="864450"/>
                  </a:lnTo>
                  <a:lnTo>
                    <a:pt x="1372552" y="863333"/>
                  </a:lnTo>
                  <a:lnTo>
                    <a:pt x="1372552" y="860704"/>
                  </a:lnTo>
                  <a:close/>
                </a:path>
                <a:path w="6486525" h="2628900">
                  <a:moveTo>
                    <a:pt x="1372552" y="813079"/>
                  </a:moveTo>
                  <a:lnTo>
                    <a:pt x="1372095" y="811961"/>
                  </a:lnTo>
                  <a:lnTo>
                    <a:pt x="1370228" y="810094"/>
                  </a:lnTo>
                  <a:lnTo>
                    <a:pt x="1369110" y="809625"/>
                  </a:lnTo>
                  <a:lnTo>
                    <a:pt x="1366481" y="809625"/>
                  </a:lnTo>
                  <a:lnTo>
                    <a:pt x="1365364" y="810094"/>
                  </a:lnTo>
                  <a:lnTo>
                    <a:pt x="1363497" y="811961"/>
                  </a:lnTo>
                  <a:lnTo>
                    <a:pt x="1363027" y="813079"/>
                  </a:lnTo>
                  <a:lnTo>
                    <a:pt x="1363027" y="815708"/>
                  </a:lnTo>
                  <a:lnTo>
                    <a:pt x="1363497" y="816825"/>
                  </a:lnTo>
                  <a:lnTo>
                    <a:pt x="1365364" y="818692"/>
                  </a:lnTo>
                  <a:lnTo>
                    <a:pt x="1366481" y="819150"/>
                  </a:lnTo>
                  <a:lnTo>
                    <a:pt x="1369110" y="819150"/>
                  </a:lnTo>
                  <a:lnTo>
                    <a:pt x="1370228" y="818692"/>
                  </a:lnTo>
                  <a:lnTo>
                    <a:pt x="1372095" y="816825"/>
                  </a:lnTo>
                  <a:lnTo>
                    <a:pt x="1372552" y="815708"/>
                  </a:lnTo>
                  <a:lnTo>
                    <a:pt x="1372552" y="813079"/>
                  </a:lnTo>
                  <a:close/>
                </a:path>
                <a:path w="6486525" h="2628900">
                  <a:moveTo>
                    <a:pt x="1372552" y="765454"/>
                  </a:moveTo>
                  <a:lnTo>
                    <a:pt x="1372095" y="764336"/>
                  </a:lnTo>
                  <a:lnTo>
                    <a:pt x="1370228" y="762469"/>
                  </a:lnTo>
                  <a:lnTo>
                    <a:pt x="1369110" y="762000"/>
                  </a:lnTo>
                  <a:lnTo>
                    <a:pt x="1366481" y="762000"/>
                  </a:lnTo>
                  <a:lnTo>
                    <a:pt x="1365364" y="762469"/>
                  </a:lnTo>
                  <a:lnTo>
                    <a:pt x="1363497" y="764336"/>
                  </a:lnTo>
                  <a:lnTo>
                    <a:pt x="1363027" y="765454"/>
                  </a:lnTo>
                  <a:lnTo>
                    <a:pt x="1363027" y="768083"/>
                  </a:lnTo>
                  <a:lnTo>
                    <a:pt x="1363497" y="769200"/>
                  </a:lnTo>
                  <a:lnTo>
                    <a:pt x="1365364" y="771067"/>
                  </a:lnTo>
                  <a:lnTo>
                    <a:pt x="1366481" y="771525"/>
                  </a:lnTo>
                  <a:lnTo>
                    <a:pt x="1369110" y="771525"/>
                  </a:lnTo>
                  <a:lnTo>
                    <a:pt x="1370228" y="771067"/>
                  </a:lnTo>
                  <a:lnTo>
                    <a:pt x="1372095" y="769200"/>
                  </a:lnTo>
                  <a:lnTo>
                    <a:pt x="1372552" y="768083"/>
                  </a:lnTo>
                  <a:lnTo>
                    <a:pt x="1372552" y="765454"/>
                  </a:lnTo>
                  <a:close/>
                </a:path>
                <a:path w="6486525" h="2628900">
                  <a:moveTo>
                    <a:pt x="1372552" y="717829"/>
                  </a:moveTo>
                  <a:lnTo>
                    <a:pt x="1372095" y="716711"/>
                  </a:lnTo>
                  <a:lnTo>
                    <a:pt x="1370228" y="714844"/>
                  </a:lnTo>
                  <a:lnTo>
                    <a:pt x="1369110" y="714375"/>
                  </a:lnTo>
                  <a:lnTo>
                    <a:pt x="1366481" y="714375"/>
                  </a:lnTo>
                  <a:lnTo>
                    <a:pt x="1365364" y="714844"/>
                  </a:lnTo>
                  <a:lnTo>
                    <a:pt x="1363497" y="716711"/>
                  </a:lnTo>
                  <a:lnTo>
                    <a:pt x="1363027" y="717829"/>
                  </a:lnTo>
                  <a:lnTo>
                    <a:pt x="1363027" y="720458"/>
                  </a:lnTo>
                  <a:lnTo>
                    <a:pt x="1363497" y="721575"/>
                  </a:lnTo>
                  <a:lnTo>
                    <a:pt x="1365364" y="723442"/>
                  </a:lnTo>
                  <a:lnTo>
                    <a:pt x="1366481" y="723900"/>
                  </a:lnTo>
                  <a:lnTo>
                    <a:pt x="1369110" y="723900"/>
                  </a:lnTo>
                  <a:lnTo>
                    <a:pt x="1370228" y="723442"/>
                  </a:lnTo>
                  <a:lnTo>
                    <a:pt x="1372095" y="721575"/>
                  </a:lnTo>
                  <a:lnTo>
                    <a:pt x="1372552" y="720458"/>
                  </a:lnTo>
                  <a:lnTo>
                    <a:pt x="1372552" y="717829"/>
                  </a:lnTo>
                  <a:close/>
                </a:path>
                <a:path w="6486525" h="2628900">
                  <a:moveTo>
                    <a:pt x="1372552" y="670204"/>
                  </a:moveTo>
                  <a:lnTo>
                    <a:pt x="1372095" y="669086"/>
                  </a:lnTo>
                  <a:lnTo>
                    <a:pt x="1370228" y="667219"/>
                  </a:lnTo>
                  <a:lnTo>
                    <a:pt x="1369110" y="666750"/>
                  </a:lnTo>
                  <a:lnTo>
                    <a:pt x="1366481" y="666750"/>
                  </a:lnTo>
                  <a:lnTo>
                    <a:pt x="1365364" y="667219"/>
                  </a:lnTo>
                  <a:lnTo>
                    <a:pt x="1363497" y="669086"/>
                  </a:lnTo>
                  <a:lnTo>
                    <a:pt x="1363027" y="670204"/>
                  </a:lnTo>
                  <a:lnTo>
                    <a:pt x="1363027" y="672833"/>
                  </a:lnTo>
                  <a:lnTo>
                    <a:pt x="1363497" y="673950"/>
                  </a:lnTo>
                  <a:lnTo>
                    <a:pt x="1365364" y="675817"/>
                  </a:lnTo>
                  <a:lnTo>
                    <a:pt x="1366481" y="676275"/>
                  </a:lnTo>
                  <a:lnTo>
                    <a:pt x="1369110" y="676275"/>
                  </a:lnTo>
                  <a:lnTo>
                    <a:pt x="1370228" y="675817"/>
                  </a:lnTo>
                  <a:lnTo>
                    <a:pt x="1372095" y="673950"/>
                  </a:lnTo>
                  <a:lnTo>
                    <a:pt x="1372552" y="672833"/>
                  </a:lnTo>
                  <a:lnTo>
                    <a:pt x="1372552" y="670204"/>
                  </a:lnTo>
                  <a:close/>
                </a:path>
                <a:path w="6486525" h="2628900">
                  <a:moveTo>
                    <a:pt x="1372552" y="622579"/>
                  </a:moveTo>
                  <a:lnTo>
                    <a:pt x="1372095" y="621461"/>
                  </a:lnTo>
                  <a:lnTo>
                    <a:pt x="1370228" y="619594"/>
                  </a:lnTo>
                  <a:lnTo>
                    <a:pt x="1369110" y="619125"/>
                  </a:lnTo>
                  <a:lnTo>
                    <a:pt x="1366481" y="619125"/>
                  </a:lnTo>
                  <a:lnTo>
                    <a:pt x="1365364" y="619594"/>
                  </a:lnTo>
                  <a:lnTo>
                    <a:pt x="1363497" y="621461"/>
                  </a:lnTo>
                  <a:lnTo>
                    <a:pt x="1363027" y="622579"/>
                  </a:lnTo>
                  <a:lnTo>
                    <a:pt x="1363027" y="625208"/>
                  </a:lnTo>
                  <a:lnTo>
                    <a:pt x="1363497" y="626325"/>
                  </a:lnTo>
                  <a:lnTo>
                    <a:pt x="1365364" y="628192"/>
                  </a:lnTo>
                  <a:lnTo>
                    <a:pt x="1366481" y="628650"/>
                  </a:lnTo>
                  <a:lnTo>
                    <a:pt x="1369110" y="628650"/>
                  </a:lnTo>
                  <a:lnTo>
                    <a:pt x="1370228" y="628192"/>
                  </a:lnTo>
                  <a:lnTo>
                    <a:pt x="1372095" y="626325"/>
                  </a:lnTo>
                  <a:lnTo>
                    <a:pt x="1372552" y="625208"/>
                  </a:lnTo>
                  <a:lnTo>
                    <a:pt x="1372552" y="622579"/>
                  </a:lnTo>
                  <a:close/>
                </a:path>
                <a:path w="6486525" h="2628900">
                  <a:moveTo>
                    <a:pt x="1372552" y="574954"/>
                  </a:moveTo>
                  <a:lnTo>
                    <a:pt x="1372095" y="573836"/>
                  </a:lnTo>
                  <a:lnTo>
                    <a:pt x="1370228" y="571969"/>
                  </a:lnTo>
                  <a:lnTo>
                    <a:pt x="1369110" y="571500"/>
                  </a:lnTo>
                  <a:lnTo>
                    <a:pt x="1366481" y="571500"/>
                  </a:lnTo>
                  <a:lnTo>
                    <a:pt x="1365364" y="571969"/>
                  </a:lnTo>
                  <a:lnTo>
                    <a:pt x="1363497" y="573836"/>
                  </a:lnTo>
                  <a:lnTo>
                    <a:pt x="1363027" y="574954"/>
                  </a:lnTo>
                  <a:lnTo>
                    <a:pt x="1363027" y="577583"/>
                  </a:lnTo>
                  <a:lnTo>
                    <a:pt x="1363497" y="578700"/>
                  </a:lnTo>
                  <a:lnTo>
                    <a:pt x="1365364" y="580567"/>
                  </a:lnTo>
                  <a:lnTo>
                    <a:pt x="1366481" y="581025"/>
                  </a:lnTo>
                  <a:lnTo>
                    <a:pt x="1369110" y="581025"/>
                  </a:lnTo>
                  <a:lnTo>
                    <a:pt x="1370228" y="580567"/>
                  </a:lnTo>
                  <a:lnTo>
                    <a:pt x="1372095" y="578700"/>
                  </a:lnTo>
                  <a:lnTo>
                    <a:pt x="1372552" y="577583"/>
                  </a:lnTo>
                  <a:lnTo>
                    <a:pt x="1372552" y="574954"/>
                  </a:lnTo>
                  <a:close/>
                </a:path>
                <a:path w="6486525" h="2628900">
                  <a:moveTo>
                    <a:pt x="1372552" y="527329"/>
                  </a:moveTo>
                  <a:lnTo>
                    <a:pt x="1372095" y="526211"/>
                  </a:lnTo>
                  <a:lnTo>
                    <a:pt x="1370228" y="524344"/>
                  </a:lnTo>
                  <a:lnTo>
                    <a:pt x="1369110" y="523875"/>
                  </a:lnTo>
                  <a:lnTo>
                    <a:pt x="1366481" y="523875"/>
                  </a:lnTo>
                  <a:lnTo>
                    <a:pt x="1365364" y="524344"/>
                  </a:lnTo>
                  <a:lnTo>
                    <a:pt x="1363497" y="526211"/>
                  </a:lnTo>
                  <a:lnTo>
                    <a:pt x="1363027" y="527329"/>
                  </a:lnTo>
                  <a:lnTo>
                    <a:pt x="1363027" y="529958"/>
                  </a:lnTo>
                  <a:lnTo>
                    <a:pt x="1363497" y="531075"/>
                  </a:lnTo>
                  <a:lnTo>
                    <a:pt x="1365364" y="532942"/>
                  </a:lnTo>
                  <a:lnTo>
                    <a:pt x="1366481" y="533400"/>
                  </a:lnTo>
                  <a:lnTo>
                    <a:pt x="1369110" y="533400"/>
                  </a:lnTo>
                  <a:lnTo>
                    <a:pt x="1370228" y="532942"/>
                  </a:lnTo>
                  <a:lnTo>
                    <a:pt x="1372095" y="531075"/>
                  </a:lnTo>
                  <a:lnTo>
                    <a:pt x="1372552" y="529958"/>
                  </a:lnTo>
                  <a:lnTo>
                    <a:pt x="1372552" y="527329"/>
                  </a:lnTo>
                  <a:close/>
                </a:path>
                <a:path w="6486525" h="2628900">
                  <a:moveTo>
                    <a:pt x="1372552" y="479704"/>
                  </a:moveTo>
                  <a:lnTo>
                    <a:pt x="1372095" y="478586"/>
                  </a:lnTo>
                  <a:lnTo>
                    <a:pt x="1370228" y="476719"/>
                  </a:lnTo>
                  <a:lnTo>
                    <a:pt x="1369110" y="476250"/>
                  </a:lnTo>
                  <a:lnTo>
                    <a:pt x="1366481" y="476250"/>
                  </a:lnTo>
                  <a:lnTo>
                    <a:pt x="1365364" y="476719"/>
                  </a:lnTo>
                  <a:lnTo>
                    <a:pt x="1363497" y="478586"/>
                  </a:lnTo>
                  <a:lnTo>
                    <a:pt x="1363027" y="479704"/>
                  </a:lnTo>
                  <a:lnTo>
                    <a:pt x="1363027" y="482333"/>
                  </a:lnTo>
                  <a:lnTo>
                    <a:pt x="1363497" y="483450"/>
                  </a:lnTo>
                  <a:lnTo>
                    <a:pt x="1365364" y="485317"/>
                  </a:lnTo>
                  <a:lnTo>
                    <a:pt x="1366481" y="485775"/>
                  </a:lnTo>
                  <a:lnTo>
                    <a:pt x="1369110" y="485775"/>
                  </a:lnTo>
                  <a:lnTo>
                    <a:pt x="1370228" y="485317"/>
                  </a:lnTo>
                  <a:lnTo>
                    <a:pt x="1372095" y="483450"/>
                  </a:lnTo>
                  <a:lnTo>
                    <a:pt x="1372552" y="482333"/>
                  </a:lnTo>
                  <a:lnTo>
                    <a:pt x="1372552" y="479704"/>
                  </a:lnTo>
                  <a:close/>
                </a:path>
                <a:path w="6486525" h="2628900">
                  <a:moveTo>
                    <a:pt x="1372552" y="432079"/>
                  </a:moveTo>
                  <a:lnTo>
                    <a:pt x="1372095" y="430961"/>
                  </a:lnTo>
                  <a:lnTo>
                    <a:pt x="1370228" y="429094"/>
                  </a:lnTo>
                  <a:lnTo>
                    <a:pt x="1369110" y="428625"/>
                  </a:lnTo>
                  <a:lnTo>
                    <a:pt x="1366481" y="428625"/>
                  </a:lnTo>
                  <a:lnTo>
                    <a:pt x="1365364" y="429094"/>
                  </a:lnTo>
                  <a:lnTo>
                    <a:pt x="1363497" y="430961"/>
                  </a:lnTo>
                  <a:lnTo>
                    <a:pt x="1363027" y="432079"/>
                  </a:lnTo>
                  <a:lnTo>
                    <a:pt x="1363027" y="434708"/>
                  </a:lnTo>
                  <a:lnTo>
                    <a:pt x="1363497" y="435825"/>
                  </a:lnTo>
                  <a:lnTo>
                    <a:pt x="1365364" y="437692"/>
                  </a:lnTo>
                  <a:lnTo>
                    <a:pt x="1366481" y="438150"/>
                  </a:lnTo>
                  <a:lnTo>
                    <a:pt x="1369110" y="438150"/>
                  </a:lnTo>
                  <a:lnTo>
                    <a:pt x="1370228" y="437692"/>
                  </a:lnTo>
                  <a:lnTo>
                    <a:pt x="1372095" y="435825"/>
                  </a:lnTo>
                  <a:lnTo>
                    <a:pt x="1372552" y="434708"/>
                  </a:lnTo>
                  <a:lnTo>
                    <a:pt x="1372552" y="432079"/>
                  </a:lnTo>
                  <a:close/>
                </a:path>
                <a:path w="6486525" h="2628900">
                  <a:moveTo>
                    <a:pt x="1372552" y="384454"/>
                  </a:moveTo>
                  <a:lnTo>
                    <a:pt x="1372095" y="383336"/>
                  </a:lnTo>
                  <a:lnTo>
                    <a:pt x="1370228" y="381469"/>
                  </a:lnTo>
                  <a:lnTo>
                    <a:pt x="1369110" y="381000"/>
                  </a:lnTo>
                  <a:lnTo>
                    <a:pt x="1366481" y="381000"/>
                  </a:lnTo>
                  <a:lnTo>
                    <a:pt x="1365364" y="381469"/>
                  </a:lnTo>
                  <a:lnTo>
                    <a:pt x="1363497" y="383336"/>
                  </a:lnTo>
                  <a:lnTo>
                    <a:pt x="1363027" y="384454"/>
                  </a:lnTo>
                  <a:lnTo>
                    <a:pt x="1363027" y="387083"/>
                  </a:lnTo>
                  <a:lnTo>
                    <a:pt x="1363497" y="388200"/>
                  </a:lnTo>
                  <a:lnTo>
                    <a:pt x="1365364" y="390067"/>
                  </a:lnTo>
                  <a:lnTo>
                    <a:pt x="1366481" y="390525"/>
                  </a:lnTo>
                  <a:lnTo>
                    <a:pt x="1369110" y="390525"/>
                  </a:lnTo>
                  <a:lnTo>
                    <a:pt x="1370228" y="390067"/>
                  </a:lnTo>
                  <a:lnTo>
                    <a:pt x="1372095" y="388200"/>
                  </a:lnTo>
                  <a:lnTo>
                    <a:pt x="1372552" y="387083"/>
                  </a:lnTo>
                  <a:lnTo>
                    <a:pt x="1372552" y="384454"/>
                  </a:lnTo>
                  <a:close/>
                </a:path>
                <a:path w="6486525" h="2628900">
                  <a:moveTo>
                    <a:pt x="1372552" y="336829"/>
                  </a:moveTo>
                  <a:lnTo>
                    <a:pt x="1372095" y="335711"/>
                  </a:lnTo>
                  <a:lnTo>
                    <a:pt x="1370228" y="333844"/>
                  </a:lnTo>
                  <a:lnTo>
                    <a:pt x="1369110" y="333375"/>
                  </a:lnTo>
                  <a:lnTo>
                    <a:pt x="1366481" y="333375"/>
                  </a:lnTo>
                  <a:lnTo>
                    <a:pt x="1365364" y="333844"/>
                  </a:lnTo>
                  <a:lnTo>
                    <a:pt x="1363497" y="335711"/>
                  </a:lnTo>
                  <a:lnTo>
                    <a:pt x="1363027" y="336829"/>
                  </a:lnTo>
                  <a:lnTo>
                    <a:pt x="1363027" y="339458"/>
                  </a:lnTo>
                  <a:lnTo>
                    <a:pt x="1363497" y="340575"/>
                  </a:lnTo>
                  <a:lnTo>
                    <a:pt x="1365364" y="342442"/>
                  </a:lnTo>
                  <a:lnTo>
                    <a:pt x="1366481" y="342900"/>
                  </a:lnTo>
                  <a:lnTo>
                    <a:pt x="1369110" y="342900"/>
                  </a:lnTo>
                  <a:lnTo>
                    <a:pt x="1370228" y="342442"/>
                  </a:lnTo>
                  <a:lnTo>
                    <a:pt x="1372095" y="340575"/>
                  </a:lnTo>
                  <a:lnTo>
                    <a:pt x="1372552" y="339458"/>
                  </a:lnTo>
                  <a:lnTo>
                    <a:pt x="1372552" y="336829"/>
                  </a:lnTo>
                  <a:close/>
                </a:path>
                <a:path w="6486525" h="2628900">
                  <a:moveTo>
                    <a:pt x="1372552" y="289204"/>
                  </a:moveTo>
                  <a:lnTo>
                    <a:pt x="1372095" y="288086"/>
                  </a:lnTo>
                  <a:lnTo>
                    <a:pt x="1370228" y="286219"/>
                  </a:lnTo>
                  <a:lnTo>
                    <a:pt x="1369110" y="285750"/>
                  </a:lnTo>
                  <a:lnTo>
                    <a:pt x="1366481" y="285750"/>
                  </a:lnTo>
                  <a:lnTo>
                    <a:pt x="1365364" y="286219"/>
                  </a:lnTo>
                  <a:lnTo>
                    <a:pt x="1363497" y="288086"/>
                  </a:lnTo>
                  <a:lnTo>
                    <a:pt x="1363027" y="289204"/>
                  </a:lnTo>
                  <a:lnTo>
                    <a:pt x="1363027" y="291833"/>
                  </a:lnTo>
                  <a:lnTo>
                    <a:pt x="1363497" y="292950"/>
                  </a:lnTo>
                  <a:lnTo>
                    <a:pt x="1365364" y="294817"/>
                  </a:lnTo>
                  <a:lnTo>
                    <a:pt x="1366481" y="295275"/>
                  </a:lnTo>
                  <a:lnTo>
                    <a:pt x="1369110" y="295275"/>
                  </a:lnTo>
                  <a:lnTo>
                    <a:pt x="1370228" y="294817"/>
                  </a:lnTo>
                  <a:lnTo>
                    <a:pt x="1372095" y="292950"/>
                  </a:lnTo>
                  <a:lnTo>
                    <a:pt x="1372552" y="291833"/>
                  </a:lnTo>
                  <a:lnTo>
                    <a:pt x="1372552" y="289204"/>
                  </a:lnTo>
                  <a:close/>
                </a:path>
                <a:path w="6486525" h="2628900">
                  <a:moveTo>
                    <a:pt x="1372552" y="241579"/>
                  </a:moveTo>
                  <a:lnTo>
                    <a:pt x="1372095" y="240461"/>
                  </a:lnTo>
                  <a:lnTo>
                    <a:pt x="1370228" y="238594"/>
                  </a:lnTo>
                  <a:lnTo>
                    <a:pt x="1369110" y="238125"/>
                  </a:lnTo>
                  <a:lnTo>
                    <a:pt x="1366481" y="238125"/>
                  </a:lnTo>
                  <a:lnTo>
                    <a:pt x="1365364" y="238594"/>
                  </a:lnTo>
                  <a:lnTo>
                    <a:pt x="1363497" y="240461"/>
                  </a:lnTo>
                  <a:lnTo>
                    <a:pt x="1363027" y="241579"/>
                  </a:lnTo>
                  <a:lnTo>
                    <a:pt x="1363027" y="244208"/>
                  </a:lnTo>
                  <a:lnTo>
                    <a:pt x="1363497" y="245325"/>
                  </a:lnTo>
                  <a:lnTo>
                    <a:pt x="1365364" y="247192"/>
                  </a:lnTo>
                  <a:lnTo>
                    <a:pt x="1366481" y="247650"/>
                  </a:lnTo>
                  <a:lnTo>
                    <a:pt x="1369110" y="247650"/>
                  </a:lnTo>
                  <a:lnTo>
                    <a:pt x="1370228" y="247192"/>
                  </a:lnTo>
                  <a:lnTo>
                    <a:pt x="1372095" y="245325"/>
                  </a:lnTo>
                  <a:lnTo>
                    <a:pt x="1372552" y="244208"/>
                  </a:lnTo>
                  <a:lnTo>
                    <a:pt x="1372552" y="241579"/>
                  </a:lnTo>
                  <a:close/>
                </a:path>
                <a:path w="6486525" h="2628900">
                  <a:moveTo>
                    <a:pt x="1372552" y="193954"/>
                  </a:moveTo>
                  <a:lnTo>
                    <a:pt x="1372095" y="192836"/>
                  </a:lnTo>
                  <a:lnTo>
                    <a:pt x="1370228" y="190969"/>
                  </a:lnTo>
                  <a:lnTo>
                    <a:pt x="1369110" y="190500"/>
                  </a:lnTo>
                  <a:lnTo>
                    <a:pt x="1366481" y="190500"/>
                  </a:lnTo>
                  <a:lnTo>
                    <a:pt x="1365364" y="190969"/>
                  </a:lnTo>
                  <a:lnTo>
                    <a:pt x="1363497" y="192836"/>
                  </a:lnTo>
                  <a:lnTo>
                    <a:pt x="1363027" y="193954"/>
                  </a:lnTo>
                  <a:lnTo>
                    <a:pt x="1363027" y="196583"/>
                  </a:lnTo>
                  <a:lnTo>
                    <a:pt x="1363497" y="197700"/>
                  </a:lnTo>
                  <a:lnTo>
                    <a:pt x="1365364" y="199567"/>
                  </a:lnTo>
                  <a:lnTo>
                    <a:pt x="1366481" y="200025"/>
                  </a:lnTo>
                  <a:lnTo>
                    <a:pt x="1369110" y="200025"/>
                  </a:lnTo>
                  <a:lnTo>
                    <a:pt x="1370228" y="199567"/>
                  </a:lnTo>
                  <a:lnTo>
                    <a:pt x="1372095" y="197700"/>
                  </a:lnTo>
                  <a:lnTo>
                    <a:pt x="1372552" y="196583"/>
                  </a:lnTo>
                  <a:lnTo>
                    <a:pt x="1372552" y="193954"/>
                  </a:lnTo>
                  <a:close/>
                </a:path>
                <a:path w="6486525" h="2628900">
                  <a:moveTo>
                    <a:pt x="1372552" y="146329"/>
                  </a:moveTo>
                  <a:lnTo>
                    <a:pt x="1372095" y="145211"/>
                  </a:lnTo>
                  <a:lnTo>
                    <a:pt x="1370228" y="143344"/>
                  </a:lnTo>
                  <a:lnTo>
                    <a:pt x="1369110" y="142875"/>
                  </a:lnTo>
                  <a:lnTo>
                    <a:pt x="1366481" y="142875"/>
                  </a:lnTo>
                  <a:lnTo>
                    <a:pt x="1365364" y="143344"/>
                  </a:lnTo>
                  <a:lnTo>
                    <a:pt x="1363497" y="145211"/>
                  </a:lnTo>
                  <a:lnTo>
                    <a:pt x="1363027" y="146329"/>
                  </a:lnTo>
                  <a:lnTo>
                    <a:pt x="1363027" y="148958"/>
                  </a:lnTo>
                  <a:lnTo>
                    <a:pt x="1363497" y="150075"/>
                  </a:lnTo>
                  <a:lnTo>
                    <a:pt x="1365364" y="151942"/>
                  </a:lnTo>
                  <a:lnTo>
                    <a:pt x="1366481" y="152400"/>
                  </a:lnTo>
                  <a:lnTo>
                    <a:pt x="1369110" y="152400"/>
                  </a:lnTo>
                  <a:lnTo>
                    <a:pt x="1370228" y="151942"/>
                  </a:lnTo>
                  <a:lnTo>
                    <a:pt x="1372095" y="150075"/>
                  </a:lnTo>
                  <a:lnTo>
                    <a:pt x="1372552" y="148958"/>
                  </a:lnTo>
                  <a:lnTo>
                    <a:pt x="1372552" y="146329"/>
                  </a:lnTo>
                  <a:close/>
                </a:path>
                <a:path w="6486525" h="2628900">
                  <a:moveTo>
                    <a:pt x="1372552" y="98704"/>
                  </a:moveTo>
                  <a:lnTo>
                    <a:pt x="1372095" y="97586"/>
                  </a:lnTo>
                  <a:lnTo>
                    <a:pt x="1370228" y="95719"/>
                  </a:lnTo>
                  <a:lnTo>
                    <a:pt x="1369110" y="95250"/>
                  </a:lnTo>
                  <a:lnTo>
                    <a:pt x="1366481" y="95250"/>
                  </a:lnTo>
                  <a:lnTo>
                    <a:pt x="1365364" y="95719"/>
                  </a:lnTo>
                  <a:lnTo>
                    <a:pt x="1363497" y="97586"/>
                  </a:lnTo>
                  <a:lnTo>
                    <a:pt x="1363027" y="98704"/>
                  </a:lnTo>
                  <a:lnTo>
                    <a:pt x="1363027" y="101333"/>
                  </a:lnTo>
                  <a:lnTo>
                    <a:pt x="1363497" y="102450"/>
                  </a:lnTo>
                  <a:lnTo>
                    <a:pt x="1365364" y="104317"/>
                  </a:lnTo>
                  <a:lnTo>
                    <a:pt x="1366481" y="104775"/>
                  </a:lnTo>
                  <a:lnTo>
                    <a:pt x="1369110" y="104775"/>
                  </a:lnTo>
                  <a:lnTo>
                    <a:pt x="1370228" y="104317"/>
                  </a:lnTo>
                  <a:lnTo>
                    <a:pt x="1372095" y="102450"/>
                  </a:lnTo>
                  <a:lnTo>
                    <a:pt x="1372552" y="101333"/>
                  </a:lnTo>
                  <a:lnTo>
                    <a:pt x="1372552" y="98704"/>
                  </a:lnTo>
                  <a:close/>
                </a:path>
                <a:path w="6486525" h="2628900">
                  <a:moveTo>
                    <a:pt x="1372552" y="51079"/>
                  </a:moveTo>
                  <a:lnTo>
                    <a:pt x="1372095" y="49961"/>
                  </a:lnTo>
                  <a:lnTo>
                    <a:pt x="1370228" y="48094"/>
                  </a:lnTo>
                  <a:lnTo>
                    <a:pt x="1369110" y="47625"/>
                  </a:lnTo>
                  <a:lnTo>
                    <a:pt x="1366481" y="47625"/>
                  </a:lnTo>
                  <a:lnTo>
                    <a:pt x="1365364" y="48094"/>
                  </a:lnTo>
                  <a:lnTo>
                    <a:pt x="1363497" y="49961"/>
                  </a:lnTo>
                  <a:lnTo>
                    <a:pt x="1363027" y="51079"/>
                  </a:lnTo>
                  <a:lnTo>
                    <a:pt x="1363027" y="53708"/>
                  </a:lnTo>
                  <a:lnTo>
                    <a:pt x="1363497" y="54825"/>
                  </a:lnTo>
                  <a:lnTo>
                    <a:pt x="1365364" y="56692"/>
                  </a:lnTo>
                  <a:lnTo>
                    <a:pt x="1366481" y="57150"/>
                  </a:lnTo>
                  <a:lnTo>
                    <a:pt x="1369110" y="57150"/>
                  </a:lnTo>
                  <a:lnTo>
                    <a:pt x="1370228" y="56692"/>
                  </a:lnTo>
                  <a:lnTo>
                    <a:pt x="1372095" y="54825"/>
                  </a:lnTo>
                  <a:lnTo>
                    <a:pt x="1372552" y="53708"/>
                  </a:lnTo>
                  <a:lnTo>
                    <a:pt x="1372552" y="51079"/>
                  </a:lnTo>
                  <a:close/>
                </a:path>
                <a:path w="6486525" h="2628900">
                  <a:moveTo>
                    <a:pt x="1372552" y="3454"/>
                  </a:moveTo>
                  <a:lnTo>
                    <a:pt x="1372095" y="2336"/>
                  </a:lnTo>
                  <a:lnTo>
                    <a:pt x="1370228" y="469"/>
                  </a:lnTo>
                  <a:lnTo>
                    <a:pt x="1369110" y="0"/>
                  </a:lnTo>
                  <a:lnTo>
                    <a:pt x="1366481" y="0"/>
                  </a:lnTo>
                  <a:lnTo>
                    <a:pt x="1365364" y="469"/>
                  </a:lnTo>
                  <a:lnTo>
                    <a:pt x="1363497" y="2336"/>
                  </a:lnTo>
                  <a:lnTo>
                    <a:pt x="1363027" y="3454"/>
                  </a:lnTo>
                  <a:lnTo>
                    <a:pt x="1363027" y="6083"/>
                  </a:lnTo>
                  <a:lnTo>
                    <a:pt x="1363497" y="7200"/>
                  </a:lnTo>
                  <a:lnTo>
                    <a:pt x="1365364" y="9067"/>
                  </a:lnTo>
                  <a:lnTo>
                    <a:pt x="1366481" y="9525"/>
                  </a:lnTo>
                  <a:lnTo>
                    <a:pt x="1369110" y="9525"/>
                  </a:lnTo>
                  <a:lnTo>
                    <a:pt x="1370228" y="9067"/>
                  </a:lnTo>
                  <a:lnTo>
                    <a:pt x="1372095" y="7200"/>
                  </a:lnTo>
                  <a:lnTo>
                    <a:pt x="1372552" y="6083"/>
                  </a:lnTo>
                  <a:lnTo>
                    <a:pt x="1372552" y="3454"/>
                  </a:lnTo>
                  <a:close/>
                </a:path>
                <a:path w="6486525" h="2628900">
                  <a:moveTo>
                    <a:pt x="1390650" y="854887"/>
                  </a:moveTo>
                  <a:lnTo>
                    <a:pt x="1390192" y="853757"/>
                  </a:lnTo>
                  <a:lnTo>
                    <a:pt x="1388325" y="851903"/>
                  </a:lnTo>
                  <a:lnTo>
                    <a:pt x="1387208" y="851433"/>
                  </a:lnTo>
                  <a:lnTo>
                    <a:pt x="1384579" y="851433"/>
                  </a:lnTo>
                  <a:lnTo>
                    <a:pt x="1383461" y="851903"/>
                  </a:lnTo>
                  <a:lnTo>
                    <a:pt x="1381594" y="853757"/>
                  </a:lnTo>
                  <a:lnTo>
                    <a:pt x="1381125" y="854887"/>
                  </a:lnTo>
                  <a:lnTo>
                    <a:pt x="1381125" y="857516"/>
                  </a:lnTo>
                  <a:lnTo>
                    <a:pt x="1381594" y="858634"/>
                  </a:lnTo>
                  <a:lnTo>
                    <a:pt x="1383461" y="860501"/>
                  </a:lnTo>
                  <a:lnTo>
                    <a:pt x="1384579" y="860958"/>
                  </a:lnTo>
                  <a:lnTo>
                    <a:pt x="1387208" y="860958"/>
                  </a:lnTo>
                  <a:lnTo>
                    <a:pt x="1388325" y="860501"/>
                  </a:lnTo>
                  <a:lnTo>
                    <a:pt x="1390192" y="858634"/>
                  </a:lnTo>
                  <a:lnTo>
                    <a:pt x="1390650" y="857516"/>
                  </a:lnTo>
                  <a:lnTo>
                    <a:pt x="1390650" y="854887"/>
                  </a:lnTo>
                  <a:close/>
                </a:path>
                <a:path w="6486525" h="2628900">
                  <a:moveTo>
                    <a:pt x="1438275" y="854887"/>
                  </a:moveTo>
                  <a:lnTo>
                    <a:pt x="1437817" y="853757"/>
                  </a:lnTo>
                  <a:lnTo>
                    <a:pt x="1435950" y="851903"/>
                  </a:lnTo>
                  <a:lnTo>
                    <a:pt x="1434833" y="851433"/>
                  </a:lnTo>
                  <a:lnTo>
                    <a:pt x="1432204" y="851433"/>
                  </a:lnTo>
                  <a:lnTo>
                    <a:pt x="1431086" y="851903"/>
                  </a:lnTo>
                  <a:lnTo>
                    <a:pt x="1429219" y="853757"/>
                  </a:lnTo>
                  <a:lnTo>
                    <a:pt x="1428750" y="854887"/>
                  </a:lnTo>
                  <a:lnTo>
                    <a:pt x="1428750" y="857516"/>
                  </a:lnTo>
                  <a:lnTo>
                    <a:pt x="1429219" y="858634"/>
                  </a:lnTo>
                  <a:lnTo>
                    <a:pt x="1431086" y="860501"/>
                  </a:lnTo>
                  <a:lnTo>
                    <a:pt x="1432204" y="860958"/>
                  </a:lnTo>
                  <a:lnTo>
                    <a:pt x="1434833" y="860958"/>
                  </a:lnTo>
                  <a:lnTo>
                    <a:pt x="1435950" y="860501"/>
                  </a:lnTo>
                  <a:lnTo>
                    <a:pt x="1437817" y="858634"/>
                  </a:lnTo>
                  <a:lnTo>
                    <a:pt x="1438275" y="857516"/>
                  </a:lnTo>
                  <a:lnTo>
                    <a:pt x="1438275" y="854887"/>
                  </a:lnTo>
                  <a:close/>
                </a:path>
                <a:path w="6486525" h="2628900">
                  <a:moveTo>
                    <a:pt x="1485900" y="854887"/>
                  </a:moveTo>
                  <a:lnTo>
                    <a:pt x="1485442" y="853757"/>
                  </a:lnTo>
                  <a:lnTo>
                    <a:pt x="1483575" y="851903"/>
                  </a:lnTo>
                  <a:lnTo>
                    <a:pt x="1482458" y="851433"/>
                  </a:lnTo>
                  <a:lnTo>
                    <a:pt x="1479829" y="851433"/>
                  </a:lnTo>
                  <a:lnTo>
                    <a:pt x="1478711" y="851903"/>
                  </a:lnTo>
                  <a:lnTo>
                    <a:pt x="1476844" y="853757"/>
                  </a:lnTo>
                  <a:lnTo>
                    <a:pt x="1476375" y="854887"/>
                  </a:lnTo>
                  <a:lnTo>
                    <a:pt x="1476375" y="857516"/>
                  </a:lnTo>
                  <a:lnTo>
                    <a:pt x="1476844" y="858634"/>
                  </a:lnTo>
                  <a:lnTo>
                    <a:pt x="1478711" y="860501"/>
                  </a:lnTo>
                  <a:lnTo>
                    <a:pt x="1479829" y="860958"/>
                  </a:lnTo>
                  <a:lnTo>
                    <a:pt x="1482458" y="860958"/>
                  </a:lnTo>
                  <a:lnTo>
                    <a:pt x="1483575" y="860501"/>
                  </a:lnTo>
                  <a:lnTo>
                    <a:pt x="1485442" y="858634"/>
                  </a:lnTo>
                  <a:lnTo>
                    <a:pt x="1485900" y="857516"/>
                  </a:lnTo>
                  <a:lnTo>
                    <a:pt x="1485900" y="854887"/>
                  </a:lnTo>
                  <a:close/>
                </a:path>
                <a:path w="6486525" h="2628900">
                  <a:moveTo>
                    <a:pt x="1533525" y="854887"/>
                  </a:moveTo>
                  <a:lnTo>
                    <a:pt x="1533067" y="853757"/>
                  </a:lnTo>
                  <a:lnTo>
                    <a:pt x="1531200" y="851903"/>
                  </a:lnTo>
                  <a:lnTo>
                    <a:pt x="1530083" y="851433"/>
                  </a:lnTo>
                  <a:lnTo>
                    <a:pt x="1527454" y="851433"/>
                  </a:lnTo>
                  <a:lnTo>
                    <a:pt x="1526336" y="851903"/>
                  </a:lnTo>
                  <a:lnTo>
                    <a:pt x="1524469" y="853757"/>
                  </a:lnTo>
                  <a:lnTo>
                    <a:pt x="1524000" y="854887"/>
                  </a:lnTo>
                  <a:lnTo>
                    <a:pt x="1524000" y="857516"/>
                  </a:lnTo>
                  <a:lnTo>
                    <a:pt x="1524469" y="858634"/>
                  </a:lnTo>
                  <a:lnTo>
                    <a:pt x="1526336" y="860501"/>
                  </a:lnTo>
                  <a:lnTo>
                    <a:pt x="1527454" y="860958"/>
                  </a:lnTo>
                  <a:lnTo>
                    <a:pt x="1530083" y="860958"/>
                  </a:lnTo>
                  <a:lnTo>
                    <a:pt x="1531200" y="860501"/>
                  </a:lnTo>
                  <a:lnTo>
                    <a:pt x="1533067" y="858634"/>
                  </a:lnTo>
                  <a:lnTo>
                    <a:pt x="1533525" y="857516"/>
                  </a:lnTo>
                  <a:lnTo>
                    <a:pt x="1533525" y="854887"/>
                  </a:lnTo>
                  <a:close/>
                </a:path>
                <a:path w="6486525" h="2628900">
                  <a:moveTo>
                    <a:pt x="1581150" y="854887"/>
                  </a:moveTo>
                  <a:lnTo>
                    <a:pt x="1580692" y="853757"/>
                  </a:lnTo>
                  <a:lnTo>
                    <a:pt x="1578825" y="851903"/>
                  </a:lnTo>
                  <a:lnTo>
                    <a:pt x="1577708" y="851433"/>
                  </a:lnTo>
                  <a:lnTo>
                    <a:pt x="1575079" y="851433"/>
                  </a:lnTo>
                  <a:lnTo>
                    <a:pt x="1573961" y="851903"/>
                  </a:lnTo>
                  <a:lnTo>
                    <a:pt x="1572094" y="853757"/>
                  </a:lnTo>
                  <a:lnTo>
                    <a:pt x="1571625" y="854887"/>
                  </a:lnTo>
                  <a:lnTo>
                    <a:pt x="1571625" y="857516"/>
                  </a:lnTo>
                  <a:lnTo>
                    <a:pt x="1572094" y="858634"/>
                  </a:lnTo>
                  <a:lnTo>
                    <a:pt x="1573961" y="860501"/>
                  </a:lnTo>
                  <a:lnTo>
                    <a:pt x="1575079" y="860958"/>
                  </a:lnTo>
                  <a:lnTo>
                    <a:pt x="1577708" y="860958"/>
                  </a:lnTo>
                  <a:lnTo>
                    <a:pt x="1578825" y="860501"/>
                  </a:lnTo>
                  <a:lnTo>
                    <a:pt x="1580692" y="858634"/>
                  </a:lnTo>
                  <a:lnTo>
                    <a:pt x="1581150" y="857516"/>
                  </a:lnTo>
                  <a:lnTo>
                    <a:pt x="1581150" y="854887"/>
                  </a:lnTo>
                  <a:close/>
                </a:path>
                <a:path w="6486525" h="2628900">
                  <a:moveTo>
                    <a:pt x="1628775" y="854887"/>
                  </a:moveTo>
                  <a:lnTo>
                    <a:pt x="1628317" y="853757"/>
                  </a:lnTo>
                  <a:lnTo>
                    <a:pt x="1626450" y="851903"/>
                  </a:lnTo>
                  <a:lnTo>
                    <a:pt x="1625333" y="851433"/>
                  </a:lnTo>
                  <a:lnTo>
                    <a:pt x="1622704" y="851433"/>
                  </a:lnTo>
                  <a:lnTo>
                    <a:pt x="1621586" y="851903"/>
                  </a:lnTo>
                  <a:lnTo>
                    <a:pt x="1619719" y="853757"/>
                  </a:lnTo>
                  <a:lnTo>
                    <a:pt x="1619250" y="854887"/>
                  </a:lnTo>
                  <a:lnTo>
                    <a:pt x="1619250" y="857516"/>
                  </a:lnTo>
                  <a:lnTo>
                    <a:pt x="1619719" y="858634"/>
                  </a:lnTo>
                  <a:lnTo>
                    <a:pt x="1621586" y="860501"/>
                  </a:lnTo>
                  <a:lnTo>
                    <a:pt x="1622704" y="860958"/>
                  </a:lnTo>
                  <a:lnTo>
                    <a:pt x="1625333" y="860958"/>
                  </a:lnTo>
                  <a:lnTo>
                    <a:pt x="1626450" y="860501"/>
                  </a:lnTo>
                  <a:lnTo>
                    <a:pt x="1628317" y="858634"/>
                  </a:lnTo>
                  <a:lnTo>
                    <a:pt x="1628775" y="857516"/>
                  </a:lnTo>
                  <a:lnTo>
                    <a:pt x="1628775" y="854887"/>
                  </a:lnTo>
                  <a:close/>
                </a:path>
                <a:path w="6486525" h="2628900">
                  <a:moveTo>
                    <a:pt x="1676400" y="854887"/>
                  </a:moveTo>
                  <a:lnTo>
                    <a:pt x="1675942" y="853757"/>
                  </a:lnTo>
                  <a:lnTo>
                    <a:pt x="1674075" y="851903"/>
                  </a:lnTo>
                  <a:lnTo>
                    <a:pt x="1672958" y="851433"/>
                  </a:lnTo>
                  <a:lnTo>
                    <a:pt x="1670329" y="851433"/>
                  </a:lnTo>
                  <a:lnTo>
                    <a:pt x="1669211" y="851903"/>
                  </a:lnTo>
                  <a:lnTo>
                    <a:pt x="1667344" y="853757"/>
                  </a:lnTo>
                  <a:lnTo>
                    <a:pt x="1666875" y="854887"/>
                  </a:lnTo>
                  <a:lnTo>
                    <a:pt x="1666875" y="857516"/>
                  </a:lnTo>
                  <a:lnTo>
                    <a:pt x="1667344" y="858634"/>
                  </a:lnTo>
                  <a:lnTo>
                    <a:pt x="1669211" y="860501"/>
                  </a:lnTo>
                  <a:lnTo>
                    <a:pt x="1670329" y="860958"/>
                  </a:lnTo>
                  <a:lnTo>
                    <a:pt x="1672958" y="860958"/>
                  </a:lnTo>
                  <a:lnTo>
                    <a:pt x="1674075" y="860501"/>
                  </a:lnTo>
                  <a:lnTo>
                    <a:pt x="1675942" y="858634"/>
                  </a:lnTo>
                  <a:lnTo>
                    <a:pt x="1676400" y="857516"/>
                  </a:lnTo>
                  <a:lnTo>
                    <a:pt x="1676400" y="854887"/>
                  </a:lnTo>
                  <a:close/>
                </a:path>
                <a:path w="6486525" h="2628900">
                  <a:moveTo>
                    <a:pt x="1724025" y="854887"/>
                  </a:moveTo>
                  <a:lnTo>
                    <a:pt x="1723567" y="853757"/>
                  </a:lnTo>
                  <a:lnTo>
                    <a:pt x="1721700" y="851903"/>
                  </a:lnTo>
                  <a:lnTo>
                    <a:pt x="1720583" y="851433"/>
                  </a:lnTo>
                  <a:lnTo>
                    <a:pt x="1717954" y="851433"/>
                  </a:lnTo>
                  <a:lnTo>
                    <a:pt x="1716836" y="851903"/>
                  </a:lnTo>
                  <a:lnTo>
                    <a:pt x="1714969" y="853757"/>
                  </a:lnTo>
                  <a:lnTo>
                    <a:pt x="1714500" y="854887"/>
                  </a:lnTo>
                  <a:lnTo>
                    <a:pt x="1714500" y="857516"/>
                  </a:lnTo>
                  <a:lnTo>
                    <a:pt x="1714969" y="858634"/>
                  </a:lnTo>
                  <a:lnTo>
                    <a:pt x="1716836" y="860501"/>
                  </a:lnTo>
                  <a:lnTo>
                    <a:pt x="1717954" y="860958"/>
                  </a:lnTo>
                  <a:lnTo>
                    <a:pt x="1720583" y="860958"/>
                  </a:lnTo>
                  <a:lnTo>
                    <a:pt x="1721700" y="860501"/>
                  </a:lnTo>
                  <a:lnTo>
                    <a:pt x="1723567" y="858634"/>
                  </a:lnTo>
                  <a:lnTo>
                    <a:pt x="1724025" y="857516"/>
                  </a:lnTo>
                  <a:lnTo>
                    <a:pt x="1724025" y="854887"/>
                  </a:lnTo>
                  <a:close/>
                </a:path>
                <a:path w="6486525" h="2628900">
                  <a:moveTo>
                    <a:pt x="1771650" y="854887"/>
                  </a:moveTo>
                  <a:lnTo>
                    <a:pt x="1771192" y="853757"/>
                  </a:lnTo>
                  <a:lnTo>
                    <a:pt x="1769325" y="851903"/>
                  </a:lnTo>
                  <a:lnTo>
                    <a:pt x="1768208" y="851433"/>
                  </a:lnTo>
                  <a:lnTo>
                    <a:pt x="1765579" y="851433"/>
                  </a:lnTo>
                  <a:lnTo>
                    <a:pt x="1764461" y="851903"/>
                  </a:lnTo>
                  <a:lnTo>
                    <a:pt x="1762594" y="853757"/>
                  </a:lnTo>
                  <a:lnTo>
                    <a:pt x="1762125" y="854887"/>
                  </a:lnTo>
                  <a:lnTo>
                    <a:pt x="1762125" y="857516"/>
                  </a:lnTo>
                  <a:lnTo>
                    <a:pt x="1762594" y="858634"/>
                  </a:lnTo>
                  <a:lnTo>
                    <a:pt x="1764461" y="860501"/>
                  </a:lnTo>
                  <a:lnTo>
                    <a:pt x="1765579" y="860958"/>
                  </a:lnTo>
                  <a:lnTo>
                    <a:pt x="1768208" y="860958"/>
                  </a:lnTo>
                  <a:lnTo>
                    <a:pt x="1769325" y="860501"/>
                  </a:lnTo>
                  <a:lnTo>
                    <a:pt x="1771192" y="858634"/>
                  </a:lnTo>
                  <a:lnTo>
                    <a:pt x="1771650" y="857516"/>
                  </a:lnTo>
                  <a:lnTo>
                    <a:pt x="1771650" y="854887"/>
                  </a:lnTo>
                  <a:close/>
                </a:path>
                <a:path w="6486525" h="2628900">
                  <a:moveTo>
                    <a:pt x="1819275" y="854887"/>
                  </a:moveTo>
                  <a:lnTo>
                    <a:pt x="1818817" y="853757"/>
                  </a:lnTo>
                  <a:lnTo>
                    <a:pt x="1816950" y="851903"/>
                  </a:lnTo>
                  <a:lnTo>
                    <a:pt x="1815833" y="851433"/>
                  </a:lnTo>
                  <a:lnTo>
                    <a:pt x="1813204" y="851433"/>
                  </a:lnTo>
                  <a:lnTo>
                    <a:pt x="1812086" y="851903"/>
                  </a:lnTo>
                  <a:lnTo>
                    <a:pt x="1810219" y="853757"/>
                  </a:lnTo>
                  <a:lnTo>
                    <a:pt x="1809750" y="854887"/>
                  </a:lnTo>
                  <a:lnTo>
                    <a:pt x="1809750" y="857516"/>
                  </a:lnTo>
                  <a:lnTo>
                    <a:pt x="1810219" y="858634"/>
                  </a:lnTo>
                  <a:lnTo>
                    <a:pt x="1812086" y="860501"/>
                  </a:lnTo>
                  <a:lnTo>
                    <a:pt x="1813204" y="860958"/>
                  </a:lnTo>
                  <a:lnTo>
                    <a:pt x="1815833" y="860958"/>
                  </a:lnTo>
                  <a:lnTo>
                    <a:pt x="1816950" y="860501"/>
                  </a:lnTo>
                  <a:lnTo>
                    <a:pt x="1818817" y="858634"/>
                  </a:lnTo>
                  <a:lnTo>
                    <a:pt x="1819275" y="857516"/>
                  </a:lnTo>
                  <a:lnTo>
                    <a:pt x="1819275" y="854887"/>
                  </a:lnTo>
                  <a:close/>
                </a:path>
                <a:path w="6486525" h="2628900">
                  <a:moveTo>
                    <a:pt x="1866900" y="854887"/>
                  </a:moveTo>
                  <a:lnTo>
                    <a:pt x="1866442" y="853757"/>
                  </a:lnTo>
                  <a:lnTo>
                    <a:pt x="1864575" y="851903"/>
                  </a:lnTo>
                  <a:lnTo>
                    <a:pt x="1863458" y="851433"/>
                  </a:lnTo>
                  <a:lnTo>
                    <a:pt x="1860829" y="851433"/>
                  </a:lnTo>
                  <a:lnTo>
                    <a:pt x="1859711" y="851903"/>
                  </a:lnTo>
                  <a:lnTo>
                    <a:pt x="1857844" y="853757"/>
                  </a:lnTo>
                  <a:lnTo>
                    <a:pt x="1857375" y="854887"/>
                  </a:lnTo>
                  <a:lnTo>
                    <a:pt x="1857375" y="857516"/>
                  </a:lnTo>
                  <a:lnTo>
                    <a:pt x="1857844" y="858634"/>
                  </a:lnTo>
                  <a:lnTo>
                    <a:pt x="1859711" y="860501"/>
                  </a:lnTo>
                  <a:lnTo>
                    <a:pt x="1860829" y="860958"/>
                  </a:lnTo>
                  <a:lnTo>
                    <a:pt x="1863458" y="860958"/>
                  </a:lnTo>
                  <a:lnTo>
                    <a:pt x="1864575" y="860501"/>
                  </a:lnTo>
                  <a:lnTo>
                    <a:pt x="1866442" y="858634"/>
                  </a:lnTo>
                  <a:lnTo>
                    <a:pt x="1866900" y="857516"/>
                  </a:lnTo>
                  <a:lnTo>
                    <a:pt x="1866900" y="854887"/>
                  </a:lnTo>
                  <a:close/>
                </a:path>
                <a:path w="6486525" h="2628900">
                  <a:moveTo>
                    <a:pt x="1914525" y="854887"/>
                  </a:moveTo>
                  <a:lnTo>
                    <a:pt x="1914067" y="853757"/>
                  </a:lnTo>
                  <a:lnTo>
                    <a:pt x="1912200" y="851903"/>
                  </a:lnTo>
                  <a:lnTo>
                    <a:pt x="1911083" y="851433"/>
                  </a:lnTo>
                  <a:lnTo>
                    <a:pt x="1908454" y="851433"/>
                  </a:lnTo>
                  <a:lnTo>
                    <a:pt x="1907336" y="851903"/>
                  </a:lnTo>
                  <a:lnTo>
                    <a:pt x="1905469" y="853757"/>
                  </a:lnTo>
                  <a:lnTo>
                    <a:pt x="1905000" y="854887"/>
                  </a:lnTo>
                  <a:lnTo>
                    <a:pt x="1905000" y="857516"/>
                  </a:lnTo>
                  <a:lnTo>
                    <a:pt x="1905469" y="858634"/>
                  </a:lnTo>
                  <a:lnTo>
                    <a:pt x="1907336" y="860501"/>
                  </a:lnTo>
                  <a:lnTo>
                    <a:pt x="1908454" y="860958"/>
                  </a:lnTo>
                  <a:lnTo>
                    <a:pt x="1911083" y="860958"/>
                  </a:lnTo>
                  <a:lnTo>
                    <a:pt x="1912200" y="860501"/>
                  </a:lnTo>
                  <a:lnTo>
                    <a:pt x="1914067" y="858634"/>
                  </a:lnTo>
                  <a:lnTo>
                    <a:pt x="1914525" y="857516"/>
                  </a:lnTo>
                  <a:lnTo>
                    <a:pt x="1914525" y="854887"/>
                  </a:lnTo>
                  <a:close/>
                </a:path>
                <a:path w="6486525" h="2628900">
                  <a:moveTo>
                    <a:pt x="1962150" y="854887"/>
                  </a:moveTo>
                  <a:lnTo>
                    <a:pt x="1961692" y="853757"/>
                  </a:lnTo>
                  <a:lnTo>
                    <a:pt x="1959825" y="851903"/>
                  </a:lnTo>
                  <a:lnTo>
                    <a:pt x="1958708" y="851433"/>
                  </a:lnTo>
                  <a:lnTo>
                    <a:pt x="1956079" y="851433"/>
                  </a:lnTo>
                  <a:lnTo>
                    <a:pt x="1954961" y="851903"/>
                  </a:lnTo>
                  <a:lnTo>
                    <a:pt x="1953094" y="853757"/>
                  </a:lnTo>
                  <a:lnTo>
                    <a:pt x="1952625" y="854887"/>
                  </a:lnTo>
                  <a:lnTo>
                    <a:pt x="1952625" y="857516"/>
                  </a:lnTo>
                  <a:lnTo>
                    <a:pt x="1953094" y="858634"/>
                  </a:lnTo>
                  <a:lnTo>
                    <a:pt x="1954961" y="860501"/>
                  </a:lnTo>
                  <a:lnTo>
                    <a:pt x="1956079" y="860958"/>
                  </a:lnTo>
                  <a:lnTo>
                    <a:pt x="1958708" y="860958"/>
                  </a:lnTo>
                  <a:lnTo>
                    <a:pt x="1959825" y="860501"/>
                  </a:lnTo>
                  <a:lnTo>
                    <a:pt x="1961692" y="858634"/>
                  </a:lnTo>
                  <a:lnTo>
                    <a:pt x="1962150" y="857516"/>
                  </a:lnTo>
                  <a:lnTo>
                    <a:pt x="1962150" y="854887"/>
                  </a:lnTo>
                  <a:close/>
                </a:path>
                <a:path w="6486525" h="2628900">
                  <a:moveTo>
                    <a:pt x="2009775" y="854887"/>
                  </a:moveTo>
                  <a:lnTo>
                    <a:pt x="2009317" y="853757"/>
                  </a:lnTo>
                  <a:lnTo>
                    <a:pt x="2007450" y="851903"/>
                  </a:lnTo>
                  <a:lnTo>
                    <a:pt x="2006333" y="851433"/>
                  </a:lnTo>
                  <a:lnTo>
                    <a:pt x="2003704" y="851433"/>
                  </a:lnTo>
                  <a:lnTo>
                    <a:pt x="2002586" y="851903"/>
                  </a:lnTo>
                  <a:lnTo>
                    <a:pt x="2000719" y="853757"/>
                  </a:lnTo>
                  <a:lnTo>
                    <a:pt x="2000250" y="854887"/>
                  </a:lnTo>
                  <a:lnTo>
                    <a:pt x="2000250" y="857516"/>
                  </a:lnTo>
                  <a:lnTo>
                    <a:pt x="2000719" y="858634"/>
                  </a:lnTo>
                  <a:lnTo>
                    <a:pt x="2002586" y="860501"/>
                  </a:lnTo>
                  <a:lnTo>
                    <a:pt x="2003704" y="860958"/>
                  </a:lnTo>
                  <a:lnTo>
                    <a:pt x="2006333" y="860958"/>
                  </a:lnTo>
                  <a:lnTo>
                    <a:pt x="2007450" y="860501"/>
                  </a:lnTo>
                  <a:lnTo>
                    <a:pt x="2009317" y="858634"/>
                  </a:lnTo>
                  <a:lnTo>
                    <a:pt x="2009775" y="857516"/>
                  </a:lnTo>
                  <a:lnTo>
                    <a:pt x="2009775" y="854887"/>
                  </a:lnTo>
                  <a:close/>
                </a:path>
                <a:path w="6486525" h="2628900">
                  <a:moveTo>
                    <a:pt x="2057400" y="854887"/>
                  </a:moveTo>
                  <a:lnTo>
                    <a:pt x="2056942" y="853757"/>
                  </a:lnTo>
                  <a:lnTo>
                    <a:pt x="2055075" y="851903"/>
                  </a:lnTo>
                  <a:lnTo>
                    <a:pt x="2053958" y="851433"/>
                  </a:lnTo>
                  <a:lnTo>
                    <a:pt x="2051329" y="851433"/>
                  </a:lnTo>
                  <a:lnTo>
                    <a:pt x="2050211" y="851903"/>
                  </a:lnTo>
                  <a:lnTo>
                    <a:pt x="2048344" y="853757"/>
                  </a:lnTo>
                  <a:lnTo>
                    <a:pt x="2047875" y="854887"/>
                  </a:lnTo>
                  <a:lnTo>
                    <a:pt x="2047875" y="857516"/>
                  </a:lnTo>
                  <a:lnTo>
                    <a:pt x="2048344" y="858634"/>
                  </a:lnTo>
                  <a:lnTo>
                    <a:pt x="2050211" y="860501"/>
                  </a:lnTo>
                  <a:lnTo>
                    <a:pt x="2051329" y="860958"/>
                  </a:lnTo>
                  <a:lnTo>
                    <a:pt x="2053958" y="860958"/>
                  </a:lnTo>
                  <a:lnTo>
                    <a:pt x="2055075" y="860501"/>
                  </a:lnTo>
                  <a:lnTo>
                    <a:pt x="2056942" y="858634"/>
                  </a:lnTo>
                  <a:lnTo>
                    <a:pt x="2057400" y="857516"/>
                  </a:lnTo>
                  <a:lnTo>
                    <a:pt x="2057400" y="854887"/>
                  </a:lnTo>
                  <a:close/>
                </a:path>
                <a:path w="6486525" h="2628900">
                  <a:moveTo>
                    <a:pt x="2105025" y="854887"/>
                  </a:moveTo>
                  <a:lnTo>
                    <a:pt x="2104567" y="853757"/>
                  </a:lnTo>
                  <a:lnTo>
                    <a:pt x="2102700" y="851903"/>
                  </a:lnTo>
                  <a:lnTo>
                    <a:pt x="2101583" y="851433"/>
                  </a:lnTo>
                  <a:lnTo>
                    <a:pt x="2098954" y="851433"/>
                  </a:lnTo>
                  <a:lnTo>
                    <a:pt x="2097836" y="851903"/>
                  </a:lnTo>
                  <a:lnTo>
                    <a:pt x="2095969" y="853757"/>
                  </a:lnTo>
                  <a:lnTo>
                    <a:pt x="2095500" y="854887"/>
                  </a:lnTo>
                  <a:lnTo>
                    <a:pt x="2095500" y="857516"/>
                  </a:lnTo>
                  <a:lnTo>
                    <a:pt x="2095969" y="858634"/>
                  </a:lnTo>
                  <a:lnTo>
                    <a:pt x="2097836" y="860501"/>
                  </a:lnTo>
                  <a:lnTo>
                    <a:pt x="2098954" y="860958"/>
                  </a:lnTo>
                  <a:lnTo>
                    <a:pt x="2101583" y="860958"/>
                  </a:lnTo>
                  <a:lnTo>
                    <a:pt x="2102700" y="860501"/>
                  </a:lnTo>
                  <a:lnTo>
                    <a:pt x="2104567" y="858634"/>
                  </a:lnTo>
                  <a:lnTo>
                    <a:pt x="2105025" y="857516"/>
                  </a:lnTo>
                  <a:lnTo>
                    <a:pt x="2105025" y="854887"/>
                  </a:lnTo>
                  <a:close/>
                </a:path>
                <a:path w="6486525" h="2628900">
                  <a:moveTo>
                    <a:pt x="2152650" y="854887"/>
                  </a:moveTo>
                  <a:lnTo>
                    <a:pt x="2152192" y="853757"/>
                  </a:lnTo>
                  <a:lnTo>
                    <a:pt x="2150326" y="851903"/>
                  </a:lnTo>
                  <a:lnTo>
                    <a:pt x="2149208" y="851433"/>
                  </a:lnTo>
                  <a:lnTo>
                    <a:pt x="2146579" y="851433"/>
                  </a:lnTo>
                  <a:lnTo>
                    <a:pt x="2145461" y="851903"/>
                  </a:lnTo>
                  <a:lnTo>
                    <a:pt x="2143595" y="853757"/>
                  </a:lnTo>
                  <a:lnTo>
                    <a:pt x="2143125" y="854887"/>
                  </a:lnTo>
                  <a:lnTo>
                    <a:pt x="2143125" y="857516"/>
                  </a:lnTo>
                  <a:lnTo>
                    <a:pt x="2143595" y="858634"/>
                  </a:lnTo>
                  <a:lnTo>
                    <a:pt x="2145461" y="860501"/>
                  </a:lnTo>
                  <a:lnTo>
                    <a:pt x="2146579" y="860958"/>
                  </a:lnTo>
                  <a:lnTo>
                    <a:pt x="2149208" y="860958"/>
                  </a:lnTo>
                  <a:lnTo>
                    <a:pt x="2150326" y="860501"/>
                  </a:lnTo>
                  <a:lnTo>
                    <a:pt x="2152192" y="858634"/>
                  </a:lnTo>
                  <a:lnTo>
                    <a:pt x="2152650" y="857516"/>
                  </a:lnTo>
                  <a:lnTo>
                    <a:pt x="2152650" y="854887"/>
                  </a:lnTo>
                  <a:close/>
                </a:path>
                <a:path w="6486525" h="2628900">
                  <a:moveTo>
                    <a:pt x="2200275" y="854887"/>
                  </a:moveTo>
                  <a:lnTo>
                    <a:pt x="2199817" y="853757"/>
                  </a:lnTo>
                  <a:lnTo>
                    <a:pt x="2197951" y="851903"/>
                  </a:lnTo>
                  <a:lnTo>
                    <a:pt x="2196833" y="851433"/>
                  </a:lnTo>
                  <a:lnTo>
                    <a:pt x="2194204" y="851433"/>
                  </a:lnTo>
                  <a:lnTo>
                    <a:pt x="2193086" y="851903"/>
                  </a:lnTo>
                  <a:lnTo>
                    <a:pt x="2191220" y="853757"/>
                  </a:lnTo>
                  <a:lnTo>
                    <a:pt x="2190750" y="854887"/>
                  </a:lnTo>
                  <a:lnTo>
                    <a:pt x="2190750" y="857516"/>
                  </a:lnTo>
                  <a:lnTo>
                    <a:pt x="2191220" y="858634"/>
                  </a:lnTo>
                  <a:lnTo>
                    <a:pt x="2193086" y="860501"/>
                  </a:lnTo>
                  <a:lnTo>
                    <a:pt x="2194204" y="860958"/>
                  </a:lnTo>
                  <a:lnTo>
                    <a:pt x="2196833" y="860958"/>
                  </a:lnTo>
                  <a:lnTo>
                    <a:pt x="2197951" y="860501"/>
                  </a:lnTo>
                  <a:lnTo>
                    <a:pt x="2199817" y="858634"/>
                  </a:lnTo>
                  <a:lnTo>
                    <a:pt x="2200275" y="857516"/>
                  </a:lnTo>
                  <a:lnTo>
                    <a:pt x="2200275" y="854887"/>
                  </a:lnTo>
                  <a:close/>
                </a:path>
                <a:path w="6486525" h="2628900">
                  <a:moveTo>
                    <a:pt x="2247900" y="854887"/>
                  </a:moveTo>
                  <a:lnTo>
                    <a:pt x="2247442" y="853757"/>
                  </a:lnTo>
                  <a:lnTo>
                    <a:pt x="2245576" y="851903"/>
                  </a:lnTo>
                  <a:lnTo>
                    <a:pt x="2244458" y="851433"/>
                  </a:lnTo>
                  <a:lnTo>
                    <a:pt x="2241829" y="851433"/>
                  </a:lnTo>
                  <a:lnTo>
                    <a:pt x="2240711" y="851903"/>
                  </a:lnTo>
                  <a:lnTo>
                    <a:pt x="2238845" y="853757"/>
                  </a:lnTo>
                  <a:lnTo>
                    <a:pt x="2238375" y="854887"/>
                  </a:lnTo>
                  <a:lnTo>
                    <a:pt x="2238375" y="857516"/>
                  </a:lnTo>
                  <a:lnTo>
                    <a:pt x="2238845" y="858634"/>
                  </a:lnTo>
                  <a:lnTo>
                    <a:pt x="2240711" y="860501"/>
                  </a:lnTo>
                  <a:lnTo>
                    <a:pt x="2241829" y="860958"/>
                  </a:lnTo>
                  <a:lnTo>
                    <a:pt x="2244458" y="860958"/>
                  </a:lnTo>
                  <a:lnTo>
                    <a:pt x="2245576" y="860501"/>
                  </a:lnTo>
                  <a:lnTo>
                    <a:pt x="2247442" y="858634"/>
                  </a:lnTo>
                  <a:lnTo>
                    <a:pt x="2247900" y="857516"/>
                  </a:lnTo>
                  <a:lnTo>
                    <a:pt x="2247900" y="854887"/>
                  </a:lnTo>
                  <a:close/>
                </a:path>
                <a:path w="6486525" h="2628900">
                  <a:moveTo>
                    <a:pt x="2295525" y="854887"/>
                  </a:moveTo>
                  <a:lnTo>
                    <a:pt x="2295067" y="853757"/>
                  </a:lnTo>
                  <a:lnTo>
                    <a:pt x="2293201" y="851903"/>
                  </a:lnTo>
                  <a:lnTo>
                    <a:pt x="2292083" y="851433"/>
                  </a:lnTo>
                  <a:lnTo>
                    <a:pt x="2289454" y="851433"/>
                  </a:lnTo>
                  <a:lnTo>
                    <a:pt x="2288336" y="851903"/>
                  </a:lnTo>
                  <a:lnTo>
                    <a:pt x="2286470" y="853757"/>
                  </a:lnTo>
                  <a:lnTo>
                    <a:pt x="2286000" y="854887"/>
                  </a:lnTo>
                  <a:lnTo>
                    <a:pt x="2286000" y="857516"/>
                  </a:lnTo>
                  <a:lnTo>
                    <a:pt x="2286470" y="858634"/>
                  </a:lnTo>
                  <a:lnTo>
                    <a:pt x="2288336" y="860501"/>
                  </a:lnTo>
                  <a:lnTo>
                    <a:pt x="2289454" y="860958"/>
                  </a:lnTo>
                  <a:lnTo>
                    <a:pt x="2292083" y="860958"/>
                  </a:lnTo>
                  <a:lnTo>
                    <a:pt x="2293201" y="860501"/>
                  </a:lnTo>
                  <a:lnTo>
                    <a:pt x="2295067" y="858634"/>
                  </a:lnTo>
                  <a:lnTo>
                    <a:pt x="2295525" y="857516"/>
                  </a:lnTo>
                  <a:lnTo>
                    <a:pt x="2295525" y="854887"/>
                  </a:lnTo>
                  <a:close/>
                </a:path>
                <a:path w="6486525" h="2628900">
                  <a:moveTo>
                    <a:pt x="2343150" y="854887"/>
                  </a:moveTo>
                  <a:lnTo>
                    <a:pt x="2342692" y="853757"/>
                  </a:lnTo>
                  <a:lnTo>
                    <a:pt x="2340826" y="851903"/>
                  </a:lnTo>
                  <a:lnTo>
                    <a:pt x="2339708" y="851433"/>
                  </a:lnTo>
                  <a:lnTo>
                    <a:pt x="2337079" y="851433"/>
                  </a:lnTo>
                  <a:lnTo>
                    <a:pt x="2335961" y="851903"/>
                  </a:lnTo>
                  <a:lnTo>
                    <a:pt x="2334095" y="853757"/>
                  </a:lnTo>
                  <a:lnTo>
                    <a:pt x="2333625" y="854887"/>
                  </a:lnTo>
                  <a:lnTo>
                    <a:pt x="2333625" y="857516"/>
                  </a:lnTo>
                  <a:lnTo>
                    <a:pt x="2334095" y="858634"/>
                  </a:lnTo>
                  <a:lnTo>
                    <a:pt x="2335961" y="860501"/>
                  </a:lnTo>
                  <a:lnTo>
                    <a:pt x="2337079" y="860958"/>
                  </a:lnTo>
                  <a:lnTo>
                    <a:pt x="2339708" y="860958"/>
                  </a:lnTo>
                  <a:lnTo>
                    <a:pt x="2340826" y="860501"/>
                  </a:lnTo>
                  <a:lnTo>
                    <a:pt x="2342692" y="858634"/>
                  </a:lnTo>
                  <a:lnTo>
                    <a:pt x="2343150" y="857516"/>
                  </a:lnTo>
                  <a:lnTo>
                    <a:pt x="2343150" y="854887"/>
                  </a:lnTo>
                  <a:close/>
                </a:path>
                <a:path w="6486525" h="2628900">
                  <a:moveTo>
                    <a:pt x="2390775" y="854887"/>
                  </a:moveTo>
                  <a:lnTo>
                    <a:pt x="2390317" y="853757"/>
                  </a:lnTo>
                  <a:lnTo>
                    <a:pt x="2388451" y="851903"/>
                  </a:lnTo>
                  <a:lnTo>
                    <a:pt x="2387333" y="851433"/>
                  </a:lnTo>
                  <a:lnTo>
                    <a:pt x="2384704" y="851433"/>
                  </a:lnTo>
                  <a:lnTo>
                    <a:pt x="2383586" y="851903"/>
                  </a:lnTo>
                  <a:lnTo>
                    <a:pt x="2381720" y="853757"/>
                  </a:lnTo>
                  <a:lnTo>
                    <a:pt x="2381250" y="854887"/>
                  </a:lnTo>
                  <a:lnTo>
                    <a:pt x="2381250" y="857516"/>
                  </a:lnTo>
                  <a:lnTo>
                    <a:pt x="2381720" y="858634"/>
                  </a:lnTo>
                  <a:lnTo>
                    <a:pt x="2383586" y="860501"/>
                  </a:lnTo>
                  <a:lnTo>
                    <a:pt x="2384704" y="860958"/>
                  </a:lnTo>
                  <a:lnTo>
                    <a:pt x="2387333" y="860958"/>
                  </a:lnTo>
                  <a:lnTo>
                    <a:pt x="2388451" y="860501"/>
                  </a:lnTo>
                  <a:lnTo>
                    <a:pt x="2390317" y="858634"/>
                  </a:lnTo>
                  <a:lnTo>
                    <a:pt x="2390775" y="857516"/>
                  </a:lnTo>
                  <a:lnTo>
                    <a:pt x="2390775" y="854887"/>
                  </a:lnTo>
                  <a:close/>
                </a:path>
                <a:path w="6486525" h="2628900">
                  <a:moveTo>
                    <a:pt x="2438400" y="854887"/>
                  </a:moveTo>
                  <a:lnTo>
                    <a:pt x="2437942" y="853757"/>
                  </a:lnTo>
                  <a:lnTo>
                    <a:pt x="2436076" y="851903"/>
                  </a:lnTo>
                  <a:lnTo>
                    <a:pt x="2434958" y="851433"/>
                  </a:lnTo>
                  <a:lnTo>
                    <a:pt x="2432329" y="851433"/>
                  </a:lnTo>
                  <a:lnTo>
                    <a:pt x="2431211" y="851903"/>
                  </a:lnTo>
                  <a:lnTo>
                    <a:pt x="2429345" y="853757"/>
                  </a:lnTo>
                  <a:lnTo>
                    <a:pt x="2428875" y="854887"/>
                  </a:lnTo>
                  <a:lnTo>
                    <a:pt x="2428875" y="857516"/>
                  </a:lnTo>
                  <a:lnTo>
                    <a:pt x="2429345" y="858634"/>
                  </a:lnTo>
                  <a:lnTo>
                    <a:pt x="2431211" y="860501"/>
                  </a:lnTo>
                  <a:lnTo>
                    <a:pt x="2432329" y="860958"/>
                  </a:lnTo>
                  <a:lnTo>
                    <a:pt x="2434958" y="860958"/>
                  </a:lnTo>
                  <a:lnTo>
                    <a:pt x="2436076" y="860501"/>
                  </a:lnTo>
                  <a:lnTo>
                    <a:pt x="2437942" y="858634"/>
                  </a:lnTo>
                  <a:lnTo>
                    <a:pt x="2438400" y="857516"/>
                  </a:lnTo>
                  <a:lnTo>
                    <a:pt x="2438400" y="854887"/>
                  </a:lnTo>
                  <a:close/>
                </a:path>
                <a:path w="6486525" h="2628900">
                  <a:moveTo>
                    <a:pt x="2486025" y="854887"/>
                  </a:moveTo>
                  <a:lnTo>
                    <a:pt x="2485567" y="853757"/>
                  </a:lnTo>
                  <a:lnTo>
                    <a:pt x="2483701" y="851903"/>
                  </a:lnTo>
                  <a:lnTo>
                    <a:pt x="2482583" y="851433"/>
                  </a:lnTo>
                  <a:lnTo>
                    <a:pt x="2479954" y="851433"/>
                  </a:lnTo>
                  <a:lnTo>
                    <a:pt x="2478836" y="851903"/>
                  </a:lnTo>
                  <a:lnTo>
                    <a:pt x="2476970" y="853757"/>
                  </a:lnTo>
                  <a:lnTo>
                    <a:pt x="2476500" y="854887"/>
                  </a:lnTo>
                  <a:lnTo>
                    <a:pt x="2476500" y="857516"/>
                  </a:lnTo>
                  <a:lnTo>
                    <a:pt x="2476970" y="858634"/>
                  </a:lnTo>
                  <a:lnTo>
                    <a:pt x="2478836" y="860501"/>
                  </a:lnTo>
                  <a:lnTo>
                    <a:pt x="2479954" y="860958"/>
                  </a:lnTo>
                  <a:lnTo>
                    <a:pt x="2482583" y="860958"/>
                  </a:lnTo>
                  <a:lnTo>
                    <a:pt x="2483701" y="860501"/>
                  </a:lnTo>
                  <a:lnTo>
                    <a:pt x="2485567" y="858634"/>
                  </a:lnTo>
                  <a:lnTo>
                    <a:pt x="2486025" y="857516"/>
                  </a:lnTo>
                  <a:lnTo>
                    <a:pt x="2486025" y="854887"/>
                  </a:lnTo>
                  <a:close/>
                </a:path>
                <a:path w="6486525" h="2628900">
                  <a:moveTo>
                    <a:pt x="2533650" y="854887"/>
                  </a:moveTo>
                  <a:lnTo>
                    <a:pt x="2533192" y="853757"/>
                  </a:lnTo>
                  <a:lnTo>
                    <a:pt x="2531326" y="851903"/>
                  </a:lnTo>
                  <a:lnTo>
                    <a:pt x="2530208" y="851433"/>
                  </a:lnTo>
                  <a:lnTo>
                    <a:pt x="2527579" y="851433"/>
                  </a:lnTo>
                  <a:lnTo>
                    <a:pt x="2526461" y="851903"/>
                  </a:lnTo>
                  <a:lnTo>
                    <a:pt x="2524595" y="853757"/>
                  </a:lnTo>
                  <a:lnTo>
                    <a:pt x="2524125" y="854887"/>
                  </a:lnTo>
                  <a:lnTo>
                    <a:pt x="2524125" y="857516"/>
                  </a:lnTo>
                  <a:lnTo>
                    <a:pt x="2524595" y="858634"/>
                  </a:lnTo>
                  <a:lnTo>
                    <a:pt x="2526461" y="860501"/>
                  </a:lnTo>
                  <a:lnTo>
                    <a:pt x="2527579" y="860958"/>
                  </a:lnTo>
                  <a:lnTo>
                    <a:pt x="2530208" y="860958"/>
                  </a:lnTo>
                  <a:lnTo>
                    <a:pt x="2531326" y="860501"/>
                  </a:lnTo>
                  <a:lnTo>
                    <a:pt x="2533192" y="858634"/>
                  </a:lnTo>
                  <a:lnTo>
                    <a:pt x="2533650" y="857516"/>
                  </a:lnTo>
                  <a:lnTo>
                    <a:pt x="2533650" y="854887"/>
                  </a:lnTo>
                  <a:close/>
                </a:path>
                <a:path w="6486525" h="2628900">
                  <a:moveTo>
                    <a:pt x="2581275" y="854887"/>
                  </a:moveTo>
                  <a:lnTo>
                    <a:pt x="2580817" y="853757"/>
                  </a:lnTo>
                  <a:lnTo>
                    <a:pt x="2578951" y="851903"/>
                  </a:lnTo>
                  <a:lnTo>
                    <a:pt x="2577833" y="851433"/>
                  </a:lnTo>
                  <a:lnTo>
                    <a:pt x="2575204" y="851433"/>
                  </a:lnTo>
                  <a:lnTo>
                    <a:pt x="2574086" y="851903"/>
                  </a:lnTo>
                  <a:lnTo>
                    <a:pt x="2572220" y="853757"/>
                  </a:lnTo>
                  <a:lnTo>
                    <a:pt x="2571750" y="854887"/>
                  </a:lnTo>
                  <a:lnTo>
                    <a:pt x="2571750" y="857516"/>
                  </a:lnTo>
                  <a:lnTo>
                    <a:pt x="2572220" y="858634"/>
                  </a:lnTo>
                  <a:lnTo>
                    <a:pt x="2574086" y="860501"/>
                  </a:lnTo>
                  <a:lnTo>
                    <a:pt x="2575204" y="860958"/>
                  </a:lnTo>
                  <a:lnTo>
                    <a:pt x="2577833" y="860958"/>
                  </a:lnTo>
                  <a:lnTo>
                    <a:pt x="2578951" y="860501"/>
                  </a:lnTo>
                  <a:lnTo>
                    <a:pt x="2580817" y="858634"/>
                  </a:lnTo>
                  <a:lnTo>
                    <a:pt x="2581275" y="857516"/>
                  </a:lnTo>
                  <a:lnTo>
                    <a:pt x="2581275" y="854887"/>
                  </a:lnTo>
                  <a:close/>
                </a:path>
                <a:path w="6486525" h="2628900">
                  <a:moveTo>
                    <a:pt x="2635567" y="2622829"/>
                  </a:moveTo>
                  <a:lnTo>
                    <a:pt x="2635110" y="2621711"/>
                  </a:lnTo>
                  <a:lnTo>
                    <a:pt x="2633243" y="2619845"/>
                  </a:lnTo>
                  <a:lnTo>
                    <a:pt x="2632125" y="2619375"/>
                  </a:lnTo>
                  <a:lnTo>
                    <a:pt x="2629497" y="2619375"/>
                  </a:lnTo>
                  <a:lnTo>
                    <a:pt x="2628379" y="2619845"/>
                  </a:lnTo>
                  <a:lnTo>
                    <a:pt x="2626512" y="2621711"/>
                  </a:lnTo>
                  <a:lnTo>
                    <a:pt x="2626042" y="2622829"/>
                  </a:lnTo>
                  <a:lnTo>
                    <a:pt x="2626042" y="2625458"/>
                  </a:lnTo>
                  <a:lnTo>
                    <a:pt x="2626512" y="2626576"/>
                  </a:lnTo>
                  <a:lnTo>
                    <a:pt x="2628379" y="2628442"/>
                  </a:lnTo>
                  <a:lnTo>
                    <a:pt x="2629497" y="2628900"/>
                  </a:lnTo>
                  <a:lnTo>
                    <a:pt x="2632125" y="2628900"/>
                  </a:lnTo>
                  <a:lnTo>
                    <a:pt x="2633243" y="2628442"/>
                  </a:lnTo>
                  <a:lnTo>
                    <a:pt x="2635110" y="2626576"/>
                  </a:lnTo>
                  <a:lnTo>
                    <a:pt x="2635567" y="2625458"/>
                  </a:lnTo>
                  <a:lnTo>
                    <a:pt x="2635567" y="2622829"/>
                  </a:lnTo>
                  <a:close/>
                </a:path>
                <a:path w="6486525" h="2628900">
                  <a:moveTo>
                    <a:pt x="2635567" y="2575204"/>
                  </a:moveTo>
                  <a:lnTo>
                    <a:pt x="2635110" y="2574086"/>
                  </a:lnTo>
                  <a:lnTo>
                    <a:pt x="2633243" y="2572220"/>
                  </a:lnTo>
                  <a:lnTo>
                    <a:pt x="2632125" y="2571750"/>
                  </a:lnTo>
                  <a:lnTo>
                    <a:pt x="2629497" y="2571750"/>
                  </a:lnTo>
                  <a:lnTo>
                    <a:pt x="2628379" y="2572220"/>
                  </a:lnTo>
                  <a:lnTo>
                    <a:pt x="2626512" y="2574086"/>
                  </a:lnTo>
                  <a:lnTo>
                    <a:pt x="2626042" y="2575204"/>
                  </a:lnTo>
                  <a:lnTo>
                    <a:pt x="2626042" y="2577833"/>
                  </a:lnTo>
                  <a:lnTo>
                    <a:pt x="2626512" y="2578951"/>
                  </a:lnTo>
                  <a:lnTo>
                    <a:pt x="2628379" y="2580817"/>
                  </a:lnTo>
                  <a:lnTo>
                    <a:pt x="2629497" y="2581275"/>
                  </a:lnTo>
                  <a:lnTo>
                    <a:pt x="2632125" y="2581275"/>
                  </a:lnTo>
                  <a:lnTo>
                    <a:pt x="2633243" y="2580817"/>
                  </a:lnTo>
                  <a:lnTo>
                    <a:pt x="2635110" y="2578951"/>
                  </a:lnTo>
                  <a:lnTo>
                    <a:pt x="2635567" y="2577833"/>
                  </a:lnTo>
                  <a:lnTo>
                    <a:pt x="2635567" y="2575204"/>
                  </a:lnTo>
                  <a:close/>
                </a:path>
                <a:path w="6486525" h="2628900">
                  <a:moveTo>
                    <a:pt x="2635567" y="2527579"/>
                  </a:moveTo>
                  <a:lnTo>
                    <a:pt x="2635110" y="2526461"/>
                  </a:lnTo>
                  <a:lnTo>
                    <a:pt x="2633243" y="2524595"/>
                  </a:lnTo>
                  <a:lnTo>
                    <a:pt x="2632125" y="2524125"/>
                  </a:lnTo>
                  <a:lnTo>
                    <a:pt x="2629497" y="2524125"/>
                  </a:lnTo>
                  <a:lnTo>
                    <a:pt x="2628379" y="2524595"/>
                  </a:lnTo>
                  <a:lnTo>
                    <a:pt x="2626512" y="2526461"/>
                  </a:lnTo>
                  <a:lnTo>
                    <a:pt x="2626042" y="2527579"/>
                  </a:lnTo>
                  <a:lnTo>
                    <a:pt x="2626042" y="2530208"/>
                  </a:lnTo>
                  <a:lnTo>
                    <a:pt x="2626512" y="2531326"/>
                  </a:lnTo>
                  <a:lnTo>
                    <a:pt x="2628379" y="2533192"/>
                  </a:lnTo>
                  <a:lnTo>
                    <a:pt x="2629497" y="2533650"/>
                  </a:lnTo>
                  <a:lnTo>
                    <a:pt x="2632125" y="2533650"/>
                  </a:lnTo>
                  <a:lnTo>
                    <a:pt x="2633243" y="2533192"/>
                  </a:lnTo>
                  <a:lnTo>
                    <a:pt x="2635110" y="2531326"/>
                  </a:lnTo>
                  <a:lnTo>
                    <a:pt x="2635567" y="2530208"/>
                  </a:lnTo>
                  <a:lnTo>
                    <a:pt x="2635567" y="2527579"/>
                  </a:lnTo>
                  <a:close/>
                </a:path>
                <a:path w="6486525" h="2628900">
                  <a:moveTo>
                    <a:pt x="2635567" y="2479954"/>
                  </a:moveTo>
                  <a:lnTo>
                    <a:pt x="2635110" y="2478836"/>
                  </a:lnTo>
                  <a:lnTo>
                    <a:pt x="2633243" y="2476970"/>
                  </a:lnTo>
                  <a:lnTo>
                    <a:pt x="2632125" y="2476500"/>
                  </a:lnTo>
                  <a:lnTo>
                    <a:pt x="2629497" y="2476500"/>
                  </a:lnTo>
                  <a:lnTo>
                    <a:pt x="2628379" y="2476970"/>
                  </a:lnTo>
                  <a:lnTo>
                    <a:pt x="2626512" y="2478836"/>
                  </a:lnTo>
                  <a:lnTo>
                    <a:pt x="2626042" y="2479954"/>
                  </a:lnTo>
                  <a:lnTo>
                    <a:pt x="2626042" y="2482583"/>
                  </a:lnTo>
                  <a:lnTo>
                    <a:pt x="2626512" y="2483701"/>
                  </a:lnTo>
                  <a:lnTo>
                    <a:pt x="2628379" y="2485567"/>
                  </a:lnTo>
                  <a:lnTo>
                    <a:pt x="2629497" y="2486025"/>
                  </a:lnTo>
                  <a:lnTo>
                    <a:pt x="2632125" y="2486025"/>
                  </a:lnTo>
                  <a:lnTo>
                    <a:pt x="2633243" y="2485567"/>
                  </a:lnTo>
                  <a:lnTo>
                    <a:pt x="2635110" y="2483701"/>
                  </a:lnTo>
                  <a:lnTo>
                    <a:pt x="2635567" y="2482583"/>
                  </a:lnTo>
                  <a:lnTo>
                    <a:pt x="2635567" y="2479954"/>
                  </a:lnTo>
                  <a:close/>
                </a:path>
                <a:path w="6486525" h="2628900">
                  <a:moveTo>
                    <a:pt x="2635567" y="2432329"/>
                  </a:moveTo>
                  <a:lnTo>
                    <a:pt x="2635110" y="2431211"/>
                  </a:lnTo>
                  <a:lnTo>
                    <a:pt x="2633243" y="2429345"/>
                  </a:lnTo>
                  <a:lnTo>
                    <a:pt x="2632125" y="2428875"/>
                  </a:lnTo>
                  <a:lnTo>
                    <a:pt x="2629497" y="2428875"/>
                  </a:lnTo>
                  <a:lnTo>
                    <a:pt x="2628379" y="2429345"/>
                  </a:lnTo>
                  <a:lnTo>
                    <a:pt x="2626512" y="2431211"/>
                  </a:lnTo>
                  <a:lnTo>
                    <a:pt x="2626042" y="2432329"/>
                  </a:lnTo>
                  <a:lnTo>
                    <a:pt x="2626042" y="2434958"/>
                  </a:lnTo>
                  <a:lnTo>
                    <a:pt x="2626512" y="2436076"/>
                  </a:lnTo>
                  <a:lnTo>
                    <a:pt x="2628379" y="2437942"/>
                  </a:lnTo>
                  <a:lnTo>
                    <a:pt x="2629497" y="2438400"/>
                  </a:lnTo>
                  <a:lnTo>
                    <a:pt x="2632125" y="2438400"/>
                  </a:lnTo>
                  <a:lnTo>
                    <a:pt x="2633243" y="2437942"/>
                  </a:lnTo>
                  <a:lnTo>
                    <a:pt x="2635110" y="2436076"/>
                  </a:lnTo>
                  <a:lnTo>
                    <a:pt x="2635567" y="2434958"/>
                  </a:lnTo>
                  <a:lnTo>
                    <a:pt x="2635567" y="2432329"/>
                  </a:lnTo>
                  <a:close/>
                </a:path>
                <a:path w="6486525" h="2628900">
                  <a:moveTo>
                    <a:pt x="2635567" y="2384704"/>
                  </a:moveTo>
                  <a:lnTo>
                    <a:pt x="2635110" y="2383586"/>
                  </a:lnTo>
                  <a:lnTo>
                    <a:pt x="2633243" y="2381720"/>
                  </a:lnTo>
                  <a:lnTo>
                    <a:pt x="2632125" y="2381250"/>
                  </a:lnTo>
                  <a:lnTo>
                    <a:pt x="2629497" y="2381250"/>
                  </a:lnTo>
                  <a:lnTo>
                    <a:pt x="2628379" y="2381720"/>
                  </a:lnTo>
                  <a:lnTo>
                    <a:pt x="2626512" y="2383586"/>
                  </a:lnTo>
                  <a:lnTo>
                    <a:pt x="2626042" y="2384704"/>
                  </a:lnTo>
                  <a:lnTo>
                    <a:pt x="2626042" y="2387333"/>
                  </a:lnTo>
                  <a:lnTo>
                    <a:pt x="2626512" y="2388451"/>
                  </a:lnTo>
                  <a:lnTo>
                    <a:pt x="2628379" y="2390317"/>
                  </a:lnTo>
                  <a:lnTo>
                    <a:pt x="2629497" y="2390775"/>
                  </a:lnTo>
                  <a:lnTo>
                    <a:pt x="2632125" y="2390775"/>
                  </a:lnTo>
                  <a:lnTo>
                    <a:pt x="2633243" y="2390317"/>
                  </a:lnTo>
                  <a:lnTo>
                    <a:pt x="2635110" y="2388451"/>
                  </a:lnTo>
                  <a:lnTo>
                    <a:pt x="2635567" y="2387333"/>
                  </a:lnTo>
                  <a:lnTo>
                    <a:pt x="2635567" y="2384704"/>
                  </a:lnTo>
                  <a:close/>
                </a:path>
                <a:path w="6486525" h="2628900">
                  <a:moveTo>
                    <a:pt x="2635567" y="2337079"/>
                  </a:moveTo>
                  <a:lnTo>
                    <a:pt x="2635110" y="2335961"/>
                  </a:lnTo>
                  <a:lnTo>
                    <a:pt x="2633243" y="2334095"/>
                  </a:lnTo>
                  <a:lnTo>
                    <a:pt x="2632125" y="2333625"/>
                  </a:lnTo>
                  <a:lnTo>
                    <a:pt x="2629497" y="2333625"/>
                  </a:lnTo>
                  <a:lnTo>
                    <a:pt x="2628379" y="2334095"/>
                  </a:lnTo>
                  <a:lnTo>
                    <a:pt x="2626512" y="2335961"/>
                  </a:lnTo>
                  <a:lnTo>
                    <a:pt x="2626042" y="2337079"/>
                  </a:lnTo>
                  <a:lnTo>
                    <a:pt x="2626042" y="2339708"/>
                  </a:lnTo>
                  <a:lnTo>
                    <a:pt x="2626512" y="2340826"/>
                  </a:lnTo>
                  <a:lnTo>
                    <a:pt x="2628379" y="2342692"/>
                  </a:lnTo>
                  <a:lnTo>
                    <a:pt x="2629497" y="2343150"/>
                  </a:lnTo>
                  <a:lnTo>
                    <a:pt x="2632125" y="2343150"/>
                  </a:lnTo>
                  <a:lnTo>
                    <a:pt x="2633243" y="2342692"/>
                  </a:lnTo>
                  <a:lnTo>
                    <a:pt x="2635110" y="2340826"/>
                  </a:lnTo>
                  <a:lnTo>
                    <a:pt x="2635567" y="2339708"/>
                  </a:lnTo>
                  <a:lnTo>
                    <a:pt x="2635567" y="2337079"/>
                  </a:lnTo>
                  <a:close/>
                </a:path>
                <a:path w="6486525" h="2628900">
                  <a:moveTo>
                    <a:pt x="2635567" y="2289454"/>
                  </a:moveTo>
                  <a:lnTo>
                    <a:pt x="2635110" y="2288336"/>
                  </a:lnTo>
                  <a:lnTo>
                    <a:pt x="2633243" y="2286470"/>
                  </a:lnTo>
                  <a:lnTo>
                    <a:pt x="2632125" y="2286000"/>
                  </a:lnTo>
                  <a:lnTo>
                    <a:pt x="2629497" y="2286000"/>
                  </a:lnTo>
                  <a:lnTo>
                    <a:pt x="2628379" y="2286470"/>
                  </a:lnTo>
                  <a:lnTo>
                    <a:pt x="2626512" y="2288336"/>
                  </a:lnTo>
                  <a:lnTo>
                    <a:pt x="2626042" y="2289454"/>
                  </a:lnTo>
                  <a:lnTo>
                    <a:pt x="2626042" y="2292083"/>
                  </a:lnTo>
                  <a:lnTo>
                    <a:pt x="2626512" y="2293201"/>
                  </a:lnTo>
                  <a:lnTo>
                    <a:pt x="2628379" y="2295067"/>
                  </a:lnTo>
                  <a:lnTo>
                    <a:pt x="2629497" y="2295525"/>
                  </a:lnTo>
                  <a:lnTo>
                    <a:pt x="2632125" y="2295525"/>
                  </a:lnTo>
                  <a:lnTo>
                    <a:pt x="2633243" y="2295067"/>
                  </a:lnTo>
                  <a:lnTo>
                    <a:pt x="2635110" y="2293201"/>
                  </a:lnTo>
                  <a:lnTo>
                    <a:pt x="2635567" y="2292083"/>
                  </a:lnTo>
                  <a:lnTo>
                    <a:pt x="2635567" y="2289454"/>
                  </a:lnTo>
                  <a:close/>
                </a:path>
                <a:path w="6486525" h="2628900">
                  <a:moveTo>
                    <a:pt x="2635567" y="2241829"/>
                  </a:moveTo>
                  <a:lnTo>
                    <a:pt x="2635110" y="2240711"/>
                  </a:lnTo>
                  <a:lnTo>
                    <a:pt x="2633243" y="2238845"/>
                  </a:lnTo>
                  <a:lnTo>
                    <a:pt x="2632125" y="2238375"/>
                  </a:lnTo>
                  <a:lnTo>
                    <a:pt x="2629497" y="2238375"/>
                  </a:lnTo>
                  <a:lnTo>
                    <a:pt x="2628379" y="2238845"/>
                  </a:lnTo>
                  <a:lnTo>
                    <a:pt x="2626512" y="2240711"/>
                  </a:lnTo>
                  <a:lnTo>
                    <a:pt x="2626042" y="2241829"/>
                  </a:lnTo>
                  <a:lnTo>
                    <a:pt x="2626042" y="2244458"/>
                  </a:lnTo>
                  <a:lnTo>
                    <a:pt x="2626512" y="2245576"/>
                  </a:lnTo>
                  <a:lnTo>
                    <a:pt x="2628379" y="2247442"/>
                  </a:lnTo>
                  <a:lnTo>
                    <a:pt x="2629497" y="2247900"/>
                  </a:lnTo>
                  <a:lnTo>
                    <a:pt x="2632125" y="2247900"/>
                  </a:lnTo>
                  <a:lnTo>
                    <a:pt x="2633243" y="2247442"/>
                  </a:lnTo>
                  <a:lnTo>
                    <a:pt x="2635110" y="2245576"/>
                  </a:lnTo>
                  <a:lnTo>
                    <a:pt x="2635567" y="2244458"/>
                  </a:lnTo>
                  <a:lnTo>
                    <a:pt x="2635567" y="2241829"/>
                  </a:lnTo>
                  <a:close/>
                </a:path>
                <a:path w="6486525" h="2628900">
                  <a:moveTo>
                    <a:pt x="2635567" y="2194204"/>
                  </a:moveTo>
                  <a:lnTo>
                    <a:pt x="2635110" y="2193086"/>
                  </a:lnTo>
                  <a:lnTo>
                    <a:pt x="2633243" y="2191220"/>
                  </a:lnTo>
                  <a:lnTo>
                    <a:pt x="2632125" y="2190750"/>
                  </a:lnTo>
                  <a:lnTo>
                    <a:pt x="2629497" y="2190750"/>
                  </a:lnTo>
                  <a:lnTo>
                    <a:pt x="2628379" y="2191220"/>
                  </a:lnTo>
                  <a:lnTo>
                    <a:pt x="2626512" y="2193086"/>
                  </a:lnTo>
                  <a:lnTo>
                    <a:pt x="2626042" y="2194204"/>
                  </a:lnTo>
                  <a:lnTo>
                    <a:pt x="2626042" y="2196833"/>
                  </a:lnTo>
                  <a:lnTo>
                    <a:pt x="2626512" y="2197951"/>
                  </a:lnTo>
                  <a:lnTo>
                    <a:pt x="2628379" y="2199817"/>
                  </a:lnTo>
                  <a:lnTo>
                    <a:pt x="2629497" y="2200275"/>
                  </a:lnTo>
                  <a:lnTo>
                    <a:pt x="2632125" y="2200275"/>
                  </a:lnTo>
                  <a:lnTo>
                    <a:pt x="2633243" y="2199817"/>
                  </a:lnTo>
                  <a:lnTo>
                    <a:pt x="2635110" y="2197951"/>
                  </a:lnTo>
                  <a:lnTo>
                    <a:pt x="2635567" y="2196833"/>
                  </a:lnTo>
                  <a:lnTo>
                    <a:pt x="2635567" y="2194204"/>
                  </a:lnTo>
                  <a:close/>
                </a:path>
                <a:path w="6486525" h="2628900">
                  <a:moveTo>
                    <a:pt x="2635567" y="2146579"/>
                  </a:moveTo>
                  <a:lnTo>
                    <a:pt x="2635110" y="2145461"/>
                  </a:lnTo>
                  <a:lnTo>
                    <a:pt x="2633243" y="2143595"/>
                  </a:lnTo>
                  <a:lnTo>
                    <a:pt x="2632125" y="2143125"/>
                  </a:lnTo>
                  <a:lnTo>
                    <a:pt x="2629497" y="2143125"/>
                  </a:lnTo>
                  <a:lnTo>
                    <a:pt x="2628379" y="2143595"/>
                  </a:lnTo>
                  <a:lnTo>
                    <a:pt x="2626512" y="2145461"/>
                  </a:lnTo>
                  <a:lnTo>
                    <a:pt x="2626042" y="2146579"/>
                  </a:lnTo>
                  <a:lnTo>
                    <a:pt x="2626042" y="2149208"/>
                  </a:lnTo>
                  <a:lnTo>
                    <a:pt x="2626512" y="2150326"/>
                  </a:lnTo>
                  <a:lnTo>
                    <a:pt x="2628379" y="2152192"/>
                  </a:lnTo>
                  <a:lnTo>
                    <a:pt x="2629497" y="2152650"/>
                  </a:lnTo>
                  <a:lnTo>
                    <a:pt x="2632125" y="2152650"/>
                  </a:lnTo>
                  <a:lnTo>
                    <a:pt x="2633243" y="2152192"/>
                  </a:lnTo>
                  <a:lnTo>
                    <a:pt x="2635110" y="2150326"/>
                  </a:lnTo>
                  <a:lnTo>
                    <a:pt x="2635567" y="2149208"/>
                  </a:lnTo>
                  <a:lnTo>
                    <a:pt x="2635567" y="2146579"/>
                  </a:lnTo>
                  <a:close/>
                </a:path>
                <a:path w="6486525" h="2628900">
                  <a:moveTo>
                    <a:pt x="2635567" y="2098954"/>
                  </a:moveTo>
                  <a:lnTo>
                    <a:pt x="2635110" y="2097836"/>
                  </a:lnTo>
                  <a:lnTo>
                    <a:pt x="2633243" y="2095969"/>
                  </a:lnTo>
                  <a:lnTo>
                    <a:pt x="2632125" y="2095500"/>
                  </a:lnTo>
                  <a:lnTo>
                    <a:pt x="2629497" y="2095500"/>
                  </a:lnTo>
                  <a:lnTo>
                    <a:pt x="2628379" y="2095969"/>
                  </a:lnTo>
                  <a:lnTo>
                    <a:pt x="2626512" y="2097836"/>
                  </a:lnTo>
                  <a:lnTo>
                    <a:pt x="2626042" y="2098954"/>
                  </a:lnTo>
                  <a:lnTo>
                    <a:pt x="2626042" y="2101583"/>
                  </a:lnTo>
                  <a:lnTo>
                    <a:pt x="2626512" y="2102700"/>
                  </a:lnTo>
                  <a:lnTo>
                    <a:pt x="2628379" y="2104567"/>
                  </a:lnTo>
                  <a:lnTo>
                    <a:pt x="2629497" y="2105025"/>
                  </a:lnTo>
                  <a:lnTo>
                    <a:pt x="2632125" y="2105025"/>
                  </a:lnTo>
                  <a:lnTo>
                    <a:pt x="2633243" y="2104567"/>
                  </a:lnTo>
                  <a:lnTo>
                    <a:pt x="2635110" y="2102700"/>
                  </a:lnTo>
                  <a:lnTo>
                    <a:pt x="2635567" y="2101583"/>
                  </a:lnTo>
                  <a:lnTo>
                    <a:pt x="2635567" y="2098954"/>
                  </a:lnTo>
                  <a:close/>
                </a:path>
                <a:path w="6486525" h="2628900">
                  <a:moveTo>
                    <a:pt x="2635567" y="2051329"/>
                  </a:moveTo>
                  <a:lnTo>
                    <a:pt x="2635110" y="2050211"/>
                  </a:lnTo>
                  <a:lnTo>
                    <a:pt x="2633243" y="2048344"/>
                  </a:lnTo>
                  <a:lnTo>
                    <a:pt x="2632125" y="2047875"/>
                  </a:lnTo>
                  <a:lnTo>
                    <a:pt x="2629497" y="2047875"/>
                  </a:lnTo>
                  <a:lnTo>
                    <a:pt x="2628379" y="2048344"/>
                  </a:lnTo>
                  <a:lnTo>
                    <a:pt x="2626512" y="2050211"/>
                  </a:lnTo>
                  <a:lnTo>
                    <a:pt x="2626042" y="2051329"/>
                  </a:lnTo>
                  <a:lnTo>
                    <a:pt x="2626042" y="2053958"/>
                  </a:lnTo>
                  <a:lnTo>
                    <a:pt x="2626512" y="2055075"/>
                  </a:lnTo>
                  <a:lnTo>
                    <a:pt x="2628379" y="2056942"/>
                  </a:lnTo>
                  <a:lnTo>
                    <a:pt x="2629497" y="2057400"/>
                  </a:lnTo>
                  <a:lnTo>
                    <a:pt x="2632125" y="2057400"/>
                  </a:lnTo>
                  <a:lnTo>
                    <a:pt x="2633243" y="2056942"/>
                  </a:lnTo>
                  <a:lnTo>
                    <a:pt x="2635110" y="2055075"/>
                  </a:lnTo>
                  <a:lnTo>
                    <a:pt x="2635567" y="2053958"/>
                  </a:lnTo>
                  <a:lnTo>
                    <a:pt x="2635567" y="2051329"/>
                  </a:lnTo>
                  <a:close/>
                </a:path>
                <a:path w="6486525" h="2628900">
                  <a:moveTo>
                    <a:pt x="2635567" y="2003704"/>
                  </a:moveTo>
                  <a:lnTo>
                    <a:pt x="2635110" y="2002586"/>
                  </a:lnTo>
                  <a:lnTo>
                    <a:pt x="2633243" y="2000719"/>
                  </a:lnTo>
                  <a:lnTo>
                    <a:pt x="2632125" y="2000250"/>
                  </a:lnTo>
                  <a:lnTo>
                    <a:pt x="2629497" y="2000250"/>
                  </a:lnTo>
                  <a:lnTo>
                    <a:pt x="2628379" y="2000719"/>
                  </a:lnTo>
                  <a:lnTo>
                    <a:pt x="2626512" y="2002586"/>
                  </a:lnTo>
                  <a:lnTo>
                    <a:pt x="2626042" y="2003704"/>
                  </a:lnTo>
                  <a:lnTo>
                    <a:pt x="2626042" y="2006333"/>
                  </a:lnTo>
                  <a:lnTo>
                    <a:pt x="2626512" y="2007450"/>
                  </a:lnTo>
                  <a:lnTo>
                    <a:pt x="2628379" y="2009317"/>
                  </a:lnTo>
                  <a:lnTo>
                    <a:pt x="2629497" y="2009775"/>
                  </a:lnTo>
                  <a:lnTo>
                    <a:pt x="2632125" y="2009775"/>
                  </a:lnTo>
                  <a:lnTo>
                    <a:pt x="2633243" y="2009317"/>
                  </a:lnTo>
                  <a:lnTo>
                    <a:pt x="2635110" y="2007450"/>
                  </a:lnTo>
                  <a:lnTo>
                    <a:pt x="2635567" y="2006333"/>
                  </a:lnTo>
                  <a:lnTo>
                    <a:pt x="2635567" y="2003704"/>
                  </a:lnTo>
                  <a:close/>
                </a:path>
                <a:path w="6486525" h="2628900">
                  <a:moveTo>
                    <a:pt x="2635567" y="1956079"/>
                  </a:moveTo>
                  <a:lnTo>
                    <a:pt x="2635110" y="1954961"/>
                  </a:lnTo>
                  <a:lnTo>
                    <a:pt x="2633243" y="1953094"/>
                  </a:lnTo>
                  <a:lnTo>
                    <a:pt x="2632125" y="1952625"/>
                  </a:lnTo>
                  <a:lnTo>
                    <a:pt x="2629497" y="1952625"/>
                  </a:lnTo>
                  <a:lnTo>
                    <a:pt x="2628379" y="1953094"/>
                  </a:lnTo>
                  <a:lnTo>
                    <a:pt x="2626512" y="1954961"/>
                  </a:lnTo>
                  <a:lnTo>
                    <a:pt x="2626042" y="1956079"/>
                  </a:lnTo>
                  <a:lnTo>
                    <a:pt x="2626042" y="1958708"/>
                  </a:lnTo>
                  <a:lnTo>
                    <a:pt x="2626512" y="1959825"/>
                  </a:lnTo>
                  <a:lnTo>
                    <a:pt x="2628379" y="1961692"/>
                  </a:lnTo>
                  <a:lnTo>
                    <a:pt x="2629497" y="1962150"/>
                  </a:lnTo>
                  <a:lnTo>
                    <a:pt x="2632125" y="1962150"/>
                  </a:lnTo>
                  <a:lnTo>
                    <a:pt x="2633243" y="1961692"/>
                  </a:lnTo>
                  <a:lnTo>
                    <a:pt x="2635110" y="1959825"/>
                  </a:lnTo>
                  <a:lnTo>
                    <a:pt x="2635567" y="1958708"/>
                  </a:lnTo>
                  <a:lnTo>
                    <a:pt x="2635567" y="1956079"/>
                  </a:lnTo>
                  <a:close/>
                </a:path>
                <a:path w="6486525" h="2628900">
                  <a:moveTo>
                    <a:pt x="2635567" y="1908454"/>
                  </a:moveTo>
                  <a:lnTo>
                    <a:pt x="2635110" y="1907336"/>
                  </a:lnTo>
                  <a:lnTo>
                    <a:pt x="2633243" y="1905469"/>
                  </a:lnTo>
                  <a:lnTo>
                    <a:pt x="2632125" y="1905000"/>
                  </a:lnTo>
                  <a:lnTo>
                    <a:pt x="2629497" y="1905000"/>
                  </a:lnTo>
                  <a:lnTo>
                    <a:pt x="2628379" y="1905469"/>
                  </a:lnTo>
                  <a:lnTo>
                    <a:pt x="2626512" y="1907336"/>
                  </a:lnTo>
                  <a:lnTo>
                    <a:pt x="2626042" y="1908454"/>
                  </a:lnTo>
                  <a:lnTo>
                    <a:pt x="2626042" y="1911083"/>
                  </a:lnTo>
                  <a:lnTo>
                    <a:pt x="2626512" y="1912200"/>
                  </a:lnTo>
                  <a:lnTo>
                    <a:pt x="2628379" y="1914067"/>
                  </a:lnTo>
                  <a:lnTo>
                    <a:pt x="2629497" y="1914525"/>
                  </a:lnTo>
                  <a:lnTo>
                    <a:pt x="2632125" y="1914525"/>
                  </a:lnTo>
                  <a:lnTo>
                    <a:pt x="2633243" y="1914067"/>
                  </a:lnTo>
                  <a:lnTo>
                    <a:pt x="2635110" y="1912200"/>
                  </a:lnTo>
                  <a:lnTo>
                    <a:pt x="2635567" y="1911083"/>
                  </a:lnTo>
                  <a:lnTo>
                    <a:pt x="2635567" y="1908454"/>
                  </a:lnTo>
                  <a:close/>
                </a:path>
                <a:path w="6486525" h="2628900">
                  <a:moveTo>
                    <a:pt x="2635567" y="1860829"/>
                  </a:moveTo>
                  <a:lnTo>
                    <a:pt x="2635110" y="1859711"/>
                  </a:lnTo>
                  <a:lnTo>
                    <a:pt x="2633243" y="1857844"/>
                  </a:lnTo>
                  <a:lnTo>
                    <a:pt x="2632125" y="1857375"/>
                  </a:lnTo>
                  <a:lnTo>
                    <a:pt x="2629497" y="1857375"/>
                  </a:lnTo>
                  <a:lnTo>
                    <a:pt x="2628379" y="1857844"/>
                  </a:lnTo>
                  <a:lnTo>
                    <a:pt x="2626512" y="1859711"/>
                  </a:lnTo>
                  <a:lnTo>
                    <a:pt x="2626042" y="1860829"/>
                  </a:lnTo>
                  <a:lnTo>
                    <a:pt x="2626042" y="1863458"/>
                  </a:lnTo>
                  <a:lnTo>
                    <a:pt x="2626512" y="1864575"/>
                  </a:lnTo>
                  <a:lnTo>
                    <a:pt x="2628379" y="1866442"/>
                  </a:lnTo>
                  <a:lnTo>
                    <a:pt x="2629497" y="1866900"/>
                  </a:lnTo>
                  <a:lnTo>
                    <a:pt x="2632125" y="1866900"/>
                  </a:lnTo>
                  <a:lnTo>
                    <a:pt x="2633243" y="1866442"/>
                  </a:lnTo>
                  <a:lnTo>
                    <a:pt x="2635110" y="1864575"/>
                  </a:lnTo>
                  <a:lnTo>
                    <a:pt x="2635567" y="1863458"/>
                  </a:lnTo>
                  <a:lnTo>
                    <a:pt x="2635567" y="1860829"/>
                  </a:lnTo>
                  <a:close/>
                </a:path>
                <a:path w="6486525" h="2628900">
                  <a:moveTo>
                    <a:pt x="2635567" y="1813204"/>
                  </a:moveTo>
                  <a:lnTo>
                    <a:pt x="2635110" y="1812086"/>
                  </a:lnTo>
                  <a:lnTo>
                    <a:pt x="2633243" y="1810219"/>
                  </a:lnTo>
                  <a:lnTo>
                    <a:pt x="2632125" y="1809750"/>
                  </a:lnTo>
                  <a:lnTo>
                    <a:pt x="2629497" y="1809750"/>
                  </a:lnTo>
                  <a:lnTo>
                    <a:pt x="2628379" y="1810219"/>
                  </a:lnTo>
                  <a:lnTo>
                    <a:pt x="2626512" y="1812086"/>
                  </a:lnTo>
                  <a:lnTo>
                    <a:pt x="2626042" y="1813204"/>
                  </a:lnTo>
                  <a:lnTo>
                    <a:pt x="2626042" y="1815833"/>
                  </a:lnTo>
                  <a:lnTo>
                    <a:pt x="2626512" y="1816950"/>
                  </a:lnTo>
                  <a:lnTo>
                    <a:pt x="2628379" y="1818817"/>
                  </a:lnTo>
                  <a:lnTo>
                    <a:pt x="2629497" y="1819275"/>
                  </a:lnTo>
                  <a:lnTo>
                    <a:pt x="2632125" y="1819275"/>
                  </a:lnTo>
                  <a:lnTo>
                    <a:pt x="2633243" y="1818817"/>
                  </a:lnTo>
                  <a:lnTo>
                    <a:pt x="2635110" y="1816950"/>
                  </a:lnTo>
                  <a:lnTo>
                    <a:pt x="2635567" y="1815833"/>
                  </a:lnTo>
                  <a:lnTo>
                    <a:pt x="2635567" y="1813204"/>
                  </a:lnTo>
                  <a:close/>
                </a:path>
                <a:path w="6486525" h="2628900">
                  <a:moveTo>
                    <a:pt x="2635567" y="1765579"/>
                  </a:moveTo>
                  <a:lnTo>
                    <a:pt x="2635110" y="1764461"/>
                  </a:lnTo>
                  <a:lnTo>
                    <a:pt x="2633243" y="1762594"/>
                  </a:lnTo>
                  <a:lnTo>
                    <a:pt x="2632125" y="1762125"/>
                  </a:lnTo>
                  <a:lnTo>
                    <a:pt x="2629497" y="1762125"/>
                  </a:lnTo>
                  <a:lnTo>
                    <a:pt x="2628379" y="1762594"/>
                  </a:lnTo>
                  <a:lnTo>
                    <a:pt x="2626512" y="1764461"/>
                  </a:lnTo>
                  <a:lnTo>
                    <a:pt x="2626042" y="1765579"/>
                  </a:lnTo>
                  <a:lnTo>
                    <a:pt x="2626042" y="1768208"/>
                  </a:lnTo>
                  <a:lnTo>
                    <a:pt x="2626512" y="1769325"/>
                  </a:lnTo>
                  <a:lnTo>
                    <a:pt x="2628379" y="1771192"/>
                  </a:lnTo>
                  <a:lnTo>
                    <a:pt x="2629497" y="1771650"/>
                  </a:lnTo>
                  <a:lnTo>
                    <a:pt x="2632125" y="1771650"/>
                  </a:lnTo>
                  <a:lnTo>
                    <a:pt x="2633243" y="1771192"/>
                  </a:lnTo>
                  <a:lnTo>
                    <a:pt x="2635110" y="1769325"/>
                  </a:lnTo>
                  <a:lnTo>
                    <a:pt x="2635567" y="1768208"/>
                  </a:lnTo>
                  <a:lnTo>
                    <a:pt x="2635567" y="1765579"/>
                  </a:lnTo>
                  <a:close/>
                </a:path>
                <a:path w="6486525" h="2628900">
                  <a:moveTo>
                    <a:pt x="2635567" y="1717954"/>
                  </a:moveTo>
                  <a:lnTo>
                    <a:pt x="2635110" y="1716836"/>
                  </a:lnTo>
                  <a:lnTo>
                    <a:pt x="2633243" y="1714969"/>
                  </a:lnTo>
                  <a:lnTo>
                    <a:pt x="2632125" y="1714500"/>
                  </a:lnTo>
                  <a:lnTo>
                    <a:pt x="2629497" y="1714500"/>
                  </a:lnTo>
                  <a:lnTo>
                    <a:pt x="2628379" y="1714969"/>
                  </a:lnTo>
                  <a:lnTo>
                    <a:pt x="2626512" y="1716836"/>
                  </a:lnTo>
                  <a:lnTo>
                    <a:pt x="2626042" y="1717954"/>
                  </a:lnTo>
                  <a:lnTo>
                    <a:pt x="2626042" y="1720583"/>
                  </a:lnTo>
                  <a:lnTo>
                    <a:pt x="2626512" y="1721700"/>
                  </a:lnTo>
                  <a:lnTo>
                    <a:pt x="2628379" y="1723567"/>
                  </a:lnTo>
                  <a:lnTo>
                    <a:pt x="2629497" y="1724025"/>
                  </a:lnTo>
                  <a:lnTo>
                    <a:pt x="2632125" y="1724025"/>
                  </a:lnTo>
                  <a:lnTo>
                    <a:pt x="2633243" y="1723567"/>
                  </a:lnTo>
                  <a:lnTo>
                    <a:pt x="2635110" y="1721700"/>
                  </a:lnTo>
                  <a:lnTo>
                    <a:pt x="2635567" y="1720583"/>
                  </a:lnTo>
                  <a:lnTo>
                    <a:pt x="2635567" y="1717954"/>
                  </a:lnTo>
                  <a:close/>
                </a:path>
                <a:path w="6486525" h="2628900">
                  <a:moveTo>
                    <a:pt x="2635567" y="1670329"/>
                  </a:moveTo>
                  <a:lnTo>
                    <a:pt x="2635110" y="1669211"/>
                  </a:lnTo>
                  <a:lnTo>
                    <a:pt x="2633243" y="1667344"/>
                  </a:lnTo>
                  <a:lnTo>
                    <a:pt x="2632125" y="1666875"/>
                  </a:lnTo>
                  <a:lnTo>
                    <a:pt x="2629497" y="1666875"/>
                  </a:lnTo>
                  <a:lnTo>
                    <a:pt x="2628379" y="1667344"/>
                  </a:lnTo>
                  <a:lnTo>
                    <a:pt x="2626512" y="1669211"/>
                  </a:lnTo>
                  <a:lnTo>
                    <a:pt x="2626042" y="1670329"/>
                  </a:lnTo>
                  <a:lnTo>
                    <a:pt x="2626042" y="1672958"/>
                  </a:lnTo>
                  <a:lnTo>
                    <a:pt x="2626512" y="1674075"/>
                  </a:lnTo>
                  <a:lnTo>
                    <a:pt x="2628379" y="1675942"/>
                  </a:lnTo>
                  <a:lnTo>
                    <a:pt x="2629497" y="1676400"/>
                  </a:lnTo>
                  <a:lnTo>
                    <a:pt x="2632125" y="1676400"/>
                  </a:lnTo>
                  <a:lnTo>
                    <a:pt x="2633243" y="1675942"/>
                  </a:lnTo>
                  <a:lnTo>
                    <a:pt x="2635110" y="1674075"/>
                  </a:lnTo>
                  <a:lnTo>
                    <a:pt x="2635567" y="1672958"/>
                  </a:lnTo>
                  <a:lnTo>
                    <a:pt x="2635567" y="1670329"/>
                  </a:lnTo>
                  <a:close/>
                </a:path>
                <a:path w="6486525" h="2628900">
                  <a:moveTo>
                    <a:pt x="2635567" y="1622704"/>
                  </a:moveTo>
                  <a:lnTo>
                    <a:pt x="2635110" y="1621586"/>
                  </a:lnTo>
                  <a:lnTo>
                    <a:pt x="2633243" y="1619719"/>
                  </a:lnTo>
                  <a:lnTo>
                    <a:pt x="2632125" y="1619250"/>
                  </a:lnTo>
                  <a:lnTo>
                    <a:pt x="2629497" y="1619250"/>
                  </a:lnTo>
                  <a:lnTo>
                    <a:pt x="2628379" y="1619719"/>
                  </a:lnTo>
                  <a:lnTo>
                    <a:pt x="2626512" y="1621586"/>
                  </a:lnTo>
                  <a:lnTo>
                    <a:pt x="2626042" y="1622704"/>
                  </a:lnTo>
                  <a:lnTo>
                    <a:pt x="2626042" y="1625333"/>
                  </a:lnTo>
                  <a:lnTo>
                    <a:pt x="2626512" y="1626450"/>
                  </a:lnTo>
                  <a:lnTo>
                    <a:pt x="2628379" y="1628317"/>
                  </a:lnTo>
                  <a:lnTo>
                    <a:pt x="2629497" y="1628775"/>
                  </a:lnTo>
                  <a:lnTo>
                    <a:pt x="2632125" y="1628775"/>
                  </a:lnTo>
                  <a:lnTo>
                    <a:pt x="2633243" y="1628317"/>
                  </a:lnTo>
                  <a:lnTo>
                    <a:pt x="2635110" y="1626450"/>
                  </a:lnTo>
                  <a:lnTo>
                    <a:pt x="2635567" y="1625333"/>
                  </a:lnTo>
                  <a:lnTo>
                    <a:pt x="2635567" y="1622704"/>
                  </a:lnTo>
                  <a:close/>
                </a:path>
                <a:path w="6486525" h="2628900">
                  <a:moveTo>
                    <a:pt x="2635567" y="1575079"/>
                  </a:moveTo>
                  <a:lnTo>
                    <a:pt x="2635110" y="1573961"/>
                  </a:lnTo>
                  <a:lnTo>
                    <a:pt x="2633243" y="1572094"/>
                  </a:lnTo>
                  <a:lnTo>
                    <a:pt x="2632125" y="1571625"/>
                  </a:lnTo>
                  <a:lnTo>
                    <a:pt x="2629497" y="1571625"/>
                  </a:lnTo>
                  <a:lnTo>
                    <a:pt x="2628379" y="1572094"/>
                  </a:lnTo>
                  <a:lnTo>
                    <a:pt x="2626512" y="1573961"/>
                  </a:lnTo>
                  <a:lnTo>
                    <a:pt x="2626042" y="1575079"/>
                  </a:lnTo>
                  <a:lnTo>
                    <a:pt x="2626042" y="1577708"/>
                  </a:lnTo>
                  <a:lnTo>
                    <a:pt x="2626512" y="1578825"/>
                  </a:lnTo>
                  <a:lnTo>
                    <a:pt x="2628379" y="1580692"/>
                  </a:lnTo>
                  <a:lnTo>
                    <a:pt x="2629497" y="1581150"/>
                  </a:lnTo>
                  <a:lnTo>
                    <a:pt x="2632125" y="1581150"/>
                  </a:lnTo>
                  <a:lnTo>
                    <a:pt x="2633243" y="1580692"/>
                  </a:lnTo>
                  <a:lnTo>
                    <a:pt x="2635110" y="1578825"/>
                  </a:lnTo>
                  <a:lnTo>
                    <a:pt x="2635567" y="1577708"/>
                  </a:lnTo>
                  <a:lnTo>
                    <a:pt x="2635567" y="1575079"/>
                  </a:lnTo>
                  <a:close/>
                </a:path>
                <a:path w="6486525" h="2628900">
                  <a:moveTo>
                    <a:pt x="2635567" y="1527454"/>
                  </a:moveTo>
                  <a:lnTo>
                    <a:pt x="2635110" y="1526336"/>
                  </a:lnTo>
                  <a:lnTo>
                    <a:pt x="2633243" y="1524469"/>
                  </a:lnTo>
                  <a:lnTo>
                    <a:pt x="2632125" y="1524000"/>
                  </a:lnTo>
                  <a:lnTo>
                    <a:pt x="2629497" y="1524000"/>
                  </a:lnTo>
                  <a:lnTo>
                    <a:pt x="2628379" y="1524469"/>
                  </a:lnTo>
                  <a:lnTo>
                    <a:pt x="2626512" y="1526336"/>
                  </a:lnTo>
                  <a:lnTo>
                    <a:pt x="2626042" y="1527454"/>
                  </a:lnTo>
                  <a:lnTo>
                    <a:pt x="2626042" y="1530083"/>
                  </a:lnTo>
                  <a:lnTo>
                    <a:pt x="2626512" y="1531200"/>
                  </a:lnTo>
                  <a:lnTo>
                    <a:pt x="2628379" y="1533067"/>
                  </a:lnTo>
                  <a:lnTo>
                    <a:pt x="2629497" y="1533525"/>
                  </a:lnTo>
                  <a:lnTo>
                    <a:pt x="2632125" y="1533525"/>
                  </a:lnTo>
                  <a:lnTo>
                    <a:pt x="2633243" y="1533067"/>
                  </a:lnTo>
                  <a:lnTo>
                    <a:pt x="2635110" y="1531200"/>
                  </a:lnTo>
                  <a:lnTo>
                    <a:pt x="2635567" y="1530083"/>
                  </a:lnTo>
                  <a:lnTo>
                    <a:pt x="2635567" y="1527454"/>
                  </a:lnTo>
                  <a:close/>
                </a:path>
                <a:path w="6486525" h="2628900">
                  <a:moveTo>
                    <a:pt x="2635567" y="1479829"/>
                  </a:moveTo>
                  <a:lnTo>
                    <a:pt x="2635110" y="1478711"/>
                  </a:lnTo>
                  <a:lnTo>
                    <a:pt x="2633243" y="1476844"/>
                  </a:lnTo>
                  <a:lnTo>
                    <a:pt x="2632125" y="1476375"/>
                  </a:lnTo>
                  <a:lnTo>
                    <a:pt x="2629497" y="1476375"/>
                  </a:lnTo>
                  <a:lnTo>
                    <a:pt x="2628379" y="1476844"/>
                  </a:lnTo>
                  <a:lnTo>
                    <a:pt x="2626512" y="1478711"/>
                  </a:lnTo>
                  <a:lnTo>
                    <a:pt x="2626042" y="1479829"/>
                  </a:lnTo>
                  <a:lnTo>
                    <a:pt x="2626042" y="1482458"/>
                  </a:lnTo>
                  <a:lnTo>
                    <a:pt x="2626512" y="1483575"/>
                  </a:lnTo>
                  <a:lnTo>
                    <a:pt x="2628379" y="1485442"/>
                  </a:lnTo>
                  <a:lnTo>
                    <a:pt x="2629497" y="1485900"/>
                  </a:lnTo>
                  <a:lnTo>
                    <a:pt x="2632125" y="1485900"/>
                  </a:lnTo>
                  <a:lnTo>
                    <a:pt x="2633243" y="1485442"/>
                  </a:lnTo>
                  <a:lnTo>
                    <a:pt x="2635110" y="1483575"/>
                  </a:lnTo>
                  <a:lnTo>
                    <a:pt x="2635567" y="1482458"/>
                  </a:lnTo>
                  <a:lnTo>
                    <a:pt x="2635567" y="1479829"/>
                  </a:lnTo>
                  <a:close/>
                </a:path>
                <a:path w="6486525" h="2628900">
                  <a:moveTo>
                    <a:pt x="2635567" y="1432204"/>
                  </a:moveTo>
                  <a:lnTo>
                    <a:pt x="2635110" y="1431086"/>
                  </a:lnTo>
                  <a:lnTo>
                    <a:pt x="2633243" y="1429219"/>
                  </a:lnTo>
                  <a:lnTo>
                    <a:pt x="2632125" y="1428750"/>
                  </a:lnTo>
                  <a:lnTo>
                    <a:pt x="2629497" y="1428750"/>
                  </a:lnTo>
                  <a:lnTo>
                    <a:pt x="2628379" y="1429219"/>
                  </a:lnTo>
                  <a:lnTo>
                    <a:pt x="2626512" y="1431086"/>
                  </a:lnTo>
                  <a:lnTo>
                    <a:pt x="2626042" y="1432204"/>
                  </a:lnTo>
                  <a:lnTo>
                    <a:pt x="2626042" y="1434833"/>
                  </a:lnTo>
                  <a:lnTo>
                    <a:pt x="2626512" y="1435950"/>
                  </a:lnTo>
                  <a:lnTo>
                    <a:pt x="2628379" y="1437817"/>
                  </a:lnTo>
                  <a:lnTo>
                    <a:pt x="2629497" y="1438275"/>
                  </a:lnTo>
                  <a:lnTo>
                    <a:pt x="2632125" y="1438275"/>
                  </a:lnTo>
                  <a:lnTo>
                    <a:pt x="2633243" y="1437817"/>
                  </a:lnTo>
                  <a:lnTo>
                    <a:pt x="2635110" y="1435950"/>
                  </a:lnTo>
                  <a:lnTo>
                    <a:pt x="2635567" y="1434833"/>
                  </a:lnTo>
                  <a:lnTo>
                    <a:pt x="2635567" y="1432204"/>
                  </a:lnTo>
                  <a:close/>
                </a:path>
                <a:path w="6486525" h="2628900">
                  <a:moveTo>
                    <a:pt x="2635567" y="1384579"/>
                  </a:moveTo>
                  <a:lnTo>
                    <a:pt x="2635110" y="1383461"/>
                  </a:lnTo>
                  <a:lnTo>
                    <a:pt x="2633243" y="1381594"/>
                  </a:lnTo>
                  <a:lnTo>
                    <a:pt x="2632125" y="1381125"/>
                  </a:lnTo>
                  <a:lnTo>
                    <a:pt x="2629497" y="1381125"/>
                  </a:lnTo>
                  <a:lnTo>
                    <a:pt x="2628379" y="1381594"/>
                  </a:lnTo>
                  <a:lnTo>
                    <a:pt x="2626512" y="1383461"/>
                  </a:lnTo>
                  <a:lnTo>
                    <a:pt x="2626042" y="1384579"/>
                  </a:lnTo>
                  <a:lnTo>
                    <a:pt x="2626042" y="1387208"/>
                  </a:lnTo>
                  <a:lnTo>
                    <a:pt x="2626512" y="1388325"/>
                  </a:lnTo>
                  <a:lnTo>
                    <a:pt x="2628379" y="1390192"/>
                  </a:lnTo>
                  <a:lnTo>
                    <a:pt x="2629497" y="1390650"/>
                  </a:lnTo>
                  <a:lnTo>
                    <a:pt x="2632125" y="1390650"/>
                  </a:lnTo>
                  <a:lnTo>
                    <a:pt x="2633243" y="1390192"/>
                  </a:lnTo>
                  <a:lnTo>
                    <a:pt x="2635110" y="1388325"/>
                  </a:lnTo>
                  <a:lnTo>
                    <a:pt x="2635567" y="1387208"/>
                  </a:lnTo>
                  <a:lnTo>
                    <a:pt x="2635567" y="1384579"/>
                  </a:lnTo>
                  <a:close/>
                </a:path>
                <a:path w="6486525" h="2628900">
                  <a:moveTo>
                    <a:pt x="2635567" y="1336954"/>
                  </a:moveTo>
                  <a:lnTo>
                    <a:pt x="2635110" y="1335836"/>
                  </a:lnTo>
                  <a:lnTo>
                    <a:pt x="2633243" y="1333969"/>
                  </a:lnTo>
                  <a:lnTo>
                    <a:pt x="2632125" y="1333500"/>
                  </a:lnTo>
                  <a:lnTo>
                    <a:pt x="2629497" y="1333500"/>
                  </a:lnTo>
                  <a:lnTo>
                    <a:pt x="2628379" y="1333969"/>
                  </a:lnTo>
                  <a:lnTo>
                    <a:pt x="2626512" y="1335836"/>
                  </a:lnTo>
                  <a:lnTo>
                    <a:pt x="2626042" y="1336954"/>
                  </a:lnTo>
                  <a:lnTo>
                    <a:pt x="2626042" y="1339583"/>
                  </a:lnTo>
                  <a:lnTo>
                    <a:pt x="2626512" y="1340700"/>
                  </a:lnTo>
                  <a:lnTo>
                    <a:pt x="2628379" y="1342567"/>
                  </a:lnTo>
                  <a:lnTo>
                    <a:pt x="2629497" y="1343025"/>
                  </a:lnTo>
                  <a:lnTo>
                    <a:pt x="2632125" y="1343025"/>
                  </a:lnTo>
                  <a:lnTo>
                    <a:pt x="2633243" y="1342567"/>
                  </a:lnTo>
                  <a:lnTo>
                    <a:pt x="2635110" y="1340700"/>
                  </a:lnTo>
                  <a:lnTo>
                    <a:pt x="2635567" y="1339583"/>
                  </a:lnTo>
                  <a:lnTo>
                    <a:pt x="2635567" y="1336954"/>
                  </a:lnTo>
                  <a:close/>
                </a:path>
                <a:path w="6486525" h="2628900">
                  <a:moveTo>
                    <a:pt x="2635567" y="1289329"/>
                  </a:moveTo>
                  <a:lnTo>
                    <a:pt x="2635110" y="1288211"/>
                  </a:lnTo>
                  <a:lnTo>
                    <a:pt x="2633243" y="1286344"/>
                  </a:lnTo>
                  <a:lnTo>
                    <a:pt x="2632125" y="1285875"/>
                  </a:lnTo>
                  <a:lnTo>
                    <a:pt x="2629497" y="1285875"/>
                  </a:lnTo>
                  <a:lnTo>
                    <a:pt x="2628379" y="1286344"/>
                  </a:lnTo>
                  <a:lnTo>
                    <a:pt x="2626512" y="1288211"/>
                  </a:lnTo>
                  <a:lnTo>
                    <a:pt x="2626042" y="1289329"/>
                  </a:lnTo>
                  <a:lnTo>
                    <a:pt x="2626042" y="1291958"/>
                  </a:lnTo>
                  <a:lnTo>
                    <a:pt x="2626512" y="1293075"/>
                  </a:lnTo>
                  <a:lnTo>
                    <a:pt x="2628379" y="1294942"/>
                  </a:lnTo>
                  <a:lnTo>
                    <a:pt x="2629497" y="1295400"/>
                  </a:lnTo>
                  <a:lnTo>
                    <a:pt x="2632125" y="1295400"/>
                  </a:lnTo>
                  <a:lnTo>
                    <a:pt x="2633243" y="1294942"/>
                  </a:lnTo>
                  <a:lnTo>
                    <a:pt x="2635110" y="1293075"/>
                  </a:lnTo>
                  <a:lnTo>
                    <a:pt x="2635567" y="1291958"/>
                  </a:lnTo>
                  <a:lnTo>
                    <a:pt x="2635567" y="1289329"/>
                  </a:lnTo>
                  <a:close/>
                </a:path>
                <a:path w="6486525" h="2628900">
                  <a:moveTo>
                    <a:pt x="2635567" y="1241704"/>
                  </a:moveTo>
                  <a:lnTo>
                    <a:pt x="2635110" y="1240586"/>
                  </a:lnTo>
                  <a:lnTo>
                    <a:pt x="2633243" y="1238719"/>
                  </a:lnTo>
                  <a:lnTo>
                    <a:pt x="2632125" y="1238250"/>
                  </a:lnTo>
                  <a:lnTo>
                    <a:pt x="2629497" y="1238250"/>
                  </a:lnTo>
                  <a:lnTo>
                    <a:pt x="2628379" y="1238719"/>
                  </a:lnTo>
                  <a:lnTo>
                    <a:pt x="2626512" y="1240586"/>
                  </a:lnTo>
                  <a:lnTo>
                    <a:pt x="2626042" y="1241704"/>
                  </a:lnTo>
                  <a:lnTo>
                    <a:pt x="2626042" y="1244333"/>
                  </a:lnTo>
                  <a:lnTo>
                    <a:pt x="2626512" y="1245450"/>
                  </a:lnTo>
                  <a:lnTo>
                    <a:pt x="2628379" y="1247317"/>
                  </a:lnTo>
                  <a:lnTo>
                    <a:pt x="2629497" y="1247775"/>
                  </a:lnTo>
                  <a:lnTo>
                    <a:pt x="2632125" y="1247775"/>
                  </a:lnTo>
                  <a:lnTo>
                    <a:pt x="2633243" y="1247317"/>
                  </a:lnTo>
                  <a:lnTo>
                    <a:pt x="2635110" y="1245450"/>
                  </a:lnTo>
                  <a:lnTo>
                    <a:pt x="2635567" y="1244333"/>
                  </a:lnTo>
                  <a:lnTo>
                    <a:pt x="2635567" y="1241704"/>
                  </a:lnTo>
                  <a:close/>
                </a:path>
                <a:path w="6486525" h="2628900">
                  <a:moveTo>
                    <a:pt x="2635567" y="1194079"/>
                  </a:moveTo>
                  <a:lnTo>
                    <a:pt x="2635110" y="1192961"/>
                  </a:lnTo>
                  <a:lnTo>
                    <a:pt x="2633243" y="1191094"/>
                  </a:lnTo>
                  <a:lnTo>
                    <a:pt x="2632125" y="1190625"/>
                  </a:lnTo>
                  <a:lnTo>
                    <a:pt x="2629497" y="1190625"/>
                  </a:lnTo>
                  <a:lnTo>
                    <a:pt x="2628379" y="1191094"/>
                  </a:lnTo>
                  <a:lnTo>
                    <a:pt x="2626512" y="1192961"/>
                  </a:lnTo>
                  <a:lnTo>
                    <a:pt x="2626042" y="1194079"/>
                  </a:lnTo>
                  <a:lnTo>
                    <a:pt x="2626042" y="1196708"/>
                  </a:lnTo>
                  <a:lnTo>
                    <a:pt x="2626512" y="1197825"/>
                  </a:lnTo>
                  <a:lnTo>
                    <a:pt x="2628379" y="1199692"/>
                  </a:lnTo>
                  <a:lnTo>
                    <a:pt x="2629497" y="1200150"/>
                  </a:lnTo>
                  <a:lnTo>
                    <a:pt x="2632125" y="1200150"/>
                  </a:lnTo>
                  <a:lnTo>
                    <a:pt x="2633243" y="1199692"/>
                  </a:lnTo>
                  <a:lnTo>
                    <a:pt x="2635110" y="1197825"/>
                  </a:lnTo>
                  <a:lnTo>
                    <a:pt x="2635567" y="1196708"/>
                  </a:lnTo>
                  <a:lnTo>
                    <a:pt x="2635567" y="1194079"/>
                  </a:lnTo>
                  <a:close/>
                </a:path>
                <a:path w="6486525" h="2628900">
                  <a:moveTo>
                    <a:pt x="2635567" y="1146454"/>
                  </a:moveTo>
                  <a:lnTo>
                    <a:pt x="2635110" y="1145336"/>
                  </a:lnTo>
                  <a:lnTo>
                    <a:pt x="2633243" y="1143469"/>
                  </a:lnTo>
                  <a:lnTo>
                    <a:pt x="2632125" y="1143000"/>
                  </a:lnTo>
                  <a:lnTo>
                    <a:pt x="2629497" y="1143000"/>
                  </a:lnTo>
                  <a:lnTo>
                    <a:pt x="2628379" y="1143469"/>
                  </a:lnTo>
                  <a:lnTo>
                    <a:pt x="2626512" y="1145336"/>
                  </a:lnTo>
                  <a:lnTo>
                    <a:pt x="2626042" y="1146454"/>
                  </a:lnTo>
                  <a:lnTo>
                    <a:pt x="2626042" y="1149083"/>
                  </a:lnTo>
                  <a:lnTo>
                    <a:pt x="2626512" y="1150200"/>
                  </a:lnTo>
                  <a:lnTo>
                    <a:pt x="2628379" y="1152067"/>
                  </a:lnTo>
                  <a:lnTo>
                    <a:pt x="2629497" y="1152525"/>
                  </a:lnTo>
                  <a:lnTo>
                    <a:pt x="2632125" y="1152525"/>
                  </a:lnTo>
                  <a:lnTo>
                    <a:pt x="2633243" y="1152067"/>
                  </a:lnTo>
                  <a:lnTo>
                    <a:pt x="2635110" y="1150200"/>
                  </a:lnTo>
                  <a:lnTo>
                    <a:pt x="2635567" y="1149083"/>
                  </a:lnTo>
                  <a:lnTo>
                    <a:pt x="2635567" y="1146454"/>
                  </a:lnTo>
                  <a:close/>
                </a:path>
                <a:path w="6486525" h="2628900">
                  <a:moveTo>
                    <a:pt x="2635567" y="1098829"/>
                  </a:moveTo>
                  <a:lnTo>
                    <a:pt x="2635110" y="1097711"/>
                  </a:lnTo>
                  <a:lnTo>
                    <a:pt x="2633243" y="1095844"/>
                  </a:lnTo>
                  <a:lnTo>
                    <a:pt x="2632125" y="1095375"/>
                  </a:lnTo>
                  <a:lnTo>
                    <a:pt x="2629497" y="1095375"/>
                  </a:lnTo>
                  <a:lnTo>
                    <a:pt x="2628379" y="1095844"/>
                  </a:lnTo>
                  <a:lnTo>
                    <a:pt x="2626512" y="1097711"/>
                  </a:lnTo>
                  <a:lnTo>
                    <a:pt x="2626042" y="1098829"/>
                  </a:lnTo>
                  <a:lnTo>
                    <a:pt x="2626042" y="1101458"/>
                  </a:lnTo>
                  <a:lnTo>
                    <a:pt x="2626512" y="1102575"/>
                  </a:lnTo>
                  <a:lnTo>
                    <a:pt x="2628379" y="1104442"/>
                  </a:lnTo>
                  <a:lnTo>
                    <a:pt x="2629497" y="1104900"/>
                  </a:lnTo>
                  <a:lnTo>
                    <a:pt x="2632125" y="1104900"/>
                  </a:lnTo>
                  <a:lnTo>
                    <a:pt x="2633243" y="1104442"/>
                  </a:lnTo>
                  <a:lnTo>
                    <a:pt x="2635110" y="1102575"/>
                  </a:lnTo>
                  <a:lnTo>
                    <a:pt x="2635567" y="1101458"/>
                  </a:lnTo>
                  <a:lnTo>
                    <a:pt x="2635567" y="1098829"/>
                  </a:lnTo>
                  <a:close/>
                </a:path>
                <a:path w="6486525" h="2628900">
                  <a:moveTo>
                    <a:pt x="2635567" y="1051204"/>
                  </a:moveTo>
                  <a:lnTo>
                    <a:pt x="2635110" y="1050086"/>
                  </a:lnTo>
                  <a:lnTo>
                    <a:pt x="2633243" y="1048219"/>
                  </a:lnTo>
                  <a:lnTo>
                    <a:pt x="2632125" y="1047750"/>
                  </a:lnTo>
                  <a:lnTo>
                    <a:pt x="2629497" y="1047750"/>
                  </a:lnTo>
                  <a:lnTo>
                    <a:pt x="2628379" y="1048219"/>
                  </a:lnTo>
                  <a:lnTo>
                    <a:pt x="2626512" y="1050086"/>
                  </a:lnTo>
                  <a:lnTo>
                    <a:pt x="2626042" y="1051204"/>
                  </a:lnTo>
                  <a:lnTo>
                    <a:pt x="2626042" y="1053833"/>
                  </a:lnTo>
                  <a:lnTo>
                    <a:pt x="2626512" y="1054950"/>
                  </a:lnTo>
                  <a:lnTo>
                    <a:pt x="2628379" y="1056817"/>
                  </a:lnTo>
                  <a:lnTo>
                    <a:pt x="2629497" y="1057275"/>
                  </a:lnTo>
                  <a:lnTo>
                    <a:pt x="2632125" y="1057275"/>
                  </a:lnTo>
                  <a:lnTo>
                    <a:pt x="2633243" y="1056817"/>
                  </a:lnTo>
                  <a:lnTo>
                    <a:pt x="2635110" y="1054950"/>
                  </a:lnTo>
                  <a:lnTo>
                    <a:pt x="2635567" y="1053833"/>
                  </a:lnTo>
                  <a:lnTo>
                    <a:pt x="2635567" y="1051204"/>
                  </a:lnTo>
                  <a:close/>
                </a:path>
                <a:path w="6486525" h="2628900">
                  <a:moveTo>
                    <a:pt x="2635567" y="1003579"/>
                  </a:moveTo>
                  <a:lnTo>
                    <a:pt x="2635110" y="1002461"/>
                  </a:lnTo>
                  <a:lnTo>
                    <a:pt x="2633243" y="1000594"/>
                  </a:lnTo>
                  <a:lnTo>
                    <a:pt x="2632125" y="1000125"/>
                  </a:lnTo>
                  <a:lnTo>
                    <a:pt x="2629497" y="1000125"/>
                  </a:lnTo>
                  <a:lnTo>
                    <a:pt x="2628379" y="1000594"/>
                  </a:lnTo>
                  <a:lnTo>
                    <a:pt x="2626512" y="1002461"/>
                  </a:lnTo>
                  <a:lnTo>
                    <a:pt x="2626042" y="1003579"/>
                  </a:lnTo>
                  <a:lnTo>
                    <a:pt x="2626042" y="1006208"/>
                  </a:lnTo>
                  <a:lnTo>
                    <a:pt x="2626512" y="1007325"/>
                  </a:lnTo>
                  <a:lnTo>
                    <a:pt x="2628379" y="1009192"/>
                  </a:lnTo>
                  <a:lnTo>
                    <a:pt x="2629497" y="1009650"/>
                  </a:lnTo>
                  <a:lnTo>
                    <a:pt x="2632125" y="1009650"/>
                  </a:lnTo>
                  <a:lnTo>
                    <a:pt x="2633243" y="1009192"/>
                  </a:lnTo>
                  <a:lnTo>
                    <a:pt x="2635110" y="1007325"/>
                  </a:lnTo>
                  <a:lnTo>
                    <a:pt x="2635567" y="1006208"/>
                  </a:lnTo>
                  <a:lnTo>
                    <a:pt x="2635567" y="1003579"/>
                  </a:lnTo>
                  <a:close/>
                </a:path>
                <a:path w="6486525" h="2628900">
                  <a:moveTo>
                    <a:pt x="2635567" y="955954"/>
                  </a:moveTo>
                  <a:lnTo>
                    <a:pt x="2635110" y="954836"/>
                  </a:lnTo>
                  <a:lnTo>
                    <a:pt x="2633243" y="952969"/>
                  </a:lnTo>
                  <a:lnTo>
                    <a:pt x="2632125" y="952500"/>
                  </a:lnTo>
                  <a:lnTo>
                    <a:pt x="2629497" y="952500"/>
                  </a:lnTo>
                  <a:lnTo>
                    <a:pt x="2628379" y="952969"/>
                  </a:lnTo>
                  <a:lnTo>
                    <a:pt x="2626512" y="954836"/>
                  </a:lnTo>
                  <a:lnTo>
                    <a:pt x="2626042" y="955954"/>
                  </a:lnTo>
                  <a:lnTo>
                    <a:pt x="2626042" y="958583"/>
                  </a:lnTo>
                  <a:lnTo>
                    <a:pt x="2626512" y="959700"/>
                  </a:lnTo>
                  <a:lnTo>
                    <a:pt x="2628379" y="961567"/>
                  </a:lnTo>
                  <a:lnTo>
                    <a:pt x="2629497" y="962025"/>
                  </a:lnTo>
                  <a:lnTo>
                    <a:pt x="2632125" y="962025"/>
                  </a:lnTo>
                  <a:lnTo>
                    <a:pt x="2633243" y="961567"/>
                  </a:lnTo>
                  <a:lnTo>
                    <a:pt x="2635110" y="959700"/>
                  </a:lnTo>
                  <a:lnTo>
                    <a:pt x="2635567" y="958583"/>
                  </a:lnTo>
                  <a:lnTo>
                    <a:pt x="2635567" y="955954"/>
                  </a:lnTo>
                  <a:close/>
                </a:path>
                <a:path w="6486525" h="2628900">
                  <a:moveTo>
                    <a:pt x="2635567" y="908329"/>
                  </a:moveTo>
                  <a:lnTo>
                    <a:pt x="2635110" y="907211"/>
                  </a:lnTo>
                  <a:lnTo>
                    <a:pt x="2633243" y="905344"/>
                  </a:lnTo>
                  <a:lnTo>
                    <a:pt x="2632125" y="904875"/>
                  </a:lnTo>
                  <a:lnTo>
                    <a:pt x="2629497" y="904875"/>
                  </a:lnTo>
                  <a:lnTo>
                    <a:pt x="2628379" y="905344"/>
                  </a:lnTo>
                  <a:lnTo>
                    <a:pt x="2626512" y="907211"/>
                  </a:lnTo>
                  <a:lnTo>
                    <a:pt x="2626042" y="908329"/>
                  </a:lnTo>
                  <a:lnTo>
                    <a:pt x="2626042" y="910958"/>
                  </a:lnTo>
                  <a:lnTo>
                    <a:pt x="2626512" y="912075"/>
                  </a:lnTo>
                  <a:lnTo>
                    <a:pt x="2628379" y="913942"/>
                  </a:lnTo>
                  <a:lnTo>
                    <a:pt x="2629497" y="914400"/>
                  </a:lnTo>
                  <a:lnTo>
                    <a:pt x="2632125" y="914400"/>
                  </a:lnTo>
                  <a:lnTo>
                    <a:pt x="2633243" y="913942"/>
                  </a:lnTo>
                  <a:lnTo>
                    <a:pt x="2635110" y="912075"/>
                  </a:lnTo>
                  <a:lnTo>
                    <a:pt x="2635567" y="910958"/>
                  </a:lnTo>
                  <a:lnTo>
                    <a:pt x="2635567" y="908329"/>
                  </a:lnTo>
                  <a:close/>
                </a:path>
                <a:path w="6486525" h="2628900">
                  <a:moveTo>
                    <a:pt x="2635567" y="860704"/>
                  </a:moveTo>
                  <a:lnTo>
                    <a:pt x="2635110" y="859586"/>
                  </a:lnTo>
                  <a:lnTo>
                    <a:pt x="2633243" y="857719"/>
                  </a:lnTo>
                  <a:lnTo>
                    <a:pt x="2632125" y="857250"/>
                  </a:lnTo>
                  <a:lnTo>
                    <a:pt x="2629497" y="857250"/>
                  </a:lnTo>
                  <a:lnTo>
                    <a:pt x="2628900" y="857504"/>
                  </a:lnTo>
                  <a:lnTo>
                    <a:pt x="2628900" y="854887"/>
                  </a:lnTo>
                  <a:lnTo>
                    <a:pt x="2628442" y="853757"/>
                  </a:lnTo>
                  <a:lnTo>
                    <a:pt x="2626576" y="851903"/>
                  </a:lnTo>
                  <a:lnTo>
                    <a:pt x="2625458" y="851433"/>
                  </a:lnTo>
                  <a:lnTo>
                    <a:pt x="2622829" y="851433"/>
                  </a:lnTo>
                  <a:lnTo>
                    <a:pt x="2621711" y="851903"/>
                  </a:lnTo>
                  <a:lnTo>
                    <a:pt x="2619845" y="853757"/>
                  </a:lnTo>
                  <a:lnTo>
                    <a:pt x="2619375" y="854887"/>
                  </a:lnTo>
                  <a:lnTo>
                    <a:pt x="2619375" y="857516"/>
                  </a:lnTo>
                  <a:lnTo>
                    <a:pt x="2619845" y="858634"/>
                  </a:lnTo>
                  <a:lnTo>
                    <a:pt x="2621711" y="860501"/>
                  </a:lnTo>
                  <a:lnTo>
                    <a:pt x="2622829" y="860958"/>
                  </a:lnTo>
                  <a:lnTo>
                    <a:pt x="2625458" y="860958"/>
                  </a:lnTo>
                  <a:lnTo>
                    <a:pt x="2626042" y="860729"/>
                  </a:lnTo>
                  <a:lnTo>
                    <a:pt x="2626042" y="863333"/>
                  </a:lnTo>
                  <a:lnTo>
                    <a:pt x="2626512" y="864450"/>
                  </a:lnTo>
                  <a:lnTo>
                    <a:pt x="2628379" y="866317"/>
                  </a:lnTo>
                  <a:lnTo>
                    <a:pt x="2629497" y="866775"/>
                  </a:lnTo>
                  <a:lnTo>
                    <a:pt x="2632125" y="866775"/>
                  </a:lnTo>
                  <a:lnTo>
                    <a:pt x="2633243" y="866317"/>
                  </a:lnTo>
                  <a:lnTo>
                    <a:pt x="2635110" y="864450"/>
                  </a:lnTo>
                  <a:lnTo>
                    <a:pt x="2635567" y="863333"/>
                  </a:lnTo>
                  <a:lnTo>
                    <a:pt x="2635567" y="860704"/>
                  </a:lnTo>
                  <a:close/>
                </a:path>
                <a:path w="6486525" h="2628900">
                  <a:moveTo>
                    <a:pt x="2635567" y="813079"/>
                  </a:moveTo>
                  <a:lnTo>
                    <a:pt x="2635110" y="811961"/>
                  </a:lnTo>
                  <a:lnTo>
                    <a:pt x="2633243" y="810094"/>
                  </a:lnTo>
                  <a:lnTo>
                    <a:pt x="2632125" y="809625"/>
                  </a:lnTo>
                  <a:lnTo>
                    <a:pt x="2629497" y="809625"/>
                  </a:lnTo>
                  <a:lnTo>
                    <a:pt x="2628379" y="810094"/>
                  </a:lnTo>
                  <a:lnTo>
                    <a:pt x="2626512" y="811961"/>
                  </a:lnTo>
                  <a:lnTo>
                    <a:pt x="2626042" y="813079"/>
                  </a:lnTo>
                  <a:lnTo>
                    <a:pt x="2626042" y="815708"/>
                  </a:lnTo>
                  <a:lnTo>
                    <a:pt x="2626512" y="816825"/>
                  </a:lnTo>
                  <a:lnTo>
                    <a:pt x="2628379" y="818692"/>
                  </a:lnTo>
                  <a:lnTo>
                    <a:pt x="2629497" y="819150"/>
                  </a:lnTo>
                  <a:lnTo>
                    <a:pt x="2632125" y="819150"/>
                  </a:lnTo>
                  <a:lnTo>
                    <a:pt x="2633243" y="818692"/>
                  </a:lnTo>
                  <a:lnTo>
                    <a:pt x="2635110" y="816825"/>
                  </a:lnTo>
                  <a:lnTo>
                    <a:pt x="2635567" y="815708"/>
                  </a:lnTo>
                  <a:lnTo>
                    <a:pt x="2635567" y="813079"/>
                  </a:lnTo>
                  <a:close/>
                </a:path>
                <a:path w="6486525" h="2628900">
                  <a:moveTo>
                    <a:pt x="2635567" y="765454"/>
                  </a:moveTo>
                  <a:lnTo>
                    <a:pt x="2635110" y="764336"/>
                  </a:lnTo>
                  <a:lnTo>
                    <a:pt x="2633243" y="762469"/>
                  </a:lnTo>
                  <a:lnTo>
                    <a:pt x="2632125" y="762000"/>
                  </a:lnTo>
                  <a:lnTo>
                    <a:pt x="2629497" y="762000"/>
                  </a:lnTo>
                  <a:lnTo>
                    <a:pt x="2628379" y="762469"/>
                  </a:lnTo>
                  <a:lnTo>
                    <a:pt x="2626512" y="764336"/>
                  </a:lnTo>
                  <a:lnTo>
                    <a:pt x="2626042" y="765454"/>
                  </a:lnTo>
                  <a:lnTo>
                    <a:pt x="2626042" y="768083"/>
                  </a:lnTo>
                  <a:lnTo>
                    <a:pt x="2626512" y="769200"/>
                  </a:lnTo>
                  <a:lnTo>
                    <a:pt x="2628379" y="771067"/>
                  </a:lnTo>
                  <a:lnTo>
                    <a:pt x="2629497" y="771525"/>
                  </a:lnTo>
                  <a:lnTo>
                    <a:pt x="2632125" y="771525"/>
                  </a:lnTo>
                  <a:lnTo>
                    <a:pt x="2633243" y="771067"/>
                  </a:lnTo>
                  <a:lnTo>
                    <a:pt x="2635110" y="769200"/>
                  </a:lnTo>
                  <a:lnTo>
                    <a:pt x="2635567" y="768083"/>
                  </a:lnTo>
                  <a:lnTo>
                    <a:pt x="2635567" y="765454"/>
                  </a:lnTo>
                  <a:close/>
                </a:path>
                <a:path w="6486525" h="2628900">
                  <a:moveTo>
                    <a:pt x="2635567" y="717829"/>
                  </a:moveTo>
                  <a:lnTo>
                    <a:pt x="2635110" y="716711"/>
                  </a:lnTo>
                  <a:lnTo>
                    <a:pt x="2633243" y="714844"/>
                  </a:lnTo>
                  <a:lnTo>
                    <a:pt x="2632125" y="714375"/>
                  </a:lnTo>
                  <a:lnTo>
                    <a:pt x="2629497" y="714375"/>
                  </a:lnTo>
                  <a:lnTo>
                    <a:pt x="2628379" y="714844"/>
                  </a:lnTo>
                  <a:lnTo>
                    <a:pt x="2626512" y="716711"/>
                  </a:lnTo>
                  <a:lnTo>
                    <a:pt x="2626042" y="717829"/>
                  </a:lnTo>
                  <a:lnTo>
                    <a:pt x="2626042" y="720458"/>
                  </a:lnTo>
                  <a:lnTo>
                    <a:pt x="2626512" y="721575"/>
                  </a:lnTo>
                  <a:lnTo>
                    <a:pt x="2628379" y="723442"/>
                  </a:lnTo>
                  <a:lnTo>
                    <a:pt x="2629497" y="723900"/>
                  </a:lnTo>
                  <a:lnTo>
                    <a:pt x="2632125" y="723900"/>
                  </a:lnTo>
                  <a:lnTo>
                    <a:pt x="2633243" y="723442"/>
                  </a:lnTo>
                  <a:lnTo>
                    <a:pt x="2635110" y="721575"/>
                  </a:lnTo>
                  <a:lnTo>
                    <a:pt x="2635567" y="720458"/>
                  </a:lnTo>
                  <a:lnTo>
                    <a:pt x="2635567" y="717829"/>
                  </a:lnTo>
                  <a:close/>
                </a:path>
                <a:path w="6486525" h="2628900">
                  <a:moveTo>
                    <a:pt x="2635567" y="670204"/>
                  </a:moveTo>
                  <a:lnTo>
                    <a:pt x="2635110" y="669086"/>
                  </a:lnTo>
                  <a:lnTo>
                    <a:pt x="2633243" y="667219"/>
                  </a:lnTo>
                  <a:lnTo>
                    <a:pt x="2632125" y="666750"/>
                  </a:lnTo>
                  <a:lnTo>
                    <a:pt x="2629497" y="666750"/>
                  </a:lnTo>
                  <a:lnTo>
                    <a:pt x="2628379" y="667219"/>
                  </a:lnTo>
                  <a:lnTo>
                    <a:pt x="2626512" y="669086"/>
                  </a:lnTo>
                  <a:lnTo>
                    <a:pt x="2626042" y="670204"/>
                  </a:lnTo>
                  <a:lnTo>
                    <a:pt x="2626042" y="672833"/>
                  </a:lnTo>
                  <a:lnTo>
                    <a:pt x="2626512" y="673950"/>
                  </a:lnTo>
                  <a:lnTo>
                    <a:pt x="2628379" y="675817"/>
                  </a:lnTo>
                  <a:lnTo>
                    <a:pt x="2629497" y="676275"/>
                  </a:lnTo>
                  <a:lnTo>
                    <a:pt x="2632125" y="676275"/>
                  </a:lnTo>
                  <a:lnTo>
                    <a:pt x="2633243" y="675817"/>
                  </a:lnTo>
                  <a:lnTo>
                    <a:pt x="2635110" y="673950"/>
                  </a:lnTo>
                  <a:lnTo>
                    <a:pt x="2635567" y="672833"/>
                  </a:lnTo>
                  <a:lnTo>
                    <a:pt x="2635567" y="670204"/>
                  </a:lnTo>
                  <a:close/>
                </a:path>
                <a:path w="6486525" h="2628900">
                  <a:moveTo>
                    <a:pt x="2635567" y="622579"/>
                  </a:moveTo>
                  <a:lnTo>
                    <a:pt x="2635110" y="621461"/>
                  </a:lnTo>
                  <a:lnTo>
                    <a:pt x="2633243" y="619594"/>
                  </a:lnTo>
                  <a:lnTo>
                    <a:pt x="2632125" y="619125"/>
                  </a:lnTo>
                  <a:lnTo>
                    <a:pt x="2629497" y="619125"/>
                  </a:lnTo>
                  <a:lnTo>
                    <a:pt x="2628379" y="619594"/>
                  </a:lnTo>
                  <a:lnTo>
                    <a:pt x="2626512" y="621461"/>
                  </a:lnTo>
                  <a:lnTo>
                    <a:pt x="2626042" y="622579"/>
                  </a:lnTo>
                  <a:lnTo>
                    <a:pt x="2626042" y="625208"/>
                  </a:lnTo>
                  <a:lnTo>
                    <a:pt x="2626512" y="626325"/>
                  </a:lnTo>
                  <a:lnTo>
                    <a:pt x="2628379" y="628192"/>
                  </a:lnTo>
                  <a:lnTo>
                    <a:pt x="2629497" y="628650"/>
                  </a:lnTo>
                  <a:lnTo>
                    <a:pt x="2632125" y="628650"/>
                  </a:lnTo>
                  <a:lnTo>
                    <a:pt x="2633243" y="628192"/>
                  </a:lnTo>
                  <a:lnTo>
                    <a:pt x="2635110" y="626325"/>
                  </a:lnTo>
                  <a:lnTo>
                    <a:pt x="2635567" y="625208"/>
                  </a:lnTo>
                  <a:lnTo>
                    <a:pt x="2635567" y="622579"/>
                  </a:lnTo>
                  <a:close/>
                </a:path>
                <a:path w="6486525" h="2628900">
                  <a:moveTo>
                    <a:pt x="2635567" y="574954"/>
                  </a:moveTo>
                  <a:lnTo>
                    <a:pt x="2635110" y="573836"/>
                  </a:lnTo>
                  <a:lnTo>
                    <a:pt x="2633243" y="571969"/>
                  </a:lnTo>
                  <a:lnTo>
                    <a:pt x="2632125" y="571500"/>
                  </a:lnTo>
                  <a:lnTo>
                    <a:pt x="2629497" y="571500"/>
                  </a:lnTo>
                  <a:lnTo>
                    <a:pt x="2628379" y="571969"/>
                  </a:lnTo>
                  <a:lnTo>
                    <a:pt x="2626512" y="573836"/>
                  </a:lnTo>
                  <a:lnTo>
                    <a:pt x="2626042" y="574954"/>
                  </a:lnTo>
                  <a:lnTo>
                    <a:pt x="2626042" y="577583"/>
                  </a:lnTo>
                  <a:lnTo>
                    <a:pt x="2626512" y="578700"/>
                  </a:lnTo>
                  <a:lnTo>
                    <a:pt x="2628379" y="580567"/>
                  </a:lnTo>
                  <a:lnTo>
                    <a:pt x="2629497" y="581025"/>
                  </a:lnTo>
                  <a:lnTo>
                    <a:pt x="2632125" y="581025"/>
                  </a:lnTo>
                  <a:lnTo>
                    <a:pt x="2633243" y="580567"/>
                  </a:lnTo>
                  <a:lnTo>
                    <a:pt x="2635110" y="578700"/>
                  </a:lnTo>
                  <a:lnTo>
                    <a:pt x="2635567" y="577583"/>
                  </a:lnTo>
                  <a:lnTo>
                    <a:pt x="2635567" y="574954"/>
                  </a:lnTo>
                  <a:close/>
                </a:path>
                <a:path w="6486525" h="2628900">
                  <a:moveTo>
                    <a:pt x="2635567" y="527329"/>
                  </a:moveTo>
                  <a:lnTo>
                    <a:pt x="2635110" y="526211"/>
                  </a:lnTo>
                  <a:lnTo>
                    <a:pt x="2633243" y="524344"/>
                  </a:lnTo>
                  <a:lnTo>
                    <a:pt x="2632125" y="523875"/>
                  </a:lnTo>
                  <a:lnTo>
                    <a:pt x="2629497" y="523875"/>
                  </a:lnTo>
                  <a:lnTo>
                    <a:pt x="2628379" y="524344"/>
                  </a:lnTo>
                  <a:lnTo>
                    <a:pt x="2626512" y="526211"/>
                  </a:lnTo>
                  <a:lnTo>
                    <a:pt x="2626042" y="527329"/>
                  </a:lnTo>
                  <a:lnTo>
                    <a:pt x="2626042" y="529958"/>
                  </a:lnTo>
                  <a:lnTo>
                    <a:pt x="2626512" y="531075"/>
                  </a:lnTo>
                  <a:lnTo>
                    <a:pt x="2628379" y="532942"/>
                  </a:lnTo>
                  <a:lnTo>
                    <a:pt x="2629497" y="533400"/>
                  </a:lnTo>
                  <a:lnTo>
                    <a:pt x="2632125" y="533400"/>
                  </a:lnTo>
                  <a:lnTo>
                    <a:pt x="2633243" y="532942"/>
                  </a:lnTo>
                  <a:lnTo>
                    <a:pt x="2635110" y="531075"/>
                  </a:lnTo>
                  <a:lnTo>
                    <a:pt x="2635567" y="529958"/>
                  </a:lnTo>
                  <a:lnTo>
                    <a:pt x="2635567" y="527329"/>
                  </a:lnTo>
                  <a:close/>
                </a:path>
                <a:path w="6486525" h="2628900">
                  <a:moveTo>
                    <a:pt x="2635567" y="479704"/>
                  </a:moveTo>
                  <a:lnTo>
                    <a:pt x="2635110" y="478586"/>
                  </a:lnTo>
                  <a:lnTo>
                    <a:pt x="2633243" y="476719"/>
                  </a:lnTo>
                  <a:lnTo>
                    <a:pt x="2632125" y="476250"/>
                  </a:lnTo>
                  <a:lnTo>
                    <a:pt x="2629497" y="476250"/>
                  </a:lnTo>
                  <a:lnTo>
                    <a:pt x="2628379" y="476719"/>
                  </a:lnTo>
                  <a:lnTo>
                    <a:pt x="2626512" y="478586"/>
                  </a:lnTo>
                  <a:lnTo>
                    <a:pt x="2626042" y="479704"/>
                  </a:lnTo>
                  <a:lnTo>
                    <a:pt x="2626042" y="482333"/>
                  </a:lnTo>
                  <a:lnTo>
                    <a:pt x="2626512" y="483450"/>
                  </a:lnTo>
                  <a:lnTo>
                    <a:pt x="2628379" y="485317"/>
                  </a:lnTo>
                  <a:lnTo>
                    <a:pt x="2629497" y="485775"/>
                  </a:lnTo>
                  <a:lnTo>
                    <a:pt x="2632125" y="485775"/>
                  </a:lnTo>
                  <a:lnTo>
                    <a:pt x="2633243" y="485317"/>
                  </a:lnTo>
                  <a:lnTo>
                    <a:pt x="2635110" y="483450"/>
                  </a:lnTo>
                  <a:lnTo>
                    <a:pt x="2635567" y="482333"/>
                  </a:lnTo>
                  <a:lnTo>
                    <a:pt x="2635567" y="479704"/>
                  </a:lnTo>
                  <a:close/>
                </a:path>
                <a:path w="6486525" h="2628900">
                  <a:moveTo>
                    <a:pt x="2635567" y="432079"/>
                  </a:moveTo>
                  <a:lnTo>
                    <a:pt x="2635110" y="430961"/>
                  </a:lnTo>
                  <a:lnTo>
                    <a:pt x="2633243" y="429094"/>
                  </a:lnTo>
                  <a:lnTo>
                    <a:pt x="2632125" y="428625"/>
                  </a:lnTo>
                  <a:lnTo>
                    <a:pt x="2629497" y="428625"/>
                  </a:lnTo>
                  <a:lnTo>
                    <a:pt x="2628379" y="429094"/>
                  </a:lnTo>
                  <a:lnTo>
                    <a:pt x="2626512" y="430961"/>
                  </a:lnTo>
                  <a:lnTo>
                    <a:pt x="2626042" y="432079"/>
                  </a:lnTo>
                  <a:lnTo>
                    <a:pt x="2626042" y="434708"/>
                  </a:lnTo>
                  <a:lnTo>
                    <a:pt x="2626512" y="435825"/>
                  </a:lnTo>
                  <a:lnTo>
                    <a:pt x="2628379" y="437692"/>
                  </a:lnTo>
                  <a:lnTo>
                    <a:pt x="2629497" y="438150"/>
                  </a:lnTo>
                  <a:lnTo>
                    <a:pt x="2632125" y="438150"/>
                  </a:lnTo>
                  <a:lnTo>
                    <a:pt x="2633243" y="437692"/>
                  </a:lnTo>
                  <a:lnTo>
                    <a:pt x="2635110" y="435825"/>
                  </a:lnTo>
                  <a:lnTo>
                    <a:pt x="2635567" y="434708"/>
                  </a:lnTo>
                  <a:lnTo>
                    <a:pt x="2635567" y="432079"/>
                  </a:lnTo>
                  <a:close/>
                </a:path>
                <a:path w="6486525" h="2628900">
                  <a:moveTo>
                    <a:pt x="2635567" y="384454"/>
                  </a:moveTo>
                  <a:lnTo>
                    <a:pt x="2635110" y="383336"/>
                  </a:lnTo>
                  <a:lnTo>
                    <a:pt x="2633243" y="381469"/>
                  </a:lnTo>
                  <a:lnTo>
                    <a:pt x="2632125" y="381000"/>
                  </a:lnTo>
                  <a:lnTo>
                    <a:pt x="2629497" y="381000"/>
                  </a:lnTo>
                  <a:lnTo>
                    <a:pt x="2628379" y="381469"/>
                  </a:lnTo>
                  <a:lnTo>
                    <a:pt x="2626512" y="383336"/>
                  </a:lnTo>
                  <a:lnTo>
                    <a:pt x="2626042" y="384454"/>
                  </a:lnTo>
                  <a:lnTo>
                    <a:pt x="2626042" y="387083"/>
                  </a:lnTo>
                  <a:lnTo>
                    <a:pt x="2626512" y="388200"/>
                  </a:lnTo>
                  <a:lnTo>
                    <a:pt x="2628379" y="390067"/>
                  </a:lnTo>
                  <a:lnTo>
                    <a:pt x="2629497" y="390525"/>
                  </a:lnTo>
                  <a:lnTo>
                    <a:pt x="2632125" y="390525"/>
                  </a:lnTo>
                  <a:lnTo>
                    <a:pt x="2633243" y="390067"/>
                  </a:lnTo>
                  <a:lnTo>
                    <a:pt x="2635110" y="388200"/>
                  </a:lnTo>
                  <a:lnTo>
                    <a:pt x="2635567" y="387083"/>
                  </a:lnTo>
                  <a:lnTo>
                    <a:pt x="2635567" y="384454"/>
                  </a:lnTo>
                  <a:close/>
                </a:path>
                <a:path w="6486525" h="2628900">
                  <a:moveTo>
                    <a:pt x="2635567" y="336829"/>
                  </a:moveTo>
                  <a:lnTo>
                    <a:pt x="2635110" y="335711"/>
                  </a:lnTo>
                  <a:lnTo>
                    <a:pt x="2633243" y="333844"/>
                  </a:lnTo>
                  <a:lnTo>
                    <a:pt x="2632125" y="333375"/>
                  </a:lnTo>
                  <a:lnTo>
                    <a:pt x="2629497" y="333375"/>
                  </a:lnTo>
                  <a:lnTo>
                    <a:pt x="2628379" y="333844"/>
                  </a:lnTo>
                  <a:lnTo>
                    <a:pt x="2626512" y="335711"/>
                  </a:lnTo>
                  <a:lnTo>
                    <a:pt x="2626042" y="336829"/>
                  </a:lnTo>
                  <a:lnTo>
                    <a:pt x="2626042" y="339458"/>
                  </a:lnTo>
                  <a:lnTo>
                    <a:pt x="2626512" y="340575"/>
                  </a:lnTo>
                  <a:lnTo>
                    <a:pt x="2628379" y="342442"/>
                  </a:lnTo>
                  <a:lnTo>
                    <a:pt x="2629497" y="342900"/>
                  </a:lnTo>
                  <a:lnTo>
                    <a:pt x="2632125" y="342900"/>
                  </a:lnTo>
                  <a:lnTo>
                    <a:pt x="2633243" y="342442"/>
                  </a:lnTo>
                  <a:lnTo>
                    <a:pt x="2635110" y="340575"/>
                  </a:lnTo>
                  <a:lnTo>
                    <a:pt x="2635567" y="339458"/>
                  </a:lnTo>
                  <a:lnTo>
                    <a:pt x="2635567" y="336829"/>
                  </a:lnTo>
                  <a:close/>
                </a:path>
                <a:path w="6486525" h="2628900">
                  <a:moveTo>
                    <a:pt x="2635567" y="289204"/>
                  </a:moveTo>
                  <a:lnTo>
                    <a:pt x="2635110" y="288086"/>
                  </a:lnTo>
                  <a:lnTo>
                    <a:pt x="2633243" y="286219"/>
                  </a:lnTo>
                  <a:lnTo>
                    <a:pt x="2632125" y="285750"/>
                  </a:lnTo>
                  <a:lnTo>
                    <a:pt x="2629497" y="285750"/>
                  </a:lnTo>
                  <a:lnTo>
                    <a:pt x="2628379" y="286219"/>
                  </a:lnTo>
                  <a:lnTo>
                    <a:pt x="2626512" y="288086"/>
                  </a:lnTo>
                  <a:lnTo>
                    <a:pt x="2626042" y="289204"/>
                  </a:lnTo>
                  <a:lnTo>
                    <a:pt x="2626042" y="291833"/>
                  </a:lnTo>
                  <a:lnTo>
                    <a:pt x="2626512" y="292950"/>
                  </a:lnTo>
                  <a:lnTo>
                    <a:pt x="2628379" y="294817"/>
                  </a:lnTo>
                  <a:lnTo>
                    <a:pt x="2629497" y="295275"/>
                  </a:lnTo>
                  <a:lnTo>
                    <a:pt x="2632125" y="295275"/>
                  </a:lnTo>
                  <a:lnTo>
                    <a:pt x="2633243" y="294817"/>
                  </a:lnTo>
                  <a:lnTo>
                    <a:pt x="2635110" y="292950"/>
                  </a:lnTo>
                  <a:lnTo>
                    <a:pt x="2635567" y="291833"/>
                  </a:lnTo>
                  <a:lnTo>
                    <a:pt x="2635567" y="289204"/>
                  </a:lnTo>
                  <a:close/>
                </a:path>
                <a:path w="6486525" h="2628900">
                  <a:moveTo>
                    <a:pt x="2635567" y="241579"/>
                  </a:moveTo>
                  <a:lnTo>
                    <a:pt x="2635110" y="240461"/>
                  </a:lnTo>
                  <a:lnTo>
                    <a:pt x="2633243" y="238594"/>
                  </a:lnTo>
                  <a:lnTo>
                    <a:pt x="2632125" y="238125"/>
                  </a:lnTo>
                  <a:lnTo>
                    <a:pt x="2629497" y="238125"/>
                  </a:lnTo>
                  <a:lnTo>
                    <a:pt x="2628379" y="238594"/>
                  </a:lnTo>
                  <a:lnTo>
                    <a:pt x="2626512" y="240461"/>
                  </a:lnTo>
                  <a:lnTo>
                    <a:pt x="2626042" y="241579"/>
                  </a:lnTo>
                  <a:lnTo>
                    <a:pt x="2626042" y="244208"/>
                  </a:lnTo>
                  <a:lnTo>
                    <a:pt x="2626512" y="245325"/>
                  </a:lnTo>
                  <a:lnTo>
                    <a:pt x="2628379" y="247192"/>
                  </a:lnTo>
                  <a:lnTo>
                    <a:pt x="2629497" y="247650"/>
                  </a:lnTo>
                  <a:lnTo>
                    <a:pt x="2632125" y="247650"/>
                  </a:lnTo>
                  <a:lnTo>
                    <a:pt x="2633243" y="247192"/>
                  </a:lnTo>
                  <a:lnTo>
                    <a:pt x="2635110" y="245325"/>
                  </a:lnTo>
                  <a:lnTo>
                    <a:pt x="2635567" y="244208"/>
                  </a:lnTo>
                  <a:lnTo>
                    <a:pt x="2635567" y="241579"/>
                  </a:lnTo>
                  <a:close/>
                </a:path>
                <a:path w="6486525" h="2628900">
                  <a:moveTo>
                    <a:pt x="2635567" y="193954"/>
                  </a:moveTo>
                  <a:lnTo>
                    <a:pt x="2635110" y="192836"/>
                  </a:lnTo>
                  <a:lnTo>
                    <a:pt x="2633243" y="190969"/>
                  </a:lnTo>
                  <a:lnTo>
                    <a:pt x="2632125" y="190500"/>
                  </a:lnTo>
                  <a:lnTo>
                    <a:pt x="2629497" y="190500"/>
                  </a:lnTo>
                  <a:lnTo>
                    <a:pt x="2628379" y="190969"/>
                  </a:lnTo>
                  <a:lnTo>
                    <a:pt x="2626512" y="192836"/>
                  </a:lnTo>
                  <a:lnTo>
                    <a:pt x="2626042" y="193954"/>
                  </a:lnTo>
                  <a:lnTo>
                    <a:pt x="2626042" y="196583"/>
                  </a:lnTo>
                  <a:lnTo>
                    <a:pt x="2626512" y="197700"/>
                  </a:lnTo>
                  <a:lnTo>
                    <a:pt x="2628379" y="199567"/>
                  </a:lnTo>
                  <a:lnTo>
                    <a:pt x="2629497" y="200025"/>
                  </a:lnTo>
                  <a:lnTo>
                    <a:pt x="2632125" y="200025"/>
                  </a:lnTo>
                  <a:lnTo>
                    <a:pt x="2633243" y="199567"/>
                  </a:lnTo>
                  <a:lnTo>
                    <a:pt x="2635110" y="197700"/>
                  </a:lnTo>
                  <a:lnTo>
                    <a:pt x="2635567" y="196583"/>
                  </a:lnTo>
                  <a:lnTo>
                    <a:pt x="2635567" y="193954"/>
                  </a:lnTo>
                  <a:close/>
                </a:path>
                <a:path w="6486525" h="2628900">
                  <a:moveTo>
                    <a:pt x="2635567" y="146329"/>
                  </a:moveTo>
                  <a:lnTo>
                    <a:pt x="2635110" y="145211"/>
                  </a:lnTo>
                  <a:lnTo>
                    <a:pt x="2633243" y="143344"/>
                  </a:lnTo>
                  <a:lnTo>
                    <a:pt x="2632125" y="142875"/>
                  </a:lnTo>
                  <a:lnTo>
                    <a:pt x="2629497" y="142875"/>
                  </a:lnTo>
                  <a:lnTo>
                    <a:pt x="2628379" y="143344"/>
                  </a:lnTo>
                  <a:lnTo>
                    <a:pt x="2626512" y="145211"/>
                  </a:lnTo>
                  <a:lnTo>
                    <a:pt x="2626042" y="146329"/>
                  </a:lnTo>
                  <a:lnTo>
                    <a:pt x="2626042" y="148958"/>
                  </a:lnTo>
                  <a:lnTo>
                    <a:pt x="2626512" y="150075"/>
                  </a:lnTo>
                  <a:lnTo>
                    <a:pt x="2628379" y="151942"/>
                  </a:lnTo>
                  <a:lnTo>
                    <a:pt x="2629497" y="152400"/>
                  </a:lnTo>
                  <a:lnTo>
                    <a:pt x="2632125" y="152400"/>
                  </a:lnTo>
                  <a:lnTo>
                    <a:pt x="2633243" y="151942"/>
                  </a:lnTo>
                  <a:lnTo>
                    <a:pt x="2635110" y="150075"/>
                  </a:lnTo>
                  <a:lnTo>
                    <a:pt x="2635567" y="148958"/>
                  </a:lnTo>
                  <a:lnTo>
                    <a:pt x="2635567" y="146329"/>
                  </a:lnTo>
                  <a:close/>
                </a:path>
                <a:path w="6486525" h="2628900">
                  <a:moveTo>
                    <a:pt x="2635567" y="98704"/>
                  </a:moveTo>
                  <a:lnTo>
                    <a:pt x="2635110" y="97586"/>
                  </a:lnTo>
                  <a:lnTo>
                    <a:pt x="2633243" y="95719"/>
                  </a:lnTo>
                  <a:lnTo>
                    <a:pt x="2632125" y="95250"/>
                  </a:lnTo>
                  <a:lnTo>
                    <a:pt x="2629497" y="95250"/>
                  </a:lnTo>
                  <a:lnTo>
                    <a:pt x="2628379" y="95719"/>
                  </a:lnTo>
                  <a:lnTo>
                    <a:pt x="2626512" y="97586"/>
                  </a:lnTo>
                  <a:lnTo>
                    <a:pt x="2626042" y="98704"/>
                  </a:lnTo>
                  <a:lnTo>
                    <a:pt x="2626042" y="101333"/>
                  </a:lnTo>
                  <a:lnTo>
                    <a:pt x="2626512" y="102450"/>
                  </a:lnTo>
                  <a:lnTo>
                    <a:pt x="2628379" y="104317"/>
                  </a:lnTo>
                  <a:lnTo>
                    <a:pt x="2629497" y="104775"/>
                  </a:lnTo>
                  <a:lnTo>
                    <a:pt x="2632125" y="104775"/>
                  </a:lnTo>
                  <a:lnTo>
                    <a:pt x="2633243" y="104317"/>
                  </a:lnTo>
                  <a:lnTo>
                    <a:pt x="2635110" y="102450"/>
                  </a:lnTo>
                  <a:lnTo>
                    <a:pt x="2635567" y="101333"/>
                  </a:lnTo>
                  <a:lnTo>
                    <a:pt x="2635567" y="98704"/>
                  </a:lnTo>
                  <a:close/>
                </a:path>
                <a:path w="6486525" h="2628900">
                  <a:moveTo>
                    <a:pt x="2635567" y="51079"/>
                  </a:moveTo>
                  <a:lnTo>
                    <a:pt x="2635110" y="49961"/>
                  </a:lnTo>
                  <a:lnTo>
                    <a:pt x="2633243" y="48094"/>
                  </a:lnTo>
                  <a:lnTo>
                    <a:pt x="2632125" y="47625"/>
                  </a:lnTo>
                  <a:lnTo>
                    <a:pt x="2629497" y="47625"/>
                  </a:lnTo>
                  <a:lnTo>
                    <a:pt x="2628379" y="48094"/>
                  </a:lnTo>
                  <a:lnTo>
                    <a:pt x="2626512" y="49961"/>
                  </a:lnTo>
                  <a:lnTo>
                    <a:pt x="2626042" y="51079"/>
                  </a:lnTo>
                  <a:lnTo>
                    <a:pt x="2626042" y="53708"/>
                  </a:lnTo>
                  <a:lnTo>
                    <a:pt x="2626512" y="54825"/>
                  </a:lnTo>
                  <a:lnTo>
                    <a:pt x="2628379" y="56692"/>
                  </a:lnTo>
                  <a:lnTo>
                    <a:pt x="2629497" y="57150"/>
                  </a:lnTo>
                  <a:lnTo>
                    <a:pt x="2632125" y="57150"/>
                  </a:lnTo>
                  <a:lnTo>
                    <a:pt x="2633243" y="56692"/>
                  </a:lnTo>
                  <a:lnTo>
                    <a:pt x="2635110" y="54825"/>
                  </a:lnTo>
                  <a:lnTo>
                    <a:pt x="2635567" y="53708"/>
                  </a:lnTo>
                  <a:lnTo>
                    <a:pt x="2635567" y="51079"/>
                  </a:lnTo>
                  <a:close/>
                </a:path>
                <a:path w="6486525" h="2628900">
                  <a:moveTo>
                    <a:pt x="2635567" y="3454"/>
                  </a:moveTo>
                  <a:lnTo>
                    <a:pt x="2635110" y="2336"/>
                  </a:lnTo>
                  <a:lnTo>
                    <a:pt x="2633243" y="469"/>
                  </a:lnTo>
                  <a:lnTo>
                    <a:pt x="2632125" y="0"/>
                  </a:lnTo>
                  <a:lnTo>
                    <a:pt x="2629497" y="0"/>
                  </a:lnTo>
                  <a:lnTo>
                    <a:pt x="2628379" y="469"/>
                  </a:lnTo>
                  <a:lnTo>
                    <a:pt x="2626512" y="2336"/>
                  </a:lnTo>
                  <a:lnTo>
                    <a:pt x="2626042" y="3454"/>
                  </a:lnTo>
                  <a:lnTo>
                    <a:pt x="2626042" y="6083"/>
                  </a:lnTo>
                  <a:lnTo>
                    <a:pt x="2626512" y="7200"/>
                  </a:lnTo>
                  <a:lnTo>
                    <a:pt x="2628379" y="9067"/>
                  </a:lnTo>
                  <a:lnTo>
                    <a:pt x="2629497" y="9525"/>
                  </a:lnTo>
                  <a:lnTo>
                    <a:pt x="2632125" y="9525"/>
                  </a:lnTo>
                  <a:lnTo>
                    <a:pt x="2633243" y="9067"/>
                  </a:lnTo>
                  <a:lnTo>
                    <a:pt x="2635110" y="7200"/>
                  </a:lnTo>
                  <a:lnTo>
                    <a:pt x="2635567" y="6083"/>
                  </a:lnTo>
                  <a:lnTo>
                    <a:pt x="2635567" y="3454"/>
                  </a:lnTo>
                  <a:close/>
                </a:path>
                <a:path w="6486525" h="2628900">
                  <a:moveTo>
                    <a:pt x="2676525" y="854887"/>
                  </a:moveTo>
                  <a:lnTo>
                    <a:pt x="2676067" y="853757"/>
                  </a:lnTo>
                  <a:lnTo>
                    <a:pt x="2674201" y="851903"/>
                  </a:lnTo>
                  <a:lnTo>
                    <a:pt x="2673083" y="851433"/>
                  </a:lnTo>
                  <a:lnTo>
                    <a:pt x="2670454" y="851433"/>
                  </a:lnTo>
                  <a:lnTo>
                    <a:pt x="2669336" y="851903"/>
                  </a:lnTo>
                  <a:lnTo>
                    <a:pt x="2667470" y="853757"/>
                  </a:lnTo>
                  <a:lnTo>
                    <a:pt x="2667000" y="854887"/>
                  </a:lnTo>
                  <a:lnTo>
                    <a:pt x="2667000" y="857516"/>
                  </a:lnTo>
                  <a:lnTo>
                    <a:pt x="2667470" y="858634"/>
                  </a:lnTo>
                  <a:lnTo>
                    <a:pt x="2669336" y="860501"/>
                  </a:lnTo>
                  <a:lnTo>
                    <a:pt x="2670454" y="860958"/>
                  </a:lnTo>
                  <a:lnTo>
                    <a:pt x="2673083" y="860958"/>
                  </a:lnTo>
                  <a:lnTo>
                    <a:pt x="2674201" y="860501"/>
                  </a:lnTo>
                  <a:lnTo>
                    <a:pt x="2676067" y="858634"/>
                  </a:lnTo>
                  <a:lnTo>
                    <a:pt x="2676525" y="857516"/>
                  </a:lnTo>
                  <a:lnTo>
                    <a:pt x="2676525" y="854887"/>
                  </a:lnTo>
                  <a:close/>
                </a:path>
                <a:path w="6486525" h="2628900">
                  <a:moveTo>
                    <a:pt x="2724150" y="854887"/>
                  </a:moveTo>
                  <a:lnTo>
                    <a:pt x="2723692" y="853757"/>
                  </a:lnTo>
                  <a:lnTo>
                    <a:pt x="2721826" y="851903"/>
                  </a:lnTo>
                  <a:lnTo>
                    <a:pt x="2720708" y="851433"/>
                  </a:lnTo>
                  <a:lnTo>
                    <a:pt x="2718079" y="851433"/>
                  </a:lnTo>
                  <a:lnTo>
                    <a:pt x="2716961" y="851903"/>
                  </a:lnTo>
                  <a:lnTo>
                    <a:pt x="2715095" y="853757"/>
                  </a:lnTo>
                  <a:lnTo>
                    <a:pt x="2714625" y="854887"/>
                  </a:lnTo>
                  <a:lnTo>
                    <a:pt x="2714625" y="857516"/>
                  </a:lnTo>
                  <a:lnTo>
                    <a:pt x="2715095" y="858634"/>
                  </a:lnTo>
                  <a:lnTo>
                    <a:pt x="2716961" y="860501"/>
                  </a:lnTo>
                  <a:lnTo>
                    <a:pt x="2718079" y="860958"/>
                  </a:lnTo>
                  <a:lnTo>
                    <a:pt x="2720708" y="860958"/>
                  </a:lnTo>
                  <a:lnTo>
                    <a:pt x="2721826" y="860501"/>
                  </a:lnTo>
                  <a:lnTo>
                    <a:pt x="2723692" y="858634"/>
                  </a:lnTo>
                  <a:lnTo>
                    <a:pt x="2724150" y="857516"/>
                  </a:lnTo>
                  <a:lnTo>
                    <a:pt x="2724150" y="854887"/>
                  </a:lnTo>
                  <a:close/>
                </a:path>
                <a:path w="6486525" h="2628900">
                  <a:moveTo>
                    <a:pt x="2771775" y="854887"/>
                  </a:moveTo>
                  <a:lnTo>
                    <a:pt x="2771317" y="853757"/>
                  </a:lnTo>
                  <a:lnTo>
                    <a:pt x="2769451" y="851903"/>
                  </a:lnTo>
                  <a:lnTo>
                    <a:pt x="2768333" y="851433"/>
                  </a:lnTo>
                  <a:lnTo>
                    <a:pt x="2765704" y="851433"/>
                  </a:lnTo>
                  <a:lnTo>
                    <a:pt x="2764586" y="851903"/>
                  </a:lnTo>
                  <a:lnTo>
                    <a:pt x="2762720" y="853757"/>
                  </a:lnTo>
                  <a:lnTo>
                    <a:pt x="2762250" y="854887"/>
                  </a:lnTo>
                  <a:lnTo>
                    <a:pt x="2762250" y="857516"/>
                  </a:lnTo>
                  <a:lnTo>
                    <a:pt x="2762720" y="858634"/>
                  </a:lnTo>
                  <a:lnTo>
                    <a:pt x="2764586" y="860501"/>
                  </a:lnTo>
                  <a:lnTo>
                    <a:pt x="2765704" y="860958"/>
                  </a:lnTo>
                  <a:lnTo>
                    <a:pt x="2768333" y="860958"/>
                  </a:lnTo>
                  <a:lnTo>
                    <a:pt x="2769451" y="860501"/>
                  </a:lnTo>
                  <a:lnTo>
                    <a:pt x="2771317" y="858634"/>
                  </a:lnTo>
                  <a:lnTo>
                    <a:pt x="2771775" y="857516"/>
                  </a:lnTo>
                  <a:lnTo>
                    <a:pt x="2771775" y="854887"/>
                  </a:lnTo>
                  <a:close/>
                </a:path>
                <a:path w="6486525" h="2628900">
                  <a:moveTo>
                    <a:pt x="2819400" y="854887"/>
                  </a:moveTo>
                  <a:lnTo>
                    <a:pt x="2818942" y="853757"/>
                  </a:lnTo>
                  <a:lnTo>
                    <a:pt x="2817076" y="851903"/>
                  </a:lnTo>
                  <a:lnTo>
                    <a:pt x="2815958" y="851433"/>
                  </a:lnTo>
                  <a:lnTo>
                    <a:pt x="2813329" y="851433"/>
                  </a:lnTo>
                  <a:lnTo>
                    <a:pt x="2812211" y="851903"/>
                  </a:lnTo>
                  <a:lnTo>
                    <a:pt x="2810345" y="853757"/>
                  </a:lnTo>
                  <a:lnTo>
                    <a:pt x="2809875" y="854887"/>
                  </a:lnTo>
                  <a:lnTo>
                    <a:pt x="2809875" y="857516"/>
                  </a:lnTo>
                  <a:lnTo>
                    <a:pt x="2810345" y="858634"/>
                  </a:lnTo>
                  <a:lnTo>
                    <a:pt x="2812211" y="860501"/>
                  </a:lnTo>
                  <a:lnTo>
                    <a:pt x="2813329" y="860958"/>
                  </a:lnTo>
                  <a:lnTo>
                    <a:pt x="2815958" y="860958"/>
                  </a:lnTo>
                  <a:lnTo>
                    <a:pt x="2817076" y="860501"/>
                  </a:lnTo>
                  <a:lnTo>
                    <a:pt x="2818942" y="858634"/>
                  </a:lnTo>
                  <a:lnTo>
                    <a:pt x="2819400" y="857516"/>
                  </a:lnTo>
                  <a:lnTo>
                    <a:pt x="2819400" y="854887"/>
                  </a:lnTo>
                  <a:close/>
                </a:path>
                <a:path w="6486525" h="2628900">
                  <a:moveTo>
                    <a:pt x="2867025" y="854887"/>
                  </a:moveTo>
                  <a:lnTo>
                    <a:pt x="2866567" y="853757"/>
                  </a:lnTo>
                  <a:lnTo>
                    <a:pt x="2864701" y="851903"/>
                  </a:lnTo>
                  <a:lnTo>
                    <a:pt x="2863583" y="851433"/>
                  </a:lnTo>
                  <a:lnTo>
                    <a:pt x="2860954" y="851433"/>
                  </a:lnTo>
                  <a:lnTo>
                    <a:pt x="2859836" y="851903"/>
                  </a:lnTo>
                  <a:lnTo>
                    <a:pt x="2857970" y="853757"/>
                  </a:lnTo>
                  <a:lnTo>
                    <a:pt x="2857500" y="854887"/>
                  </a:lnTo>
                  <a:lnTo>
                    <a:pt x="2857500" y="857516"/>
                  </a:lnTo>
                  <a:lnTo>
                    <a:pt x="2857970" y="858634"/>
                  </a:lnTo>
                  <a:lnTo>
                    <a:pt x="2859836" y="860501"/>
                  </a:lnTo>
                  <a:lnTo>
                    <a:pt x="2860954" y="860958"/>
                  </a:lnTo>
                  <a:lnTo>
                    <a:pt x="2863583" y="860958"/>
                  </a:lnTo>
                  <a:lnTo>
                    <a:pt x="2864701" y="860501"/>
                  </a:lnTo>
                  <a:lnTo>
                    <a:pt x="2866567" y="858634"/>
                  </a:lnTo>
                  <a:lnTo>
                    <a:pt x="2867025" y="857516"/>
                  </a:lnTo>
                  <a:lnTo>
                    <a:pt x="2867025" y="854887"/>
                  </a:lnTo>
                  <a:close/>
                </a:path>
                <a:path w="6486525" h="2628900">
                  <a:moveTo>
                    <a:pt x="2914650" y="854887"/>
                  </a:moveTo>
                  <a:lnTo>
                    <a:pt x="2914192" y="853757"/>
                  </a:lnTo>
                  <a:lnTo>
                    <a:pt x="2912326" y="851903"/>
                  </a:lnTo>
                  <a:lnTo>
                    <a:pt x="2911208" y="851433"/>
                  </a:lnTo>
                  <a:lnTo>
                    <a:pt x="2908579" y="851433"/>
                  </a:lnTo>
                  <a:lnTo>
                    <a:pt x="2907461" y="851903"/>
                  </a:lnTo>
                  <a:lnTo>
                    <a:pt x="2905595" y="853757"/>
                  </a:lnTo>
                  <a:lnTo>
                    <a:pt x="2905125" y="854887"/>
                  </a:lnTo>
                  <a:lnTo>
                    <a:pt x="2905125" y="857516"/>
                  </a:lnTo>
                  <a:lnTo>
                    <a:pt x="2905595" y="858634"/>
                  </a:lnTo>
                  <a:lnTo>
                    <a:pt x="2907461" y="860501"/>
                  </a:lnTo>
                  <a:lnTo>
                    <a:pt x="2908579" y="860958"/>
                  </a:lnTo>
                  <a:lnTo>
                    <a:pt x="2911208" y="860958"/>
                  </a:lnTo>
                  <a:lnTo>
                    <a:pt x="2912326" y="860501"/>
                  </a:lnTo>
                  <a:lnTo>
                    <a:pt x="2914192" y="858634"/>
                  </a:lnTo>
                  <a:lnTo>
                    <a:pt x="2914650" y="857516"/>
                  </a:lnTo>
                  <a:lnTo>
                    <a:pt x="2914650" y="854887"/>
                  </a:lnTo>
                  <a:close/>
                </a:path>
                <a:path w="6486525" h="2628900">
                  <a:moveTo>
                    <a:pt x="2962275" y="854887"/>
                  </a:moveTo>
                  <a:lnTo>
                    <a:pt x="2961817" y="853757"/>
                  </a:lnTo>
                  <a:lnTo>
                    <a:pt x="2959951" y="851903"/>
                  </a:lnTo>
                  <a:lnTo>
                    <a:pt x="2958833" y="851433"/>
                  </a:lnTo>
                  <a:lnTo>
                    <a:pt x="2956204" y="851433"/>
                  </a:lnTo>
                  <a:lnTo>
                    <a:pt x="2955086" y="851903"/>
                  </a:lnTo>
                  <a:lnTo>
                    <a:pt x="2953220" y="853757"/>
                  </a:lnTo>
                  <a:lnTo>
                    <a:pt x="2952750" y="854887"/>
                  </a:lnTo>
                  <a:lnTo>
                    <a:pt x="2952750" y="857516"/>
                  </a:lnTo>
                  <a:lnTo>
                    <a:pt x="2953220" y="858634"/>
                  </a:lnTo>
                  <a:lnTo>
                    <a:pt x="2955086" y="860501"/>
                  </a:lnTo>
                  <a:lnTo>
                    <a:pt x="2956204" y="860958"/>
                  </a:lnTo>
                  <a:lnTo>
                    <a:pt x="2958833" y="860958"/>
                  </a:lnTo>
                  <a:lnTo>
                    <a:pt x="2959951" y="860501"/>
                  </a:lnTo>
                  <a:lnTo>
                    <a:pt x="2961817" y="858634"/>
                  </a:lnTo>
                  <a:lnTo>
                    <a:pt x="2962275" y="857516"/>
                  </a:lnTo>
                  <a:lnTo>
                    <a:pt x="2962275" y="854887"/>
                  </a:lnTo>
                  <a:close/>
                </a:path>
                <a:path w="6486525" h="2628900">
                  <a:moveTo>
                    <a:pt x="3009900" y="854887"/>
                  </a:moveTo>
                  <a:lnTo>
                    <a:pt x="3009442" y="853757"/>
                  </a:lnTo>
                  <a:lnTo>
                    <a:pt x="3007576" y="851903"/>
                  </a:lnTo>
                  <a:lnTo>
                    <a:pt x="3006458" y="851433"/>
                  </a:lnTo>
                  <a:lnTo>
                    <a:pt x="3003829" y="851433"/>
                  </a:lnTo>
                  <a:lnTo>
                    <a:pt x="3002711" y="851903"/>
                  </a:lnTo>
                  <a:lnTo>
                    <a:pt x="3000845" y="853757"/>
                  </a:lnTo>
                  <a:lnTo>
                    <a:pt x="3000375" y="854887"/>
                  </a:lnTo>
                  <a:lnTo>
                    <a:pt x="3000375" y="857516"/>
                  </a:lnTo>
                  <a:lnTo>
                    <a:pt x="3000845" y="858634"/>
                  </a:lnTo>
                  <a:lnTo>
                    <a:pt x="3002711" y="860501"/>
                  </a:lnTo>
                  <a:lnTo>
                    <a:pt x="3003829" y="860958"/>
                  </a:lnTo>
                  <a:lnTo>
                    <a:pt x="3006458" y="860958"/>
                  </a:lnTo>
                  <a:lnTo>
                    <a:pt x="3007576" y="860501"/>
                  </a:lnTo>
                  <a:lnTo>
                    <a:pt x="3009442" y="858634"/>
                  </a:lnTo>
                  <a:lnTo>
                    <a:pt x="3009900" y="857516"/>
                  </a:lnTo>
                  <a:lnTo>
                    <a:pt x="3009900" y="854887"/>
                  </a:lnTo>
                  <a:close/>
                </a:path>
                <a:path w="6486525" h="2628900">
                  <a:moveTo>
                    <a:pt x="3057525" y="854887"/>
                  </a:moveTo>
                  <a:lnTo>
                    <a:pt x="3057067" y="853757"/>
                  </a:lnTo>
                  <a:lnTo>
                    <a:pt x="3055201" y="851903"/>
                  </a:lnTo>
                  <a:lnTo>
                    <a:pt x="3054083" y="851433"/>
                  </a:lnTo>
                  <a:lnTo>
                    <a:pt x="3051454" y="851433"/>
                  </a:lnTo>
                  <a:lnTo>
                    <a:pt x="3050336" y="851903"/>
                  </a:lnTo>
                  <a:lnTo>
                    <a:pt x="3048470" y="853757"/>
                  </a:lnTo>
                  <a:lnTo>
                    <a:pt x="3048000" y="854887"/>
                  </a:lnTo>
                  <a:lnTo>
                    <a:pt x="3048000" y="857516"/>
                  </a:lnTo>
                  <a:lnTo>
                    <a:pt x="3048470" y="858634"/>
                  </a:lnTo>
                  <a:lnTo>
                    <a:pt x="3050336" y="860501"/>
                  </a:lnTo>
                  <a:lnTo>
                    <a:pt x="3051454" y="860958"/>
                  </a:lnTo>
                  <a:lnTo>
                    <a:pt x="3054083" y="860958"/>
                  </a:lnTo>
                  <a:lnTo>
                    <a:pt x="3055201" y="860501"/>
                  </a:lnTo>
                  <a:lnTo>
                    <a:pt x="3057067" y="858634"/>
                  </a:lnTo>
                  <a:lnTo>
                    <a:pt x="3057525" y="857516"/>
                  </a:lnTo>
                  <a:lnTo>
                    <a:pt x="3057525" y="854887"/>
                  </a:lnTo>
                  <a:close/>
                </a:path>
                <a:path w="6486525" h="2628900">
                  <a:moveTo>
                    <a:pt x="3105150" y="854887"/>
                  </a:moveTo>
                  <a:lnTo>
                    <a:pt x="3104692" y="853757"/>
                  </a:lnTo>
                  <a:lnTo>
                    <a:pt x="3102826" y="851903"/>
                  </a:lnTo>
                  <a:lnTo>
                    <a:pt x="3101708" y="851433"/>
                  </a:lnTo>
                  <a:lnTo>
                    <a:pt x="3099079" y="851433"/>
                  </a:lnTo>
                  <a:lnTo>
                    <a:pt x="3097961" y="851903"/>
                  </a:lnTo>
                  <a:lnTo>
                    <a:pt x="3096095" y="853757"/>
                  </a:lnTo>
                  <a:lnTo>
                    <a:pt x="3095625" y="854887"/>
                  </a:lnTo>
                  <a:lnTo>
                    <a:pt x="3095625" y="857516"/>
                  </a:lnTo>
                  <a:lnTo>
                    <a:pt x="3096095" y="858634"/>
                  </a:lnTo>
                  <a:lnTo>
                    <a:pt x="3097961" y="860501"/>
                  </a:lnTo>
                  <a:lnTo>
                    <a:pt x="3099079" y="860958"/>
                  </a:lnTo>
                  <a:lnTo>
                    <a:pt x="3101708" y="860958"/>
                  </a:lnTo>
                  <a:lnTo>
                    <a:pt x="3102826" y="860501"/>
                  </a:lnTo>
                  <a:lnTo>
                    <a:pt x="3104692" y="858634"/>
                  </a:lnTo>
                  <a:lnTo>
                    <a:pt x="3105150" y="857516"/>
                  </a:lnTo>
                  <a:lnTo>
                    <a:pt x="3105150" y="854887"/>
                  </a:lnTo>
                  <a:close/>
                </a:path>
                <a:path w="6486525" h="2628900">
                  <a:moveTo>
                    <a:pt x="3152775" y="854887"/>
                  </a:moveTo>
                  <a:lnTo>
                    <a:pt x="3152317" y="853757"/>
                  </a:lnTo>
                  <a:lnTo>
                    <a:pt x="3150451" y="851903"/>
                  </a:lnTo>
                  <a:lnTo>
                    <a:pt x="3149333" y="851433"/>
                  </a:lnTo>
                  <a:lnTo>
                    <a:pt x="3146704" y="851433"/>
                  </a:lnTo>
                  <a:lnTo>
                    <a:pt x="3145586" y="851903"/>
                  </a:lnTo>
                  <a:lnTo>
                    <a:pt x="3143720" y="853757"/>
                  </a:lnTo>
                  <a:lnTo>
                    <a:pt x="3143250" y="854887"/>
                  </a:lnTo>
                  <a:lnTo>
                    <a:pt x="3143250" y="857516"/>
                  </a:lnTo>
                  <a:lnTo>
                    <a:pt x="3143720" y="858634"/>
                  </a:lnTo>
                  <a:lnTo>
                    <a:pt x="3145586" y="860501"/>
                  </a:lnTo>
                  <a:lnTo>
                    <a:pt x="3146704" y="860958"/>
                  </a:lnTo>
                  <a:lnTo>
                    <a:pt x="3149333" y="860958"/>
                  </a:lnTo>
                  <a:lnTo>
                    <a:pt x="3150451" y="860501"/>
                  </a:lnTo>
                  <a:lnTo>
                    <a:pt x="3152317" y="858634"/>
                  </a:lnTo>
                  <a:lnTo>
                    <a:pt x="3152775" y="857516"/>
                  </a:lnTo>
                  <a:lnTo>
                    <a:pt x="3152775" y="854887"/>
                  </a:lnTo>
                  <a:close/>
                </a:path>
                <a:path w="6486525" h="2628900">
                  <a:moveTo>
                    <a:pt x="3200400" y="854887"/>
                  </a:moveTo>
                  <a:lnTo>
                    <a:pt x="3199942" y="853757"/>
                  </a:lnTo>
                  <a:lnTo>
                    <a:pt x="3198076" y="851903"/>
                  </a:lnTo>
                  <a:lnTo>
                    <a:pt x="3196958" y="851433"/>
                  </a:lnTo>
                  <a:lnTo>
                    <a:pt x="3194329" y="851433"/>
                  </a:lnTo>
                  <a:lnTo>
                    <a:pt x="3193211" y="851903"/>
                  </a:lnTo>
                  <a:lnTo>
                    <a:pt x="3191345" y="853757"/>
                  </a:lnTo>
                  <a:lnTo>
                    <a:pt x="3190875" y="854887"/>
                  </a:lnTo>
                  <a:lnTo>
                    <a:pt x="3190875" y="857516"/>
                  </a:lnTo>
                  <a:lnTo>
                    <a:pt x="3191345" y="858634"/>
                  </a:lnTo>
                  <a:lnTo>
                    <a:pt x="3193211" y="860501"/>
                  </a:lnTo>
                  <a:lnTo>
                    <a:pt x="3194329" y="860958"/>
                  </a:lnTo>
                  <a:lnTo>
                    <a:pt x="3196958" y="860958"/>
                  </a:lnTo>
                  <a:lnTo>
                    <a:pt x="3198076" y="860501"/>
                  </a:lnTo>
                  <a:lnTo>
                    <a:pt x="3199942" y="858634"/>
                  </a:lnTo>
                  <a:lnTo>
                    <a:pt x="3200400" y="857516"/>
                  </a:lnTo>
                  <a:lnTo>
                    <a:pt x="3200400" y="854887"/>
                  </a:lnTo>
                  <a:close/>
                </a:path>
                <a:path w="6486525" h="2628900">
                  <a:moveTo>
                    <a:pt x="3248025" y="854887"/>
                  </a:moveTo>
                  <a:lnTo>
                    <a:pt x="3247567" y="853757"/>
                  </a:lnTo>
                  <a:lnTo>
                    <a:pt x="3245701" y="851903"/>
                  </a:lnTo>
                  <a:lnTo>
                    <a:pt x="3244583" y="851433"/>
                  </a:lnTo>
                  <a:lnTo>
                    <a:pt x="3241954" y="851433"/>
                  </a:lnTo>
                  <a:lnTo>
                    <a:pt x="3240836" y="851903"/>
                  </a:lnTo>
                  <a:lnTo>
                    <a:pt x="3238970" y="853757"/>
                  </a:lnTo>
                  <a:lnTo>
                    <a:pt x="3238500" y="854887"/>
                  </a:lnTo>
                  <a:lnTo>
                    <a:pt x="3238500" y="857516"/>
                  </a:lnTo>
                  <a:lnTo>
                    <a:pt x="3238970" y="858634"/>
                  </a:lnTo>
                  <a:lnTo>
                    <a:pt x="3240836" y="860501"/>
                  </a:lnTo>
                  <a:lnTo>
                    <a:pt x="3241954" y="860958"/>
                  </a:lnTo>
                  <a:lnTo>
                    <a:pt x="3244583" y="860958"/>
                  </a:lnTo>
                  <a:lnTo>
                    <a:pt x="3245701" y="860501"/>
                  </a:lnTo>
                  <a:lnTo>
                    <a:pt x="3247567" y="858634"/>
                  </a:lnTo>
                  <a:lnTo>
                    <a:pt x="3248025" y="857516"/>
                  </a:lnTo>
                  <a:lnTo>
                    <a:pt x="3248025" y="854887"/>
                  </a:lnTo>
                  <a:close/>
                </a:path>
                <a:path w="6486525" h="2628900">
                  <a:moveTo>
                    <a:pt x="3295650" y="854887"/>
                  </a:moveTo>
                  <a:lnTo>
                    <a:pt x="3295192" y="853757"/>
                  </a:lnTo>
                  <a:lnTo>
                    <a:pt x="3293326" y="851903"/>
                  </a:lnTo>
                  <a:lnTo>
                    <a:pt x="3292208" y="851433"/>
                  </a:lnTo>
                  <a:lnTo>
                    <a:pt x="3289579" y="851433"/>
                  </a:lnTo>
                  <a:lnTo>
                    <a:pt x="3288461" y="851903"/>
                  </a:lnTo>
                  <a:lnTo>
                    <a:pt x="3286595" y="853757"/>
                  </a:lnTo>
                  <a:lnTo>
                    <a:pt x="3286125" y="854887"/>
                  </a:lnTo>
                  <a:lnTo>
                    <a:pt x="3286125" y="857516"/>
                  </a:lnTo>
                  <a:lnTo>
                    <a:pt x="3286595" y="858634"/>
                  </a:lnTo>
                  <a:lnTo>
                    <a:pt x="3288461" y="860501"/>
                  </a:lnTo>
                  <a:lnTo>
                    <a:pt x="3289579" y="860958"/>
                  </a:lnTo>
                  <a:lnTo>
                    <a:pt x="3292208" y="860958"/>
                  </a:lnTo>
                  <a:lnTo>
                    <a:pt x="3293326" y="860501"/>
                  </a:lnTo>
                  <a:lnTo>
                    <a:pt x="3295192" y="858634"/>
                  </a:lnTo>
                  <a:lnTo>
                    <a:pt x="3295650" y="857516"/>
                  </a:lnTo>
                  <a:lnTo>
                    <a:pt x="3295650" y="854887"/>
                  </a:lnTo>
                  <a:close/>
                </a:path>
                <a:path w="6486525" h="2628900">
                  <a:moveTo>
                    <a:pt x="3343275" y="854887"/>
                  </a:moveTo>
                  <a:lnTo>
                    <a:pt x="3342817" y="853757"/>
                  </a:lnTo>
                  <a:lnTo>
                    <a:pt x="3340951" y="851903"/>
                  </a:lnTo>
                  <a:lnTo>
                    <a:pt x="3339833" y="851433"/>
                  </a:lnTo>
                  <a:lnTo>
                    <a:pt x="3337204" y="851433"/>
                  </a:lnTo>
                  <a:lnTo>
                    <a:pt x="3336074" y="851903"/>
                  </a:lnTo>
                  <a:lnTo>
                    <a:pt x="3334220" y="853757"/>
                  </a:lnTo>
                  <a:lnTo>
                    <a:pt x="3333750" y="854887"/>
                  </a:lnTo>
                  <a:lnTo>
                    <a:pt x="3333750" y="857516"/>
                  </a:lnTo>
                  <a:lnTo>
                    <a:pt x="3334220" y="858634"/>
                  </a:lnTo>
                  <a:lnTo>
                    <a:pt x="3336074" y="860501"/>
                  </a:lnTo>
                  <a:lnTo>
                    <a:pt x="3337204" y="860958"/>
                  </a:lnTo>
                  <a:lnTo>
                    <a:pt x="3339833" y="860958"/>
                  </a:lnTo>
                  <a:lnTo>
                    <a:pt x="3340951" y="860501"/>
                  </a:lnTo>
                  <a:lnTo>
                    <a:pt x="3342817" y="858634"/>
                  </a:lnTo>
                  <a:lnTo>
                    <a:pt x="3343275" y="857516"/>
                  </a:lnTo>
                  <a:lnTo>
                    <a:pt x="3343275" y="854887"/>
                  </a:lnTo>
                  <a:close/>
                </a:path>
                <a:path w="6486525" h="2628900">
                  <a:moveTo>
                    <a:pt x="3390900" y="854887"/>
                  </a:moveTo>
                  <a:lnTo>
                    <a:pt x="3390442" y="853757"/>
                  </a:lnTo>
                  <a:lnTo>
                    <a:pt x="3388576" y="851903"/>
                  </a:lnTo>
                  <a:lnTo>
                    <a:pt x="3387458" y="851433"/>
                  </a:lnTo>
                  <a:lnTo>
                    <a:pt x="3384829" y="851433"/>
                  </a:lnTo>
                  <a:lnTo>
                    <a:pt x="3383699" y="851903"/>
                  </a:lnTo>
                  <a:lnTo>
                    <a:pt x="3381845" y="853757"/>
                  </a:lnTo>
                  <a:lnTo>
                    <a:pt x="3381375" y="854887"/>
                  </a:lnTo>
                  <a:lnTo>
                    <a:pt x="3381375" y="857516"/>
                  </a:lnTo>
                  <a:lnTo>
                    <a:pt x="3381845" y="858634"/>
                  </a:lnTo>
                  <a:lnTo>
                    <a:pt x="3383699" y="860501"/>
                  </a:lnTo>
                  <a:lnTo>
                    <a:pt x="3384829" y="860958"/>
                  </a:lnTo>
                  <a:lnTo>
                    <a:pt x="3387458" y="860958"/>
                  </a:lnTo>
                  <a:lnTo>
                    <a:pt x="3388576" y="860501"/>
                  </a:lnTo>
                  <a:lnTo>
                    <a:pt x="3390442" y="858634"/>
                  </a:lnTo>
                  <a:lnTo>
                    <a:pt x="3390900" y="857516"/>
                  </a:lnTo>
                  <a:lnTo>
                    <a:pt x="3390900" y="854887"/>
                  </a:lnTo>
                  <a:close/>
                </a:path>
                <a:path w="6486525" h="2628900">
                  <a:moveTo>
                    <a:pt x="3438525" y="854887"/>
                  </a:moveTo>
                  <a:lnTo>
                    <a:pt x="3438067" y="853757"/>
                  </a:lnTo>
                  <a:lnTo>
                    <a:pt x="3436201" y="851903"/>
                  </a:lnTo>
                  <a:lnTo>
                    <a:pt x="3435083" y="851433"/>
                  </a:lnTo>
                  <a:lnTo>
                    <a:pt x="3432454" y="851433"/>
                  </a:lnTo>
                  <a:lnTo>
                    <a:pt x="3431336" y="851903"/>
                  </a:lnTo>
                  <a:lnTo>
                    <a:pt x="3429470" y="853757"/>
                  </a:lnTo>
                  <a:lnTo>
                    <a:pt x="3429000" y="854887"/>
                  </a:lnTo>
                  <a:lnTo>
                    <a:pt x="3429000" y="857516"/>
                  </a:lnTo>
                  <a:lnTo>
                    <a:pt x="3429470" y="858634"/>
                  </a:lnTo>
                  <a:lnTo>
                    <a:pt x="3431336" y="860501"/>
                  </a:lnTo>
                  <a:lnTo>
                    <a:pt x="3432454" y="860958"/>
                  </a:lnTo>
                  <a:lnTo>
                    <a:pt x="3435083" y="860958"/>
                  </a:lnTo>
                  <a:lnTo>
                    <a:pt x="3436201" y="860501"/>
                  </a:lnTo>
                  <a:lnTo>
                    <a:pt x="3438067" y="858634"/>
                  </a:lnTo>
                  <a:lnTo>
                    <a:pt x="3438525" y="857516"/>
                  </a:lnTo>
                  <a:lnTo>
                    <a:pt x="3438525" y="854887"/>
                  </a:lnTo>
                  <a:close/>
                </a:path>
                <a:path w="6486525" h="2628900">
                  <a:moveTo>
                    <a:pt x="3486150" y="854887"/>
                  </a:moveTo>
                  <a:lnTo>
                    <a:pt x="3485692" y="853757"/>
                  </a:lnTo>
                  <a:lnTo>
                    <a:pt x="3483826" y="851903"/>
                  </a:lnTo>
                  <a:lnTo>
                    <a:pt x="3482708" y="851433"/>
                  </a:lnTo>
                  <a:lnTo>
                    <a:pt x="3480079" y="851433"/>
                  </a:lnTo>
                  <a:lnTo>
                    <a:pt x="3478961" y="851903"/>
                  </a:lnTo>
                  <a:lnTo>
                    <a:pt x="3477095" y="853757"/>
                  </a:lnTo>
                  <a:lnTo>
                    <a:pt x="3476625" y="854887"/>
                  </a:lnTo>
                  <a:lnTo>
                    <a:pt x="3476625" y="857516"/>
                  </a:lnTo>
                  <a:lnTo>
                    <a:pt x="3477095" y="858634"/>
                  </a:lnTo>
                  <a:lnTo>
                    <a:pt x="3478961" y="860501"/>
                  </a:lnTo>
                  <a:lnTo>
                    <a:pt x="3480079" y="860958"/>
                  </a:lnTo>
                  <a:lnTo>
                    <a:pt x="3482708" y="860958"/>
                  </a:lnTo>
                  <a:lnTo>
                    <a:pt x="3483826" y="860501"/>
                  </a:lnTo>
                  <a:lnTo>
                    <a:pt x="3485692" y="858634"/>
                  </a:lnTo>
                  <a:lnTo>
                    <a:pt x="3486150" y="857516"/>
                  </a:lnTo>
                  <a:lnTo>
                    <a:pt x="3486150" y="854887"/>
                  </a:lnTo>
                  <a:close/>
                </a:path>
                <a:path w="6486525" h="2628900">
                  <a:moveTo>
                    <a:pt x="3533775" y="854887"/>
                  </a:moveTo>
                  <a:lnTo>
                    <a:pt x="3533317" y="853757"/>
                  </a:lnTo>
                  <a:lnTo>
                    <a:pt x="3531451" y="851903"/>
                  </a:lnTo>
                  <a:lnTo>
                    <a:pt x="3530333" y="851433"/>
                  </a:lnTo>
                  <a:lnTo>
                    <a:pt x="3527704" y="851433"/>
                  </a:lnTo>
                  <a:lnTo>
                    <a:pt x="3526586" y="851903"/>
                  </a:lnTo>
                  <a:lnTo>
                    <a:pt x="3524720" y="853757"/>
                  </a:lnTo>
                  <a:lnTo>
                    <a:pt x="3524250" y="854887"/>
                  </a:lnTo>
                  <a:lnTo>
                    <a:pt x="3524250" y="857516"/>
                  </a:lnTo>
                  <a:lnTo>
                    <a:pt x="3524720" y="858634"/>
                  </a:lnTo>
                  <a:lnTo>
                    <a:pt x="3526586" y="860501"/>
                  </a:lnTo>
                  <a:lnTo>
                    <a:pt x="3527704" y="860958"/>
                  </a:lnTo>
                  <a:lnTo>
                    <a:pt x="3530333" y="860958"/>
                  </a:lnTo>
                  <a:lnTo>
                    <a:pt x="3531451" y="860501"/>
                  </a:lnTo>
                  <a:lnTo>
                    <a:pt x="3533317" y="858634"/>
                  </a:lnTo>
                  <a:lnTo>
                    <a:pt x="3533775" y="857516"/>
                  </a:lnTo>
                  <a:lnTo>
                    <a:pt x="3533775" y="854887"/>
                  </a:lnTo>
                  <a:close/>
                </a:path>
                <a:path w="6486525" h="2628900">
                  <a:moveTo>
                    <a:pt x="3581400" y="854887"/>
                  </a:moveTo>
                  <a:lnTo>
                    <a:pt x="3580942" y="853757"/>
                  </a:lnTo>
                  <a:lnTo>
                    <a:pt x="3579076" y="851903"/>
                  </a:lnTo>
                  <a:lnTo>
                    <a:pt x="3577958" y="851433"/>
                  </a:lnTo>
                  <a:lnTo>
                    <a:pt x="3575329" y="851433"/>
                  </a:lnTo>
                  <a:lnTo>
                    <a:pt x="3574211" y="851903"/>
                  </a:lnTo>
                  <a:lnTo>
                    <a:pt x="3572345" y="853757"/>
                  </a:lnTo>
                  <a:lnTo>
                    <a:pt x="3571875" y="854887"/>
                  </a:lnTo>
                  <a:lnTo>
                    <a:pt x="3571875" y="857516"/>
                  </a:lnTo>
                  <a:lnTo>
                    <a:pt x="3572345" y="858634"/>
                  </a:lnTo>
                  <a:lnTo>
                    <a:pt x="3574211" y="860501"/>
                  </a:lnTo>
                  <a:lnTo>
                    <a:pt x="3575329" y="860958"/>
                  </a:lnTo>
                  <a:lnTo>
                    <a:pt x="3577958" y="860958"/>
                  </a:lnTo>
                  <a:lnTo>
                    <a:pt x="3579076" y="860501"/>
                  </a:lnTo>
                  <a:lnTo>
                    <a:pt x="3580942" y="858634"/>
                  </a:lnTo>
                  <a:lnTo>
                    <a:pt x="3581400" y="857516"/>
                  </a:lnTo>
                  <a:lnTo>
                    <a:pt x="3581400" y="854887"/>
                  </a:lnTo>
                  <a:close/>
                </a:path>
                <a:path w="6486525" h="2628900">
                  <a:moveTo>
                    <a:pt x="3629025" y="854887"/>
                  </a:moveTo>
                  <a:lnTo>
                    <a:pt x="3628567" y="853757"/>
                  </a:lnTo>
                  <a:lnTo>
                    <a:pt x="3626701" y="851903"/>
                  </a:lnTo>
                  <a:lnTo>
                    <a:pt x="3625583" y="851433"/>
                  </a:lnTo>
                  <a:lnTo>
                    <a:pt x="3622954" y="851433"/>
                  </a:lnTo>
                  <a:lnTo>
                    <a:pt x="3621836" y="851903"/>
                  </a:lnTo>
                  <a:lnTo>
                    <a:pt x="3619970" y="853757"/>
                  </a:lnTo>
                  <a:lnTo>
                    <a:pt x="3619500" y="854887"/>
                  </a:lnTo>
                  <a:lnTo>
                    <a:pt x="3619500" y="857516"/>
                  </a:lnTo>
                  <a:lnTo>
                    <a:pt x="3619970" y="858634"/>
                  </a:lnTo>
                  <a:lnTo>
                    <a:pt x="3621836" y="860501"/>
                  </a:lnTo>
                  <a:lnTo>
                    <a:pt x="3622954" y="860958"/>
                  </a:lnTo>
                  <a:lnTo>
                    <a:pt x="3625583" y="860958"/>
                  </a:lnTo>
                  <a:lnTo>
                    <a:pt x="3626701" y="860501"/>
                  </a:lnTo>
                  <a:lnTo>
                    <a:pt x="3628567" y="858634"/>
                  </a:lnTo>
                  <a:lnTo>
                    <a:pt x="3629025" y="857516"/>
                  </a:lnTo>
                  <a:lnTo>
                    <a:pt x="3629025" y="854887"/>
                  </a:lnTo>
                  <a:close/>
                </a:path>
                <a:path w="6486525" h="2628900">
                  <a:moveTo>
                    <a:pt x="3676650" y="854887"/>
                  </a:moveTo>
                  <a:lnTo>
                    <a:pt x="3676192" y="853757"/>
                  </a:lnTo>
                  <a:lnTo>
                    <a:pt x="3674326" y="851903"/>
                  </a:lnTo>
                  <a:lnTo>
                    <a:pt x="3673208" y="851433"/>
                  </a:lnTo>
                  <a:lnTo>
                    <a:pt x="3670579" y="851433"/>
                  </a:lnTo>
                  <a:lnTo>
                    <a:pt x="3669461" y="851903"/>
                  </a:lnTo>
                  <a:lnTo>
                    <a:pt x="3667595" y="853757"/>
                  </a:lnTo>
                  <a:lnTo>
                    <a:pt x="3667125" y="854887"/>
                  </a:lnTo>
                  <a:lnTo>
                    <a:pt x="3667125" y="857516"/>
                  </a:lnTo>
                  <a:lnTo>
                    <a:pt x="3667595" y="858634"/>
                  </a:lnTo>
                  <a:lnTo>
                    <a:pt x="3669461" y="860501"/>
                  </a:lnTo>
                  <a:lnTo>
                    <a:pt x="3670579" y="860958"/>
                  </a:lnTo>
                  <a:lnTo>
                    <a:pt x="3673208" y="860958"/>
                  </a:lnTo>
                  <a:lnTo>
                    <a:pt x="3674326" y="860501"/>
                  </a:lnTo>
                  <a:lnTo>
                    <a:pt x="3676192" y="858634"/>
                  </a:lnTo>
                  <a:lnTo>
                    <a:pt x="3676650" y="857516"/>
                  </a:lnTo>
                  <a:lnTo>
                    <a:pt x="3676650" y="854887"/>
                  </a:lnTo>
                  <a:close/>
                </a:path>
                <a:path w="6486525" h="2628900">
                  <a:moveTo>
                    <a:pt x="3724275" y="854887"/>
                  </a:moveTo>
                  <a:lnTo>
                    <a:pt x="3723817" y="853757"/>
                  </a:lnTo>
                  <a:lnTo>
                    <a:pt x="3721951" y="851903"/>
                  </a:lnTo>
                  <a:lnTo>
                    <a:pt x="3720833" y="851433"/>
                  </a:lnTo>
                  <a:lnTo>
                    <a:pt x="3718204" y="851433"/>
                  </a:lnTo>
                  <a:lnTo>
                    <a:pt x="3717086" y="851903"/>
                  </a:lnTo>
                  <a:lnTo>
                    <a:pt x="3715220" y="853757"/>
                  </a:lnTo>
                  <a:lnTo>
                    <a:pt x="3714750" y="854887"/>
                  </a:lnTo>
                  <a:lnTo>
                    <a:pt x="3714750" y="857516"/>
                  </a:lnTo>
                  <a:lnTo>
                    <a:pt x="3715220" y="858634"/>
                  </a:lnTo>
                  <a:lnTo>
                    <a:pt x="3717086" y="860501"/>
                  </a:lnTo>
                  <a:lnTo>
                    <a:pt x="3718204" y="860958"/>
                  </a:lnTo>
                  <a:lnTo>
                    <a:pt x="3720833" y="860958"/>
                  </a:lnTo>
                  <a:lnTo>
                    <a:pt x="3721951" y="860501"/>
                  </a:lnTo>
                  <a:lnTo>
                    <a:pt x="3723817" y="858634"/>
                  </a:lnTo>
                  <a:lnTo>
                    <a:pt x="3724275" y="857516"/>
                  </a:lnTo>
                  <a:lnTo>
                    <a:pt x="3724275" y="854887"/>
                  </a:lnTo>
                  <a:close/>
                </a:path>
                <a:path w="6486525" h="2628900">
                  <a:moveTo>
                    <a:pt x="3771900" y="854887"/>
                  </a:moveTo>
                  <a:lnTo>
                    <a:pt x="3771442" y="853757"/>
                  </a:lnTo>
                  <a:lnTo>
                    <a:pt x="3769576" y="851903"/>
                  </a:lnTo>
                  <a:lnTo>
                    <a:pt x="3768458" y="851433"/>
                  </a:lnTo>
                  <a:lnTo>
                    <a:pt x="3765829" y="851433"/>
                  </a:lnTo>
                  <a:lnTo>
                    <a:pt x="3764711" y="851903"/>
                  </a:lnTo>
                  <a:lnTo>
                    <a:pt x="3762845" y="853757"/>
                  </a:lnTo>
                  <a:lnTo>
                    <a:pt x="3762375" y="854887"/>
                  </a:lnTo>
                  <a:lnTo>
                    <a:pt x="3762375" y="857516"/>
                  </a:lnTo>
                  <a:lnTo>
                    <a:pt x="3762845" y="858634"/>
                  </a:lnTo>
                  <a:lnTo>
                    <a:pt x="3764711" y="860501"/>
                  </a:lnTo>
                  <a:lnTo>
                    <a:pt x="3765829" y="860958"/>
                  </a:lnTo>
                  <a:lnTo>
                    <a:pt x="3768458" y="860958"/>
                  </a:lnTo>
                  <a:lnTo>
                    <a:pt x="3769576" y="860501"/>
                  </a:lnTo>
                  <a:lnTo>
                    <a:pt x="3771442" y="858634"/>
                  </a:lnTo>
                  <a:lnTo>
                    <a:pt x="3771900" y="857516"/>
                  </a:lnTo>
                  <a:lnTo>
                    <a:pt x="3771900" y="854887"/>
                  </a:lnTo>
                  <a:close/>
                </a:path>
                <a:path w="6486525" h="2628900">
                  <a:moveTo>
                    <a:pt x="3819525" y="854887"/>
                  </a:moveTo>
                  <a:lnTo>
                    <a:pt x="3819067" y="853757"/>
                  </a:lnTo>
                  <a:lnTo>
                    <a:pt x="3817201" y="851903"/>
                  </a:lnTo>
                  <a:lnTo>
                    <a:pt x="3816083" y="851433"/>
                  </a:lnTo>
                  <a:lnTo>
                    <a:pt x="3813454" y="851433"/>
                  </a:lnTo>
                  <a:lnTo>
                    <a:pt x="3812336" y="851903"/>
                  </a:lnTo>
                  <a:lnTo>
                    <a:pt x="3810470" y="853757"/>
                  </a:lnTo>
                  <a:lnTo>
                    <a:pt x="3810000" y="854887"/>
                  </a:lnTo>
                  <a:lnTo>
                    <a:pt x="3810000" y="857516"/>
                  </a:lnTo>
                  <a:lnTo>
                    <a:pt x="3810470" y="858634"/>
                  </a:lnTo>
                  <a:lnTo>
                    <a:pt x="3812336" y="860501"/>
                  </a:lnTo>
                  <a:lnTo>
                    <a:pt x="3813454" y="860958"/>
                  </a:lnTo>
                  <a:lnTo>
                    <a:pt x="3816083" y="860958"/>
                  </a:lnTo>
                  <a:lnTo>
                    <a:pt x="3817201" y="860501"/>
                  </a:lnTo>
                  <a:lnTo>
                    <a:pt x="3819067" y="858634"/>
                  </a:lnTo>
                  <a:lnTo>
                    <a:pt x="3819525" y="857516"/>
                  </a:lnTo>
                  <a:lnTo>
                    <a:pt x="3819525" y="854887"/>
                  </a:lnTo>
                  <a:close/>
                </a:path>
                <a:path w="6486525" h="2628900">
                  <a:moveTo>
                    <a:pt x="3867150" y="854887"/>
                  </a:moveTo>
                  <a:lnTo>
                    <a:pt x="3866692" y="853757"/>
                  </a:lnTo>
                  <a:lnTo>
                    <a:pt x="3864826" y="851903"/>
                  </a:lnTo>
                  <a:lnTo>
                    <a:pt x="3863708" y="851433"/>
                  </a:lnTo>
                  <a:lnTo>
                    <a:pt x="3861079" y="851433"/>
                  </a:lnTo>
                  <a:lnTo>
                    <a:pt x="3859949" y="851903"/>
                  </a:lnTo>
                  <a:lnTo>
                    <a:pt x="3858095" y="853757"/>
                  </a:lnTo>
                  <a:lnTo>
                    <a:pt x="3857625" y="854887"/>
                  </a:lnTo>
                  <a:lnTo>
                    <a:pt x="3857625" y="857516"/>
                  </a:lnTo>
                  <a:lnTo>
                    <a:pt x="3858095" y="858634"/>
                  </a:lnTo>
                  <a:lnTo>
                    <a:pt x="3859949" y="860501"/>
                  </a:lnTo>
                  <a:lnTo>
                    <a:pt x="3861079" y="860958"/>
                  </a:lnTo>
                  <a:lnTo>
                    <a:pt x="3863708" y="860958"/>
                  </a:lnTo>
                  <a:lnTo>
                    <a:pt x="3864826" y="860501"/>
                  </a:lnTo>
                  <a:lnTo>
                    <a:pt x="3866692" y="858634"/>
                  </a:lnTo>
                  <a:lnTo>
                    <a:pt x="3867150" y="857516"/>
                  </a:lnTo>
                  <a:lnTo>
                    <a:pt x="3867150" y="854887"/>
                  </a:lnTo>
                  <a:close/>
                </a:path>
                <a:path w="6486525" h="2628900">
                  <a:moveTo>
                    <a:pt x="3898582" y="2622829"/>
                  </a:moveTo>
                  <a:lnTo>
                    <a:pt x="3898125" y="2621711"/>
                  </a:lnTo>
                  <a:lnTo>
                    <a:pt x="3896258" y="2619845"/>
                  </a:lnTo>
                  <a:lnTo>
                    <a:pt x="3895140" y="2619375"/>
                  </a:lnTo>
                  <a:lnTo>
                    <a:pt x="3892512" y="2619375"/>
                  </a:lnTo>
                  <a:lnTo>
                    <a:pt x="3891394" y="2619845"/>
                  </a:lnTo>
                  <a:lnTo>
                    <a:pt x="3889527" y="2621711"/>
                  </a:lnTo>
                  <a:lnTo>
                    <a:pt x="3889057" y="2622829"/>
                  </a:lnTo>
                  <a:lnTo>
                    <a:pt x="3889057" y="2625458"/>
                  </a:lnTo>
                  <a:lnTo>
                    <a:pt x="3889527" y="2626576"/>
                  </a:lnTo>
                  <a:lnTo>
                    <a:pt x="3891394" y="2628442"/>
                  </a:lnTo>
                  <a:lnTo>
                    <a:pt x="3892512" y="2628900"/>
                  </a:lnTo>
                  <a:lnTo>
                    <a:pt x="3895140" y="2628900"/>
                  </a:lnTo>
                  <a:lnTo>
                    <a:pt x="3896258" y="2628442"/>
                  </a:lnTo>
                  <a:lnTo>
                    <a:pt x="3898125" y="2626576"/>
                  </a:lnTo>
                  <a:lnTo>
                    <a:pt x="3898582" y="2625458"/>
                  </a:lnTo>
                  <a:lnTo>
                    <a:pt x="3898582" y="2622829"/>
                  </a:lnTo>
                  <a:close/>
                </a:path>
                <a:path w="6486525" h="2628900">
                  <a:moveTo>
                    <a:pt x="3898582" y="2575204"/>
                  </a:moveTo>
                  <a:lnTo>
                    <a:pt x="3898125" y="2574086"/>
                  </a:lnTo>
                  <a:lnTo>
                    <a:pt x="3896258" y="2572220"/>
                  </a:lnTo>
                  <a:lnTo>
                    <a:pt x="3895140" y="2571750"/>
                  </a:lnTo>
                  <a:lnTo>
                    <a:pt x="3892512" y="2571750"/>
                  </a:lnTo>
                  <a:lnTo>
                    <a:pt x="3891394" y="2572220"/>
                  </a:lnTo>
                  <a:lnTo>
                    <a:pt x="3889527" y="2574086"/>
                  </a:lnTo>
                  <a:lnTo>
                    <a:pt x="3889057" y="2575204"/>
                  </a:lnTo>
                  <a:lnTo>
                    <a:pt x="3889057" y="2577833"/>
                  </a:lnTo>
                  <a:lnTo>
                    <a:pt x="3889527" y="2578951"/>
                  </a:lnTo>
                  <a:lnTo>
                    <a:pt x="3891394" y="2580817"/>
                  </a:lnTo>
                  <a:lnTo>
                    <a:pt x="3892512" y="2581275"/>
                  </a:lnTo>
                  <a:lnTo>
                    <a:pt x="3895140" y="2581275"/>
                  </a:lnTo>
                  <a:lnTo>
                    <a:pt x="3896258" y="2580817"/>
                  </a:lnTo>
                  <a:lnTo>
                    <a:pt x="3898125" y="2578951"/>
                  </a:lnTo>
                  <a:lnTo>
                    <a:pt x="3898582" y="2577833"/>
                  </a:lnTo>
                  <a:lnTo>
                    <a:pt x="3898582" y="2575204"/>
                  </a:lnTo>
                  <a:close/>
                </a:path>
                <a:path w="6486525" h="2628900">
                  <a:moveTo>
                    <a:pt x="3898582" y="2527579"/>
                  </a:moveTo>
                  <a:lnTo>
                    <a:pt x="3898125" y="2526461"/>
                  </a:lnTo>
                  <a:lnTo>
                    <a:pt x="3896258" y="2524595"/>
                  </a:lnTo>
                  <a:lnTo>
                    <a:pt x="3895140" y="2524125"/>
                  </a:lnTo>
                  <a:lnTo>
                    <a:pt x="3892512" y="2524125"/>
                  </a:lnTo>
                  <a:lnTo>
                    <a:pt x="3891394" y="2524595"/>
                  </a:lnTo>
                  <a:lnTo>
                    <a:pt x="3889527" y="2526461"/>
                  </a:lnTo>
                  <a:lnTo>
                    <a:pt x="3889057" y="2527579"/>
                  </a:lnTo>
                  <a:lnTo>
                    <a:pt x="3889057" y="2530208"/>
                  </a:lnTo>
                  <a:lnTo>
                    <a:pt x="3889527" y="2531326"/>
                  </a:lnTo>
                  <a:lnTo>
                    <a:pt x="3891394" y="2533192"/>
                  </a:lnTo>
                  <a:lnTo>
                    <a:pt x="3892512" y="2533650"/>
                  </a:lnTo>
                  <a:lnTo>
                    <a:pt x="3895140" y="2533650"/>
                  </a:lnTo>
                  <a:lnTo>
                    <a:pt x="3896258" y="2533192"/>
                  </a:lnTo>
                  <a:lnTo>
                    <a:pt x="3898125" y="2531326"/>
                  </a:lnTo>
                  <a:lnTo>
                    <a:pt x="3898582" y="2530208"/>
                  </a:lnTo>
                  <a:lnTo>
                    <a:pt x="3898582" y="2527579"/>
                  </a:lnTo>
                  <a:close/>
                </a:path>
                <a:path w="6486525" h="2628900">
                  <a:moveTo>
                    <a:pt x="3898582" y="2479954"/>
                  </a:moveTo>
                  <a:lnTo>
                    <a:pt x="3898125" y="2478836"/>
                  </a:lnTo>
                  <a:lnTo>
                    <a:pt x="3896258" y="2476970"/>
                  </a:lnTo>
                  <a:lnTo>
                    <a:pt x="3895140" y="2476500"/>
                  </a:lnTo>
                  <a:lnTo>
                    <a:pt x="3892512" y="2476500"/>
                  </a:lnTo>
                  <a:lnTo>
                    <a:pt x="3891394" y="2476970"/>
                  </a:lnTo>
                  <a:lnTo>
                    <a:pt x="3889527" y="2478836"/>
                  </a:lnTo>
                  <a:lnTo>
                    <a:pt x="3889057" y="2479954"/>
                  </a:lnTo>
                  <a:lnTo>
                    <a:pt x="3889057" y="2482583"/>
                  </a:lnTo>
                  <a:lnTo>
                    <a:pt x="3889527" y="2483701"/>
                  </a:lnTo>
                  <a:lnTo>
                    <a:pt x="3891394" y="2485567"/>
                  </a:lnTo>
                  <a:lnTo>
                    <a:pt x="3892512" y="2486025"/>
                  </a:lnTo>
                  <a:lnTo>
                    <a:pt x="3895140" y="2486025"/>
                  </a:lnTo>
                  <a:lnTo>
                    <a:pt x="3896258" y="2485567"/>
                  </a:lnTo>
                  <a:lnTo>
                    <a:pt x="3898125" y="2483701"/>
                  </a:lnTo>
                  <a:lnTo>
                    <a:pt x="3898582" y="2482583"/>
                  </a:lnTo>
                  <a:lnTo>
                    <a:pt x="3898582" y="2479954"/>
                  </a:lnTo>
                  <a:close/>
                </a:path>
                <a:path w="6486525" h="2628900">
                  <a:moveTo>
                    <a:pt x="3898582" y="2432329"/>
                  </a:moveTo>
                  <a:lnTo>
                    <a:pt x="3898125" y="2431211"/>
                  </a:lnTo>
                  <a:lnTo>
                    <a:pt x="3896258" y="2429345"/>
                  </a:lnTo>
                  <a:lnTo>
                    <a:pt x="3895140" y="2428875"/>
                  </a:lnTo>
                  <a:lnTo>
                    <a:pt x="3892512" y="2428875"/>
                  </a:lnTo>
                  <a:lnTo>
                    <a:pt x="3891394" y="2429345"/>
                  </a:lnTo>
                  <a:lnTo>
                    <a:pt x="3889527" y="2431211"/>
                  </a:lnTo>
                  <a:lnTo>
                    <a:pt x="3889057" y="2432329"/>
                  </a:lnTo>
                  <a:lnTo>
                    <a:pt x="3889057" y="2434958"/>
                  </a:lnTo>
                  <a:lnTo>
                    <a:pt x="3889527" y="2436076"/>
                  </a:lnTo>
                  <a:lnTo>
                    <a:pt x="3891394" y="2437942"/>
                  </a:lnTo>
                  <a:lnTo>
                    <a:pt x="3892512" y="2438400"/>
                  </a:lnTo>
                  <a:lnTo>
                    <a:pt x="3895140" y="2438400"/>
                  </a:lnTo>
                  <a:lnTo>
                    <a:pt x="3896258" y="2437942"/>
                  </a:lnTo>
                  <a:lnTo>
                    <a:pt x="3898125" y="2436076"/>
                  </a:lnTo>
                  <a:lnTo>
                    <a:pt x="3898582" y="2434958"/>
                  </a:lnTo>
                  <a:lnTo>
                    <a:pt x="3898582" y="2432329"/>
                  </a:lnTo>
                  <a:close/>
                </a:path>
                <a:path w="6486525" h="2628900">
                  <a:moveTo>
                    <a:pt x="3898582" y="2384704"/>
                  </a:moveTo>
                  <a:lnTo>
                    <a:pt x="3898125" y="2383586"/>
                  </a:lnTo>
                  <a:lnTo>
                    <a:pt x="3896258" y="2381720"/>
                  </a:lnTo>
                  <a:lnTo>
                    <a:pt x="3895140" y="2381250"/>
                  </a:lnTo>
                  <a:lnTo>
                    <a:pt x="3892512" y="2381250"/>
                  </a:lnTo>
                  <a:lnTo>
                    <a:pt x="3891394" y="2381720"/>
                  </a:lnTo>
                  <a:lnTo>
                    <a:pt x="3889527" y="2383586"/>
                  </a:lnTo>
                  <a:lnTo>
                    <a:pt x="3889057" y="2384704"/>
                  </a:lnTo>
                  <a:lnTo>
                    <a:pt x="3889057" y="2387333"/>
                  </a:lnTo>
                  <a:lnTo>
                    <a:pt x="3889527" y="2388451"/>
                  </a:lnTo>
                  <a:lnTo>
                    <a:pt x="3891394" y="2390317"/>
                  </a:lnTo>
                  <a:lnTo>
                    <a:pt x="3892512" y="2390775"/>
                  </a:lnTo>
                  <a:lnTo>
                    <a:pt x="3895140" y="2390775"/>
                  </a:lnTo>
                  <a:lnTo>
                    <a:pt x="3896258" y="2390317"/>
                  </a:lnTo>
                  <a:lnTo>
                    <a:pt x="3898125" y="2388451"/>
                  </a:lnTo>
                  <a:lnTo>
                    <a:pt x="3898582" y="2387333"/>
                  </a:lnTo>
                  <a:lnTo>
                    <a:pt x="3898582" y="2384704"/>
                  </a:lnTo>
                  <a:close/>
                </a:path>
                <a:path w="6486525" h="2628900">
                  <a:moveTo>
                    <a:pt x="3898582" y="2337079"/>
                  </a:moveTo>
                  <a:lnTo>
                    <a:pt x="3898125" y="2335961"/>
                  </a:lnTo>
                  <a:lnTo>
                    <a:pt x="3896258" y="2334095"/>
                  </a:lnTo>
                  <a:lnTo>
                    <a:pt x="3895140" y="2333625"/>
                  </a:lnTo>
                  <a:lnTo>
                    <a:pt x="3892512" y="2333625"/>
                  </a:lnTo>
                  <a:lnTo>
                    <a:pt x="3891394" y="2334095"/>
                  </a:lnTo>
                  <a:lnTo>
                    <a:pt x="3889527" y="2335961"/>
                  </a:lnTo>
                  <a:lnTo>
                    <a:pt x="3889057" y="2337079"/>
                  </a:lnTo>
                  <a:lnTo>
                    <a:pt x="3889057" y="2339708"/>
                  </a:lnTo>
                  <a:lnTo>
                    <a:pt x="3889527" y="2340826"/>
                  </a:lnTo>
                  <a:lnTo>
                    <a:pt x="3891394" y="2342692"/>
                  </a:lnTo>
                  <a:lnTo>
                    <a:pt x="3892512" y="2343150"/>
                  </a:lnTo>
                  <a:lnTo>
                    <a:pt x="3895140" y="2343150"/>
                  </a:lnTo>
                  <a:lnTo>
                    <a:pt x="3896258" y="2342692"/>
                  </a:lnTo>
                  <a:lnTo>
                    <a:pt x="3898125" y="2340826"/>
                  </a:lnTo>
                  <a:lnTo>
                    <a:pt x="3898582" y="2339708"/>
                  </a:lnTo>
                  <a:lnTo>
                    <a:pt x="3898582" y="2337079"/>
                  </a:lnTo>
                  <a:close/>
                </a:path>
                <a:path w="6486525" h="2628900">
                  <a:moveTo>
                    <a:pt x="3898582" y="2289454"/>
                  </a:moveTo>
                  <a:lnTo>
                    <a:pt x="3898125" y="2288336"/>
                  </a:lnTo>
                  <a:lnTo>
                    <a:pt x="3896258" y="2286470"/>
                  </a:lnTo>
                  <a:lnTo>
                    <a:pt x="3895140" y="2286000"/>
                  </a:lnTo>
                  <a:lnTo>
                    <a:pt x="3892512" y="2286000"/>
                  </a:lnTo>
                  <a:lnTo>
                    <a:pt x="3891394" y="2286470"/>
                  </a:lnTo>
                  <a:lnTo>
                    <a:pt x="3889527" y="2288336"/>
                  </a:lnTo>
                  <a:lnTo>
                    <a:pt x="3889057" y="2289454"/>
                  </a:lnTo>
                  <a:lnTo>
                    <a:pt x="3889057" y="2292083"/>
                  </a:lnTo>
                  <a:lnTo>
                    <a:pt x="3889527" y="2293201"/>
                  </a:lnTo>
                  <a:lnTo>
                    <a:pt x="3891394" y="2295067"/>
                  </a:lnTo>
                  <a:lnTo>
                    <a:pt x="3892512" y="2295525"/>
                  </a:lnTo>
                  <a:lnTo>
                    <a:pt x="3895140" y="2295525"/>
                  </a:lnTo>
                  <a:lnTo>
                    <a:pt x="3896258" y="2295067"/>
                  </a:lnTo>
                  <a:lnTo>
                    <a:pt x="3898125" y="2293201"/>
                  </a:lnTo>
                  <a:lnTo>
                    <a:pt x="3898582" y="2292083"/>
                  </a:lnTo>
                  <a:lnTo>
                    <a:pt x="3898582" y="2289454"/>
                  </a:lnTo>
                  <a:close/>
                </a:path>
                <a:path w="6486525" h="2628900">
                  <a:moveTo>
                    <a:pt x="3898582" y="2241829"/>
                  </a:moveTo>
                  <a:lnTo>
                    <a:pt x="3898125" y="2240711"/>
                  </a:lnTo>
                  <a:lnTo>
                    <a:pt x="3896258" y="2238845"/>
                  </a:lnTo>
                  <a:lnTo>
                    <a:pt x="3895140" y="2238375"/>
                  </a:lnTo>
                  <a:lnTo>
                    <a:pt x="3892512" y="2238375"/>
                  </a:lnTo>
                  <a:lnTo>
                    <a:pt x="3891394" y="2238845"/>
                  </a:lnTo>
                  <a:lnTo>
                    <a:pt x="3889527" y="2240711"/>
                  </a:lnTo>
                  <a:lnTo>
                    <a:pt x="3889057" y="2241829"/>
                  </a:lnTo>
                  <a:lnTo>
                    <a:pt x="3889057" y="2244458"/>
                  </a:lnTo>
                  <a:lnTo>
                    <a:pt x="3889527" y="2245576"/>
                  </a:lnTo>
                  <a:lnTo>
                    <a:pt x="3891394" y="2247442"/>
                  </a:lnTo>
                  <a:lnTo>
                    <a:pt x="3892512" y="2247900"/>
                  </a:lnTo>
                  <a:lnTo>
                    <a:pt x="3895140" y="2247900"/>
                  </a:lnTo>
                  <a:lnTo>
                    <a:pt x="3896258" y="2247442"/>
                  </a:lnTo>
                  <a:lnTo>
                    <a:pt x="3898125" y="2245576"/>
                  </a:lnTo>
                  <a:lnTo>
                    <a:pt x="3898582" y="2244458"/>
                  </a:lnTo>
                  <a:lnTo>
                    <a:pt x="3898582" y="2241829"/>
                  </a:lnTo>
                  <a:close/>
                </a:path>
                <a:path w="6486525" h="2628900">
                  <a:moveTo>
                    <a:pt x="3898582" y="2194204"/>
                  </a:moveTo>
                  <a:lnTo>
                    <a:pt x="3898125" y="2193086"/>
                  </a:lnTo>
                  <a:lnTo>
                    <a:pt x="3896258" y="2191220"/>
                  </a:lnTo>
                  <a:lnTo>
                    <a:pt x="3895140" y="2190750"/>
                  </a:lnTo>
                  <a:lnTo>
                    <a:pt x="3892512" y="2190750"/>
                  </a:lnTo>
                  <a:lnTo>
                    <a:pt x="3891394" y="2191220"/>
                  </a:lnTo>
                  <a:lnTo>
                    <a:pt x="3889527" y="2193086"/>
                  </a:lnTo>
                  <a:lnTo>
                    <a:pt x="3889057" y="2194204"/>
                  </a:lnTo>
                  <a:lnTo>
                    <a:pt x="3889057" y="2196833"/>
                  </a:lnTo>
                  <a:lnTo>
                    <a:pt x="3889527" y="2197951"/>
                  </a:lnTo>
                  <a:lnTo>
                    <a:pt x="3891394" y="2199817"/>
                  </a:lnTo>
                  <a:lnTo>
                    <a:pt x="3892512" y="2200275"/>
                  </a:lnTo>
                  <a:lnTo>
                    <a:pt x="3895140" y="2200275"/>
                  </a:lnTo>
                  <a:lnTo>
                    <a:pt x="3896258" y="2199817"/>
                  </a:lnTo>
                  <a:lnTo>
                    <a:pt x="3898125" y="2197951"/>
                  </a:lnTo>
                  <a:lnTo>
                    <a:pt x="3898582" y="2196833"/>
                  </a:lnTo>
                  <a:lnTo>
                    <a:pt x="3898582" y="2194204"/>
                  </a:lnTo>
                  <a:close/>
                </a:path>
                <a:path w="6486525" h="2628900">
                  <a:moveTo>
                    <a:pt x="3898582" y="2146579"/>
                  </a:moveTo>
                  <a:lnTo>
                    <a:pt x="3898125" y="2145461"/>
                  </a:lnTo>
                  <a:lnTo>
                    <a:pt x="3896258" y="2143595"/>
                  </a:lnTo>
                  <a:lnTo>
                    <a:pt x="3895140" y="2143125"/>
                  </a:lnTo>
                  <a:lnTo>
                    <a:pt x="3892512" y="2143125"/>
                  </a:lnTo>
                  <a:lnTo>
                    <a:pt x="3891394" y="2143595"/>
                  </a:lnTo>
                  <a:lnTo>
                    <a:pt x="3889527" y="2145461"/>
                  </a:lnTo>
                  <a:lnTo>
                    <a:pt x="3889057" y="2146579"/>
                  </a:lnTo>
                  <a:lnTo>
                    <a:pt x="3889057" y="2149208"/>
                  </a:lnTo>
                  <a:lnTo>
                    <a:pt x="3889527" y="2150326"/>
                  </a:lnTo>
                  <a:lnTo>
                    <a:pt x="3891394" y="2152192"/>
                  </a:lnTo>
                  <a:lnTo>
                    <a:pt x="3892512" y="2152650"/>
                  </a:lnTo>
                  <a:lnTo>
                    <a:pt x="3895140" y="2152650"/>
                  </a:lnTo>
                  <a:lnTo>
                    <a:pt x="3896258" y="2152192"/>
                  </a:lnTo>
                  <a:lnTo>
                    <a:pt x="3898125" y="2150326"/>
                  </a:lnTo>
                  <a:lnTo>
                    <a:pt x="3898582" y="2149208"/>
                  </a:lnTo>
                  <a:lnTo>
                    <a:pt x="3898582" y="2146579"/>
                  </a:lnTo>
                  <a:close/>
                </a:path>
                <a:path w="6486525" h="2628900">
                  <a:moveTo>
                    <a:pt x="3898582" y="2098954"/>
                  </a:moveTo>
                  <a:lnTo>
                    <a:pt x="3898125" y="2097836"/>
                  </a:lnTo>
                  <a:lnTo>
                    <a:pt x="3896258" y="2095969"/>
                  </a:lnTo>
                  <a:lnTo>
                    <a:pt x="3895140" y="2095500"/>
                  </a:lnTo>
                  <a:lnTo>
                    <a:pt x="3892512" y="2095500"/>
                  </a:lnTo>
                  <a:lnTo>
                    <a:pt x="3891394" y="2095969"/>
                  </a:lnTo>
                  <a:lnTo>
                    <a:pt x="3889527" y="2097836"/>
                  </a:lnTo>
                  <a:lnTo>
                    <a:pt x="3889057" y="2098954"/>
                  </a:lnTo>
                  <a:lnTo>
                    <a:pt x="3889057" y="2101583"/>
                  </a:lnTo>
                  <a:lnTo>
                    <a:pt x="3889527" y="2102700"/>
                  </a:lnTo>
                  <a:lnTo>
                    <a:pt x="3891394" y="2104567"/>
                  </a:lnTo>
                  <a:lnTo>
                    <a:pt x="3892512" y="2105025"/>
                  </a:lnTo>
                  <a:lnTo>
                    <a:pt x="3895140" y="2105025"/>
                  </a:lnTo>
                  <a:lnTo>
                    <a:pt x="3896258" y="2104567"/>
                  </a:lnTo>
                  <a:lnTo>
                    <a:pt x="3898125" y="2102700"/>
                  </a:lnTo>
                  <a:lnTo>
                    <a:pt x="3898582" y="2101583"/>
                  </a:lnTo>
                  <a:lnTo>
                    <a:pt x="3898582" y="2098954"/>
                  </a:lnTo>
                  <a:close/>
                </a:path>
                <a:path w="6486525" h="2628900">
                  <a:moveTo>
                    <a:pt x="3898582" y="2051329"/>
                  </a:moveTo>
                  <a:lnTo>
                    <a:pt x="3898125" y="2050211"/>
                  </a:lnTo>
                  <a:lnTo>
                    <a:pt x="3896258" y="2048344"/>
                  </a:lnTo>
                  <a:lnTo>
                    <a:pt x="3895140" y="2047875"/>
                  </a:lnTo>
                  <a:lnTo>
                    <a:pt x="3892512" y="2047875"/>
                  </a:lnTo>
                  <a:lnTo>
                    <a:pt x="3891394" y="2048344"/>
                  </a:lnTo>
                  <a:lnTo>
                    <a:pt x="3889527" y="2050211"/>
                  </a:lnTo>
                  <a:lnTo>
                    <a:pt x="3889057" y="2051329"/>
                  </a:lnTo>
                  <a:lnTo>
                    <a:pt x="3889057" y="2053958"/>
                  </a:lnTo>
                  <a:lnTo>
                    <a:pt x="3889527" y="2055075"/>
                  </a:lnTo>
                  <a:lnTo>
                    <a:pt x="3891394" y="2056942"/>
                  </a:lnTo>
                  <a:lnTo>
                    <a:pt x="3892512" y="2057400"/>
                  </a:lnTo>
                  <a:lnTo>
                    <a:pt x="3895140" y="2057400"/>
                  </a:lnTo>
                  <a:lnTo>
                    <a:pt x="3896258" y="2056942"/>
                  </a:lnTo>
                  <a:lnTo>
                    <a:pt x="3898125" y="2055075"/>
                  </a:lnTo>
                  <a:lnTo>
                    <a:pt x="3898582" y="2053958"/>
                  </a:lnTo>
                  <a:lnTo>
                    <a:pt x="3898582" y="2051329"/>
                  </a:lnTo>
                  <a:close/>
                </a:path>
                <a:path w="6486525" h="2628900">
                  <a:moveTo>
                    <a:pt x="3898582" y="2003704"/>
                  </a:moveTo>
                  <a:lnTo>
                    <a:pt x="3898125" y="2002586"/>
                  </a:lnTo>
                  <a:lnTo>
                    <a:pt x="3896258" y="2000719"/>
                  </a:lnTo>
                  <a:lnTo>
                    <a:pt x="3895140" y="2000250"/>
                  </a:lnTo>
                  <a:lnTo>
                    <a:pt x="3892512" y="2000250"/>
                  </a:lnTo>
                  <a:lnTo>
                    <a:pt x="3891394" y="2000719"/>
                  </a:lnTo>
                  <a:lnTo>
                    <a:pt x="3889527" y="2002586"/>
                  </a:lnTo>
                  <a:lnTo>
                    <a:pt x="3889057" y="2003704"/>
                  </a:lnTo>
                  <a:lnTo>
                    <a:pt x="3889057" y="2006333"/>
                  </a:lnTo>
                  <a:lnTo>
                    <a:pt x="3889527" y="2007450"/>
                  </a:lnTo>
                  <a:lnTo>
                    <a:pt x="3891394" y="2009317"/>
                  </a:lnTo>
                  <a:lnTo>
                    <a:pt x="3892512" y="2009775"/>
                  </a:lnTo>
                  <a:lnTo>
                    <a:pt x="3895140" y="2009775"/>
                  </a:lnTo>
                  <a:lnTo>
                    <a:pt x="3896258" y="2009317"/>
                  </a:lnTo>
                  <a:lnTo>
                    <a:pt x="3898125" y="2007450"/>
                  </a:lnTo>
                  <a:lnTo>
                    <a:pt x="3898582" y="2006333"/>
                  </a:lnTo>
                  <a:lnTo>
                    <a:pt x="3898582" y="2003704"/>
                  </a:lnTo>
                  <a:close/>
                </a:path>
                <a:path w="6486525" h="2628900">
                  <a:moveTo>
                    <a:pt x="3898582" y="1956079"/>
                  </a:moveTo>
                  <a:lnTo>
                    <a:pt x="3898125" y="1954961"/>
                  </a:lnTo>
                  <a:lnTo>
                    <a:pt x="3896258" y="1953094"/>
                  </a:lnTo>
                  <a:lnTo>
                    <a:pt x="3895140" y="1952625"/>
                  </a:lnTo>
                  <a:lnTo>
                    <a:pt x="3892512" y="1952625"/>
                  </a:lnTo>
                  <a:lnTo>
                    <a:pt x="3891394" y="1953094"/>
                  </a:lnTo>
                  <a:lnTo>
                    <a:pt x="3889527" y="1954961"/>
                  </a:lnTo>
                  <a:lnTo>
                    <a:pt x="3889057" y="1956079"/>
                  </a:lnTo>
                  <a:lnTo>
                    <a:pt x="3889057" y="1958708"/>
                  </a:lnTo>
                  <a:lnTo>
                    <a:pt x="3889527" y="1959825"/>
                  </a:lnTo>
                  <a:lnTo>
                    <a:pt x="3891394" y="1961692"/>
                  </a:lnTo>
                  <a:lnTo>
                    <a:pt x="3892512" y="1962150"/>
                  </a:lnTo>
                  <a:lnTo>
                    <a:pt x="3895140" y="1962150"/>
                  </a:lnTo>
                  <a:lnTo>
                    <a:pt x="3896258" y="1961692"/>
                  </a:lnTo>
                  <a:lnTo>
                    <a:pt x="3898125" y="1959825"/>
                  </a:lnTo>
                  <a:lnTo>
                    <a:pt x="3898582" y="1958708"/>
                  </a:lnTo>
                  <a:lnTo>
                    <a:pt x="3898582" y="1956079"/>
                  </a:lnTo>
                  <a:close/>
                </a:path>
                <a:path w="6486525" h="2628900">
                  <a:moveTo>
                    <a:pt x="3898582" y="1908454"/>
                  </a:moveTo>
                  <a:lnTo>
                    <a:pt x="3898125" y="1907336"/>
                  </a:lnTo>
                  <a:lnTo>
                    <a:pt x="3896258" y="1905469"/>
                  </a:lnTo>
                  <a:lnTo>
                    <a:pt x="3895140" y="1905000"/>
                  </a:lnTo>
                  <a:lnTo>
                    <a:pt x="3892512" y="1905000"/>
                  </a:lnTo>
                  <a:lnTo>
                    <a:pt x="3891394" y="1905469"/>
                  </a:lnTo>
                  <a:lnTo>
                    <a:pt x="3889527" y="1907336"/>
                  </a:lnTo>
                  <a:lnTo>
                    <a:pt x="3889057" y="1908454"/>
                  </a:lnTo>
                  <a:lnTo>
                    <a:pt x="3889057" y="1911083"/>
                  </a:lnTo>
                  <a:lnTo>
                    <a:pt x="3889527" y="1912200"/>
                  </a:lnTo>
                  <a:lnTo>
                    <a:pt x="3891394" y="1914067"/>
                  </a:lnTo>
                  <a:lnTo>
                    <a:pt x="3892512" y="1914525"/>
                  </a:lnTo>
                  <a:lnTo>
                    <a:pt x="3895140" y="1914525"/>
                  </a:lnTo>
                  <a:lnTo>
                    <a:pt x="3896258" y="1914067"/>
                  </a:lnTo>
                  <a:lnTo>
                    <a:pt x="3898125" y="1912200"/>
                  </a:lnTo>
                  <a:lnTo>
                    <a:pt x="3898582" y="1911083"/>
                  </a:lnTo>
                  <a:lnTo>
                    <a:pt x="3898582" y="1908454"/>
                  </a:lnTo>
                  <a:close/>
                </a:path>
                <a:path w="6486525" h="2628900">
                  <a:moveTo>
                    <a:pt x="3898582" y="1860829"/>
                  </a:moveTo>
                  <a:lnTo>
                    <a:pt x="3898125" y="1859711"/>
                  </a:lnTo>
                  <a:lnTo>
                    <a:pt x="3896258" y="1857844"/>
                  </a:lnTo>
                  <a:lnTo>
                    <a:pt x="3895140" y="1857375"/>
                  </a:lnTo>
                  <a:lnTo>
                    <a:pt x="3892512" y="1857375"/>
                  </a:lnTo>
                  <a:lnTo>
                    <a:pt x="3891394" y="1857844"/>
                  </a:lnTo>
                  <a:lnTo>
                    <a:pt x="3889527" y="1859711"/>
                  </a:lnTo>
                  <a:lnTo>
                    <a:pt x="3889057" y="1860829"/>
                  </a:lnTo>
                  <a:lnTo>
                    <a:pt x="3889057" y="1863458"/>
                  </a:lnTo>
                  <a:lnTo>
                    <a:pt x="3889527" y="1864575"/>
                  </a:lnTo>
                  <a:lnTo>
                    <a:pt x="3891394" y="1866442"/>
                  </a:lnTo>
                  <a:lnTo>
                    <a:pt x="3892512" y="1866900"/>
                  </a:lnTo>
                  <a:lnTo>
                    <a:pt x="3895140" y="1866900"/>
                  </a:lnTo>
                  <a:lnTo>
                    <a:pt x="3896258" y="1866442"/>
                  </a:lnTo>
                  <a:lnTo>
                    <a:pt x="3898125" y="1864575"/>
                  </a:lnTo>
                  <a:lnTo>
                    <a:pt x="3898582" y="1863458"/>
                  </a:lnTo>
                  <a:lnTo>
                    <a:pt x="3898582" y="1860829"/>
                  </a:lnTo>
                  <a:close/>
                </a:path>
                <a:path w="6486525" h="2628900">
                  <a:moveTo>
                    <a:pt x="3898582" y="1813204"/>
                  </a:moveTo>
                  <a:lnTo>
                    <a:pt x="3898125" y="1812086"/>
                  </a:lnTo>
                  <a:lnTo>
                    <a:pt x="3896258" y="1810219"/>
                  </a:lnTo>
                  <a:lnTo>
                    <a:pt x="3895140" y="1809750"/>
                  </a:lnTo>
                  <a:lnTo>
                    <a:pt x="3892512" y="1809750"/>
                  </a:lnTo>
                  <a:lnTo>
                    <a:pt x="3891394" y="1810219"/>
                  </a:lnTo>
                  <a:lnTo>
                    <a:pt x="3889527" y="1812086"/>
                  </a:lnTo>
                  <a:lnTo>
                    <a:pt x="3889057" y="1813204"/>
                  </a:lnTo>
                  <a:lnTo>
                    <a:pt x="3889057" y="1815833"/>
                  </a:lnTo>
                  <a:lnTo>
                    <a:pt x="3889527" y="1816950"/>
                  </a:lnTo>
                  <a:lnTo>
                    <a:pt x="3891394" y="1818817"/>
                  </a:lnTo>
                  <a:lnTo>
                    <a:pt x="3892512" y="1819275"/>
                  </a:lnTo>
                  <a:lnTo>
                    <a:pt x="3895140" y="1819275"/>
                  </a:lnTo>
                  <a:lnTo>
                    <a:pt x="3896258" y="1818817"/>
                  </a:lnTo>
                  <a:lnTo>
                    <a:pt x="3898125" y="1816950"/>
                  </a:lnTo>
                  <a:lnTo>
                    <a:pt x="3898582" y="1815833"/>
                  </a:lnTo>
                  <a:lnTo>
                    <a:pt x="3898582" y="1813204"/>
                  </a:lnTo>
                  <a:close/>
                </a:path>
                <a:path w="6486525" h="2628900">
                  <a:moveTo>
                    <a:pt x="3898582" y="1765579"/>
                  </a:moveTo>
                  <a:lnTo>
                    <a:pt x="3898125" y="1764461"/>
                  </a:lnTo>
                  <a:lnTo>
                    <a:pt x="3896258" y="1762594"/>
                  </a:lnTo>
                  <a:lnTo>
                    <a:pt x="3895140" y="1762125"/>
                  </a:lnTo>
                  <a:lnTo>
                    <a:pt x="3892512" y="1762125"/>
                  </a:lnTo>
                  <a:lnTo>
                    <a:pt x="3891394" y="1762594"/>
                  </a:lnTo>
                  <a:lnTo>
                    <a:pt x="3889527" y="1764461"/>
                  </a:lnTo>
                  <a:lnTo>
                    <a:pt x="3889057" y="1765579"/>
                  </a:lnTo>
                  <a:lnTo>
                    <a:pt x="3889057" y="1768208"/>
                  </a:lnTo>
                  <a:lnTo>
                    <a:pt x="3889527" y="1769325"/>
                  </a:lnTo>
                  <a:lnTo>
                    <a:pt x="3891394" y="1771192"/>
                  </a:lnTo>
                  <a:lnTo>
                    <a:pt x="3892512" y="1771650"/>
                  </a:lnTo>
                  <a:lnTo>
                    <a:pt x="3895140" y="1771650"/>
                  </a:lnTo>
                  <a:lnTo>
                    <a:pt x="3896258" y="1771192"/>
                  </a:lnTo>
                  <a:lnTo>
                    <a:pt x="3898125" y="1769325"/>
                  </a:lnTo>
                  <a:lnTo>
                    <a:pt x="3898582" y="1768208"/>
                  </a:lnTo>
                  <a:lnTo>
                    <a:pt x="3898582" y="1765579"/>
                  </a:lnTo>
                  <a:close/>
                </a:path>
                <a:path w="6486525" h="2628900">
                  <a:moveTo>
                    <a:pt x="3898582" y="1717954"/>
                  </a:moveTo>
                  <a:lnTo>
                    <a:pt x="3898125" y="1716836"/>
                  </a:lnTo>
                  <a:lnTo>
                    <a:pt x="3896258" y="1714969"/>
                  </a:lnTo>
                  <a:lnTo>
                    <a:pt x="3895140" y="1714500"/>
                  </a:lnTo>
                  <a:lnTo>
                    <a:pt x="3892512" y="1714500"/>
                  </a:lnTo>
                  <a:lnTo>
                    <a:pt x="3891394" y="1714969"/>
                  </a:lnTo>
                  <a:lnTo>
                    <a:pt x="3889527" y="1716836"/>
                  </a:lnTo>
                  <a:lnTo>
                    <a:pt x="3889057" y="1717954"/>
                  </a:lnTo>
                  <a:lnTo>
                    <a:pt x="3889057" y="1720583"/>
                  </a:lnTo>
                  <a:lnTo>
                    <a:pt x="3889527" y="1721700"/>
                  </a:lnTo>
                  <a:lnTo>
                    <a:pt x="3891394" y="1723567"/>
                  </a:lnTo>
                  <a:lnTo>
                    <a:pt x="3892512" y="1724025"/>
                  </a:lnTo>
                  <a:lnTo>
                    <a:pt x="3895140" y="1724025"/>
                  </a:lnTo>
                  <a:lnTo>
                    <a:pt x="3896258" y="1723567"/>
                  </a:lnTo>
                  <a:lnTo>
                    <a:pt x="3898125" y="1721700"/>
                  </a:lnTo>
                  <a:lnTo>
                    <a:pt x="3898582" y="1720583"/>
                  </a:lnTo>
                  <a:lnTo>
                    <a:pt x="3898582" y="1717954"/>
                  </a:lnTo>
                  <a:close/>
                </a:path>
                <a:path w="6486525" h="2628900">
                  <a:moveTo>
                    <a:pt x="3898582" y="1670329"/>
                  </a:moveTo>
                  <a:lnTo>
                    <a:pt x="3898125" y="1669211"/>
                  </a:lnTo>
                  <a:lnTo>
                    <a:pt x="3896258" y="1667344"/>
                  </a:lnTo>
                  <a:lnTo>
                    <a:pt x="3895140" y="1666875"/>
                  </a:lnTo>
                  <a:lnTo>
                    <a:pt x="3892512" y="1666875"/>
                  </a:lnTo>
                  <a:lnTo>
                    <a:pt x="3891394" y="1667344"/>
                  </a:lnTo>
                  <a:lnTo>
                    <a:pt x="3889527" y="1669211"/>
                  </a:lnTo>
                  <a:lnTo>
                    <a:pt x="3889057" y="1670329"/>
                  </a:lnTo>
                  <a:lnTo>
                    <a:pt x="3889057" y="1672958"/>
                  </a:lnTo>
                  <a:lnTo>
                    <a:pt x="3889527" y="1674075"/>
                  </a:lnTo>
                  <a:lnTo>
                    <a:pt x="3891394" y="1675942"/>
                  </a:lnTo>
                  <a:lnTo>
                    <a:pt x="3892512" y="1676400"/>
                  </a:lnTo>
                  <a:lnTo>
                    <a:pt x="3895140" y="1676400"/>
                  </a:lnTo>
                  <a:lnTo>
                    <a:pt x="3896258" y="1675942"/>
                  </a:lnTo>
                  <a:lnTo>
                    <a:pt x="3898125" y="1674075"/>
                  </a:lnTo>
                  <a:lnTo>
                    <a:pt x="3898582" y="1672958"/>
                  </a:lnTo>
                  <a:lnTo>
                    <a:pt x="3898582" y="1670329"/>
                  </a:lnTo>
                  <a:close/>
                </a:path>
                <a:path w="6486525" h="2628900">
                  <a:moveTo>
                    <a:pt x="3898582" y="1622704"/>
                  </a:moveTo>
                  <a:lnTo>
                    <a:pt x="3898125" y="1621586"/>
                  </a:lnTo>
                  <a:lnTo>
                    <a:pt x="3896258" y="1619719"/>
                  </a:lnTo>
                  <a:lnTo>
                    <a:pt x="3895140" y="1619250"/>
                  </a:lnTo>
                  <a:lnTo>
                    <a:pt x="3892512" y="1619250"/>
                  </a:lnTo>
                  <a:lnTo>
                    <a:pt x="3891394" y="1619719"/>
                  </a:lnTo>
                  <a:lnTo>
                    <a:pt x="3889527" y="1621586"/>
                  </a:lnTo>
                  <a:lnTo>
                    <a:pt x="3889057" y="1622704"/>
                  </a:lnTo>
                  <a:lnTo>
                    <a:pt x="3889057" y="1625333"/>
                  </a:lnTo>
                  <a:lnTo>
                    <a:pt x="3889527" y="1626450"/>
                  </a:lnTo>
                  <a:lnTo>
                    <a:pt x="3891394" y="1628317"/>
                  </a:lnTo>
                  <a:lnTo>
                    <a:pt x="3892512" y="1628775"/>
                  </a:lnTo>
                  <a:lnTo>
                    <a:pt x="3895140" y="1628775"/>
                  </a:lnTo>
                  <a:lnTo>
                    <a:pt x="3896258" y="1628317"/>
                  </a:lnTo>
                  <a:lnTo>
                    <a:pt x="3898125" y="1626450"/>
                  </a:lnTo>
                  <a:lnTo>
                    <a:pt x="3898582" y="1625333"/>
                  </a:lnTo>
                  <a:lnTo>
                    <a:pt x="3898582" y="1622704"/>
                  </a:lnTo>
                  <a:close/>
                </a:path>
                <a:path w="6486525" h="2628900">
                  <a:moveTo>
                    <a:pt x="3898582" y="1575079"/>
                  </a:moveTo>
                  <a:lnTo>
                    <a:pt x="3898125" y="1573961"/>
                  </a:lnTo>
                  <a:lnTo>
                    <a:pt x="3896258" y="1572094"/>
                  </a:lnTo>
                  <a:lnTo>
                    <a:pt x="3895140" y="1571625"/>
                  </a:lnTo>
                  <a:lnTo>
                    <a:pt x="3892512" y="1571625"/>
                  </a:lnTo>
                  <a:lnTo>
                    <a:pt x="3891394" y="1572094"/>
                  </a:lnTo>
                  <a:lnTo>
                    <a:pt x="3889527" y="1573961"/>
                  </a:lnTo>
                  <a:lnTo>
                    <a:pt x="3889057" y="1575079"/>
                  </a:lnTo>
                  <a:lnTo>
                    <a:pt x="3889057" y="1577708"/>
                  </a:lnTo>
                  <a:lnTo>
                    <a:pt x="3889527" y="1578825"/>
                  </a:lnTo>
                  <a:lnTo>
                    <a:pt x="3891394" y="1580692"/>
                  </a:lnTo>
                  <a:lnTo>
                    <a:pt x="3892512" y="1581150"/>
                  </a:lnTo>
                  <a:lnTo>
                    <a:pt x="3895140" y="1581150"/>
                  </a:lnTo>
                  <a:lnTo>
                    <a:pt x="3896258" y="1580692"/>
                  </a:lnTo>
                  <a:lnTo>
                    <a:pt x="3898125" y="1578825"/>
                  </a:lnTo>
                  <a:lnTo>
                    <a:pt x="3898582" y="1577708"/>
                  </a:lnTo>
                  <a:lnTo>
                    <a:pt x="3898582" y="1575079"/>
                  </a:lnTo>
                  <a:close/>
                </a:path>
                <a:path w="6486525" h="2628900">
                  <a:moveTo>
                    <a:pt x="3898582" y="1527454"/>
                  </a:moveTo>
                  <a:lnTo>
                    <a:pt x="3898125" y="1526336"/>
                  </a:lnTo>
                  <a:lnTo>
                    <a:pt x="3896258" y="1524469"/>
                  </a:lnTo>
                  <a:lnTo>
                    <a:pt x="3895140" y="1524000"/>
                  </a:lnTo>
                  <a:lnTo>
                    <a:pt x="3892512" y="1524000"/>
                  </a:lnTo>
                  <a:lnTo>
                    <a:pt x="3891394" y="1524469"/>
                  </a:lnTo>
                  <a:lnTo>
                    <a:pt x="3889527" y="1526336"/>
                  </a:lnTo>
                  <a:lnTo>
                    <a:pt x="3889057" y="1527454"/>
                  </a:lnTo>
                  <a:lnTo>
                    <a:pt x="3889057" y="1530083"/>
                  </a:lnTo>
                  <a:lnTo>
                    <a:pt x="3889527" y="1531200"/>
                  </a:lnTo>
                  <a:lnTo>
                    <a:pt x="3891394" y="1533067"/>
                  </a:lnTo>
                  <a:lnTo>
                    <a:pt x="3892512" y="1533525"/>
                  </a:lnTo>
                  <a:lnTo>
                    <a:pt x="3895140" y="1533525"/>
                  </a:lnTo>
                  <a:lnTo>
                    <a:pt x="3896258" y="1533067"/>
                  </a:lnTo>
                  <a:lnTo>
                    <a:pt x="3898125" y="1531200"/>
                  </a:lnTo>
                  <a:lnTo>
                    <a:pt x="3898582" y="1530083"/>
                  </a:lnTo>
                  <a:lnTo>
                    <a:pt x="3898582" y="1527454"/>
                  </a:lnTo>
                  <a:close/>
                </a:path>
                <a:path w="6486525" h="2628900">
                  <a:moveTo>
                    <a:pt x="3898582" y="1479829"/>
                  </a:moveTo>
                  <a:lnTo>
                    <a:pt x="3898125" y="1478711"/>
                  </a:lnTo>
                  <a:lnTo>
                    <a:pt x="3896258" y="1476844"/>
                  </a:lnTo>
                  <a:lnTo>
                    <a:pt x="3895140" y="1476375"/>
                  </a:lnTo>
                  <a:lnTo>
                    <a:pt x="3892512" y="1476375"/>
                  </a:lnTo>
                  <a:lnTo>
                    <a:pt x="3891394" y="1476844"/>
                  </a:lnTo>
                  <a:lnTo>
                    <a:pt x="3889527" y="1478711"/>
                  </a:lnTo>
                  <a:lnTo>
                    <a:pt x="3889057" y="1479829"/>
                  </a:lnTo>
                  <a:lnTo>
                    <a:pt x="3889057" y="1482458"/>
                  </a:lnTo>
                  <a:lnTo>
                    <a:pt x="3889527" y="1483575"/>
                  </a:lnTo>
                  <a:lnTo>
                    <a:pt x="3891394" y="1485442"/>
                  </a:lnTo>
                  <a:lnTo>
                    <a:pt x="3892512" y="1485900"/>
                  </a:lnTo>
                  <a:lnTo>
                    <a:pt x="3895140" y="1485900"/>
                  </a:lnTo>
                  <a:lnTo>
                    <a:pt x="3896258" y="1485442"/>
                  </a:lnTo>
                  <a:lnTo>
                    <a:pt x="3898125" y="1483575"/>
                  </a:lnTo>
                  <a:lnTo>
                    <a:pt x="3898582" y="1482458"/>
                  </a:lnTo>
                  <a:lnTo>
                    <a:pt x="3898582" y="1479829"/>
                  </a:lnTo>
                  <a:close/>
                </a:path>
                <a:path w="6486525" h="2628900">
                  <a:moveTo>
                    <a:pt x="3898582" y="1432204"/>
                  </a:moveTo>
                  <a:lnTo>
                    <a:pt x="3898125" y="1431086"/>
                  </a:lnTo>
                  <a:lnTo>
                    <a:pt x="3896258" y="1429219"/>
                  </a:lnTo>
                  <a:lnTo>
                    <a:pt x="3895140" y="1428750"/>
                  </a:lnTo>
                  <a:lnTo>
                    <a:pt x="3892512" y="1428750"/>
                  </a:lnTo>
                  <a:lnTo>
                    <a:pt x="3891394" y="1429219"/>
                  </a:lnTo>
                  <a:lnTo>
                    <a:pt x="3889527" y="1431086"/>
                  </a:lnTo>
                  <a:lnTo>
                    <a:pt x="3889057" y="1432204"/>
                  </a:lnTo>
                  <a:lnTo>
                    <a:pt x="3889057" y="1434833"/>
                  </a:lnTo>
                  <a:lnTo>
                    <a:pt x="3889527" y="1435950"/>
                  </a:lnTo>
                  <a:lnTo>
                    <a:pt x="3891394" y="1437817"/>
                  </a:lnTo>
                  <a:lnTo>
                    <a:pt x="3892512" y="1438275"/>
                  </a:lnTo>
                  <a:lnTo>
                    <a:pt x="3895140" y="1438275"/>
                  </a:lnTo>
                  <a:lnTo>
                    <a:pt x="3896258" y="1437817"/>
                  </a:lnTo>
                  <a:lnTo>
                    <a:pt x="3898125" y="1435950"/>
                  </a:lnTo>
                  <a:lnTo>
                    <a:pt x="3898582" y="1434833"/>
                  </a:lnTo>
                  <a:lnTo>
                    <a:pt x="3898582" y="1432204"/>
                  </a:lnTo>
                  <a:close/>
                </a:path>
                <a:path w="6486525" h="2628900">
                  <a:moveTo>
                    <a:pt x="3898582" y="1384579"/>
                  </a:moveTo>
                  <a:lnTo>
                    <a:pt x="3898125" y="1383461"/>
                  </a:lnTo>
                  <a:lnTo>
                    <a:pt x="3896258" y="1381594"/>
                  </a:lnTo>
                  <a:lnTo>
                    <a:pt x="3895140" y="1381125"/>
                  </a:lnTo>
                  <a:lnTo>
                    <a:pt x="3892512" y="1381125"/>
                  </a:lnTo>
                  <a:lnTo>
                    <a:pt x="3891394" y="1381594"/>
                  </a:lnTo>
                  <a:lnTo>
                    <a:pt x="3889527" y="1383461"/>
                  </a:lnTo>
                  <a:lnTo>
                    <a:pt x="3889057" y="1384579"/>
                  </a:lnTo>
                  <a:lnTo>
                    <a:pt x="3889057" y="1387208"/>
                  </a:lnTo>
                  <a:lnTo>
                    <a:pt x="3889527" y="1388325"/>
                  </a:lnTo>
                  <a:lnTo>
                    <a:pt x="3891394" y="1390192"/>
                  </a:lnTo>
                  <a:lnTo>
                    <a:pt x="3892512" y="1390650"/>
                  </a:lnTo>
                  <a:lnTo>
                    <a:pt x="3895140" y="1390650"/>
                  </a:lnTo>
                  <a:lnTo>
                    <a:pt x="3896258" y="1390192"/>
                  </a:lnTo>
                  <a:lnTo>
                    <a:pt x="3898125" y="1388325"/>
                  </a:lnTo>
                  <a:lnTo>
                    <a:pt x="3898582" y="1387208"/>
                  </a:lnTo>
                  <a:lnTo>
                    <a:pt x="3898582" y="1384579"/>
                  </a:lnTo>
                  <a:close/>
                </a:path>
                <a:path w="6486525" h="2628900">
                  <a:moveTo>
                    <a:pt x="3898582" y="1336954"/>
                  </a:moveTo>
                  <a:lnTo>
                    <a:pt x="3898125" y="1335836"/>
                  </a:lnTo>
                  <a:lnTo>
                    <a:pt x="3896258" y="1333969"/>
                  </a:lnTo>
                  <a:lnTo>
                    <a:pt x="3895140" y="1333500"/>
                  </a:lnTo>
                  <a:lnTo>
                    <a:pt x="3892512" y="1333500"/>
                  </a:lnTo>
                  <a:lnTo>
                    <a:pt x="3891394" y="1333969"/>
                  </a:lnTo>
                  <a:lnTo>
                    <a:pt x="3889527" y="1335836"/>
                  </a:lnTo>
                  <a:lnTo>
                    <a:pt x="3889057" y="1336954"/>
                  </a:lnTo>
                  <a:lnTo>
                    <a:pt x="3889057" y="1339583"/>
                  </a:lnTo>
                  <a:lnTo>
                    <a:pt x="3889527" y="1340700"/>
                  </a:lnTo>
                  <a:lnTo>
                    <a:pt x="3891394" y="1342567"/>
                  </a:lnTo>
                  <a:lnTo>
                    <a:pt x="3892512" y="1343025"/>
                  </a:lnTo>
                  <a:lnTo>
                    <a:pt x="3895140" y="1343025"/>
                  </a:lnTo>
                  <a:lnTo>
                    <a:pt x="3896258" y="1342567"/>
                  </a:lnTo>
                  <a:lnTo>
                    <a:pt x="3898125" y="1340700"/>
                  </a:lnTo>
                  <a:lnTo>
                    <a:pt x="3898582" y="1339583"/>
                  </a:lnTo>
                  <a:lnTo>
                    <a:pt x="3898582" y="1336954"/>
                  </a:lnTo>
                  <a:close/>
                </a:path>
                <a:path w="6486525" h="2628900">
                  <a:moveTo>
                    <a:pt x="3898582" y="1289329"/>
                  </a:moveTo>
                  <a:lnTo>
                    <a:pt x="3898125" y="1288211"/>
                  </a:lnTo>
                  <a:lnTo>
                    <a:pt x="3896258" y="1286344"/>
                  </a:lnTo>
                  <a:lnTo>
                    <a:pt x="3895140" y="1285875"/>
                  </a:lnTo>
                  <a:lnTo>
                    <a:pt x="3892512" y="1285875"/>
                  </a:lnTo>
                  <a:lnTo>
                    <a:pt x="3891394" y="1286344"/>
                  </a:lnTo>
                  <a:lnTo>
                    <a:pt x="3889527" y="1288211"/>
                  </a:lnTo>
                  <a:lnTo>
                    <a:pt x="3889057" y="1289329"/>
                  </a:lnTo>
                  <a:lnTo>
                    <a:pt x="3889057" y="1291958"/>
                  </a:lnTo>
                  <a:lnTo>
                    <a:pt x="3889527" y="1293075"/>
                  </a:lnTo>
                  <a:lnTo>
                    <a:pt x="3891394" y="1294942"/>
                  </a:lnTo>
                  <a:lnTo>
                    <a:pt x="3892512" y="1295400"/>
                  </a:lnTo>
                  <a:lnTo>
                    <a:pt x="3895140" y="1295400"/>
                  </a:lnTo>
                  <a:lnTo>
                    <a:pt x="3896258" y="1294942"/>
                  </a:lnTo>
                  <a:lnTo>
                    <a:pt x="3898125" y="1293075"/>
                  </a:lnTo>
                  <a:lnTo>
                    <a:pt x="3898582" y="1291958"/>
                  </a:lnTo>
                  <a:lnTo>
                    <a:pt x="3898582" y="1289329"/>
                  </a:lnTo>
                  <a:close/>
                </a:path>
                <a:path w="6486525" h="2628900">
                  <a:moveTo>
                    <a:pt x="3898582" y="1241704"/>
                  </a:moveTo>
                  <a:lnTo>
                    <a:pt x="3898125" y="1240586"/>
                  </a:lnTo>
                  <a:lnTo>
                    <a:pt x="3896258" y="1238719"/>
                  </a:lnTo>
                  <a:lnTo>
                    <a:pt x="3895140" y="1238250"/>
                  </a:lnTo>
                  <a:lnTo>
                    <a:pt x="3892512" y="1238250"/>
                  </a:lnTo>
                  <a:lnTo>
                    <a:pt x="3891394" y="1238719"/>
                  </a:lnTo>
                  <a:lnTo>
                    <a:pt x="3889527" y="1240586"/>
                  </a:lnTo>
                  <a:lnTo>
                    <a:pt x="3889057" y="1241704"/>
                  </a:lnTo>
                  <a:lnTo>
                    <a:pt x="3889057" y="1244333"/>
                  </a:lnTo>
                  <a:lnTo>
                    <a:pt x="3889527" y="1245450"/>
                  </a:lnTo>
                  <a:lnTo>
                    <a:pt x="3891394" y="1247317"/>
                  </a:lnTo>
                  <a:lnTo>
                    <a:pt x="3892512" y="1247775"/>
                  </a:lnTo>
                  <a:lnTo>
                    <a:pt x="3895140" y="1247775"/>
                  </a:lnTo>
                  <a:lnTo>
                    <a:pt x="3896258" y="1247317"/>
                  </a:lnTo>
                  <a:lnTo>
                    <a:pt x="3898125" y="1245450"/>
                  </a:lnTo>
                  <a:lnTo>
                    <a:pt x="3898582" y="1244333"/>
                  </a:lnTo>
                  <a:lnTo>
                    <a:pt x="3898582" y="1241704"/>
                  </a:lnTo>
                  <a:close/>
                </a:path>
                <a:path w="6486525" h="2628900">
                  <a:moveTo>
                    <a:pt x="3898582" y="1194079"/>
                  </a:moveTo>
                  <a:lnTo>
                    <a:pt x="3898125" y="1192961"/>
                  </a:lnTo>
                  <a:lnTo>
                    <a:pt x="3896258" y="1191094"/>
                  </a:lnTo>
                  <a:lnTo>
                    <a:pt x="3895140" y="1190625"/>
                  </a:lnTo>
                  <a:lnTo>
                    <a:pt x="3892512" y="1190625"/>
                  </a:lnTo>
                  <a:lnTo>
                    <a:pt x="3891394" y="1191094"/>
                  </a:lnTo>
                  <a:lnTo>
                    <a:pt x="3889527" y="1192961"/>
                  </a:lnTo>
                  <a:lnTo>
                    <a:pt x="3889057" y="1194079"/>
                  </a:lnTo>
                  <a:lnTo>
                    <a:pt x="3889057" y="1196708"/>
                  </a:lnTo>
                  <a:lnTo>
                    <a:pt x="3889527" y="1197825"/>
                  </a:lnTo>
                  <a:lnTo>
                    <a:pt x="3891394" y="1199692"/>
                  </a:lnTo>
                  <a:lnTo>
                    <a:pt x="3892512" y="1200150"/>
                  </a:lnTo>
                  <a:lnTo>
                    <a:pt x="3895140" y="1200150"/>
                  </a:lnTo>
                  <a:lnTo>
                    <a:pt x="3896258" y="1199692"/>
                  </a:lnTo>
                  <a:lnTo>
                    <a:pt x="3898125" y="1197825"/>
                  </a:lnTo>
                  <a:lnTo>
                    <a:pt x="3898582" y="1196708"/>
                  </a:lnTo>
                  <a:lnTo>
                    <a:pt x="3898582" y="1194079"/>
                  </a:lnTo>
                  <a:close/>
                </a:path>
                <a:path w="6486525" h="2628900">
                  <a:moveTo>
                    <a:pt x="3898582" y="1146454"/>
                  </a:moveTo>
                  <a:lnTo>
                    <a:pt x="3898125" y="1145336"/>
                  </a:lnTo>
                  <a:lnTo>
                    <a:pt x="3896258" y="1143469"/>
                  </a:lnTo>
                  <a:lnTo>
                    <a:pt x="3895140" y="1143000"/>
                  </a:lnTo>
                  <a:lnTo>
                    <a:pt x="3892512" y="1143000"/>
                  </a:lnTo>
                  <a:lnTo>
                    <a:pt x="3891394" y="1143469"/>
                  </a:lnTo>
                  <a:lnTo>
                    <a:pt x="3889527" y="1145336"/>
                  </a:lnTo>
                  <a:lnTo>
                    <a:pt x="3889057" y="1146454"/>
                  </a:lnTo>
                  <a:lnTo>
                    <a:pt x="3889057" y="1149083"/>
                  </a:lnTo>
                  <a:lnTo>
                    <a:pt x="3889527" y="1150200"/>
                  </a:lnTo>
                  <a:lnTo>
                    <a:pt x="3891394" y="1152067"/>
                  </a:lnTo>
                  <a:lnTo>
                    <a:pt x="3892512" y="1152525"/>
                  </a:lnTo>
                  <a:lnTo>
                    <a:pt x="3895140" y="1152525"/>
                  </a:lnTo>
                  <a:lnTo>
                    <a:pt x="3896258" y="1152067"/>
                  </a:lnTo>
                  <a:lnTo>
                    <a:pt x="3898125" y="1150200"/>
                  </a:lnTo>
                  <a:lnTo>
                    <a:pt x="3898582" y="1149083"/>
                  </a:lnTo>
                  <a:lnTo>
                    <a:pt x="3898582" y="1146454"/>
                  </a:lnTo>
                  <a:close/>
                </a:path>
                <a:path w="6486525" h="2628900">
                  <a:moveTo>
                    <a:pt x="3898582" y="1098829"/>
                  </a:moveTo>
                  <a:lnTo>
                    <a:pt x="3898125" y="1097711"/>
                  </a:lnTo>
                  <a:lnTo>
                    <a:pt x="3896258" y="1095844"/>
                  </a:lnTo>
                  <a:lnTo>
                    <a:pt x="3895140" y="1095375"/>
                  </a:lnTo>
                  <a:lnTo>
                    <a:pt x="3892512" y="1095375"/>
                  </a:lnTo>
                  <a:lnTo>
                    <a:pt x="3891394" y="1095844"/>
                  </a:lnTo>
                  <a:lnTo>
                    <a:pt x="3889527" y="1097711"/>
                  </a:lnTo>
                  <a:lnTo>
                    <a:pt x="3889057" y="1098829"/>
                  </a:lnTo>
                  <a:lnTo>
                    <a:pt x="3889057" y="1101458"/>
                  </a:lnTo>
                  <a:lnTo>
                    <a:pt x="3889527" y="1102575"/>
                  </a:lnTo>
                  <a:lnTo>
                    <a:pt x="3891394" y="1104442"/>
                  </a:lnTo>
                  <a:lnTo>
                    <a:pt x="3892512" y="1104900"/>
                  </a:lnTo>
                  <a:lnTo>
                    <a:pt x="3895140" y="1104900"/>
                  </a:lnTo>
                  <a:lnTo>
                    <a:pt x="3896258" y="1104442"/>
                  </a:lnTo>
                  <a:lnTo>
                    <a:pt x="3898125" y="1102575"/>
                  </a:lnTo>
                  <a:lnTo>
                    <a:pt x="3898582" y="1101458"/>
                  </a:lnTo>
                  <a:lnTo>
                    <a:pt x="3898582" y="1098829"/>
                  </a:lnTo>
                  <a:close/>
                </a:path>
                <a:path w="6486525" h="2628900">
                  <a:moveTo>
                    <a:pt x="3898582" y="1051204"/>
                  </a:moveTo>
                  <a:lnTo>
                    <a:pt x="3898125" y="1050086"/>
                  </a:lnTo>
                  <a:lnTo>
                    <a:pt x="3896258" y="1048219"/>
                  </a:lnTo>
                  <a:lnTo>
                    <a:pt x="3895140" y="1047750"/>
                  </a:lnTo>
                  <a:lnTo>
                    <a:pt x="3892512" y="1047750"/>
                  </a:lnTo>
                  <a:lnTo>
                    <a:pt x="3891394" y="1048219"/>
                  </a:lnTo>
                  <a:lnTo>
                    <a:pt x="3889527" y="1050086"/>
                  </a:lnTo>
                  <a:lnTo>
                    <a:pt x="3889057" y="1051204"/>
                  </a:lnTo>
                  <a:lnTo>
                    <a:pt x="3889057" y="1053833"/>
                  </a:lnTo>
                  <a:lnTo>
                    <a:pt x="3889527" y="1054950"/>
                  </a:lnTo>
                  <a:lnTo>
                    <a:pt x="3891394" y="1056817"/>
                  </a:lnTo>
                  <a:lnTo>
                    <a:pt x="3892512" y="1057275"/>
                  </a:lnTo>
                  <a:lnTo>
                    <a:pt x="3895140" y="1057275"/>
                  </a:lnTo>
                  <a:lnTo>
                    <a:pt x="3896258" y="1056817"/>
                  </a:lnTo>
                  <a:lnTo>
                    <a:pt x="3898125" y="1054950"/>
                  </a:lnTo>
                  <a:lnTo>
                    <a:pt x="3898582" y="1053833"/>
                  </a:lnTo>
                  <a:lnTo>
                    <a:pt x="3898582" y="1051204"/>
                  </a:lnTo>
                  <a:close/>
                </a:path>
                <a:path w="6486525" h="2628900">
                  <a:moveTo>
                    <a:pt x="3898582" y="1003579"/>
                  </a:moveTo>
                  <a:lnTo>
                    <a:pt x="3898125" y="1002461"/>
                  </a:lnTo>
                  <a:lnTo>
                    <a:pt x="3896258" y="1000594"/>
                  </a:lnTo>
                  <a:lnTo>
                    <a:pt x="3895140" y="1000125"/>
                  </a:lnTo>
                  <a:lnTo>
                    <a:pt x="3892512" y="1000125"/>
                  </a:lnTo>
                  <a:lnTo>
                    <a:pt x="3891394" y="1000594"/>
                  </a:lnTo>
                  <a:lnTo>
                    <a:pt x="3889527" y="1002461"/>
                  </a:lnTo>
                  <a:lnTo>
                    <a:pt x="3889057" y="1003579"/>
                  </a:lnTo>
                  <a:lnTo>
                    <a:pt x="3889057" y="1006208"/>
                  </a:lnTo>
                  <a:lnTo>
                    <a:pt x="3889527" y="1007325"/>
                  </a:lnTo>
                  <a:lnTo>
                    <a:pt x="3891394" y="1009192"/>
                  </a:lnTo>
                  <a:lnTo>
                    <a:pt x="3892512" y="1009650"/>
                  </a:lnTo>
                  <a:lnTo>
                    <a:pt x="3895140" y="1009650"/>
                  </a:lnTo>
                  <a:lnTo>
                    <a:pt x="3896258" y="1009192"/>
                  </a:lnTo>
                  <a:lnTo>
                    <a:pt x="3898125" y="1007325"/>
                  </a:lnTo>
                  <a:lnTo>
                    <a:pt x="3898582" y="1006208"/>
                  </a:lnTo>
                  <a:lnTo>
                    <a:pt x="3898582" y="1003579"/>
                  </a:lnTo>
                  <a:close/>
                </a:path>
                <a:path w="6486525" h="2628900">
                  <a:moveTo>
                    <a:pt x="3898582" y="955954"/>
                  </a:moveTo>
                  <a:lnTo>
                    <a:pt x="3898125" y="954836"/>
                  </a:lnTo>
                  <a:lnTo>
                    <a:pt x="3896258" y="952969"/>
                  </a:lnTo>
                  <a:lnTo>
                    <a:pt x="3895140" y="952500"/>
                  </a:lnTo>
                  <a:lnTo>
                    <a:pt x="3892512" y="952500"/>
                  </a:lnTo>
                  <a:lnTo>
                    <a:pt x="3891394" y="952969"/>
                  </a:lnTo>
                  <a:lnTo>
                    <a:pt x="3889527" y="954836"/>
                  </a:lnTo>
                  <a:lnTo>
                    <a:pt x="3889057" y="955954"/>
                  </a:lnTo>
                  <a:lnTo>
                    <a:pt x="3889057" y="958583"/>
                  </a:lnTo>
                  <a:lnTo>
                    <a:pt x="3889527" y="959700"/>
                  </a:lnTo>
                  <a:lnTo>
                    <a:pt x="3891394" y="961567"/>
                  </a:lnTo>
                  <a:lnTo>
                    <a:pt x="3892512" y="962025"/>
                  </a:lnTo>
                  <a:lnTo>
                    <a:pt x="3895140" y="962025"/>
                  </a:lnTo>
                  <a:lnTo>
                    <a:pt x="3896258" y="961567"/>
                  </a:lnTo>
                  <a:lnTo>
                    <a:pt x="3898125" y="959700"/>
                  </a:lnTo>
                  <a:lnTo>
                    <a:pt x="3898582" y="958583"/>
                  </a:lnTo>
                  <a:lnTo>
                    <a:pt x="3898582" y="955954"/>
                  </a:lnTo>
                  <a:close/>
                </a:path>
                <a:path w="6486525" h="2628900">
                  <a:moveTo>
                    <a:pt x="3898582" y="908329"/>
                  </a:moveTo>
                  <a:lnTo>
                    <a:pt x="3898125" y="907211"/>
                  </a:lnTo>
                  <a:lnTo>
                    <a:pt x="3896258" y="905344"/>
                  </a:lnTo>
                  <a:lnTo>
                    <a:pt x="3895140" y="904875"/>
                  </a:lnTo>
                  <a:lnTo>
                    <a:pt x="3892512" y="904875"/>
                  </a:lnTo>
                  <a:lnTo>
                    <a:pt x="3891394" y="905344"/>
                  </a:lnTo>
                  <a:lnTo>
                    <a:pt x="3889527" y="907211"/>
                  </a:lnTo>
                  <a:lnTo>
                    <a:pt x="3889057" y="908329"/>
                  </a:lnTo>
                  <a:lnTo>
                    <a:pt x="3889057" y="910958"/>
                  </a:lnTo>
                  <a:lnTo>
                    <a:pt x="3889527" y="912075"/>
                  </a:lnTo>
                  <a:lnTo>
                    <a:pt x="3891394" y="913942"/>
                  </a:lnTo>
                  <a:lnTo>
                    <a:pt x="3892512" y="914400"/>
                  </a:lnTo>
                  <a:lnTo>
                    <a:pt x="3895140" y="914400"/>
                  </a:lnTo>
                  <a:lnTo>
                    <a:pt x="3896258" y="913942"/>
                  </a:lnTo>
                  <a:lnTo>
                    <a:pt x="3898125" y="912075"/>
                  </a:lnTo>
                  <a:lnTo>
                    <a:pt x="3898582" y="910958"/>
                  </a:lnTo>
                  <a:lnTo>
                    <a:pt x="3898582" y="908329"/>
                  </a:lnTo>
                  <a:close/>
                </a:path>
                <a:path w="6486525" h="2628900">
                  <a:moveTo>
                    <a:pt x="3898582" y="860704"/>
                  </a:moveTo>
                  <a:lnTo>
                    <a:pt x="3898125" y="859586"/>
                  </a:lnTo>
                  <a:lnTo>
                    <a:pt x="3896258" y="857719"/>
                  </a:lnTo>
                  <a:lnTo>
                    <a:pt x="3895140" y="857250"/>
                  </a:lnTo>
                  <a:lnTo>
                    <a:pt x="3892512" y="857250"/>
                  </a:lnTo>
                  <a:lnTo>
                    <a:pt x="3891394" y="857719"/>
                  </a:lnTo>
                  <a:lnTo>
                    <a:pt x="3889527" y="859586"/>
                  </a:lnTo>
                  <a:lnTo>
                    <a:pt x="3889057" y="860704"/>
                  </a:lnTo>
                  <a:lnTo>
                    <a:pt x="3889057" y="863333"/>
                  </a:lnTo>
                  <a:lnTo>
                    <a:pt x="3889527" y="864450"/>
                  </a:lnTo>
                  <a:lnTo>
                    <a:pt x="3891394" y="866317"/>
                  </a:lnTo>
                  <a:lnTo>
                    <a:pt x="3892512" y="866775"/>
                  </a:lnTo>
                  <a:lnTo>
                    <a:pt x="3895140" y="866775"/>
                  </a:lnTo>
                  <a:lnTo>
                    <a:pt x="3896258" y="866317"/>
                  </a:lnTo>
                  <a:lnTo>
                    <a:pt x="3898125" y="864450"/>
                  </a:lnTo>
                  <a:lnTo>
                    <a:pt x="3898582" y="863333"/>
                  </a:lnTo>
                  <a:lnTo>
                    <a:pt x="3898582" y="860704"/>
                  </a:lnTo>
                  <a:close/>
                </a:path>
                <a:path w="6486525" h="2628900">
                  <a:moveTo>
                    <a:pt x="3898582" y="813079"/>
                  </a:moveTo>
                  <a:lnTo>
                    <a:pt x="3898125" y="811961"/>
                  </a:lnTo>
                  <a:lnTo>
                    <a:pt x="3896258" y="810094"/>
                  </a:lnTo>
                  <a:lnTo>
                    <a:pt x="3895140" y="809625"/>
                  </a:lnTo>
                  <a:lnTo>
                    <a:pt x="3892512" y="809625"/>
                  </a:lnTo>
                  <a:lnTo>
                    <a:pt x="3891394" y="810094"/>
                  </a:lnTo>
                  <a:lnTo>
                    <a:pt x="3889527" y="811961"/>
                  </a:lnTo>
                  <a:lnTo>
                    <a:pt x="3889057" y="813079"/>
                  </a:lnTo>
                  <a:lnTo>
                    <a:pt x="3889057" y="815708"/>
                  </a:lnTo>
                  <a:lnTo>
                    <a:pt x="3889527" y="816825"/>
                  </a:lnTo>
                  <a:lnTo>
                    <a:pt x="3891394" y="818692"/>
                  </a:lnTo>
                  <a:lnTo>
                    <a:pt x="3892512" y="819150"/>
                  </a:lnTo>
                  <a:lnTo>
                    <a:pt x="3895140" y="819150"/>
                  </a:lnTo>
                  <a:lnTo>
                    <a:pt x="3896258" y="818692"/>
                  </a:lnTo>
                  <a:lnTo>
                    <a:pt x="3898125" y="816825"/>
                  </a:lnTo>
                  <a:lnTo>
                    <a:pt x="3898582" y="815708"/>
                  </a:lnTo>
                  <a:lnTo>
                    <a:pt x="3898582" y="813079"/>
                  </a:lnTo>
                  <a:close/>
                </a:path>
                <a:path w="6486525" h="2628900">
                  <a:moveTo>
                    <a:pt x="3898582" y="765454"/>
                  </a:moveTo>
                  <a:lnTo>
                    <a:pt x="3898125" y="764336"/>
                  </a:lnTo>
                  <a:lnTo>
                    <a:pt x="3896258" y="762469"/>
                  </a:lnTo>
                  <a:lnTo>
                    <a:pt x="3895140" y="762000"/>
                  </a:lnTo>
                  <a:lnTo>
                    <a:pt x="3892512" y="762000"/>
                  </a:lnTo>
                  <a:lnTo>
                    <a:pt x="3891394" y="762469"/>
                  </a:lnTo>
                  <a:lnTo>
                    <a:pt x="3889527" y="764336"/>
                  </a:lnTo>
                  <a:lnTo>
                    <a:pt x="3889057" y="765454"/>
                  </a:lnTo>
                  <a:lnTo>
                    <a:pt x="3889057" y="768083"/>
                  </a:lnTo>
                  <a:lnTo>
                    <a:pt x="3889527" y="769200"/>
                  </a:lnTo>
                  <a:lnTo>
                    <a:pt x="3891394" y="771067"/>
                  </a:lnTo>
                  <a:lnTo>
                    <a:pt x="3892512" y="771525"/>
                  </a:lnTo>
                  <a:lnTo>
                    <a:pt x="3895140" y="771525"/>
                  </a:lnTo>
                  <a:lnTo>
                    <a:pt x="3896258" y="771067"/>
                  </a:lnTo>
                  <a:lnTo>
                    <a:pt x="3898125" y="769200"/>
                  </a:lnTo>
                  <a:lnTo>
                    <a:pt x="3898582" y="768083"/>
                  </a:lnTo>
                  <a:lnTo>
                    <a:pt x="3898582" y="765454"/>
                  </a:lnTo>
                  <a:close/>
                </a:path>
                <a:path w="6486525" h="2628900">
                  <a:moveTo>
                    <a:pt x="3898582" y="717829"/>
                  </a:moveTo>
                  <a:lnTo>
                    <a:pt x="3898125" y="716711"/>
                  </a:lnTo>
                  <a:lnTo>
                    <a:pt x="3896258" y="714844"/>
                  </a:lnTo>
                  <a:lnTo>
                    <a:pt x="3895140" y="714375"/>
                  </a:lnTo>
                  <a:lnTo>
                    <a:pt x="3892512" y="714375"/>
                  </a:lnTo>
                  <a:lnTo>
                    <a:pt x="3891394" y="714844"/>
                  </a:lnTo>
                  <a:lnTo>
                    <a:pt x="3889527" y="716711"/>
                  </a:lnTo>
                  <a:lnTo>
                    <a:pt x="3889057" y="717829"/>
                  </a:lnTo>
                  <a:lnTo>
                    <a:pt x="3889057" y="720458"/>
                  </a:lnTo>
                  <a:lnTo>
                    <a:pt x="3889527" y="721575"/>
                  </a:lnTo>
                  <a:lnTo>
                    <a:pt x="3891394" y="723442"/>
                  </a:lnTo>
                  <a:lnTo>
                    <a:pt x="3892512" y="723900"/>
                  </a:lnTo>
                  <a:lnTo>
                    <a:pt x="3895140" y="723900"/>
                  </a:lnTo>
                  <a:lnTo>
                    <a:pt x="3896258" y="723442"/>
                  </a:lnTo>
                  <a:lnTo>
                    <a:pt x="3898125" y="721575"/>
                  </a:lnTo>
                  <a:lnTo>
                    <a:pt x="3898582" y="720458"/>
                  </a:lnTo>
                  <a:lnTo>
                    <a:pt x="3898582" y="717829"/>
                  </a:lnTo>
                  <a:close/>
                </a:path>
                <a:path w="6486525" h="2628900">
                  <a:moveTo>
                    <a:pt x="3898582" y="670204"/>
                  </a:moveTo>
                  <a:lnTo>
                    <a:pt x="3898125" y="669086"/>
                  </a:lnTo>
                  <a:lnTo>
                    <a:pt x="3896258" y="667219"/>
                  </a:lnTo>
                  <a:lnTo>
                    <a:pt x="3895140" y="666750"/>
                  </a:lnTo>
                  <a:lnTo>
                    <a:pt x="3892512" y="666750"/>
                  </a:lnTo>
                  <a:lnTo>
                    <a:pt x="3891394" y="667219"/>
                  </a:lnTo>
                  <a:lnTo>
                    <a:pt x="3889527" y="669086"/>
                  </a:lnTo>
                  <a:lnTo>
                    <a:pt x="3889057" y="670204"/>
                  </a:lnTo>
                  <a:lnTo>
                    <a:pt x="3889057" y="672833"/>
                  </a:lnTo>
                  <a:lnTo>
                    <a:pt x="3889527" y="673950"/>
                  </a:lnTo>
                  <a:lnTo>
                    <a:pt x="3891394" y="675817"/>
                  </a:lnTo>
                  <a:lnTo>
                    <a:pt x="3892512" y="676275"/>
                  </a:lnTo>
                  <a:lnTo>
                    <a:pt x="3895140" y="676275"/>
                  </a:lnTo>
                  <a:lnTo>
                    <a:pt x="3896258" y="675817"/>
                  </a:lnTo>
                  <a:lnTo>
                    <a:pt x="3898125" y="673950"/>
                  </a:lnTo>
                  <a:lnTo>
                    <a:pt x="3898582" y="672833"/>
                  </a:lnTo>
                  <a:lnTo>
                    <a:pt x="3898582" y="670204"/>
                  </a:lnTo>
                  <a:close/>
                </a:path>
                <a:path w="6486525" h="2628900">
                  <a:moveTo>
                    <a:pt x="3898582" y="622579"/>
                  </a:moveTo>
                  <a:lnTo>
                    <a:pt x="3898125" y="621461"/>
                  </a:lnTo>
                  <a:lnTo>
                    <a:pt x="3896258" y="619594"/>
                  </a:lnTo>
                  <a:lnTo>
                    <a:pt x="3895140" y="619125"/>
                  </a:lnTo>
                  <a:lnTo>
                    <a:pt x="3892512" y="619125"/>
                  </a:lnTo>
                  <a:lnTo>
                    <a:pt x="3891394" y="619594"/>
                  </a:lnTo>
                  <a:lnTo>
                    <a:pt x="3889527" y="621461"/>
                  </a:lnTo>
                  <a:lnTo>
                    <a:pt x="3889057" y="622579"/>
                  </a:lnTo>
                  <a:lnTo>
                    <a:pt x="3889057" y="625208"/>
                  </a:lnTo>
                  <a:lnTo>
                    <a:pt x="3889527" y="626325"/>
                  </a:lnTo>
                  <a:lnTo>
                    <a:pt x="3891394" y="628192"/>
                  </a:lnTo>
                  <a:lnTo>
                    <a:pt x="3892512" y="628650"/>
                  </a:lnTo>
                  <a:lnTo>
                    <a:pt x="3895140" y="628650"/>
                  </a:lnTo>
                  <a:lnTo>
                    <a:pt x="3896258" y="628192"/>
                  </a:lnTo>
                  <a:lnTo>
                    <a:pt x="3898125" y="626325"/>
                  </a:lnTo>
                  <a:lnTo>
                    <a:pt x="3898582" y="625208"/>
                  </a:lnTo>
                  <a:lnTo>
                    <a:pt x="3898582" y="622579"/>
                  </a:lnTo>
                  <a:close/>
                </a:path>
                <a:path w="6486525" h="2628900">
                  <a:moveTo>
                    <a:pt x="3898582" y="574954"/>
                  </a:moveTo>
                  <a:lnTo>
                    <a:pt x="3898125" y="573836"/>
                  </a:lnTo>
                  <a:lnTo>
                    <a:pt x="3896258" y="571969"/>
                  </a:lnTo>
                  <a:lnTo>
                    <a:pt x="3895140" y="571500"/>
                  </a:lnTo>
                  <a:lnTo>
                    <a:pt x="3892512" y="571500"/>
                  </a:lnTo>
                  <a:lnTo>
                    <a:pt x="3891394" y="571969"/>
                  </a:lnTo>
                  <a:lnTo>
                    <a:pt x="3889527" y="573836"/>
                  </a:lnTo>
                  <a:lnTo>
                    <a:pt x="3889057" y="574954"/>
                  </a:lnTo>
                  <a:lnTo>
                    <a:pt x="3889057" y="577583"/>
                  </a:lnTo>
                  <a:lnTo>
                    <a:pt x="3889527" y="578700"/>
                  </a:lnTo>
                  <a:lnTo>
                    <a:pt x="3891394" y="580567"/>
                  </a:lnTo>
                  <a:lnTo>
                    <a:pt x="3892512" y="581025"/>
                  </a:lnTo>
                  <a:lnTo>
                    <a:pt x="3895140" y="581025"/>
                  </a:lnTo>
                  <a:lnTo>
                    <a:pt x="3896258" y="580567"/>
                  </a:lnTo>
                  <a:lnTo>
                    <a:pt x="3898125" y="578700"/>
                  </a:lnTo>
                  <a:lnTo>
                    <a:pt x="3898582" y="577583"/>
                  </a:lnTo>
                  <a:lnTo>
                    <a:pt x="3898582" y="574954"/>
                  </a:lnTo>
                  <a:close/>
                </a:path>
                <a:path w="6486525" h="2628900">
                  <a:moveTo>
                    <a:pt x="3898582" y="527329"/>
                  </a:moveTo>
                  <a:lnTo>
                    <a:pt x="3898125" y="526211"/>
                  </a:lnTo>
                  <a:lnTo>
                    <a:pt x="3896258" y="524344"/>
                  </a:lnTo>
                  <a:lnTo>
                    <a:pt x="3895140" y="523875"/>
                  </a:lnTo>
                  <a:lnTo>
                    <a:pt x="3892512" y="523875"/>
                  </a:lnTo>
                  <a:lnTo>
                    <a:pt x="3891394" y="524344"/>
                  </a:lnTo>
                  <a:lnTo>
                    <a:pt x="3889527" y="526211"/>
                  </a:lnTo>
                  <a:lnTo>
                    <a:pt x="3889057" y="527329"/>
                  </a:lnTo>
                  <a:lnTo>
                    <a:pt x="3889057" y="529958"/>
                  </a:lnTo>
                  <a:lnTo>
                    <a:pt x="3889527" y="531075"/>
                  </a:lnTo>
                  <a:lnTo>
                    <a:pt x="3891394" y="532942"/>
                  </a:lnTo>
                  <a:lnTo>
                    <a:pt x="3892512" y="533400"/>
                  </a:lnTo>
                  <a:lnTo>
                    <a:pt x="3895140" y="533400"/>
                  </a:lnTo>
                  <a:lnTo>
                    <a:pt x="3896258" y="532942"/>
                  </a:lnTo>
                  <a:lnTo>
                    <a:pt x="3898125" y="531075"/>
                  </a:lnTo>
                  <a:lnTo>
                    <a:pt x="3898582" y="529958"/>
                  </a:lnTo>
                  <a:lnTo>
                    <a:pt x="3898582" y="527329"/>
                  </a:lnTo>
                  <a:close/>
                </a:path>
                <a:path w="6486525" h="2628900">
                  <a:moveTo>
                    <a:pt x="3898582" y="479704"/>
                  </a:moveTo>
                  <a:lnTo>
                    <a:pt x="3898125" y="478586"/>
                  </a:lnTo>
                  <a:lnTo>
                    <a:pt x="3896258" y="476719"/>
                  </a:lnTo>
                  <a:lnTo>
                    <a:pt x="3895140" y="476250"/>
                  </a:lnTo>
                  <a:lnTo>
                    <a:pt x="3892512" y="476250"/>
                  </a:lnTo>
                  <a:lnTo>
                    <a:pt x="3891394" y="476719"/>
                  </a:lnTo>
                  <a:lnTo>
                    <a:pt x="3889527" y="478586"/>
                  </a:lnTo>
                  <a:lnTo>
                    <a:pt x="3889057" y="479704"/>
                  </a:lnTo>
                  <a:lnTo>
                    <a:pt x="3889057" y="482333"/>
                  </a:lnTo>
                  <a:lnTo>
                    <a:pt x="3889527" y="483450"/>
                  </a:lnTo>
                  <a:lnTo>
                    <a:pt x="3891394" y="485317"/>
                  </a:lnTo>
                  <a:lnTo>
                    <a:pt x="3892512" y="485775"/>
                  </a:lnTo>
                  <a:lnTo>
                    <a:pt x="3895140" y="485775"/>
                  </a:lnTo>
                  <a:lnTo>
                    <a:pt x="3896258" y="485317"/>
                  </a:lnTo>
                  <a:lnTo>
                    <a:pt x="3898125" y="483450"/>
                  </a:lnTo>
                  <a:lnTo>
                    <a:pt x="3898582" y="482333"/>
                  </a:lnTo>
                  <a:lnTo>
                    <a:pt x="3898582" y="479704"/>
                  </a:lnTo>
                  <a:close/>
                </a:path>
                <a:path w="6486525" h="2628900">
                  <a:moveTo>
                    <a:pt x="3898582" y="432079"/>
                  </a:moveTo>
                  <a:lnTo>
                    <a:pt x="3898125" y="430961"/>
                  </a:lnTo>
                  <a:lnTo>
                    <a:pt x="3896258" y="429094"/>
                  </a:lnTo>
                  <a:lnTo>
                    <a:pt x="3895140" y="428625"/>
                  </a:lnTo>
                  <a:lnTo>
                    <a:pt x="3892512" y="428625"/>
                  </a:lnTo>
                  <a:lnTo>
                    <a:pt x="3891394" y="429094"/>
                  </a:lnTo>
                  <a:lnTo>
                    <a:pt x="3889527" y="430961"/>
                  </a:lnTo>
                  <a:lnTo>
                    <a:pt x="3889057" y="432079"/>
                  </a:lnTo>
                  <a:lnTo>
                    <a:pt x="3889057" y="434708"/>
                  </a:lnTo>
                  <a:lnTo>
                    <a:pt x="3889527" y="435825"/>
                  </a:lnTo>
                  <a:lnTo>
                    <a:pt x="3891394" y="437692"/>
                  </a:lnTo>
                  <a:lnTo>
                    <a:pt x="3892512" y="438150"/>
                  </a:lnTo>
                  <a:lnTo>
                    <a:pt x="3895140" y="438150"/>
                  </a:lnTo>
                  <a:lnTo>
                    <a:pt x="3896258" y="437692"/>
                  </a:lnTo>
                  <a:lnTo>
                    <a:pt x="3898125" y="435825"/>
                  </a:lnTo>
                  <a:lnTo>
                    <a:pt x="3898582" y="434708"/>
                  </a:lnTo>
                  <a:lnTo>
                    <a:pt x="3898582" y="432079"/>
                  </a:lnTo>
                  <a:close/>
                </a:path>
                <a:path w="6486525" h="2628900">
                  <a:moveTo>
                    <a:pt x="3898582" y="384454"/>
                  </a:moveTo>
                  <a:lnTo>
                    <a:pt x="3898125" y="383336"/>
                  </a:lnTo>
                  <a:lnTo>
                    <a:pt x="3896258" y="381469"/>
                  </a:lnTo>
                  <a:lnTo>
                    <a:pt x="3895140" y="381000"/>
                  </a:lnTo>
                  <a:lnTo>
                    <a:pt x="3892512" y="381000"/>
                  </a:lnTo>
                  <a:lnTo>
                    <a:pt x="3891394" y="381469"/>
                  </a:lnTo>
                  <a:lnTo>
                    <a:pt x="3889527" y="383336"/>
                  </a:lnTo>
                  <a:lnTo>
                    <a:pt x="3889057" y="384454"/>
                  </a:lnTo>
                  <a:lnTo>
                    <a:pt x="3889057" y="387083"/>
                  </a:lnTo>
                  <a:lnTo>
                    <a:pt x="3889527" y="388200"/>
                  </a:lnTo>
                  <a:lnTo>
                    <a:pt x="3891394" y="390067"/>
                  </a:lnTo>
                  <a:lnTo>
                    <a:pt x="3892512" y="390525"/>
                  </a:lnTo>
                  <a:lnTo>
                    <a:pt x="3895140" y="390525"/>
                  </a:lnTo>
                  <a:lnTo>
                    <a:pt x="3896258" y="390067"/>
                  </a:lnTo>
                  <a:lnTo>
                    <a:pt x="3898125" y="388200"/>
                  </a:lnTo>
                  <a:lnTo>
                    <a:pt x="3898582" y="387083"/>
                  </a:lnTo>
                  <a:lnTo>
                    <a:pt x="3898582" y="384454"/>
                  </a:lnTo>
                  <a:close/>
                </a:path>
                <a:path w="6486525" h="2628900">
                  <a:moveTo>
                    <a:pt x="3898582" y="336829"/>
                  </a:moveTo>
                  <a:lnTo>
                    <a:pt x="3898125" y="335711"/>
                  </a:lnTo>
                  <a:lnTo>
                    <a:pt x="3896258" y="333844"/>
                  </a:lnTo>
                  <a:lnTo>
                    <a:pt x="3895140" y="333375"/>
                  </a:lnTo>
                  <a:lnTo>
                    <a:pt x="3892512" y="333375"/>
                  </a:lnTo>
                  <a:lnTo>
                    <a:pt x="3891394" y="333844"/>
                  </a:lnTo>
                  <a:lnTo>
                    <a:pt x="3889527" y="335711"/>
                  </a:lnTo>
                  <a:lnTo>
                    <a:pt x="3889057" y="336829"/>
                  </a:lnTo>
                  <a:lnTo>
                    <a:pt x="3889057" y="339458"/>
                  </a:lnTo>
                  <a:lnTo>
                    <a:pt x="3889527" y="340575"/>
                  </a:lnTo>
                  <a:lnTo>
                    <a:pt x="3891394" y="342442"/>
                  </a:lnTo>
                  <a:lnTo>
                    <a:pt x="3892512" y="342900"/>
                  </a:lnTo>
                  <a:lnTo>
                    <a:pt x="3895140" y="342900"/>
                  </a:lnTo>
                  <a:lnTo>
                    <a:pt x="3896258" y="342442"/>
                  </a:lnTo>
                  <a:lnTo>
                    <a:pt x="3898125" y="340575"/>
                  </a:lnTo>
                  <a:lnTo>
                    <a:pt x="3898582" y="339458"/>
                  </a:lnTo>
                  <a:lnTo>
                    <a:pt x="3898582" y="336829"/>
                  </a:lnTo>
                  <a:close/>
                </a:path>
                <a:path w="6486525" h="2628900">
                  <a:moveTo>
                    <a:pt x="3898582" y="289204"/>
                  </a:moveTo>
                  <a:lnTo>
                    <a:pt x="3898125" y="288086"/>
                  </a:lnTo>
                  <a:lnTo>
                    <a:pt x="3896258" y="286219"/>
                  </a:lnTo>
                  <a:lnTo>
                    <a:pt x="3895140" y="285750"/>
                  </a:lnTo>
                  <a:lnTo>
                    <a:pt x="3892512" y="285750"/>
                  </a:lnTo>
                  <a:lnTo>
                    <a:pt x="3891394" y="286219"/>
                  </a:lnTo>
                  <a:lnTo>
                    <a:pt x="3889527" y="288086"/>
                  </a:lnTo>
                  <a:lnTo>
                    <a:pt x="3889057" y="289204"/>
                  </a:lnTo>
                  <a:lnTo>
                    <a:pt x="3889057" y="291833"/>
                  </a:lnTo>
                  <a:lnTo>
                    <a:pt x="3889527" y="292950"/>
                  </a:lnTo>
                  <a:lnTo>
                    <a:pt x="3891394" y="294817"/>
                  </a:lnTo>
                  <a:lnTo>
                    <a:pt x="3892512" y="295275"/>
                  </a:lnTo>
                  <a:lnTo>
                    <a:pt x="3895140" y="295275"/>
                  </a:lnTo>
                  <a:lnTo>
                    <a:pt x="3896258" y="294817"/>
                  </a:lnTo>
                  <a:lnTo>
                    <a:pt x="3898125" y="292950"/>
                  </a:lnTo>
                  <a:lnTo>
                    <a:pt x="3898582" y="291833"/>
                  </a:lnTo>
                  <a:lnTo>
                    <a:pt x="3898582" y="289204"/>
                  </a:lnTo>
                  <a:close/>
                </a:path>
                <a:path w="6486525" h="2628900">
                  <a:moveTo>
                    <a:pt x="3898582" y="241579"/>
                  </a:moveTo>
                  <a:lnTo>
                    <a:pt x="3898125" y="240461"/>
                  </a:lnTo>
                  <a:lnTo>
                    <a:pt x="3896258" y="238594"/>
                  </a:lnTo>
                  <a:lnTo>
                    <a:pt x="3895140" y="238125"/>
                  </a:lnTo>
                  <a:lnTo>
                    <a:pt x="3892512" y="238125"/>
                  </a:lnTo>
                  <a:lnTo>
                    <a:pt x="3891394" y="238594"/>
                  </a:lnTo>
                  <a:lnTo>
                    <a:pt x="3889527" y="240461"/>
                  </a:lnTo>
                  <a:lnTo>
                    <a:pt x="3889057" y="241579"/>
                  </a:lnTo>
                  <a:lnTo>
                    <a:pt x="3889057" y="244208"/>
                  </a:lnTo>
                  <a:lnTo>
                    <a:pt x="3889527" y="245325"/>
                  </a:lnTo>
                  <a:lnTo>
                    <a:pt x="3891394" y="247192"/>
                  </a:lnTo>
                  <a:lnTo>
                    <a:pt x="3892512" y="247650"/>
                  </a:lnTo>
                  <a:lnTo>
                    <a:pt x="3895140" y="247650"/>
                  </a:lnTo>
                  <a:lnTo>
                    <a:pt x="3896258" y="247192"/>
                  </a:lnTo>
                  <a:lnTo>
                    <a:pt x="3898125" y="245325"/>
                  </a:lnTo>
                  <a:lnTo>
                    <a:pt x="3898582" y="244208"/>
                  </a:lnTo>
                  <a:lnTo>
                    <a:pt x="3898582" y="241579"/>
                  </a:lnTo>
                  <a:close/>
                </a:path>
                <a:path w="6486525" h="2628900">
                  <a:moveTo>
                    <a:pt x="3898582" y="193954"/>
                  </a:moveTo>
                  <a:lnTo>
                    <a:pt x="3898125" y="192836"/>
                  </a:lnTo>
                  <a:lnTo>
                    <a:pt x="3896258" y="190969"/>
                  </a:lnTo>
                  <a:lnTo>
                    <a:pt x="3895140" y="190500"/>
                  </a:lnTo>
                  <a:lnTo>
                    <a:pt x="3892512" y="190500"/>
                  </a:lnTo>
                  <a:lnTo>
                    <a:pt x="3891394" y="190969"/>
                  </a:lnTo>
                  <a:lnTo>
                    <a:pt x="3889527" y="192836"/>
                  </a:lnTo>
                  <a:lnTo>
                    <a:pt x="3889057" y="193954"/>
                  </a:lnTo>
                  <a:lnTo>
                    <a:pt x="3889057" y="196583"/>
                  </a:lnTo>
                  <a:lnTo>
                    <a:pt x="3889527" y="197700"/>
                  </a:lnTo>
                  <a:lnTo>
                    <a:pt x="3891394" y="199567"/>
                  </a:lnTo>
                  <a:lnTo>
                    <a:pt x="3892512" y="200025"/>
                  </a:lnTo>
                  <a:lnTo>
                    <a:pt x="3895140" y="200025"/>
                  </a:lnTo>
                  <a:lnTo>
                    <a:pt x="3896258" y="199567"/>
                  </a:lnTo>
                  <a:lnTo>
                    <a:pt x="3898125" y="197700"/>
                  </a:lnTo>
                  <a:lnTo>
                    <a:pt x="3898582" y="196583"/>
                  </a:lnTo>
                  <a:lnTo>
                    <a:pt x="3898582" y="193954"/>
                  </a:lnTo>
                  <a:close/>
                </a:path>
                <a:path w="6486525" h="2628900">
                  <a:moveTo>
                    <a:pt x="3898582" y="146329"/>
                  </a:moveTo>
                  <a:lnTo>
                    <a:pt x="3898125" y="145211"/>
                  </a:lnTo>
                  <a:lnTo>
                    <a:pt x="3896258" y="143344"/>
                  </a:lnTo>
                  <a:lnTo>
                    <a:pt x="3895140" y="142875"/>
                  </a:lnTo>
                  <a:lnTo>
                    <a:pt x="3892512" y="142875"/>
                  </a:lnTo>
                  <a:lnTo>
                    <a:pt x="3891394" y="143344"/>
                  </a:lnTo>
                  <a:lnTo>
                    <a:pt x="3889527" y="145211"/>
                  </a:lnTo>
                  <a:lnTo>
                    <a:pt x="3889057" y="146329"/>
                  </a:lnTo>
                  <a:lnTo>
                    <a:pt x="3889057" y="148958"/>
                  </a:lnTo>
                  <a:lnTo>
                    <a:pt x="3889527" y="150075"/>
                  </a:lnTo>
                  <a:lnTo>
                    <a:pt x="3891394" y="151942"/>
                  </a:lnTo>
                  <a:lnTo>
                    <a:pt x="3892512" y="152400"/>
                  </a:lnTo>
                  <a:lnTo>
                    <a:pt x="3895140" y="152400"/>
                  </a:lnTo>
                  <a:lnTo>
                    <a:pt x="3896258" y="151942"/>
                  </a:lnTo>
                  <a:lnTo>
                    <a:pt x="3898125" y="150075"/>
                  </a:lnTo>
                  <a:lnTo>
                    <a:pt x="3898582" y="148958"/>
                  </a:lnTo>
                  <a:lnTo>
                    <a:pt x="3898582" y="146329"/>
                  </a:lnTo>
                  <a:close/>
                </a:path>
                <a:path w="6486525" h="2628900">
                  <a:moveTo>
                    <a:pt x="3898582" y="98704"/>
                  </a:moveTo>
                  <a:lnTo>
                    <a:pt x="3898125" y="97586"/>
                  </a:lnTo>
                  <a:lnTo>
                    <a:pt x="3896258" y="95719"/>
                  </a:lnTo>
                  <a:lnTo>
                    <a:pt x="3895140" y="95250"/>
                  </a:lnTo>
                  <a:lnTo>
                    <a:pt x="3892512" y="95250"/>
                  </a:lnTo>
                  <a:lnTo>
                    <a:pt x="3891394" y="95719"/>
                  </a:lnTo>
                  <a:lnTo>
                    <a:pt x="3889527" y="97586"/>
                  </a:lnTo>
                  <a:lnTo>
                    <a:pt x="3889057" y="98704"/>
                  </a:lnTo>
                  <a:lnTo>
                    <a:pt x="3889057" y="101333"/>
                  </a:lnTo>
                  <a:lnTo>
                    <a:pt x="3889527" y="102450"/>
                  </a:lnTo>
                  <a:lnTo>
                    <a:pt x="3891394" y="104317"/>
                  </a:lnTo>
                  <a:lnTo>
                    <a:pt x="3892512" y="104775"/>
                  </a:lnTo>
                  <a:lnTo>
                    <a:pt x="3895140" y="104775"/>
                  </a:lnTo>
                  <a:lnTo>
                    <a:pt x="3896258" y="104317"/>
                  </a:lnTo>
                  <a:lnTo>
                    <a:pt x="3898125" y="102450"/>
                  </a:lnTo>
                  <a:lnTo>
                    <a:pt x="3898582" y="101333"/>
                  </a:lnTo>
                  <a:lnTo>
                    <a:pt x="3898582" y="98704"/>
                  </a:lnTo>
                  <a:close/>
                </a:path>
                <a:path w="6486525" h="2628900">
                  <a:moveTo>
                    <a:pt x="3898582" y="51079"/>
                  </a:moveTo>
                  <a:lnTo>
                    <a:pt x="3898125" y="49961"/>
                  </a:lnTo>
                  <a:lnTo>
                    <a:pt x="3896258" y="48094"/>
                  </a:lnTo>
                  <a:lnTo>
                    <a:pt x="3895140" y="47625"/>
                  </a:lnTo>
                  <a:lnTo>
                    <a:pt x="3892512" y="47625"/>
                  </a:lnTo>
                  <a:lnTo>
                    <a:pt x="3891394" y="48094"/>
                  </a:lnTo>
                  <a:lnTo>
                    <a:pt x="3889527" y="49961"/>
                  </a:lnTo>
                  <a:lnTo>
                    <a:pt x="3889057" y="51079"/>
                  </a:lnTo>
                  <a:lnTo>
                    <a:pt x="3889057" y="53708"/>
                  </a:lnTo>
                  <a:lnTo>
                    <a:pt x="3889527" y="54825"/>
                  </a:lnTo>
                  <a:lnTo>
                    <a:pt x="3891394" y="56692"/>
                  </a:lnTo>
                  <a:lnTo>
                    <a:pt x="3892512" y="57150"/>
                  </a:lnTo>
                  <a:lnTo>
                    <a:pt x="3895140" y="57150"/>
                  </a:lnTo>
                  <a:lnTo>
                    <a:pt x="3896258" y="56692"/>
                  </a:lnTo>
                  <a:lnTo>
                    <a:pt x="3898125" y="54825"/>
                  </a:lnTo>
                  <a:lnTo>
                    <a:pt x="3898582" y="53708"/>
                  </a:lnTo>
                  <a:lnTo>
                    <a:pt x="3898582" y="51079"/>
                  </a:lnTo>
                  <a:close/>
                </a:path>
                <a:path w="6486525" h="2628900">
                  <a:moveTo>
                    <a:pt x="3898582" y="3454"/>
                  </a:moveTo>
                  <a:lnTo>
                    <a:pt x="3898125" y="2336"/>
                  </a:lnTo>
                  <a:lnTo>
                    <a:pt x="3896258" y="469"/>
                  </a:lnTo>
                  <a:lnTo>
                    <a:pt x="3895140" y="0"/>
                  </a:lnTo>
                  <a:lnTo>
                    <a:pt x="3892512" y="0"/>
                  </a:lnTo>
                  <a:lnTo>
                    <a:pt x="3891394" y="469"/>
                  </a:lnTo>
                  <a:lnTo>
                    <a:pt x="3889527" y="2336"/>
                  </a:lnTo>
                  <a:lnTo>
                    <a:pt x="3889057" y="3454"/>
                  </a:lnTo>
                  <a:lnTo>
                    <a:pt x="3889057" y="6083"/>
                  </a:lnTo>
                  <a:lnTo>
                    <a:pt x="3889527" y="7200"/>
                  </a:lnTo>
                  <a:lnTo>
                    <a:pt x="3891394" y="9067"/>
                  </a:lnTo>
                  <a:lnTo>
                    <a:pt x="3892512" y="9525"/>
                  </a:lnTo>
                  <a:lnTo>
                    <a:pt x="3895140" y="9525"/>
                  </a:lnTo>
                  <a:lnTo>
                    <a:pt x="3896258" y="9067"/>
                  </a:lnTo>
                  <a:lnTo>
                    <a:pt x="3898125" y="7200"/>
                  </a:lnTo>
                  <a:lnTo>
                    <a:pt x="3898582" y="6083"/>
                  </a:lnTo>
                  <a:lnTo>
                    <a:pt x="3898582" y="3454"/>
                  </a:lnTo>
                  <a:close/>
                </a:path>
                <a:path w="6486525" h="2628900">
                  <a:moveTo>
                    <a:pt x="3914775" y="854887"/>
                  </a:moveTo>
                  <a:lnTo>
                    <a:pt x="3914317" y="853757"/>
                  </a:lnTo>
                  <a:lnTo>
                    <a:pt x="3912451" y="851903"/>
                  </a:lnTo>
                  <a:lnTo>
                    <a:pt x="3911333" y="851433"/>
                  </a:lnTo>
                  <a:lnTo>
                    <a:pt x="3908704" y="851433"/>
                  </a:lnTo>
                  <a:lnTo>
                    <a:pt x="3907574" y="851903"/>
                  </a:lnTo>
                  <a:lnTo>
                    <a:pt x="3905720" y="853757"/>
                  </a:lnTo>
                  <a:lnTo>
                    <a:pt x="3905250" y="854887"/>
                  </a:lnTo>
                  <a:lnTo>
                    <a:pt x="3905250" y="857516"/>
                  </a:lnTo>
                  <a:lnTo>
                    <a:pt x="3905720" y="858634"/>
                  </a:lnTo>
                  <a:lnTo>
                    <a:pt x="3907574" y="860501"/>
                  </a:lnTo>
                  <a:lnTo>
                    <a:pt x="3908704" y="860958"/>
                  </a:lnTo>
                  <a:lnTo>
                    <a:pt x="3911333" y="860958"/>
                  </a:lnTo>
                  <a:lnTo>
                    <a:pt x="3912451" y="860501"/>
                  </a:lnTo>
                  <a:lnTo>
                    <a:pt x="3914317" y="858634"/>
                  </a:lnTo>
                  <a:lnTo>
                    <a:pt x="3914775" y="857516"/>
                  </a:lnTo>
                  <a:lnTo>
                    <a:pt x="3914775" y="854887"/>
                  </a:lnTo>
                  <a:close/>
                </a:path>
                <a:path w="6486525" h="2628900">
                  <a:moveTo>
                    <a:pt x="3962400" y="854887"/>
                  </a:moveTo>
                  <a:lnTo>
                    <a:pt x="3961942" y="853757"/>
                  </a:lnTo>
                  <a:lnTo>
                    <a:pt x="3960076" y="851903"/>
                  </a:lnTo>
                  <a:lnTo>
                    <a:pt x="3958958" y="851433"/>
                  </a:lnTo>
                  <a:lnTo>
                    <a:pt x="3956329" y="851433"/>
                  </a:lnTo>
                  <a:lnTo>
                    <a:pt x="3955199" y="851903"/>
                  </a:lnTo>
                  <a:lnTo>
                    <a:pt x="3953345" y="853757"/>
                  </a:lnTo>
                  <a:lnTo>
                    <a:pt x="3952875" y="854887"/>
                  </a:lnTo>
                  <a:lnTo>
                    <a:pt x="3952875" y="857516"/>
                  </a:lnTo>
                  <a:lnTo>
                    <a:pt x="3953345" y="858634"/>
                  </a:lnTo>
                  <a:lnTo>
                    <a:pt x="3955199" y="860501"/>
                  </a:lnTo>
                  <a:lnTo>
                    <a:pt x="3956329" y="860958"/>
                  </a:lnTo>
                  <a:lnTo>
                    <a:pt x="3958958" y="860958"/>
                  </a:lnTo>
                  <a:lnTo>
                    <a:pt x="3960076" y="860501"/>
                  </a:lnTo>
                  <a:lnTo>
                    <a:pt x="3961942" y="858634"/>
                  </a:lnTo>
                  <a:lnTo>
                    <a:pt x="3962400" y="857516"/>
                  </a:lnTo>
                  <a:lnTo>
                    <a:pt x="3962400" y="854887"/>
                  </a:lnTo>
                  <a:close/>
                </a:path>
                <a:path w="6486525" h="2628900">
                  <a:moveTo>
                    <a:pt x="4010025" y="854887"/>
                  </a:moveTo>
                  <a:lnTo>
                    <a:pt x="4009567" y="853757"/>
                  </a:lnTo>
                  <a:lnTo>
                    <a:pt x="4007701" y="851903"/>
                  </a:lnTo>
                  <a:lnTo>
                    <a:pt x="4006583" y="851433"/>
                  </a:lnTo>
                  <a:lnTo>
                    <a:pt x="4003954" y="851433"/>
                  </a:lnTo>
                  <a:lnTo>
                    <a:pt x="4002824" y="851903"/>
                  </a:lnTo>
                  <a:lnTo>
                    <a:pt x="4000970" y="853757"/>
                  </a:lnTo>
                  <a:lnTo>
                    <a:pt x="4000500" y="854887"/>
                  </a:lnTo>
                  <a:lnTo>
                    <a:pt x="4000500" y="857516"/>
                  </a:lnTo>
                  <a:lnTo>
                    <a:pt x="4000970" y="858634"/>
                  </a:lnTo>
                  <a:lnTo>
                    <a:pt x="4002824" y="860501"/>
                  </a:lnTo>
                  <a:lnTo>
                    <a:pt x="4003954" y="860958"/>
                  </a:lnTo>
                  <a:lnTo>
                    <a:pt x="4006583" y="860958"/>
                  </a:lnTo>
                  <a:lnTo>
                    <a:pt x="4007701" y="860501"/>
                  </a:lnTo>
                  <a:lnTo>
                    <a:pt x="4009567" y="858634"/>
                  </a:lnTo>
                  <a:lnTo>
                    <a:pt x="4010025" y="857516"/>
                  </a:lnTo>
                  <a:lnTo>
                    <a:pt x="4010025" y="854887"/>
                  </a:lnTo>
                  <a:close/>
                </a:path>
                <a:path w="6486525" h="2628900">
                  <a:moveTo>
                    <a:pt x="4057650" y="854887"/>
                  </a:moveTo>
                  <a:lnTo>
                    <a:pt x="4057192" y="853757"/>
                  </a:lnTo>
                  <a:lnTo>
                    <a:pt x="4055326" y="851903"/>
                  </a:lnTo>
                  <a:lnTo>
                    <a:pt x="4054208" y="851433"/>
                  </a:lnTo>
                  <a:lnTo>
                    <a:pt x="4051579" y="851433"/>
                  </a:lnTo>
                  <a:lnTo>
                    <a:pt x="4050449" y="851903"/>
                  </a:lnTo>
                  <a:lnTo>
                    <a:pt x="4048595" y="853757"/>
                  </a:lnTo>
                  <a:lnTo>
                    <a:pt x="4048125" y="854887"/>
                  </a:lnTo>
                  <a:lnTo>
                    <a:pt x="4048125" y="857516"/>
                  </a:lnTo>
                  <a:lnTo>
                    <a:pt x="4048595" y="858634"/>
                  </a:lnTo>
                  <a:lnTo>
                    <a:pt x="4050449" y="860501"/>
                  </a:lnTo>
                  <a:lnTo>
                    <a:pt x="4051579" y="860958"/>
                  </a:lnTo>
                  <a:lnTo>
                    <a:pt x="4054208" y="860958"/>
                  </a:lnTo>
                  <a:lnTo>
                    <a:pt x="4055326" y="860501"/>
                  </a:lnTo>
                  <a:lnTo>
                    <a:pt x="4057192" y="858634"/>
                  </a:lnTo>
                  <a:lnTo>
                    <a:pt x="4057650" y="857516"/>
                  </a:lnTo>
                  <a:lnTo>
                    <a:pt x="4057650" y="854887"/>
                  </a:lnTo>
                  <a:close/>
                </a:path>
                <a:path w="6486525" h="2628900">
                  <a:moveTo>
                    <a:pt x="4105275" y="854887"/>
                  </a:moveTo>
                  <a:lnTo>
                    <a:pt x="4104817" y="853757"/>
                  </a:lnTo>
                  <a:lnTo>
                    <a:pt x="4102951" y="851903"/>
                  </a:lnTo>
                  <a:lnTo>
                    <a:pt x="4101833" y="851433"/>
                  </a:lnTo>
                  <a:lnTo>
                    <a:pt x="4099204" y="851433"/>
                  </a:lnTo>
                  <a:lnTo>
                    <a:pt x="4098086" y="851903"/>
                  </a:lnTo>
                  <a:lnTo>
                    <a:pt x="4096220" y="853757"/>
                  </a:lnTo>
                  <a:lnTo>
                    <a:pt x="4095750" y="854887"/>
                  </a:lnTo>
                  <a:lnTo>
                    <a:pt x="4095750" y="857516"/>
                  </a:lnTo>
                  <a:lnTo>
                    <a:pt x="4096220" y="858634"/>
                  </a:lnTo>
                  <a:lnTo>
                    <a:pt x="4098086" y="860501"/>
                  </a:lnTo>
                  <a:lnTo>
                    <a:pt x="4099204" y="860958"/>
                  </a:lnTo>
                  <a:lnTo>
                    <a:pt x="4101833" y="860958"/>
                  </a:lnTo>
                  <a:lnTo>
                    <a:pt x="4102951" y="860501"/>
                  </a:lnTo>
                  <a:lnTo>
                    <a:pt x="4104817" y="858634"/>
                  </a:lnTo>
                  <a:lnTo>
                    <a:pt x="4105275" y="857516"/>
                  </a:lnTo>
                  <a:lnTo>
                    <a:pt x="4105275" y="854887"/>
                  </a:lnTo>
                  <a:close/>
                </a:path>
                <a:path w="6486525" h="2628900">
                  <a:moveTo>
                    <a:pt x="4152900" y="854887"/>
                  </a:moveTo>
                  <a:lnTo>
                    <a:pt x="4152442" y="853757"/>
                  </a:lnTo>
                  <a:lnTo>
                    <a:pt x="4150576" y="851903"/>
                  </a:lnTo>
                  <a:lnTo>
                    <a:pt x="4149458" y="851433"/>
                  </a:lnTo>
                  <a:lnTo>
                    <a:pt x="4146829" y="851433"/>
                  </a:lnTo>
                  <a:lnTo>
                    <a:pt x="4145711" y="851903"/>
                  </a:lnTo>
                  <a:lnTo>
                    <a:pt x="4143845" y="853757"/>
                  </a:lnTo>
                  <a:lnTo>
                    <a:pt x="4143375" y="854887"/>
                  </a:lnTo>
                  <a:lnTo>
                    <a:pt x="4143375" y="857516"/>
                  </a:lnTo>
                  <a:lnTo>
                    <a:pt x="4143845" y="858634"/>
                  </a:lnTo>
                  <a:lnTo>
                    <a:pt x="4145711" y="860501"/>
                  </a:lnTo>
                  <a:lnTo>
                    <a:pt x="4146829" y="860958"/>
                  </a:lnTo>
                  <a:lnTo>
                    <a:pt x="4149458" y="860958"/>
                  </a:lnTo>
                  <a:lnTo>
                    <a:pt x="4150576" y="860501"/>
                  </a:lnTo>
                  <a:lnTo>
                    <a:pt x="4152442" y="858634"/>
                  </a:lnTo>
                  <a:lnTo>
                    <a:pt x="4152900" y="857516"/>
                  </a:lnTo>
                  <a:lnTo>
                    <a:pt x="4152900" y="854887"/>
                  </a:lnTo>
                  <a:close/>
                </a:path>
                <a:path w="6486525" h="2628900">
                  <a:moveTo>
                    <a:pt x="4200525" y="854887"/>
                  </a:moveTo>
                  <a:lnTo>
                    <a:pt x="4200067" y="853757"/>
                  </a:lnTo>
                  <a:lnTo>
                    <a:pt x="4198201" y="851903"/>
                  </a:lnTo>
                  <a:lnTo>
                    <a:pt x="4197083" y="851433"/>
                  </a:lnTo>
                  <a:lnTo>
                    <a:pt x="4194454" y="851433"/>
                  </a:lnTo>
                  <a:lnTo>
                    <a:pt x="4193336" y="851903"/>
                  </a:lnTo>
                  <a:lnTo>
                    <a:pt x="4191470" y="853757"/>
                  </a:lnTo>
                  <a:lnTo>
                    <a:pt x="4191000" y="854887"/>
                  </a:lnTo>
                  <a:lnTo>
                    <a:pt x="4191000" y="857516"/>
                  </a:lnTo>
                  <a:lnTo>
                    <a:pt x="4191470" y="858634"/>
                  </a:lnTo>
                  <a:lnTo>
                    <a:pt x="4193336" y="860501"/>
                  </a:lnTo>
                  <a:lnTo>
                    <a:pt x="4194454" y="860958"/>
                  </a:lnTo>
                  <a:lnTo>
                    <a:pt x="4197083" y="860958"/>
                  </a:lnTo>
                  <a:lnTo>
                    <a:pt x="4198201" y="860501"/>
                  </a:lnTo>
                  <a:lnTo>
                    <a:pt x="4200067" y="858634"/>
                  </a:lnTo>
                  <a:lnTo>
                    <a:pt x="4200525" y="857516"/>
                  </a:lnTo>
                  <a:lnTo>
                    <a:pt x="4200525" y="854887"/>
                  </a:lnTo>
                  <a:close/>
                </a:path>
                <a:path w="6486525" h="2628900">
                  <a:moveTo>
                    <a:pt x="4248150" y="854887"/>
                  </a:moveTo>
                  <a:lnTo>
                    <a:pt x="4247693" y="853757"/>
                  </a:lnTo>
                  <a:lnTo>
                    <a:pt x="4245826" y="851903"/>
                  </a:lnTo>
                  <a:lnTo>
                    <a:pt x="4244708" y="851433"/>
                  </a:lnTo>
                  <a:lnTo>
                    <a:pt x="4242079" y="851433"/>
                  </a:lnTo>
                  <a:lnTo>
                    <a:pt x="4240962" y="851903"/>
                  </a:lnTo>
                  <a:lnTo>
                    <a:pt x="4239095" y="853757"/>
                  </a:lnTo>
                  <a:lnTo>
                    <a:pt x="4238625" y="854887"/>
                  </a:lnTo>
                  <a:lnTo>
                    <a:pt x="4238625" y="857516"/>
                  </a:lnTo>
                  <a:lnTo>
                    <a:pt x="4239095" y="858634"/>
                  </a:lnTo>
                  <a:lnTo>
                    <a:pt x="4240962" y="860501"/>
                  </a:lnTo>
                  <a:lnTo>
                    <a:pt x="4242079" y="860958"/>
                  </a:lnTo>
                  <a:lnTo>
                    <a:pt x="4244708" y="860958"/>
                  </a:lnTo>
                  <a:lnTo>
                    <a:pt x="4245826" y="860501"/>
                  </a:lnTo>
                  <a:lnTo>
                    <a:pt x="4247693" y="858634"/>
                  </a:lnTo>
                  <a:lnTo>
                    <a:pt x="4248150" y="857516"/>
                  </a:lnTo>
                  <a:lnTo>
                    <a:pt x="4248150" y="854887"/>
                  </a:lnTo>
                  <a:close/>
                </a:path>
                <a:path w="6486525" h="2628900">
                  <a:moveTo>
                    <a:pt x="4295775" y="854887"/>
                  </a:moveTo>
                  <a:lnTo>
                    <a:pt x="4295318" y="853757"/>
                  </a:lnTo>
                  <a:lnTo>
                    <a:pt x="4293451" y="851903"/>
                  </a:lnTo>
                  <a:lnTo>
                    <a:pt x="4292333" y="851433"/>
                  </a:lnTo>
                  <a:lnTo>
                    <a:pt x="4289704" y="851433"/>
                  </a:lnTo>
                  <a:lnTo>
                    <a:pt x="4288587" y="851903"/>
                  </a:lnTo>
                  <a:lnTo>
                    <a:pt x="4286720" y="853757"/>
                  </a:lnTo>
                  <a:lnTo>
                    <a:pt x="4286250" y="854887"/>
                  </a:lnTo>
                  <a:lnTo>
                    <a:pt x="4286250" y="857516"/>
                  </a:lnTo>
                  <a:lnTo>
                    <a:pt x="4286720" y="858634"/>
                  </a:lnTo>
                  <a:lnTo>
                    <a:pt x="4288587" y="860501"/>
                  </a:lnTo>
                  <a:lnTo>
                    <a:pt x="4289704" y="860958"/>
                  </a:lnTo>
                  <a:lnTo>
                    <a:pt x="4292333" y="860958"/>
                  </a:lnTo>
                  <a:lnTo>
                    <a:pt x="4293451" y="860501"/>
                  </a:lnTo>
                  <a:lnTo>
                    <a:pt x="4295318" y="858634"/>
                  </a:lnTo>
                  <a:lnTo>
                    <a:pt x="4295775" y="857516"/>
                  </a:lnTo>
                  <a:lnTo>
                    <a:pt x="4295775" y="854887"/>
                  </a:lnTo>
                  <a:close/>
                </a:path>
                <a:path w="6486525" h="2628900">
                  <a:moveTo>
                    <a:pt x="4343400" y="854887"/>
                  </a:moveTo>
                  <a:lnTo>
                    <a:pt x="4342943" y="853757"/>
                  </a:lnTo>
                  <a:lnTo>
                    <a:pt x="4341076" y="851903"/>
                  </a:lnTo>
                  <a:lnTo>
                    <a:pt x="4339958" y="851433"/>
                  </a:lnTo>
                  <a:lnTo>
                    <a:pt x="4337329" y="851433"/>
                  </a:lnTo>
                  <a:lnTo>
                    <a:pt x="4336199" y="851903"/>
                  </a:lnTo>
                  <a:lnTo>
                    <a:pt x="4334345" y="853757"/>
                  </a:lnTo>
                  <a:lnTo>
                    <a:pt x="4333875" y="854887"/>
                  </a:lnTo>
                  <a:lnTo>
                    <a:pt x="4333875" y="857516"/>
                  </a:lnTo>
                  <a:lnTo>
                    <a:pt x="4334345" y="858634"/>
                  </a:lnTo>
                  <a:lnTo>
                    <a:pt x="4336199" y="860501"/>
                  </a:lnTo>
                  <a:lnTo>
                    <a:pt x="4337329" y="860958"/>
                  </a:lnTo>
                  <a:lnTo>
                    <a:pt x="4339958" y="860958"/>
                  </a:lnTo>
                  <a:lnTo>
                    <a:pt x="4341076" y="860501"/>
                  </a:lnTo>
                  <a:lnTo>
                    <a:pt x="4342943" y="858634"/>
                  </a:lnTo>
                  <a:lnTo>
                    <a:pt x="4343400" y="857516"/>
                  </a:lnTo>
                  <a:lnTo>
                    <a:pt x="4343400" y="854887"/>
                  </a:lnTo>
                  <a:close/>
                </a:path>
                <a:path w="6486525" h="2628900">
                  <a:moveTo>
                    <a:pt x="4391025" y="854887"/>
                  </a:moveTo>
                  <a:lnTo>
                    <a:pt x="4390568" y="853757"/>
                  </a:lnTo>
                  <a:lnTo>
                    <a:pt x="4388701" y="851903"/>
                  </a:lnTo>
                  <a:lnTo>
                    <a:pt x="4387583" y="851433"/>
                  </a:lnTo>
                  <a:lnTo>
                    <a:pt x="4384954" y="851433"/>
                  </a:lnTo>
                  <a:lnTo>
                    <a:pt x="4383824" y="851903"/>
                  </a:lnTo>
                  <a:lnTo>
                    <a:pt x="4381970" y="853757"/>
                  </a:lnTo>
                  <a:lnTo>
                    <a:pt x="4381500" y="854887"/>
                  </a:lnTo>
                  <a:lnTo>
                    <a:pt x="4381500" y="857516"/>
                  </a:lnTo>
                  <a:lnTo>
                    <a:pt x="4381970" y="858634"/>
                  </a:lnTo>
                  <a:lnTo>
                    <a:pt x="4383824" y="860501"/>
                  </a:lnTo>
                  <a:lnTo>
                    <a:pt x="4384954" y="860958"/>
                  </a:lnTo>
                  <a:lnTo>
                    <a:pt x="4387583" y="860958"/>
                  </a:lnTo>
                  <a:lnTo>
                    <a:pt x="4388701" y="860501"/>
                  </a:lnTo>
                  <a:lnTo>
                    <a:pt x="4390568" y="858634"/>
                  </a:lnTo>
                  <a:lnTo>
                    <a:pt x="4391025" y="857516"/>
                  </a:lnTo>
                  <a:lnTo>
                    <a:pt x="4391025" y="854887"/>
                  </a:lnTo>
                  <a:close/>
                </a:path>
                <a:path w="6486525" h="2628900">
                  <a:moveTo>
                    <a:pt x="4438650" y="854887"/>
                  </a:moveTo>
                  <a:lnTo>
                    <a:pt x="4438193" y="853757"/>
                  </a:lnTo>
                  <a:lnTo>
                    <a:pt x="4436326" y="851903"/>
                  </a:lnTo>
                  <a:lnTo>
                    <a:pt x="4435208" y="851433"/>
                  </a:lnTo>
                  <a:lnTo>
                    <a:pt x="4432579" y="851433"/>
                  </a:lnTo>
                  <a:lnTo>
                    <a:pt x="4431449" y="851903"/>
                  </a:lnTo>
                  <a:lnTo>
                    <a:pt x="4429595" y="853757"/>
                  </a:lnTo>
                  <a:lnTo>
                    <a:pt x="4429125" y="854887"/>
                  </a:lnTo>
                  <a:lnTo>
                    <a:pt x="4429125" y="857516"/>
                  </a:lnTo>
                  <a:lnTo>
                    <a:pt x="4429595" y="858634"/>
                  </a:lnTo>
                  <a:lnTo>
                    <a:pt x="4431449" y="860501"/>
                  </a:lnTo>
                  <a:lnTo>
                    <a:pt x="4432579" y="860958"/>
                  </a:lnTo>
                  <a:lnTo>
                    <a:pt x="4435208" y="860958"/>
                  </a:lnTo>
                  <a:lnTo>
                    <a:pt x="4436326" y="860501"/>
                  </a:lnTo>
                  <a:lnTo>
                    <a:pt x="4438193" y="858634"/>
                  </a:lnTo>
                  <a:lnTo>
                    <a:pt x="4438650" y="857516"/>
                  </a:lnTo>
                  <a:lnTo>
                    <a:pt x="4438650" y="854887"/>
                  </a:lnTo>
                  <a:close/>
                </a:path>
                <a:path w="6486525" h="2628900">
                  <a:moveTo>
                    <a:pt x="4486275" y="854887"/>
                  </a:moveTo>
                  <a:lnTo>
                    <a:pt x="4485818" y="853757"/>
                  </a:lnTo>
                  <a:lnTo>
                    <a:pt x="4483951" y="851903"/>
                  </a:lnTo>
                  <a:lnTo>
                    <a:pt x="4482833" y="851433"/>
                  </a:lnTo>
                  <a:lnTo>
                    <a:pt x="4480204" y="851433"/>
                  </a:lnTo>
                  <a:lnTo>
                    <a:pt x="4479087" y="851903"/>
                  </a:lnTo>
                  <a:lnTo>
                    <a:pt x="4477220" y="853757"/>
                  </a:lnTo>
                  <a:lnTo>
                    <a:pt x="4476750" y="854887"/>
                  </a:lnTo>
                  <a:lnTo>
                    <a:pt x="4476750" y="857516"/>
                  </a:lnTo>
                  <a:lnTo>
                    <a:pt x="4477220" y="858634"/>
                  </a:lnTo>
                  <a:lnTo>
                    <a:pt x="4479087" y="860501"/>
                  </a:lnTo>
                  <a:lnTo>
                    <a:pt x="4480204" y="860958"/>
                  </a:lnTo>
                  <a:lnTo>
                    <a:pt x="4482833" y="860958"/>
                  </a:lnTo>
                  <a:lnTo>
                    <a:pt x="4483951" y="860501"/>
                  </a:lnTo>
                  <a:lnTo>
                    <a:pt x="4485818" y="858634"/>
                  </a:lnTo>
                  <a:lnTo>
                    <a:pt x="4486275" y="857516"/>
                  </a:lnTo>
                  <a:lnTo>
                    <a:pt x="4486275" y="854887"/>
                  </a:lnTo>
                  <a:close/>
                </a:path>
                <a:path w="6486525" h="2628900">
                  <a:moveTo>
                    <a:pt x="4533900" y="854887"/>
                  </a:moveTo>
                  <a:lnTo>
                    <a:pt x="4533443" y="853757"/>
                  </a:lnTo>
                  <a:lnTo>
                    <a:pt x="4531576" y="851903"/>
                  </a:lnTo>
                  <a:lnTo>
                    <a:pt x="4530458" y="851433"/>
                  </a:lnTo>
                  <a:lnTo>
                    <a:pt x="4527829" y="851433"/>
                  </a:lnTo>
                  <a:lnTo>
                    <a:pt x="4526712" y="851903"/>
                  </a:lnTo>
                  <a:lnTo>
                    <a:pt x="4524845" y="853757"/>
                  </a:lnTo>
                  <a:lnTo>
                    <a:pt x="4524375" y="854887"/>
                  </a:lnTo>
                  <a:lnTo>
                    <a:pt x="4524375" y="857516"/>
                  </a:lnTo>
                  <a:lnTo>
                    <a:pt x="4524845" y="858634"/>
                  </a:lnTo>
                  <a:lnTo>
                    <a:pt x="4526712" y="860501"/>
                  </a:lnTo>
                  <a:lnTo>
                    <a:pt x="4527829" y="860958"/>
                  </a:lnTo>
                  <a:lnTo>
                    <a:pt x="4530458" y="860958"/>
                  </a:lnTo>
                  <a:lnTo>
                    <a:pt x="4531576" y="860501"/>
                  </a:lnTo>
                  <a:lnTo>
                    <a:pt x="4533443" y="858634"/>
                  </a:lnTo>
                  <a:lnTo>
                    <a:pt x="4533900" y="857516"/>
                  </a:lnTo>
                  <a:lnTo>
                    <a:pt x="4533900" y="854887"/>
                  </a:lnTo>
                  <a:close/>
                </a:path>
                <a:path w="6486525" h="2628900">
                  <a:moveTo>
                    <a:pt x="4581525" y="854887"/>
                  </a:moveTo>
                  <a:lnTo>
                    <a:pt x="4581068" y="853757"/>
                  </a:lnTo>
                  <a:lnTo>
                    <a:pt x="4579201" y="851903"/>
                  </a:lnTo>
                  <a:lnTo>
                    <a:pt x="4578083" y="851433"/>
                  </a:lnTo>
                  <a:lnTo>
                    <a:pt x="4575454" y="851433"/>
                  </a:lnTo>
                  <a:lnTo>
                    <a:pt x="4574337" y="851903"/>
                  </a:lnTo>
                  <a:lnTo>
                    <a:pt x="4572470" y="853757"/>
                  </a:lnTo>
                  <a:lnTo>
                    <a:pt x="4572000" y="854887"/>
                  </a:lnTo>
                  <a:lnTo>
                    <a:pt x="4572000" y="857516"/>
                  </a:lnTo>
                  <a:lnTo>
                    <a:pt x="4572470" y="858634"/>
                  </a:lnTo>
                  <a:lnTo>
                    <a:pt x="4574337" y="860501"/>
                  </a:lnTo>
                  <a:lnTo>
                    <a:pt x="4575454" y="860958"/>
                  </a:lnTo>
                  <a:lnTo>
                    <a:pt x="4578083" y="860958"/>
                  </a:lnTo>
                  <a:lnTo>
                    <a:pt x="4579201" y="860501"/>
                  </a:lnTo>
                  <a:lnTo>
                    <a:pt x="4581068" y="858634"/>
                  </a:lnTo>
                  <a:lnTo>
                    <a:pt x="4581525" y="857516"/>
                  </a:lnTo>
                  <a:lnTo>
                    <a:pt x="4581525" y="854887"/>
                  </a:lnTo>
                  <a:close/>
                </a:path>
                <a:path w="6486525" h="2628900">
                  <a:moveTo>
                    <a:pt x="4629150" y="854887"/>
                  </a:moveTo>
                  <a:lnTo>
                    <a:pt x="4628693" y="853757"/>
                  </a:lnTo>
                  <a:lnTo>
                    <a:pt x="4626826" y="851903"/>
                  </a:lnTo>
                  <a:lnTo>
                    <a:pt x="4625708" y="851433"/>
                  </a:lnTo>
                  <a:lnTo>
                    <a:pt x="4623079" y="851433"/>
                  </a:lnTo>
                  <a:lnTo>
                    <a:pt x="4621962" y="851903"/>
                  </a:lnTo>
                  <a:lnTo>
                    <a:pt x="4620095" y="853757"/>
                  </a:lnTo>
                  <a:lnTo>
                    <a:pt x="4619625" y="854887"/>
                  </a:lnTo>
                  <a:lnTo>
                    <a:pt x="4619625" y="857516"/>
                  </a:lnTo>
                  <a:lnTo>
                    <a:pt x="4620095" y="858634"/>
                  </a:lnTo>
                  <a:lnTo>
                    <a:pt x="4621962" y="860501"/>
                  </a:lnTo>
                  <a:lnTo>
                    <a:pt x="4623079" y="860958"/>
                  </a:lnTo>
                  <a:lnTo>
                    <a:pt x="4625708" y="860958"/>
                  </a:lnTo>
                  <a:lnTo>
                    <a:pt x="4626826" y="860501"/>
                  </a:lnTo>
                  <a:lnTo>
                    <a:pt x="4628693" y="858634"/>
                  </a:lnTo>
                  <a:lnTo>
                    <a:pt x="4629150" y="857516"/>
                  </a:lnTo>
                  <a:lnTo>
                    <a:pt x="4629150" y="854887"/>
                  </a:lnTo>
                  <a:close/>
                </a:path>
                <a:path w="6486525" h="2628900">
                  <a:moveTo>
                    <a:pt x="4676775" y="854887"/>
                  </a:moveTo>
                  <a:lnTo>
                    <a:pt x="4676318" y="853757"/>
                  </a:lnTo>
                  <a:lnTo>
                    <a:pt x="4674451" y="851903"/>
                  </a:lnTo>
                  <a:lnTo>
                    <a:pt x="4673333" y="851433"/>
                  </a:lnTo>
                  <a:lnTo>
                    <a:pt x="4670704" y="851433"/>
                  </a:lnTo>
                  <a:lnTo>
                    <a:pt x="4669587" y="851903"/>
                  </a:lnTo>
                  <a:lnTo>
                    <a:pt x="4667720" y="853757"/>
                  </a:lnTo>
                  <a:lnTo>
                    <a:pt x="4667250" y="854887"/>
                  </a:lnTo>
                  <a:lnTo>
                    <a:pt x="4667250" y="857516"/>
                  </a:lnTo>
                  <a:lnTo>
                    <a:pt x="4667720" y="858634"/>
                  </a:lnTo>
                  <a:lnTo>
                    <a:pt x="4669587" y="860501"/>
                  </a:lnTo>
                  <a:lnTo>
                    <a:pt x="4670704" y="860958"/>
                  </a:lnTo>
                  <a:lnTo>
                    <a:pt x="4673333" y="860958"/>
                  </a:lnTo>
                  <a:lnTo>
                    <a:pt x="4674451" y="860501"/>
                  </a:lnTo>
                  <a:lnTo>
                    <a:pt x="4676318" y="858634"/>
                  </a:lnTo>
                  <a:lnTo>
                    <a:pt x="4676775" y="857516"/>
                  </a:lnTo>
                  <a:lnTo>
                    <a:pt x="4676775" y="854887"/>
                  </a:lnTo>
                  <a:close/>
                </a:path>
                <a:path w="6486525" h="2628900">
                  <a:moveTo>
                    <a:pt x="4724400" y="854887"/>
                  </a:moveTo>
                  <a:lnTo>
                    <a:pt x="4723943" y="853757"/>
                  </a:lnTo>
                  <a:lnTo>
                    <a:pt x="4722076" y="851903"/>
                  </a:lnTo>
                  <a:lnTo>
                    <a:pt x="4720958" y="851433"/>
                  </a:lnTo>
                  <a:lnTo>
                    <a:pt x="4718329" y="851433"/>
                  </a:lnTo>
                  <a:lnTo>
                    <a:pt x="4717212" y="851903"/>
                  </a:lnTo>
                  <a:lnTo>
                    <a:pt x="4715345" y="853757"/>
                  </a:lnTo>
                  <a:lnTo>
                    <a:pt x="4714875" y="854887"/>
                  </a:lnTo>
                  <a:lnTo>
                    <a:pt x="4714875" y="857516"/>
                  </a:lnTo>
                  <a:lnTo>
                    <a:pt x="4715345" y="858634"/>
                  </a:lnTo>
                  <a:lnTo>
                    <a:pt x="4717212" y="860501"/>
                  </a:lnTo>
                  <a:lnTo>
                    <a:pt x="4718329" y="860958"/>
                  </a:lnTo>
                  <a:lnTo>
                    <a:pt x="4720958" y="860958"/>
                  </a:lnTo>
                  <a:lnTo>
                    <a:pt x="4722076" y="860501"/>
                  </a:lnTo>
                  <a:lnTo>
                    <a:pt x="4723943" y="858634"/>
                  </a:lnTo>
                  <a:lnTo>
                    <a:pt x="4724400" y="857516"/>
                  </a:lnTo>
                  <a:lnTo>
                    <a:pt x="4724400" y="854887"/>
                  </a:lnTo>
                  <a:close/>
                </a:path>
                <a:path w="6486525" h="2628900">
                  <a:moveTo>
                    <a:pt x="4772025" y="854887"/>
                  </a:moveTo>
                  <a:lnTo>
                    <a:pt x="4771568" y="853757"/>
                  </a:lnTo>
                  <a:lnTo>
                    <a:pt x="4769701" y="851903"/>
                  </a:lnTo>
                  <a:lnTo>
                    <a:pt x="4768583" y="851433"/>
                  </a:lnTo>
                  <a:lnTo>
                    <a:pt x="4765954" y="851433"/>
                  </a:lnTo>
                  <a:lnTo>
                    <a:pt x="4764837" y="851903"/>
                  </a:lnTo>
                  <a:lnTo>
                    <a:pt x="4762970" y="853757"/>
                  </a:lnTo>
                  <a:lnTo>
                    <a:pt x="4762500" y="854887"/>
                  </a:lnTo>
                  <a:lnTo>
                    <a:pt x="4762500" y="857516"/>
                  </a:lnTo>
                  <a:lnTo>
                    <a:pt x="4762970" y="858634"/>
                  </a:lnTo>
                  <a:lnTo>
                    <a:pt x="4764837" y="860501"/>
                  </a:lnTo>
                  <a:lnTo>
                    <a:pt x="4765954" y="860958"/>
                  </a:lnTo>
                  <a:lnTo>
                    <a:pt x="4768583" y="860958"/>
                  </a:lnTo>
                  <a:lnTo>
                    <a:pt x="4769701" y="860501"/>
                  </a:lnTo>
                  <a:lnTo>
                    <a:pt x="4771568" y="858634"/>
                  </a:lnTo>
                  <a:lnTo>
                    <a:pt x="4772025" y="857516"/>
                  </a:lnTo>
                  <a:lnTo>
                    <a:pt x="4772025" y="854887"/>
                  </a:lnTo>
                  <a:close/>
                </a:path>
                <a:path w="6486525" h="2628900">
                  <a:moveTo>
                    <a:pt x="4819650" y="854887"/>
                  </a:moveTo>
                  <a:lnTo>
                    <a:pt x="4819193" y="853757"/>
                  </a:lnTo>
                  <a:lnTo>
                    <a:pt x="4817326" y="851903"/>
                  </a:lnTo>
                  <a:lnTo>
                    <a:pt x="4816208" y="851433"/>
                  </a:lnTo>
                  <a:lnTo>
                    <a:pt x="4813579" y="851433"/>
                  </a:lnTo>
                  <a:lnTo>
                    <a:pt x="4812449" y="851903"/>
                  </a:lnTo>
                  <a:lnTo>
                    <a:pt x="4810595" y="853757"/>
                  </a:lnTo>
                  <a:lnTo>
                    <a:pt x="4810125" y="854887"/>
                  </a:lnTo>
                  <a:lnTo>
                    <a:pt x="4810125" y="857516"/>
                  </a:lnTo>
                  <a:lnTo>
                    <a:pt x="4810595" y="858634"/>
                  </a:lnTo>
                  <a:lnTo>
                    <a:pt x="4812449" y="860501"/>
                  </a:lnTo>
                  <a:lnTo>
                    <a:pt x="4813579" y="860958"/>
                  </a:lnTo>
                  <a:lnTo>
                    <a:pt x="4816208" y="860958"/>
                  </a:lnTo>
                  <a:lnTo>
                    <a:pt x="4817326" y="860501"/>
                  </a:lnTo>
                  <a:lnTo>
                    <a:pt x="4819193" y="858634"/>
                  </a:lnTo>
                  <a:lnTo>
                    <a:pt x="4819650" y="857516"/>
                  </a:lnTo>
                  <a:lnTo>
                    <a:pt x="4819650" y="854887"/>
                  </a:lnTo>
                  <a:close/>
                </a:path>
                <a:path w="6486525" h="2628900">
                  <a:moveTo>
                    <a:pt x="4867275" y="854887"/>
                  </a:moveTo>
                  <a:lnTo>
                    <a:pt x="4866818" y="853757"/>
                  </a:lnTo>
                  <a:lnTo>
                    <a:pt x="4864951" y="851903"/>
                  </a:lnTo>
                  <a:lnTo>
                    <a:pt x="4863833" y="851433"/>
                  </a:lnTo>
                  <a:lnTo>
                    <a:pt x="4861204" y="851433"/>
                  </a:lnTo>
                  <a:lnTo>
                    <a:pt x="4860074" y="851903"/>
                  </a:lnTo>
                  <a:lnTo>
                    <a:pt x="4858220" y="853757"/>
                  </a:lnTo>
                  <a:lnTo>
                    <a:pt x="4857750" y="854887"/>
                  </a:lnTo>
                  <a:lnTo>
                    <a:pt x="4857750" y="857516"/>
                  </a:lnTo>
                  <a:lnTo>
                    <a:pt x="4858220" y="858634"/>
                  </a:lnTo>
                  <a:lnTo>
                    <a:pt x="4860074" y="860501"/>
                  </a:lnTo>
                  <a:lnTo>
                    <a:pt x="4861204" y="860958"/>
                  </a:lnTo>
                  <a:lnTo>
                    <a:pt x="4863833" y="860958"/>
                  </a:lnTo>
                  <a:lnTo>
                    <a:pt x="4864951" y="860501"/>
                  </a:lnTo>
                  <a:lnTo>
                    <a:pt x="4866818" y="858634"/>
                  </a:lnTo>
                  <a:lnTo>
                    <a:pt x="4867275" y="857516"/>
                  </a:lnTo>
                  <a:lnTo>
                    <a:pt x="4867275" y="854887"/>
                  </a:lnTo>
                  <a:close/>
                </a:path>
                <a:path w="6486525" h="2628900">
                  <a:moveTo>
                    <a:pt x="4914900" y="854887"/>
                  </a:moveTo>
                  <a:lnTo>
                    <a:pt x="4914443" y="853757"/>
                  </a:lnTo>
                  <a:lnTo>
                    <a:pt x="4912576" y="851903"/>
                  </a:lnTo>
                  <a:lnTo>
                    <a:pt x="4911458" y="851433"/>
                  </a:lnTo>
                  <a:lnTo>
                    <a:pt x="4908829" y="851433"/>
                  </a:lnTo>
                  <a:lnTo>
                    <a:pt x="4907699" y="851903"/>
                  </a:lnTo>
                  <a:lnTo>
                    <a:pt x="4905845" y="853757"/>
                  </a:lnTo>
                  <a:lnTo>
                    <a:pt x="4905375" y="854887"/>
                  </a:lnTo>
                  <a:lnTo>
                    <a:pt x="4905375" y="857516"/>
                  </a:lnTo>
                  <a:lnTo>
                    <a:pt x="4905845" y="858634"/>
                  </a:lnTo>
                  <a:lnTo>
                    <a:pt x="4907699" y="860501"/>
                  </a:lnTo>
                  <a:lnTo>
                    <a:pt x="4908829" y="860958"/>
                  </a:lnTo>
                  <a:lnTo>
                    <a:pt x="4911458" y="860958"/>
                  </a:lnTo>
                  <a:lnTo>
                    <a:pt x="4912576" y="860501"/>
                  </a:lnTo>
                  <a:lnTo>
                    <a:pt x="4914443" y="858634"/>
                  </a:lnTo>
                  <a:lnTo>
                    <a:pt x="4914900" y="857516"/>
                  </a:lnTo>
                  <a:lnTo>
                    <a:pt x="4914900" y="854887"/>
                  </a:lnTo>
                  <a:close/>
                </a:path>
                <a:path w="6486525" h="2628900">
                  <a:moveTo>
                    <a:pt x="4962525" y="854887"/>
                  </a:moveTo>
                  <a:lnTo>
                    <a:pt x="4962068" y="853757"/>
                  </a:lnTo>
                  <a:lnTo>
                    <a:pt x="4960201" y="851903"/>
                  </a:lnTo>
                  <a:lnTo>
                    <a:pt x="4959083" y="851433"/>
                  </a:lnTo>
                  <a:lnTo>
                    <a:pt x="4956454" y="851433"/>
                  </a:lnTo>
                  <a:lnTo>
                    <a:pt x="4955324" y="851903"/>
                  </a:lnTo>
                  <a:lnTo>
                    <a:pt x="4953470" y="853757"/>
                  </a:lnTo>
                  <a:lnTo>
                    <a:pt x="4953000" y="854887"/>
                  </a:lnTo>
                  <a:lnTo>
                    <a:pt x="4953000" y="857516"/>
                  </a:lnTo>
                  <a:lnTo>
                    <a:pt x="4953470" y="858634"/>
                  </a:lnTo>
                  <a:lnTo>
                    <a:pt x="4955324" y="860501"/>
                  </a:lnTo>
                  <a:lnTo>
                    <a:pt x="4956454" y="860958"/>
                  </a:lnTo>
                  <a:lnTo>
                    <a:pt x="4959083" y="860958"/>
                  </a:lnTo>
                  <a:lnTo>
                    <a:pt x="4960201" y="860501"/>
                  </a:lnTo>
                  <a:lnTo>
                    <a:pt x="4962068" y="858634"/>
                  </a:lnTo>
                  <a:lnTo>
                    <a:pt x="4962525" y="857516"/>
                  </a:lnTo>
                  <a:lnTo>
                    <a:pt x="4962525" y="854887"/>
                  </a:lnTo>
                  <a:close/>
                </a:path>
                <a:path w="6486525" h="2628900">
                  <a:moveTo>
                    <a:pt x="5010150" y="854887"/>
                  </a:moveTo>
                  <a:lnTo>
                    <a:pt x="5009693" y="853757"/>
                  </a:lnTo>
                  <a:lnTo>
                    <a:pt x="5007826" y="851903"/>
                  </a:lnTo>
                  <a:lnTo>
                    <a:pt x="5006708" y="851433"/>
                  </a:lnTo>
                  <a:lnTo>
                    <a:pt x="5004079" y="851433"/>
                  </a:lnTo>
                  <a:lnTo>
                    <a:pt x="5002949" y="851903"/>
                  </a:lnTo>
                  <a:lnTo>
                    <a:pt x="5001095" y="853757"/>
                  </a:lnTo>
                  <a:lnTo>
                    <a:pt x="5000625" y="854887"/>
                  </a:lnTo>
                  <a:lnTo>
                    <a:pt x="5000625" y="857516"/>
                  </a:lnTo>
                  <a:lnTo>
                    <a:pt x="5001095" y="858634"/>
                  </a:lnTo>
                  <a:lnTo>
                    <a:pt x="5002949" y="860501"/>
                  </a:lnTo>
                  <a:lnTo>
                    <a:pt x="5004079" y="860958"/>
                  </a:lnTo>
                  <a:lnTo>
                    <a:pt x="5006708" y="860958"/>
                  </a:lnTo>
                  <a:lnTo>
                    <a:pt x="5007826" y="860501"/>
                  </a:lnTo>
                  <a:lnTo>
                    <a:pt x="5009693" y="858634"/>
                  </a:lnTo>
                  <a:lnTo>
                    <a:pt x="5010150" y="857516"/>
                  </a:lnTo>
                  <a:lnTo>
                    <a:pt x="5010150" y="854887"/>
                  </a:lnTo>
                  <a:close/>
                </a:path>
                <a:path w="6486525" h="2628900">
                  <a:moveTo>
                    <a:pt x="5057775" y="854887"/>
                  </a:moveTo>
                  <a:lnTo>
                    <a:pt x="5057318" y="853757"/>
                  </a:lnTo>
                  <a:lnTo>
                    <a:pt x="5055451" y="851903"/>
                  </a:lnTo>
                  <a:lnTo>
                    <a:pt x="5054333" y="851433"/>
                  </a:lnTo>
                  <a:lnTo>
                    <a:pt x="5051704" y="851433"/>
                  </a:lnTo>
                  <a:lnTo>
                    <a:pt x="5050574" y="851903"/>
                  </a:lnTo>
                  <a:lnTo>
                    <a:pt x="5048720" y="853757"/>
                  </a:lnTo>
                  <a:lnTo>
                    <a:pt x="5048250" y="854887"/>
                  </a:lnTo>
                  <a:lnTo>
                    <a:pt x="5048250" y="857516"/>
                  </a:lnTo>
                  <a:lnTo>
                    <a:pt x="5048720" y="858634"/>
                  </a:lnTo>
                  <a:lnTo>
                    <a:pt x="5050574" y="860501"/>
                  </a:lnTo>
                  <a:lnTo>
                    <a:pt x="5051704" y="860958"/>
                  </a:lnTo>
                  <a:lnTo>
                    <a:pt x="5054333" y="860958"/>
                  </a:lnTo>
                  <a:lnTo>
                    <a:pt x="5055451" y="860501"/>
                  </a:lnTo>
                  <a:lnTo>
                    <a:pt x="5057318" y="858634"/>
                  </a:lnTo>
                  <a:lnTo>
                    <a:pt x="5057775" y="857516"/>
                  </a:lnTo>
                  <a:lnTo>
                    <a:pt x="5057775" y="854887"/>
                  </a:lnTo>
                  <a:close/>
                </a:path>
                <a:path w="6486525" h="2628900">
                  <a:moveTo>
                    <a:pt x="5105400" y="854887"/>
                  </a:moveTo>
                  <a:lnTo>
                    <a:pt x="5104943" y="853757"/>
                  </a:lnTo>
                  <a:lnTo>
                    <a:pt x="5103076" y="851903"/>
                  </a:lnTo>
                  <a:lnTo>
                    <a:pt x="5101958" y="851433"/>
                  </a:lnTo>
                  <a:lnTo>
                    <a:pt x="5099329" y="851433"/>
                  </a:lnTo>
                  <a:lnTo>
                    <a:pt x="5098212" y="851903"/>
                  </a:lnTo>
                  <a:lnTo>
                    <a:pt x="5096345" y="853757"/>
                  </a:lnTo>
                  <a:lnTo>
                    <a:pt x="5095875" y="854887"/>
                  </a:lnTo>
                  <a:lnTo>
                    <a:pt x="5095875" y="857516"/>
                  </a:lnTo>
                  <a:lnTo>
                    <a:pt x="5096345" y="858634"/>
                  </a:lnTo>
                  <a:lnTo>
                    <a:pt x="5098212" y="860501"/>
                  </a:lnTo>
                  <a:lnTo>
                    <a:pt x="5099329" y="860958"/>
                  </a:lnTo>
                  <a:lnTo>
                    <a:pt x="5101958" y="860958"/>
                  </a:lnTo>
                  <a:lnTo>
                    <a:pt x="5103076" y="860501"/>
                  </a:lnTo>
                  <a:lnTo>
                    <a:pt x="5104943" y="858634"/>
                  </a:lnTo>
                  <a:lnTo>
                    <a:pt x="5105400" y="857516"/>
                  </a:lnTo>
                  <a:lnTo>
                    <a:pt x="5105400" y="854887"/>
                  </a:lnTo>
                  <a:close/>
                </a:path>
                <a:path w="6486525" h="2628900">
                  <a:moveTo>
                    <a:pt x="5153025" y="854887"/>
                  </a:moveTo>
                  <a:lnTo>
                    <a:pt x="5152568" y="853757"/>
                  </a:lnTo>
                  <a:lnTo>
                    <a:pt x="5150701" y="851903"/>
                  </a:lnTo>
                  <a:lnTo>
                    <a:pt x="5149583" y="851433"/>
                  </a:lnTo>
                  <a:lnTo>
                    <a:pt x="5146954" y="851433"/>
                  </a:lnTo>
                  <a:lnTo>
                    <a:pt x="5145824" y="851903"/>
                  </a:lnTo>
                  <a:lnTo>
                    <a:pt x="5143970" y="853757"/>
                  </a:lnTo>
                  <a:lnTo>
                    <a:pt x="5143500" y="854887"/>
                  </a:lnTo>
                  <a:lnTo>
                    <a:pt x="5143500" y="857516"/>
                  </a:lnTo>
                  <a:lnTo>
                    <a:pt x="5143970" y="858634"/>
                  </a:lnTo>
                  <a:lnTo>
                    <a:pt x="5145824" y="860501"/>
                  </a:lnTo>
                  <a:lnTo>
                    <a:pt x="5146954" y="860958"/>
                  </a:lnTo>
                  <a:lnTo>
                    <a:pt x="5149583" y="860958"/>
                  </a:lnTo>
                  <a:lnTo>
                    <a:pt x="5150701" y="860501"/>
                  </a:lnTo>
                  <a:lnTo>
                    <a:pt x="5152568" y="858634"/>
                  </a:lnTo>
                  <a:lnTo>
                    <a:pt x="5153025" y="857516"/>
                  </a:lnTo>
                  <a:lnTo>
                    <a:pt x="5153025" y="854887"/>
                  </a:lnTo>
                  <a:close/>
                </a:path>
                <a:path w="6486525" h="2628900">
                  <a:moveTo>
                    <a:pt x="5161597" y="2622829"/>
                  </a:moveTo>
                  <a:lnTo>
                    <a:pt x="5161140" y="2621711"/>
                  </a:lnTo>
                  <a:lnTo>
                    <a:pt x="5159273" y="2619845"/>
                  </a:lnTo>
                  <a:lnTo>
                    <a:pt x="5158156" y="2619375"/>
                  </a:lnTo>
                  <a:lnTo>
                    <a:pt x="5155527" y="2619375"/>
                  </a:lnTo>
                  <a:lnTo>
                    <a:pt x="5154409" y="2619845"/>
                  </a:lnTo>
                  <a:lnTo>
                    <a:pt x="5152542" y="2621711"/>
                  </a:lnTo>
                  <a:lnTo>
                    <a:pt x="5152072" y="2622829"/>
                  </a:lnTo>
                  <a:lnTo>
                    <a:pt x="5152072" y="2625458"/>
                  </a:lnTo>
                  <a:lnTo>
                    <a:pt x="5152542" y="2626576"/>
                  </a:lnTo>
                  <a:lnTo>
                    <a:pt x="5154409" y="2628442"/>
                  </a:lnTo>
                  <a:lnTo>
                    <a:pt x="5155527" y="2628900"/>
                  </a:lnTo>
                  <a:lnTo>
                    <a:pt x="5158156" y="2628900"/>
                  </a:lnTo>
                  <a:lnTo>
                    <a:pt x="5159273" y="2628442"/>
                  </a:lnTo>
                  <a:lnTo>
                    <a:pt x="5161140" y="2626576"/>
                  </a:lnTo>
                  <a:lnTo>
                    <a:pt x="5161597" y="2625458"/>
                  </a:lnTo>
                  <a:lnTo>
                    <a:pt x="5161597" y="2622829"/>
                  </a:lnTo>
                  <a:close/>
                </a:path>
                <a:path w="6486525" h="2628900">
                  <a:moveTo>
                    <a:pt x="5161597" y="2575204"/>
                  </a:moveTo>
                  <a:lnTo>
                    <a:pt x="5161140" y="2574086"/>
                  </a:lnTo>
                  <a:lnTo>
                    <a:pt x="5159273" y="2572220"/>
                  </a:lnTo>
                  <a:lnTo>
                    <a:pt x="5158156" y="2571750"/>
                  </a:lnTo>
                  <a:lnTo>
                    <a:pt x="5155527" y="2571750"/>
                  </a:lnTo>
                  <a:lnTo>
                    <a:pt x="5154409" y="2572220"/>
                  </a:lnTo>
                  <a:lnTo>
                    <a:pt x="5152542" y="2574086"/>
                  </a:lnTo>
                  <a:lnTo>
                    <a:pt x="5152072" y="2575204"/>
                  </a:lnTo>
                  <a:lnTo>
                    <a:pt x="5152072" y="2577833"/>
                  </a:lnTo>
                  <a:lnTo>
                    <a:pt x="5152542" y="2578951"/>
                  </a:lnTo>
                  <a:lnTo>
                    <a:pt x="5154409" y="2580817"/>
                  </a:lnTo>
                  <a:lnTo>
                    <a:pt x="5155527" y="2581275"/>
                  </a:lnTo>
                  <a:lnTo>
                    <a:pt x="5158156" y="2581275"/>
                  </a:lnTo>
                  <a:lnTo>
                    <a:pt x="5159273" y="2580817"/>
                  </a:lnTo>
                  <a:lnTo>
                    <a:pt x="5161140" y="2578951"/>
                  </a:lnTo>
                  <a:lnTo>
                    <a:pt x="5161597" y="2577833"/>
                  </a:lnTo>
                  <a:lnTo>
                    <a:pt x="5161597" y="2575204"/>
                  </a:lnTo>
                  <a:close/>
                </a:path>
                <a:path w="6486525" h="2628900">
                  <a:moveTo>
                    <a:pt x="5161597" y="2527579"/>
                  </a:moveTo>
                  <a:lnTo>
                    <a:pt x="5161140" y="2526461"/>
                  </a:lnTo>
                  <a:lnTo>
                    <a:pt x="5159273" y="2524595"/>
                  </a:lnTo>
                  <a:lnTo>
                    <a:pt x="5158156" y="2524125"/>
                  </a:lnTo>
                  <a:lnTo>
                    <a:pt x="5155527" y="2524125"/>
                  </a:lnTo>
                  <a:lnTo>
                    <a:pt x="5154409" y="2524595"/>
                  </a:lnTo>
                  <a:lnTo>
                    <a:pt x="5152542" y="2526461"/>
                  </a:lnTo>
                  <a:lnTo>
                    <a:pt x="5152072" y="2527579"/>
                  </a:lnTo>
                  <a:lnTo>
                    <a:pt x="5152072" y="2530208"/>
                  </a:lnTo>
                  <a:lnTo>
                    <a:pt x="5152542" y="2531326"/>
                  </a:lnTo>
                  <a:lnTo>
                    <a:pt x="5154409" y="2533192"/>
                  </a:lnTo>
                  <a:lnTo>
                    <a:pt x="5155527" y="2533650"/>
                  </a:lnTo>
                  <a:lnTo>
                    <a:pt x="5158156" y="2533650"/>
                  </a:lnTo>
                  <a:lnTo>
                    <a:pt x="5159273" y="2533192"/>
                  </a:lnTo>
                  <a:lnTo>
                    <a:pt x="5161140" y="2531326"/>
                  </a:lnTo>
                  <a:lnTo>
                    <a:pt x="5161597" y="2530208"/>
                  </a:lnTo>
                  <a:lnTo>
                    <a:pt x="5161597" y="2527579"/>
                  </a:lnTo>
                  <a:close/>
                </a:path>
                <a:path w="6486525" h="2628900">
                  <a:moveTo>
                    <a:pt x="5161597" y="2479954"/>
                  </a:moveTo>
                  <a:lnTo>
                    <a:pt x="5161140" y="2478836"/>
                  </a:lnTo>
                  <a:lnTo>
                    <a:pt x="5159273" y="2476970"/>
                  </a:lnTo>
                  <a:lnTo>
                    <a:pt x="5158156" y="2476500"/>
                  </a:lnTo>
                  <a:lnTo>
                    <a:pt x="5155527" y="2476500"/>
                  </a:lnTo>
                  <a:lnTo>
                    <a:pt x="5154409" y="2476970"/>
                  </a:lnTo>
                  <a:lnTo>
                    <a:pt x="5152542" y="2478836"/>
                  </a:lnTo>
                  <a:lnTo>
                    <a:pt x="5152072" y="2479954"/>
                  </a:lnTo>
                  <a:lnTo>
                    <a:pt x="5152072" y="2482583"/>
                  </a:lnTo>
                  <a:lnTo>
                    <a:pt x="5152542" y="2483701"/>
                  </a:lnTo>
                  <a:lnTo>
                    <a:pt x="5154409" y="2485567"/>
                  </a:lnTo>
                  <a:lnTo>
                    <a:pt x="5155527" y="2486025"/>
                  </a:lnTo>
                  <a:lnTo>
                    <a:pt x="5158156" y="2486025"/>
                  </a:lnTo>
                  <a:lnTo>
                    <a:pt x="5159273" y="2485567"/>
                  </a:lnTo>
                  <a:lnTo>
                    <a:pt x="5161140" y="2483701"/>
                  </a:lnTo>
                  <a:lnTo>
                    <a:pt x="5161597" y="2482583"/>
                  </a:lnTo>
                  <a:lnTo>
                    <a:pt x="5161597" y="2479954"/>
                  </a:lnTo>
                  <a:close/>
                </a:path>
                <a:path w="6486525" h="2628900">
                  <a:moveTo>
                    <a:pt x="5161597" y="2432329"/>
                  </a:moveTo>
                  <a:lnTo>
                    <a:pt x="5161140" y="2431211"/>
                  </a:lnTo>
                  <a:lnTo>
                    <a:pt x="5159273" y="2429345"/>
                  </a:lnTo>
                  <a:lnTo>
                    <a:pt x="5158156" y="2428875"/>
                  </a:lnTo>
                  <a:lnTo>
                    <a:pt x="5155527" y="2428875"/>
                  </a:lnTo>
                  <a:lnTo>
                    <a:pt x="5154409" y="2429345"/>
                  </a:lnTo>
                  <a:lnTo>
                    <a:pt x="5152542" y="2431211"/>
                  </a:lnTo>
                  <a:lnTo>
                    <a:pt x="5152072" y="2432329"/>
                  </a:lnTo>
                  <a:lnTo>
                    <a:pt x="5152072" y="2434958"/>
                  </a:lnTo>
                  <a:lnTo>
                    <a:pt x="5152542" y="2436076"/>
                  </a:lnTo>
                  <a:lnTo>
                    <a:pt x="5154409" y="2437942"/>
                  </a:lnTo>
                  <a:lnTo>
                    <a:pt x="5155527" y="2438400"/>
                  </a:lnTo>
                  <a:lnTo>
                    <a:pt x="5158156" y="2438400"/>
                  </a:lnTo>
                  <a:lnTo>
                    <a:pt x="5159273" y="2437942"/>
                  </a:lnTo>
                  <a:lnTo>
                    <a:pt x="5161140" y="2436076"/>
                  </a:lnTo>
                  <a:lnTo>
                    <a:pt x="5161597" y="2434958"/>
                  </a:lnTo>
                  <a:lnTo>
                    <a:pt x="5161597" y="2432329"/>
                  </a:lnTo>
                  <a:close/>
                </a:path>
                <a:path w="6486525" h="2628900">
                  <a:moveTo>
                    <a:pt x="5161597" y="2384704"/>
                  </a:moveTo>
                  <a:lnTo>
                    <a:pt x="5161140" y="2383586"/>
                  </a:lnTo>
                  <a:lnTo>
                    <a:pt x="5159273" y="2381720"/>
                  </a:lnTo>
                  <a:lnTo>
                    <a:pt x="5158156" y="2381250"/>
                  </a:lnTo>
                  <a:lnTo>
                    <a:pt x="5155527" y="2381250"/>
                  </a:lnTo>
                  <a:lnTo>
                    <a:pt x="5154409" y="2381720"/>
                  </a:lnTo>
                  <a:lnTo>
                    <a:pt x="5152542" y="2383586"/>
                  </a:lnTo>
                  <a:lnTo>
                    <a:pt x="5152072" y="2384704"/>
                  </a:lnTo>
                  <a:lnTo>
                    <a:pt x="5152072" y="2387333"/>
                  </a:lnTo>
                  <a:lnTo>
                    <a:pt x="5152542" y="2388451"/>
                  </a:lnTo>
                  <a:lnTo>
                    <a:pt x="5154409" y="2390317"/>
                  </a:lnTo>
                  <a:lnTo>
                    <a:pt x="5155527" y="2390775"/>
                  </a:lnTo>
                  <a:lnTo>
                    <a:pt x="5158156" y="2390775"/>
                  </a:lnTo>
                  <a:lnTo>
                    <a:pt x="5159273" y="2390317"/>
                  </a:lnTo>
                  <a:lnTo>
                    <a:pt x="5161140" y="2388451"/>
                  </a:lnTo>
                  <a:lnTo>
                    <a:pt x="5161597" y="2387333"/>
                  </a:lnTo>
                  <a:lnTo>
                    <a:pt x="5161597" y="2384704"/>
                  </a:lnTo>
                  <a:close/>
                </a:path>
                <a:path w="6486525" h="2628900">
                  <a:moveTo>
                    <a:pt x="5161597" y="2337079"/>
                  </a:moveTo>
                  <a:lnTo>
                    <a:pt x="5161140" y="2335961"/>
                  </a:lnTo>
                  <a:lnTo>
                    <a:pt x="5159273" y="2334095"/>
                  </a:lnTo>
                  <a:lnTo>
                    <a:pt x="5158156" y="2333625"/>
                  </a:lnTo>
                  <a:lnTo>
                    <a:pt x="5155527" y="2333625"/>
                  </a:lnTo>
                  <a:lnTo>
                    <a:pt x="5154409" y="2334095"/>
                  </a:lnTo>
                  <a:lnTo>
                    <a:pt x="5152542" y="2335961"/>
                  </a:lnTo>
                  <a:lnTo>
                    <a:pt x="5152072" y="2337079"/>
                  </a:lnTo>
                  <a:lnTo>
                    <a:pt x="5152072" y="2339708"/>
                  </a:lnTo>
                  <a:lnTo>
                    <a:pt x="5152542" y="2340826"/>
                  </a:lnTo>
                  <a:lnTo>
                    <a:pt x="5154409" y="2342692"/>
                  </a:lnTo>
                  <a:lnTo>
                    <a:pt x="5155527" y="2343150"/>
                  </a:lnTo>
                  <a:lnTo>
                    <a:pt x="5158156" y="2343150"/>
                  </a:lnTo>
                  <a:lnTo>
                    <a:pt x="5159273" y="2342692"/>
                  </a:lnTo>
                  <a:lnTo>
                    <a:pt x="5161140" y="2340826"/>
                  </a:lnTo>
                  <a:lnTo>
                    <a:pt x="5161597" y="2339708"/>
                  </a:lnTo>
                  <a:lnTo>
                    <a:pt x="5161597" y="2337079"/>
                  </a:lnTo>
                  <a:close/>
                </a:path>
                <a:path w="6486525" h="2628900">
                  <a:moveTo>
                    <a:pt x="5161597" y="2289454"/>
                  </a:moveTo>
                  <a:lnTo>
                    <a:pt x="5161140" y="2288336"/>
                  </a:lnTo>
                  <a:lnTo>
                    <a:pt x="5159273" y="2286470"/>
                  </a:lnTo>
                  <a:lnTo>
                    <a:pt x="5158156" y="2286000"/>
                  </a:lnTo>
                  <a:lnTo>
                    <a:pt x="5155527" y="2286000"/>
                  </a:lnTo>
                  <a:lnTo>
                    <a:pt x="5154409" y="2286470"/>
                  </a:lnTo>
                  <a:lnTo>
                    <a:pt x="5152542" y="2288336"/>
                  </a:lnTo>
                  <a:lnTo>
                    <a:pt x="5152072" y="2289454"/>
                  </a:lnTo>
                  <a:lnTo>
                    <a:pt x="5152072" y="2292083"/>
                  </a:lnTo>
                  <a:lnTo>
                    <a:pt x="5152542" y="2293201"/>
                  </a:lnTo>
                  <a:lnTo>
                    <a:pt x="5154409" y="2295067"/>
                  </a:lnTo>
                  <a:lnTo>
                    <a:pt x="5155527" y="2295525"/>
                  </a:lnTo>
                  <a:lnTo>
                    <a:pt x="5158156" y="2295525"/>
                  </a:lnTo>
                  <a:lnTo>
                    <a:pt x="5159273" y="2295067"/>
                  </a:lnTo>
                  <a:lnTo>
                    <a:pt x="5161140" y="2293201"/>
                  </a:lnTo>
                  <a:lnTo>
                    <a:pt x="5161597" y="2292083"/>
                  </a:lnTo>
                  <a:lnTo>
                    <a:pt x="5161597" y="2289454"/>
                  </a:lnTo>
                  <a:close/>
                </a:path>
                <a:path w="6486525" h="2628900">
                  <a:moveTo>
                    <a:pt x="5161597" y="2241829"/>
                  </a:moveTo>
                  <a:lnTo>
                    <a:pt x="5161140" y="2240711"/>
                  </a:lnTo>
                  <a:lnTo>
                    <a:pt x="5159273" y="2238845"/>
                  </a:lnTo>
                  <a:lnTo>
                    <a:pt x="5158156" y="2238375"/>
                  </a:lnTo>
                  <a:lnTo>
                    <a:pt x="5155527" y="2238375"/>
                  </a:lnTo>
                  <a:lnTo>
                    <a:pt x="5154409" y="2238845"/>
                  </a:lnTo>
                  <a:lnTo>
                    <a:pt x="5152542" y="2240711"/>
                  </a:lnTo>
                  <a:lnTo>
                    <a:pt x="5152072" y="2241829"/>
                  </a:lnTo>
                  <a:lnTo>
                    <a:pt x="5152072" y="2244458"/>
                  </a:lnTo>
                  <a:lnTo>
                    <a:pt x="5152542" y="2245576"/>
                  </a:lnTo>
                  <a:lnTo>
                    <a:pt x="5154409" y="2247442"/>
                  </a:lnTo>
                  <a:lnTo>
                    <a:pt x="5155527" y="2247900"/>
                  </a:lnTo>
                  <a:lnTo>
                    <a:pt x="5158156" y="2247900"/>
                  </a:lnTo>
                  <a:lnTo>
                    <a:pt x="5159273" y="2247442"/>
                  </a:lnTo>
                  <a:lnTo>
                    <a:pt x="5161140" y="2245576"/>
                  </a:lnTo>
                  <a:lnTo>
                    <a:pt x="5161597" y="2244458"/>
                  </a:lnTo>
                  <a:lnTo>
                    <a:pt x="5161597" y="2241829"/>
                  </a:lnTo>
                  <a:close/>
                </a:path>
                <a:path w="6486525" h="2628900">
                  <a:moveTo>
                    <a:pt x="5161597" y="2194204"/>
                  </a:moveTo>
                  <a:lnTo>
                    <a:pt x="5161140" y="2193086"/>
                  </a:lnTo>
                  <a:lnTo>
                    <a:pt x="5159273" y="2191220"/>
                  </a:lnTo>
                  <a:lnTo>
                    <a:pt x="5158156" y="2190750"/>
                  </a:lnTo>
                  <a:lnTo>
                    <a:pt x="5155527" y="2190750"/>
                  </a:lnTo>
                  <a:lnTo>
                    <a:pt x="5154409" y="2191220"/>
                  </a:lnTo>
                  <a:lnTo>
                    <a:pt x="5152542" y="2193086"/>
                  </a:lnTo>
                  <a:lnTo>
                    <a:pt x="5152072" y="2194204"/>
                  </a:lnTo>
                  <a:lnTo>
                    <a:pt x="5152072" y="2196833"/>
                  </a:lnTo>
                  <a:lnTo>
                    <a:pt x="5152542" y="2197951"/>
                  </a:lnTo>
                  <a:lnTo>
                    <a:pt x="5154409" y="2199817"/>
                  </a:lnTo>
                  <a:lnTo>
                    <a:pt x="5155527" y="2200275"/>
                  </a:lnTo>
                  <a:lnTo>
                    <a:pt x="5158156" y="2200275"/>
                  </a:lnTo>
                  <a:lnTo>
                    <a:pt x="5159273" y="2199817"/>
                  </a:lnTo>
                  <a:lnTo>
                    <a:pt x="5161140" y="2197951"/>
                  </a:lnTo>
                  <a:lnTo>
                    <a:pt x="5161597" y="2196833"/>
                  </a:lnTo>
                  <a:lnTo>
                    <a:pt x="5161597" y="2194204"/>
                  </a:lnTo>
                  <a:close/>
                </a:path>
                <a:path w="6486525" h="2628900">
                  <a:moveTo>
                    <a:pt x="5161597" y="2146579"/>
                  </a:moveTo>
                  <a:lnTo>
                    <a:pt x="5161140" y="2145461"/>
                  </a:lnTo>
                  <a:lnTo>
                    <a:pt x="5159273" y="2143595"/>
                  </a:lnTo>
                  <a:lnTo>
                    <a:pt x="5158156" y="2143125"/>
                  </a:lnTo>
                  <a:lnTo>
                    <a:pt x="5155527" y="2143125"/>
                  </a:lnTo>
                  <a:lnTo>
                    <a:pt x="5154409" y="2143595"/>
                  </a:lnTo>
                  <a:lnTo>
                    <a:pt x="5152542" y="2145461"/>
                  </a:lnTo>
                  <a:lnTo>
                    <a:pt x="5152072" y="2146579"/>
                  </a:lnTo>
                  <a:lnTo>
                    <a:pt x="5152072" y="2149208"/>
                  </a:lnTo>
                  <a:lnTo>
                    <a:pt x="5152542" y="2150326"/>
                  </a:lnTo>
                  <a:lnTo>
                    <a:pt x="5154409" y="2152192"/>
                  </a:lnTo>
                  <a:lnTo>
                    <a:pt x="5155527" y="2152650"/>
                  </a:lnTo>
                  <a:lnTo>
                    <a:pt x="5158156" y="2152650"/>
                  </a:lnTo>
                  <a:lnTo>
                    <a:pt x="5159273" y="2152192"/>
                  </a:lnTo>
                  <a:lnTo>
                    <a:pt x="5161140" y="2150326"/>
                  </a:lnTo>
                  <a:lnTo>
                    <a:pt x="5161597" y="2149208"/>
                  </a:lnTo>
                  <a:lnTo>
                    <a:pt x="5161597" y="2146579"/>
                  </a:lnTo>
                  <a:close/>
                </a:path>
                <a:path w="6486525" h="2628900">
                  <a:moveTo>
                    <a:pt x="5161597" y="2098954"/>
                  </a:moveTo>
                  <a:lnTo>
                    <a:pt x="5161140" y="2097836"/>
                  </a:lnTo>
                  <a:lnTo>
                    <a:pt x="5159273" y="2095969"/>
                  </a:lnTo>
                  <a:lnTo>
                    <a:pt x="5158156" y="2095500"/>
                  </a:lnTo>
                  <a:lnTo>
                    <a:pt x="5155527" y="2095500"/>
                  </a:lnTo>
                  <a:lnTo>
                    <a:pt x="5154409" y="2095969"/>
                  </a:lnTo>
                  <a:lnTo>
                    <a:pt x="5152542" y="2097836"/>
                  </a:lnTo>
                  <a:lnTo>
                    <a:pt x="5152072" y="2098954"/>
                  </a:lnTo>
                  <a:lnTo>
                    <a:pt x="5152072" y="2101583"/>
                  </a:lnTo>
                  <a:lnTo>
                    <a:pt x="5152542" y="2102700"/>
                  </a:lnTo>
                  <a:lnTo>
                    <a:pt x="5154409" y="2104567"/>
                  </a:lnTo>
                  <a:lnTo>
                    <a:pt x="5155527" y="2105025"/>
                  </a:lnTo>
                  <a:lnTo>
                    <a:pt x="5158156" y="2105025"/>
                  </a:lnTo>
                  <a:lnTo>
                    <a:pt x="5159273" y="2104567"/>
                  </a:lnTo>
                  <a:lnTo>
                    <a:pt x="5161140" y="2102700"/>
                  </a:lnTo>
                  <a:lnTo>
                    <a:pt x="5161597" y="2101583"/>
                  </a:lnTo>
                  <a:lnTo>
                    <a:pt x="5161597" y="2098954"/>
                  </a:lnTo>
                  <a:close/>
                </a:path>
                <a:path w="6486525" h="2628900">
                  <a:moveTo>
                    <a:pt x="5161597" y="2051329"/>
                  </a:moveTo>
                  <a:lnTo>
                    <a:pt x="5161140" y="2050211"/>
                  </a:lnTo>
                  <a:lnTo>
                    <a:pt x="5159273" y="2048344"/>
                  </a:lnTo>
                  <a:lnTo>
                    <a:pt x="5158156" y="2047875"/>
                  </a:lnTo>
                  <a:lnTo>
                    <a:pt x="5155527" y="2047875"/>
                  </a:lnTo>
                  <a:lnTo>
                    <a:pt x="5154409" y="2048344"/>
                  </a:lnTo>
                  <a:lnTo>
                    <a:pt x="5152542" y="2050211"/>
                  </a:lnTo>
                  <a:lnTo>
                    <a:pt x="5152072" y="2051329"/>
                  </a:lnTo>
                  <a:lnTo>
                    <a:pt x="5152072" y="2053958"/>
                  </a:lnTo>
                  <a:lnTo>
                    <a:pt x="5152542" y="2055075"/>
                  </a:lnTo>
                  <a:lnTo>
                    <a:pt x="5154409" y="2056942"/>
                  </a:lnTo>
                  <a:lnTo>
                    <a:pt x="5155527" y="2057400"/>
                  </a:lnTo>
                  <a:lnTo>
                    <a:pt x="5158156" y="2057400"/>
                  </a:lnTo>
                  <a:lnTo>
                    <a:pt x="5159273" y="2056942"/>
                  </a:lnTo>
                  <a:lnTo>
                    <a:pt x="5161140" y="2055075"/>
                  </a:lnTo>
                  <a:lnTo>
                    <a:pt x="5161597" y="2053958"/>
                  </a:lnTo>
                  <a:lnTo>
                    <a:pt x="5161597" y="2051329"/>
                  </a:lnTo>
                  <a:close/>
                </a:path>
                <a:path w="6486525" h="2628900">
                  <a:moveTo>
                    <a:pt x="5161597" y="2003704"/>
                  </a:moveTo>
                  <a:lnTo>
                    <a:pt x="5161140" y="2002586"/>
                  </a:lnTo>
                  <a:lnTo>
                    <a:pt x="5159273" y="2000719"/>
                  </a:lnTo>
                  <a:lnTo>
                    <a:pt x="5158156" y="2000250"/>
                  </a:lnTo>
                  <a:lnTo>
                    <a:pt x="5155527" y="2000250"/>
                  </a:lnTo>
                  <a:lnTo>
                    <a:pt x="5154409" y="2000719"/>
                  </a:lnTo>
                  <a:lnTo>
                    <a:pt x="5152542" y="2002586"/>
                  </a:lnTo>
                  <a:lnTo>
                    <a:pt x="5152072" y="2003704"/>
                  </a:lnTo>
                  <a:lnTo>
                    <a:pt x="5152072" y="2006333"/>
                  </a:lnTo>
                  <a:lnTo>
                    <a:pt x="5152542" y="2007450"/>
                  </a:lnTo>
                  <a:lnTo>
                    <a:pt x="5154409" y="2009317"/>
                  </a:lnTo>
                  <a:lnTo>
                    <a:pt x="5155527" y="2009775"/>
                  </a:lnTo>
                  <a:lnTo>
                    <a:pt x="5158156" y="2009775"/>
                  </a:lnTo>
                  <a:lnTo>
                    <a:pt x="5159273" y="2009317"/>
                  </a:lnTo>
                  <a:lnTo>
                    <a:pt x="5161140" y="2007450"/>
                  </a:lnTo>
                  <a:lnTo>
                    <a:pt x="5161597" y="2006333"/>
                  </a:lnTo>
                  <a:lnTo>
                    <a:pt x="5161597" y="2003704"/>
                  </a:lnTo>
                  <a:close/>
                </a:path>
                <a:path w="6486525" h="2628900">
                  <a:moveTo>
                    <a:pt x="5161597" y="1956079"/>
                  </a:moveTo>
                  <a:lnTo>
                    <a:pt x="5161140" y="1954961"/>
                  </a:lnTo>
                  <a:lnTo>
                    <a:pt x="5159273" y="1953094"/>
                  </a:lnTo>
                  <a:lnTo>
                    <a:pt x="5158156" y="1952625"/>
                  </a:lnTo>
                  <a:lnTo>
                    <a:pt x="5155527" y="1952625"/>
                  </a:lnTo>
                  <a:lnTo>
                    <a:pt x="5154409" y="1953094"/>
                  </a:lnTo>
                  <a:lnTo>
                    <a:pt x="5152542" y="1954961"/>
                  </a:lnTo>
                  <a:lnTo>
                    <a:pt x="5152072" y="1956079"/>
                  </a:lnTo>
                  <a:lnTo>
                    <a:pt x="5152072" y="1958708"/>
                  </a:lnTo>
                  <a:lnTo>
                    <a:pt x="5152542" y="1959825"/>
                  </a:lnTo>
                  <a:lnTo>
                    <a:pt x="5154409" y="1961692"/>
                  </a:lnTo>
                  <a:lnTo>
                    <a:pt x="5155527" y="1962150"/>
                  </a:lnTo>
                  <a:lnTo>
                    <a:pt x="5158156" y="1962150"/>
                  </a:lnTo>
                  <a:lnTo>
                    <a:pt x="5159273" y="1961692"/>
                  </a:lnTo>
                  <a:lnTo>
                    <a:pt x="5161140" y="1959825"/>
                  </a:lnTo>
                  <a:lnTo>
                    <a:pt x="5161597" y="1958708"/>
                  </a:lnTo>
                  <a:lnTo>
                    <a:pt x="5161597" y="1956079"/>
                  </a:lnTo>
                  <a:close/>
                </a:path>
                <a:path w="6486525" h="2628900">
                  <a:moveTo>
                    <a:pt x="5161597" y="1908454"/>
                  </a:moveTo>
                  <a:lnTo>
                    <a:pt x="5161140" y="1907336"/>
                  </a:lnTo>
                  <a:lnTo>
                    <a:pt x="5159273" y="1905469"/>
                  </a:lnTo>
                  <a:lnTo>
                    <a:pt x="5158156" y="1905000"/>
                  </a:lnTo>
                  <a:lnTo>
                    <a:pt x="5155527" y="1905000"/>
                  </a:lnTo>
                  <a:lnTo>
                    <a:pt x="5154409" y="1905469"/>
                  </a:lnTo>
                  <a:lnTo>
                    <a:pt x="5152542" y="1907336"/>
                  </a:lnTo>
                  <a:lnTo>
                    <a:pt x="5152072" y="1908454"/>
                  </a:lnTo>
                  <a:lnTo>
                    <a:pt x="5152072" y="1911083"/>
                  </a:lnTo>
                  <a:lnTo>
                    <a:pt x="5152542" y="1912200"/>
                  </a:lnTo>
                  <a:lnTo>
                    <a:pt x="5154409" y="1914067"/>
                  </a:lnTo>
                  <a:lnTo>
                    <a:pt x="5155527" y="1914525"/>
                  </a:lnTo>
                  <a:lnTo>
                    <a:pt x="5158156" y="1914525"/>
                  </a:lnTo>
                  <a:lnTo>
                    <a:pt x="5159273" y="1914067"/>
                  </a:lnTo>
                  <a:lnTo>
                    <a:pt x="5161140" y="1912200"/>
                  </a:lnTo>
                  <a:lnTo>
                    <a:pt x="5161597" y="1911083"/>
                  </a:lnTo>
                  <a:lnTo>
                    <a:pt x="5161597" y="1908454"/>
                  </a:lnTo>
                  <a:close/>
                </a:path>
                <a:path w="6486525" h="2628900">
                  <a:moveTo>
                    <a:pt x="5161597" y="1860829"/>
                  </a:moveTo>
                  <a:lnTo>
                    <a:pt x="5161140" y="1859711"/>
                  </a:lnTo>
                  <a:lnTo>
                    <a:pt x="5159273" y="1857844"/>
                  </a:lnTo>
                  <a:lnTo>
                    <a:pt x="5158156" y="1857375"/>
                  </a:lnTo>
                  <a:lnTo>
                    <a:pt x="5155527" y="1857375"/>
                  </a:lnTo>
                  <a:lnTo>
                    <a:pt x="5154409" y="1857844"/>
                  </a:lnTo>
                  <a:lnTo>
                    <a:pt x="5152542" y="1859711"/>
                  </a:lnTo>
                  <a:lnTo>
                    <a:pt x="5152072" y="1860829"/>
                  </a:lnTo>
                  <a:lnTo>
                    <a:pt x="5152072" y="1863458"/>
                  </a:lnTo>
                  <a:lnTo>
                    <a:pt x="5152542" y="1864575"/>
                  </a:lnTo>
                  <a:lnTo>
                    <a:pt x="5154409" y="1866442"/>
                  </a:lnTo>
                  <a:lnTo>
                    <a:pt x="5155527" y="1866900"/>
                  </a:lnTo>
                  <a:lnTo>
                    <a:pt x="5158156" y="1866900"/>
                  </a:lnTo>
                  <a:lnTo>
                    <a:pt x="5159273" y="1866442"/>
                  </a:lnTo>
                  <a:lnTo>
                    <a:pt x="5161140" y="1864575"/>
                  </a:lnTo>
                  <a:lnTo>
                    <a:pt x="5161597" y="1863458"/>
                  </a:lnTo>
                  <a:lnTo>
                    <a:pt x="5161597" y="1860829"/>
                  </a:lnTo>
                  <a:close/>
                </a:path>
                <a:path w="6486525" h="2628900">
                  <a:moveTo>
                    <a:pt x="5161597" y="1813204"/>
                  </a:moveTo>
                  <a:lnTo>
                    <a:pt x="5161140" y="1812086"/>
                  </a:lnTo>
                  <a:lnTo>
                    <a:pt x="5159273" y="1810219"/>
                  </a:lnTo>
                  <a:lnTo>
                    <a:pt x="5158156" y="1809750"/>
                  </a:lnTo>
                  <a:lnTo>
                    <a:pt x="5155527" y="1809750"/>
                  </a:lnTo>
                  <a:lnTo>
                    <a:pt x="5154409" y="1810219"/>
                  </a:lnTo>
                  <a:lnTo>
                    <a:pt x="5152542" y="1812086"/>
                  </a:lnTo>
                  <a:lnTo>
                    <a:pt x="5152072" y="1813204"/>
                  </a:lnTo>
                  <a:lnTo>
                    <a:pt x="5152072" y="1815833"/>
                  </a:lnTo>
                  <a:lnTo>
                    <a:pt x="5152542" y="1816950"/>
                  </a:lnTo>
                  <a:lnTo>
                    <a:pt x="5154409" y="1818817"/>
                  </a:lnTo>
                  <a:lnTo>
                    <a:pt x="5155527" y="1819275"/>
                  </a:lnTo>
                  <a:lnTo>
                    <a:pt x="5158156" y="1819275"/>
                  </a:lnTo>
                  <a:lnTo>
                    <a:pt x="5159273" y="1818817"/>
                  </a:lnTo>
                  <a:lnTo>
                    <a:pt x="5161140" y="1816950"/>
                  </a:lnTo>
                  <a:lnTo>
                    <a:pt x="5161597" y="1815833"/>
                  </a:lnTo>
                  <a:lnTo>
                    <a:pt x="5161597" y="1813204"/>
                  </a:lnTo>
                  <a:close/>
                </a:path>
                <a:path w="6486525" h="2628900">
                  <a:moveTo>
                    <a:pt x="5161597" y="1765579"/>
                  </a:moveTo>
                  <a:lnTo>
                    <a:pt x="5161140" y="1764461"/>
                  </a:lnTo>
                  <a:lnTo>
                    <a:pt x="5159273" y="1762594"/>
                  </a:lnTo>
                  <a:lnTo>
                    <a:pt x="5158156" y="1762125"/>
                  </a:lnTo>
                  <a:lnTo>
                    <a:pt x="5155527" y="1762125"/>
                  </a:lnTo>
                  <a:lnTo>
                    <a:pt x="5154409" y="1762594"/>
                  </a:lnTo>
                  <a:lnTo>
                    <a:pt x="5152542" y="1764461"/>
                  </a:lnTo>
                  <a:lnTo>
                    <a:pt x="5152072" y="1765579"/>
                  </a:lnTo>
                  <a:lnTo>
                    <a:pt x="5152072" y="1768208"/>
                  </a:lnTo>
                  <a:lnTo>
                    <a:pt x="5152542" y="1769325"/>
                  </a:lnTo>
                  <a:lnTo>
                    <a:pt x="5154409" y="1771192"/>
                  </a:lnTo>
                  <a:lnTo>
                    <a:pt x="5155527" y="1771650"/>
                  </a:lnTo>
                  <a:lnTo>
                    <a:pt x="5158156" y="1771650"/>
                  </a:lnTo>
                  <a:lnTo>
                    <a:pt x="5159273" y="1771192"/>
                  </a:lnTo>
                  <a:lnTo>
                    <a:pt x="5161140" y="1769325"/>
                  </a:lnTo>
                  <a:lnTo>
                    <a:pt x="5161597" y="1768208"/>
                  </a:lnTo>
                  <a:lnTo>
                    <a:pt x="5161597" y="1765579"/>
                  </a:lnTo>
                  <a:close/>
                </a:path>
                <a:path w="6486525" h="2628900">
                  <a:moveTo>
                    <a:pt x="5161597" y="1717954"/>
                  </a:moveTo>
                  <a:lnTo>
                    <a:pt x="5161140" y="1716836"/>
                  </a:lnTo>
                  <a:lnTo>
                    <a:pt x="5159273" y="1714969"/>
                  </a:lnTo>
                  <a:lnTo>
                    <a:pt x="5158156" y="1714500"/>
                  </a:lnTo>
                  <a:lnTo>
                    <a:pt x="5155527" y="1714500"/>
                  </a:lnTo>
                  <a:lnTo>
                    <a:pt x="5154409" y="1714969"/>
                  </a:lnTo>
                  <a:lnTo>
                    <a:pt x="5152542" y="1716836"/>
                  </a:lnTo>
                  <a:lnTo>
                    <a:pt x="5152072" y="1717954"/>
                  </a:lnTo>
                  <a:lnTo>
                    <a:pt x="5152072" y="1720583"/>
                  </a:lnTo>
                  <a:lnTo>
                    <a:pt x="5152542" y="1721700"/>
                  </a:lnTo>
                  <a:lnTo>
                    <a:pt x="5154409" y="1723567"/>
                  </a:lnTo>
                  <a:lnTo>
                    <a:pt x="5155527" y="1724025"/>
                  </a:lnTo>
                  <a:lnTo>
                    <a:pt x="5158156" y="1724025"/>
                  </a:lnTo>
                  <a:lnTo>
                    <a:pt x="5159273" y="1723567"/>
                  </a:lnTo>
                  <a:lnTo>
                    <a:pt x="5161140" y="1721700"/>
                  </a:lnTo>
                  <a:lnTo>
                    <a:pt x="5161597" y="1720583"/>
                  </a:lnTo>
                  <a:lnTo>
                    <a:pt x="5161597" y="1717954"/>
                  </a:lnTo>
                  <a:close/>
                </a:path>
                <a:path w="6486525" h="2628900">
                  <a:moveTo>
                    <a:pt x="5161597" y="1670329"/>
                  </a:moveTo>
                  <a:lnTo>
                    <a:pt x="5161140" y="1669211"/>
                  </a:lnTo>
                  <a:lnTo>
                    <a:pt x="5159273" y="1667344"/>
                  </a:lnTo>
                  <a:lnTo>
                    <a:pt x="5158156" y="1666875"/>
                  </a:lnTo>
                  <a:lnTo>
                    <a:pt x="5155527" y="1666875"/>
                  </a:lnTo>
                  <a:lnTo>
                    <a:pt x="5154409" y="1667344"/>
                  </a:lnTo>
                  <a:lnTo>
                    <a:pt x="5152542" y="1669211"/>
                  </a:lnTo>
                  <a:lnTo>
                    <a:pt x="5152072" y="1670329"/>
                  </a:lnTo>
                  <a:lnTo>
                    <a:pt x="5152072" y="1672958"/>
                  </a:lnTo>
                  <a:lnTo>
                    <a:pt x="5152542" y="1674075"/>
                  </a:lnTo>
                  <a:lnTo>
                    <a:pt x="5154409" y="1675942"/>
                  </a:lnTo>
                  <a:lnTo>
                    <a:pt x="5155527" y="1676400"/>
                  </a:lnTo>
                  <a:lnTo>
                    <a:pt x="5158156" y="1676400"/>
                  </a:lnTo>
                  <a:lnTo>
                    <a:pt x="5159273" y="1675942"/>
                  </a:lnTo>
                  <a:lnTo>
                    <a:pt x="5161140" y="1674075"/>
                  </a:lnTo>
                  <a:lnTo>
                    <a:pt x="5161597" y="1672958"/>
                  </a:lnTo>
                  <a:lnTo>
                    <a:pt x="5161597" y="1670329"/>
                  </a:lnTo>
                  <a:close/>
                </a:path>
                <a:path w="6486525" h="2628900">
                  <a:moveTo>
                    <a:pt x="5161597" y="1622704"/>
                  </a:moveTo>
                  <a:lnTo>
                    <a:pt x="5161140" y="1621586"/>
                  </a:lnTo>
                  <a:lnTo>
                    <a:pt x="5159273" y="1619719"/>
                  </a:lnTo>
                  <a:lnTo>
                    <a:pt x="5158156" y="1619250"/>
                  </a:lnTo>
                  <a:lnTo>
                    <a:pt x="5155527" y="1619250"/>
                  </a:lnTo>
                  <a:lnTo>
                    <a:pt x="5154409" y="1619719"/>
                  </a:lnTo>
                  <a:lnTo>
                    <a:pt x="5152542" y="1621586"/>
                  </a:lnTo>
                  <a:lnTo>
                    <a:pt x="5152072" y="1622704"/>
                  </a:lnTo>
                  <a:lnTo>
                    <a:pt x="5152072" y="1625333"/>
                  </a:lnTo>
                  <a:lnTo>
                    <a:pt x="5152542" y="1626450"/>
                  </a:lnTo>
                  <a:lnTo>
                    <a:pt x="5154409" y="1628317"/>
                  </a:lnTo>
                  <a:lnTo>
                    <a:pt x="5155527" y="1628775"/>
                  </a:lnTo>
                  <a:lnTo>
                    <a:pt x="5158156" y="1628775"/>
                  </a:lnTo>
                  <a:lnTo>
                    <a:pt x="5159273" y="1628317"/>
                  </a:lnTo>
                  <a:lnTo>
                    <a:pt x="5161140" y="1626450"/>
                  </a:lnTo>
                  <a:lnTo>
                    <a:pt x="5161597" y="1625333"/>
                  </a:lnTo>
                  <a:lnTo>
                    <a:pt x="5161597" y="1622704"/>
                  </a:lnTo>
                  <a:close/>
                </a:path>
                <a:path w="6486525" h="2628900">
                  <a:moveTo>
                    <a:pt x="5161597" y="1575079"/>
                  </a:moveTo>
                  <a:lnTo>
                    <a:pt x="5161140" y="1573961"/>
                  </a:lnTo>
                  <a:lnTo>
                    <a:pt x="5159273" y="1572094"/>
                  </a:lnTo>
                  <a:lnTo>
                    <a:pt x="5158156" y="1571625"/>
                  </a:lnTo>
                  <a:lnTo>
                    <a:pt x="5155527" y="1571625"/>
                  </a:lnTo>
                  <a:lnTo>
                    <a:pt x="5154409" y="1572094"/>
                  </a:lnTo>
                  <a:lnTo>
                    <a:pt x="5152542" y="1573961"/>
                  </a:lnTo>
                  <a:lnTo>
                    <a:pt x="5152072" y="1575079"/>
                  </a:lnTo>
                  <a:lnTo>
                    <a:pt x="5152072" y="1577708"/>
                  </a:lnTo>
                  <a:lnTo>
                    <a:pt x="5152542" y="1578825"/>
                  </a:lnTo>
                  <a:lnTo>
                    <a:pt x="5154409" y="1580692"/>
                  </a:lnTo>
                  <a:lnTo>
                    <a:pt x="5155527" y="1581150"/>
                  </a:lnTo>
                  <a:lnTo>
                    <a:pt x="5158156" y="1581150"/>
                  </a:lnTo>
                  <a:lnTo>
                    <a:pt x="5159273" y="1580692"/>
                  </a:lnTo>
                  <a:lnTo>
                    <a:pt x="5161140" y="1578825"/>
                  </a:lnTo>
                  <a:lnTo>
                    <a:pt x="5161597" y="1577708"/>
                  </a:lnTo>
                  <a:lnTo>
                    <a:pt x="5161597" y="1575079"/>
                  </a:lnTo>
                  <a:close/>
                </a:path>
                <a:path w="6486525" h="2628900">
                  <a:moveTo>
                    <a:pt x="5161597" y="1527454"/>
                  </a:moveTo>
                  <a:lnTo>
                    <a:pt x="5161140" y="1526336"/>
                  </a:lnTo>
                  <a:lnTo>
                    <a:pt x="5159273" y="1524469"/>
                  </a:lnTo>
                  <a:lnTo>
                    <a:pt x="5158156" y="1524000"/>
                  </a:lnTo>
                  <a:lnTo>
                    <a:pt x="5155527" y="1524000"/>
                  </a:lnTo>
                  <a:lnTo>
                    <a:pt x="5154409" y="1524469"/>
                  </a:lnTo>
                  <a:lnTo>
                    <a:pt x="5152542" y="1526336"/>
                  </a:lnTo>
                  <a:lnTo>
                    <a:pt x="5152072" y="1527454"/>
                  </a:lnTo>
                  <a:lnTo>
                    <a:pt x="5152072" y="1530083"/>
                  </a:lnTo>
                  <a:lnTo>
                    <a:pt x="5152542" y="1531200"/>
                  </a:lnTo>
                  <a:lnTo>
                    <a:pt x="5154409" y="1533067"/>
                  </a:lnTo>
                  <a:lnTo>
                    <a:pt x="5155527" y="1533525"/>
                  </a:lnTo>
                  <a:lnTo>
                    <a:pt x="5158156" y="1533525"/>
                  </a:lnTo>
                  <a:lnTo>
                    <a:pt x="5159273" y="1533067"/>
                  </a:lnTo>
                  <a:lnTo>
                    <a:pt x="5161140" y="1531200"/>
                  </a:lnTo>
                  <a:lnTo>
                    <a:pt x="5161597" y="1530083"/>
                  </a:lnTo>
                  <a:lnTo>
                    <a:pt x="5161597" y="1527454"/>
                  </a:lnTo>
                  <a:close/>
                </a:path>
                <a:path w="6486525" h="2628900">
                  <a:moveTo>
                    <a:pt x="5161597" y="1479829"/>
                  </a:moveTo>
                  <a:lnTo>
                    <a:pt x="5161140" y="1478711"/>
                  </a:lnTo>
                  <a:lnTo>
                    <a:pt x="5159273" y="1476844"/>
                  </a:lnTo>
                  <a:lnTo>
                    <a:pt x="5158156" y="1476375"/>
                  </a:lnTo>
                  <a:lnTo>
                    <a:pt x="5155527" y="1476375"/>
                  </a:lnTo>
                  <a:lnTo>
                    <a:pt x="5154409" y="1476844"/>
                  </a:lnTo>
                  <a:lnTo>
                    <a:pt x="5152542" y="1478711"/>
                  </a:lnTo>
                  <a:lnTo>
                    <a:pt x="5152072" y="1479829"/>
                  </a:lnTo>
                  <a:lnTo>
                    <a:pt x="5152072" y="1482458"/>
                  </a:lnTo>
                  <a:lnTo>
                    <a:pt x="5152542" y="1483575"/>
                  </a:lnTo>
                  <a:lnTo>
                    <a:pt x="5154409" y="1485442"/>
                  </a:lnTo>
                  <a:lnTo>
                    <a:pt x="5155527" y="1485900"/>
                  </a:lnTo>
                  <a:lnTo>
                    <a:pt x="5158156" y="1485900"/>
                  </a:lnTo>
                  <a:lnTo>
                    <a:pt x="5159273" y="1485442"/>
                  </a:lnTo>
                  <a:lnTo>
                    <a:pt x="5161140" y="1483575"/>
                  </a:lnTo>
                  <a:lnTo>
                    <a:pt x="5161597" y="1482458"/>
                  </a:lnTo>
                  <a:lnTo>
                    <a:pt x="5161597" y="1479829"/>
                  </a:lnTo>
                  <a:close/>
                </a:path>
                <a:path w="6486525" h="2628900">
                  <a:moveTo>
                    <a:pt x="5161597" y="1432204"/>
                  </a:moveTo>
                  <a:lnTo>
                    <a:pt x="5161140" y="1431086"/>
                  </a:lnTo>
                  <a:lnTo>
                    <a:pt x="5159273" y="1429219"/>
                  </a:lnTo>
                  <a:lnTo>
                    <a:pt x="5158156" y="1428750"/>
                  </a:lnTo>
                  <a:lnTo>
                    <a:pt x="5155527" y="1428750"/>
                  </a:lnTo>
                  <a:lnTo>
                    <a:pt x="5154409" y="1429219"/>
                  </a:lnTo>
                  <a:lnTo>
                    <a:pt x="5152542" y="1431086"/>
                  </a:lnTo>
                  <a:lnTo>
                    <a:pt x="5152072" y="1432204"/>
                  </a:lnTo>
                  <a:lnTo>
                    <a:pt x="5152072" y="1434833"/>
                  </a:lnTo>
                  <a:lnTo>
                    <a:pt x="5152542" y="1435950"/>
                  </a:lnTo>
                  <a:lnTo>
                    <a:pt x="5154409" y="1437817"/>
                  </a:lnTo>
                  <a:lnTo>
                    <a:pt x="5155527" y="1438275"/>
                  </a:lnTo>
                  <a:lnTo>
                    <a:pt x="5158156" y="1438275"/>
                  </a:lnTo>
                  <a:lnTo>
                    <a:pt x="5159273" y="1437817"/>
                  </a:lnTo>
                  <a:lnTo>
                    <a:pt x="5161140" y="1435950"/>
                  </a:lnTo>
                  <a:lnTo>
                    <a:pt x="5161597" y="1434833"/>
                  </a:lnTo>
                  <a:lnTo>
                    <a:pt x="5161597" y="1432204"/>
                  </a:lnTo>
                  <a:close/>
                </a:path>
                <a:path w="6486525" h="2628900">
                  <a:moveTo>
                    <a:pt x="5161597" y="1384579"/>
                  </a:moveTo>
                  <a:lnTo>
                    <a:pt x="5161140" y="1383461"/>
                  </a:lnTo>
                  <a:lnTo>
                    <a:pt x="5159273" y="1381594"/>
                  </a:lnTo>
                  <a:lnTo>
                    <a:pt x="5158156" y="1381125"/>
                  </a:lnTo>
                  <a:lnTo>
                    <a:pt x="5155527" y="1381125"/>
                  </a:lnTo>
                  <a:lnTo>
                    <a:pt x="5154409" y="1381594"/>
                  </a:lnTo>
                  <a:lnTo>
                    <a:pt x="5152542" y="1383461"/>
                  </a:lnTo>
                  <a:lnTo>
                    <a:pt x="5152072" y="1384579"/>
                  </a:lnTo>
                  <a:lnTo>
                    <a:pt x="5152072" y="1387208"/>
                  </a:lnTo>
                  <a:lnTo>
                    <a:pt x="5152542" y="1388325"/>
                  </a:lnTo>
                  <a:lnTo>
                    <a:pt x="5154409" y="1390192"/>
                  </a:lnTo>
                  <a:lnTo>
                    <a:pt x="5155527" y="1390650"/>
                  </a:lnTo>
                  <a:lnTo>
                    <a:pt x="5158156" y="1390650"/>
                  </a:lnTo>
                  <a:lnTo>
                    <a:pt x="5159273" y="1390192"/>
                  </a:lnTo>
                  <a:lnTo>
                    <a:pt x="5161140" y="1388325"/>
                  </a:lnTo>
                  <a:lnTo>
                    <a:pt x="5161597" y="1387208"/>
                  </a:lnTo>
                  <a:lnTo>
                    <a:pt x="5161597" y="1384579"/>
                  </a:lnTo>
                  <a:close/>
                </a:path>
                <a:path w="6486525" h="2628900">
                  <a:moveTo>
                    <a:pt x="5161597" y="1336954"/>
                  </a:moveTo>
                  <a:lnTo>
                    <a:pt x="5161140" y="1335836"/>
                  </a:lnTo>
                  <a:lnTo>
                    <a:pt x="5159273" y="1333969"/>
                  </a:lnTo>
                  <a:lnTo>
                    <a:pt x="5158156" y="1333500"/>
                  </a:lnTo>
                  <a:lnTo>
                    <a:pt x="5155527" y="1333500"/>
                  </a:lnTo>
                  <a:lnTo>
                    <a:pt x="5154409" y="1333969"/>
                  </a:lnTo>
                  <a:lnTo>
                    <a:pt x="5152542" y="1335836"/>
                  </a:lnTo>
                  <a:lnTo>
                    <a:pt x="5152072" y="1336954"/>
                  </a:lnTo>
                  <a:lnTo>
                    <a:pt x="5152072" y="1339583"/>
                  </a:lnTo>
                  <a:lnTo>
                    <a:pt x="5152542" y="1340700"/>
                  </a:lnTo>
                  <a:lnTo>
                    <a:pt x="5154409" y="1342567"/>
                  </a:lnTo>
                  <a:lnTo>
                    <a:pt x="5155527" y="1343025"/>
                  </a:lnTo>
                  <a:lnTo>
                    <a:pt x="5158156" y="1343025"/>
                  </a:lnTo>
                  <a:lnTo>
                    <a:pt x="5159273" y="1342567"/>
                  </a:lnTo>
                  <a:lnTo>
                    <a:pt x="5161140" y="1340700"/>
                  </a:lnTo>
                  <a:lnTo>
                    <a:pt x="5161597" y="1339583"/>
                  </a:lnTo>
                  <a:lnTo>
                    <a:pt x="5161597" y="1336954"/>
                  </a:lnTo>
                  <a:close/>
                </a:path>
                <a:path w="6486525" h="2628900">
                  <a:moveTo>
                    <a:pt x="5161597" y="1289329"/>
                  </a:moveTo>
                  <a:lnTo>
                    <a:pt x="5161140" y="1288211"/>
                  </a:lnTo>
                  <a:lnTo>
                    <a:pt x="5159273" y="1286344"/>
                  </a:lnTo>
                  <a:lnTo>
                    <a:pt x="5158156" y="1285875"/>
                  </a:lnTo>
                  <a:lnTo>
                    <a:pt x="5155527" y="1285875"/>
                  </a:lnTo>
                  <a:lnTo>
                    <a:pt x="5154409" y="1286344"/>
                  </a:lnTo>
                  <a:lnTo>
                    <a:pt x="5152542" y="1288211"/>
                  </a:lnTo>
                  <a:lnTo>
                    <a:pt x="5152072" y="1289329"/>
                  </a:lnTo>
                  <a:lnTo>
                    <a:pt x="5152072" y="1291958"/>
                  </a:lnTo>
                  <a:lnTo>
                    <a:pt x="5152542" y="1293075"/>
                  </a:lnTo>
                  <a:lnTo>
                    <a:pt x="5154409" y="1294942"/>
                  </a:lnTo>
                  <a:lnTo>
                    <a:pt x="5155527" y="1295400"/>
                  </a:lnTo>
                  <a:lnTo>
                    <a:pt x="5158156" y="1295400"/>
                  </a:lnTo>
                  <a:lnTo>
                    <a:pt x="5159273" y="1294942"/>
                  </a:lnTo>
                  <a:lnTo>
                    <a:pt x="5161140" y="1293075"/>
                  </a:lnTo>
                  <a:lnTo>
                    <a:pt x="5161597" y="1291958"/>
                  </a:lnTo>
                  <a:lnTo>
                    <a:pt x="5161597" y="1289329"/>
                  </a:lnTo>
                  <a:close/>
                </a:path>
                <a:path w="6486525" h="2628900">
                  <a:moveTo>
                    <a:pt x="5161597" y="1241704"/>
                  </a:moveTo>
                  <a:lnTo>
                    <a:pt x="5161140" y="1240586"/>
                  </a:lnTo>
                  <a:lnTo>
                    <a:pt x="5159273" y="1238719"/>
                  </a:lnTo>
                  <a:lnTo>
                    <a:pt x="5158156" y="1238250"/>
                  </a:lnTo>
                  <a:lnTo>
                    <a:pt x="5155527" y="1238250"/>
                  </a:lnTo>
                  <a:lnTo>
                    <a:pt x="5154409" y="1238719"/>
                  </a:lnTo>
                  <a:lnTo>
                    <a:pt x="5152542" y="1240586"/>
                  </a:lnTo>
                  <a:lnTo>
                    <a:pt x="5152072" y="1241704"/>
                  </a:lnTo>
                  <a:lnTo>
                    <a:pt x="5152072" y="1244333"/>
                  </a:lnTo>
                  <a:lnTo>
                    <a:pt x="5152542" y="1245450"/>
                  </a:lnTo>
                  <a:lnTo>
                    <a:pt x="5154409" y="1247317"/>
                  </a:lnTo>
                  <a:lnTo>
                    <a:pt x="5155527" y="1247775"/>
                  </a:lnTo>
                  <a:lnTo>
                    <a:pt x="5158156" y="1247775"/>
                  </a:lnTo>
                  <a:lnTo>
                    <a:pt x="5159273" y="1247317"/>
                  </a:lnTo>
                  <a:lnTo>
                    <a:pt x="5161140" y="1245450"/>
                  </a:lnTo>
                  <a:lnTo>
                    <a:pt x="5161597" y="1244333"/>
                  </a:lnTo>
                  <a:lnTo>
                    <a:pt x="5161597" y="1241704"/>
                  </a:lnTo>
                  <a:close/>
                </a:path>
                <a:path w="6486525" h="2628900">
                  <a:moveTo>
                    <a:pt x="5161597" y="1194079"/>
                  </a:moveTo>
                  <a:lnTo>
                    <a:pt x="5161140" y="1192961"/>
                  </a:lnTo>
                  <a:lnTo>
                    <a:pt x="5159273" y="1191094"/>
                  </a:lnTo>
                  <a:lnTo>
                    <a:pt x="5158156" y="1190625"/>
                  </a:lnTo>
                  <a:lnTo>
                    <a:pt x="5155527" y="1190625"/>
                  </a:lnTo>
                  <a:lnTo>
                    <a:pt x="5154409" y="1191094"/>
                  </a:lnTo>
                  <a:lnTo>
                    <a:pt x="5152542" y="1192961"/>
                  </a:lnTo>
                  <a:lnTo>
                    <a:pt x="5152072" y="1194079"/>
                  </a:lnTo>
                  <a:lnTo>
                    <a:pt x="5152072" y="1196708"/>
                  </a:lnTo>
                  <a:lnTo>
                    <a:pt x="5152542" y="1197825"/>
                  </a:lnTo>
                  <a:lnTo>
                    <a:pt x="5154409" y="1199692"/>
                  </a:lnTo>
                  <a:lnTo>
                    <a:pt x="5155527" y="1200150"/>
                  </a:lnTo>
                  <a:lnTo>
                    <a:pt x="5158156" y="1200150"/>
                  </a:lnTo>
                  <a:lnTo>
                    <a:pt x="5159273" y="1199692"/>
                  </a:lnTo>
                  <a:lnTo>
                    <a:pt x="5161140" y="1197825"/>
                  </a:lnTo>
                  <a:lnTo>
                    <a:pt x="5161597" y="1196708"/>
                  </a:lnTo>
                  <a:lnTo>
                    <a:pt x="5161597" y="1194079"/>
                  </a:lnTo>
                  <a:close/>
                </a:path>
                <a:path w="6486525" h="2628900">
                  <a:moveTo>
                    <a:pt x="5161597" y="1146454"/>
                  </a:moveTo>
                  <a:lnTo>
                    <a:pt x="5161140" y="1145336"/>
                  </a:lnTo>
                  <a:lnTo>
                    <a:pt x="5159273" y="1143469"/>
                  </a:lnTo>
                  <a:lnTo>
                    <a:pt x="5158156" y="1143000"/>
                  </a:lnTo>
                  <a:lnTo>
                    <a:pt x="5155527" y="1143000"/>
                  </a:lnTo>
                  <a:lnTo>
                    <a:pt x="5154409" y="1143469"/>
                  </a:lnTo>
                  <a:lnTo>
                    <a:pt x="5152542" y="1145336"/>
                  </a:lnTo>
                  <a:lnTo>
                    <a:pt x="5152072" y="1146454"/>
                  </a:lnTo>
                  <a:lnTo>
                    <a:pt x="5152072" y="1149083"/>
                  </a:lnTo>
                  <a:lnTo>
                    <a:pt x="5152542" y="1150200"/>
                  </a:lnTo>
                  <a:lnTo>
                    <a:pt x="5154409" y="1152067"/>
                  </a:lnTo>
                  <a:lnTo>
                    <a:pt x="5155527" y="1152525"/>
                  </a:lnTo>
                  <a:lnTo>
                    <a:pt x="5158156" y="1152525"/>
                  </a:lnTo>
                  <a:lnTo>
                    <a:pt x="5159273" y="1152067"/>
                  </a:lnTo>
                  <a:lnTo>
                    <a:pt x="5161140" y="1150200"/>
                  </a:lnTo>
                  <a:lnTo>
                    <a:pt x="5161597" y="1149083"/>
                  </a:lnTo>
                  <a:lnTo>
                    <a:pt x="5161597" y="1146454"/>
                  </a:lnTo>
                  <a:close/>
                </a:path>
                <a:path w="6486525" h="2628900">
                  <a:moveTo>
                    <a:pt x="5161597" y="1098829"/>
                  </a:moveTo>
                  <a:lnTo>
                    <a:pt x="5161140" y="1097711"/>
                  </a:lnTo>
                  <a:lnTo>
                    <a:pt x="5159273" y="1095844"/>
                  </a:lnTo>
                  <a:lnTo>
                    <a:pt x="5158156" y="1095375"/>
                  </a:lnTo>
                  <a:lnTo>
                    <a:pt x="5155527" y="1095375"/>
                  </a:lnTo>
                  <a:lnTo>
                    <a:pt x="5154409" y="1095844"/>
                  </a:lnTo>
                  <a:lnTo>
                    <a:pt x="5152542" y="1097711"/>
                  </a:lnTo>
                  <a:lnTo>
                    <a:pt x="5152072" y="1098829"/>
                  </a:lnTo>
                  <a:lnTo>
                    <a:pt x="5152072" y="1101458"/>
                  </a:lnTo>
                  <a:lnTo>
                    <a:pt x="5152542" y="1102575"/>
                  </a:lnTo>
                  <a:lnTo>
                    <a:pt x="5154409" y="1104442"/>
                  </a:lnTo>
                  <a:lnTo>
                    <a:pt x="5155527" y="1104900"/>
                  </a:lnTo>
                  <a:lnTo>
                    <a:pt x="5158156" y="1104900"/>
                  </a:lnTo>
                  <a:lnTo>
                    <a:pt x="5159273" y="1104442"/>
                  </a:lnTo>
                  <a:lnTo>
                    <a:pt x="5161140" y="1102575"/>
                  </a:lnTo>
                  <a:lnTo>
                    <a:pt x="5161597" y="1101458"/>
                  </a:lnTo>
                  <a:lnTo>
                    <a:pt x="5161597" y="1098829"/>
                  </a:lnTo>
                  <a:close/>
                </a:path>
                <a:path w="6486525" h="2628900">
                  <a:moveTo>
                    <a:pt x="5161597" y="1051204"/>
                  </a:moveTo>
                  <a:lnTo>
                    <a:pt x="5161140" y="1050086"/>
                  </a:lnTo>
                  <a:lnTo>
                    <a:pt x="5159273" y="1048219"/>
                  </a:lnTo>
                  <a:lnTo>
                    <a:pt x="5158156" y="1047750"/>
                  </a:lnTo>
                  <a:lnTo>
                    <a:pt x="5155527" y="1047750"/>
                  </a:lnTo>
                  <a:lnTo>
                    <a:pt x="5154409" y="1048219"/>
                  </a:lnTo>
                  <a:lnTo>
                    <a:pt x="5152542" y="1050086"/>
                  </a:lnTo>
                  <a:lnTo>
                    <a:pt x="5152072" y="1051204"/>
                  </a:lnTo>
                  <a:lnTo>
                    <a:pt x="5152072" y="1053833"/>
                  </a:lnTo>
                  <a:lnTo>
                    <a:pt x="5152542" y="1054950"/>
                  </a:lnTo>
                  <a:lnTo>
                    <a:pt x="5154409" y="1056817"/>
                  </a:lnTo>
                  <a:lnTo>
                    <a:pt x="5155527" y="1057275"/>
                  </a:lnTo>
                  <a:lnTo>
                    <a:pt x="5158156" y="1057275"/>
                  </a:lnTo>
                  <a:lnTo>
                    <a:pt x="5159273" y="1056817"/>
                  </a:lnTo>
                  <a:lnTo>
                    <a:pt x="5161140" y="1054950"/>
                  </a:lnTo>
                  <a:lnTo>
                    <a:pt x="5161597" y="1053833"/>
                  </a:lnTo>
                  <a:lnTo>
                    <a:pt x="5161597" y="1051204"/>
                  </a:lnTo>
                  <a:close/>
                </a:path>
                <a:path w="6486525" h="2628900">
                  <a:moveTo>
                    <a:pt x="5161597" y="1003579"/>
                  </a:moveTo>
                  <a:lnTo>
                    <a:pt x="5161140" y="1002461"/>
                  </a:lnTo>
                  <a:lnTo>
                    <a:pt x="5159273" y="1000594"/>
                  </a:lnTo>
                  <a:lnTo>
                    <a:pt x="5158156" y="1000125"/>
                  </a:lnTo>
                  <a:lnTo>
                    <a:pt x="5155527" y="1000125"/>
                  </a:lnTo>
                  <a:lnTo>
                    <a:pt x="5154409" y="1000594"/>
                  </a:lnTo>
                  <a:lnTo>
                    <a:pt x="5152542" y="1002461"/>
                  </a:lnTo>
                  <a:lnTo>
                    <a:pt x="5152072" y="1003579"/>
                  </a:lnTo>
                  <a:lnTo>
                    <a:pt x="5152072" y="1006208"/>
                  </a:lnTo>
                  <a:lnTo>
                    <a:pt x="5152542" y="1007325"/>
                  </a:lnTo>
                  <a:lnTo>
                    <a:pt x="5154409" y="1009192"/>
                  </a:lnTo>
                  <a:lnTo>
                    <a:pt x="5155527" y="1009650"/>
                  </a:lnTo>
                  <a:lnTo>
                    <a:pt x="5158156" y="1009650"/>
                  </a:lnTo>
                  <a:lnTo>
                    <a:pt x="5159273" y="1009192"/>
                  </a:lnTo>
                  <a:lnTo>
                    <a:pt x="5161140" y="1007325"/>
                  </a:lnTo>
                  <a:lnTo>
                    <a:pt x="5161597" y="1006208"/>
                  </a:lnTo>
                  <a:lnTo>
                    <a:pt x="5161597" y="1003579"/>
                  </a:lnTo>
                  <a:close/>
                </a:path>
                <a:path w="6486525" h="2628900">
                  <a:moveTo>
                    <a:pt x="5161597" y="955954"/>
                  </a:moveTo>
                  <a:lnTo>
                    <a:pt x="5161140" y="954836"/>
                  </a:lnTo>
                  <a:lnTo>
                    <a:pt x="5159273" y="952969"/>
                  </a:lnTo>
                  <a:lnTo>
                    <a:pt x="5158156" y="952500"/>
                  </a:lnTo>
                  <a:lnTo>
                    <a:pt x="5155527" y="952500"/>
                  </a:lnTo>
                  <a:lnTo>
                    <a:pt x="5154409" y="952969"/>
                  </a:lnTo>
                  <a:lnTo>
                    <a:pt x="5152542" y="954836"/>
                  </a:lnTo>
                  <a:lnTo>
                    <a:pt x="5152072" y="955954"/>
                  </a:lnTo>
                  <a:lnTo>
                    <a:pt x="5152072" y="958583"/>
                  </a:lnTo>
                  <a:lnTo>
                    <a:pt x="5152542" y="959700"/>
                  </a:lnTo>
                  <a:lnTo>
                    <a:pt x="5154409" y="961567"/>
                  </a:lnTo>
                  <a:lnTo>
                    <a:pt x="5155527" y="962025"/>
                  </a:lnTo>
                  <a:lnTo>
                    <a:pt x="5158156" y="962025"/>
                  </a:lnTo>
                  <a:lnTo>
                    <a:pt x="5159273" y="961567"/>
                  </a:lnTo>
                  <a:lnTo>
                    <a:pt x="5161140" y="959700"/>
                  </a:lnTo>
                  <a:lnTo>
                    <a:pt x="5161597" y="958583"/>
                  </a:lnTo>
                  <a:lnTo>
                    <a:pt x="5161597" y="955954"/>
                  </a:lnTo>
                  <a:close/>
                </a:path>
                <a:path w="6486525" h="2628900">
                  <a:moveTo>
                    <a:pt x="5161597" y="908329"/>
                  </a:moveTo>
                  <a:lnTo>
                    <a:pt x="5161140" y="907211"/>
                  </a:lnTo>
                  <a:lnTo>
                    <a:pt x="5159273" y="905344"/>
                  </a:lnTo>
                  <a:lnTo>
                    <a:pt x="5158156" y="904875"/>
                  </a:lnTo>
                  <a:lnTo>
                    <a:pt x="5155527" y="904875"/>
                  </a:lnTo>
                  <a:lnTo>
                    <a:pt x="5154409" y="905344"/>
                  </a:lnTo>
                  <a:lnTo>
                    <a:pt x="5152542" y="907211"/>
                  </a:lnTo>
                  <a:lnTo>
                    <a:pt x="5152072" y="908329"/>
                  </a:lnTo>
                  <a:lnTo>
                    <a:pt x="5152072" y="910958"/>
                  </a:lnTo>
                  <a:lnTo>
                    <a:pt x="5152542" y="912075"/>
                  </a:lnTo>
                  <a:lnTo>
                    <a:pt x="5154409" y="913942"/>
                  </a:lnTo>
                  <a:lnTo>
                    <a:pt x="5155527" y="914400"/>
                  </a:lnTo>
                  <a:lnTo>
                    <a:pt x="5158156" y="914400"/>
                  </a:lnTo>
                  <a:lnTo>
                    <a:pt x="5159273" y="913942"/>
                  </a:lnTo>
                  <a:lnTo>
                    <a:pt x="5161140" y="912075"/>
                  </a:lnTo>
                  <a:lnTo>
                    <a:pt x="5161597" y="910958"/>
                  </a:lnTo>
                  <a:lnTo>
                    <a:pt x="5161597" y="908329"/>
                  </a:lnTo>
                  <a:close/>
                </a:path>
                <a:path w="6486525" h="2628900">
                  <a:moveTo>
                    <a:pt x="5161597" y="860704"/>
                  </a:moveTo>
                  <a:lnTo>
                    <a:pt x="5161140" y="859586"/>
                  </a:lnTo>
                  <a:lnTo>
                    <a:pt x="5159273" y="857719"/>
                  </a:lnTo>
                  <a:lnTo>
                    <a:pt x="5158156" y="857250"/>
                  </a:lnTo>
                  <a:lnTo>
                    <a:pt x="5155527" y="857250"/>
                  </a:lnTo>
                  <a:lnTo>
                    <a:pt x="5154409" y="857719"/>
                  </a:lnTo>
                  <a:lnTo>
                    <a:pt x="5152542" y="859586"/>
                  </a:lnTo>
                  <a:lnTo>
                    <a:pt x="5152072" y="860704"/>
                  </a:lnTo>
                  <a:lnTo>
                    <a:pt x="5152072" y="863333"/>
                  </a:lnTo>
                  <a:lnTo>
                    <a:pt x="5152542" y="864450"/>
                  </a:lnTo>
                  <a:lnTo>
                    <a:pt x="5154409" y="866317"/>
                  </a:lnTo>
                  <a:lnTo>
                    <a:pt x="5155527" y="866775"/>
                  </a:lnTo>
                  <a:lnTo>
                    <a:pt x="5158156" y="866775"/>
                  </a:lnTo>
                  <a:lnTo>
                    <a:pt x="5159273" y="866317"/>
                  </a:lnTo>
                  <a:lnTo>
                    <a:pt x="5161140" y="864450"/>
                  </a:lnTo>
                  <a:lnTo>
                    <a:pt x="5161597" y="863333"/>
                  </a:lnTo>
                  <a:lnTo>
                    <a:pt x="5161597" y="860704"/>
                  </a:lnTo>
                  <a:close/>
                </a:path>
                <a:path w="6486525" h="2628900">
                  <a:moveTo>
                    <a:pt x="5161597" y="813079"/>
                  </a:moveTo>
                  <a:lnTo>
                    <a:pt x="5161140" y="811961"/>
                  </a:lnTo>
                  <a:lnTo>
                    <a:pt x="5159273" y="810094"/>
                  </a:lnTo>
                  <a:lnTo>
                    <a:pt x="5158156" y="809625"/>
                  </a:lnTo>
                  <a:lnTo>
                    <a:pt x="5155527" y="809625"/>
                  </a:lnTo>
                  <a:lnTo>
                    <a:pt x="5154409" y="810094"/>
                  </a:lnTo>
                  <a:lnTo>
                    <a:pt x="5152542" y="811961"/>
                  </a:lnTo>
                  <a:lnTo>
                    <a:pt x="5152072" y="813079"/>
                  </a:lnTo>
                  <a:lnTo>
                    <a:pt x="5152072" y="815708"/>
                  </a:lnTo>
                  <a:lnTo>
                    <a:pt x="5152542" y="816825"/>
                  </a:lnTo>
                  <a:lnTo>
                    <a:pt x="5154409" y="818692"/>
                  </a:lnTo>
                  <a:lnTo>
                    <a:pt x="5155527" y="819150"/>
                  </a:lnTo>
                  <a:lnTo>
                    <a:pt x="5158156" y="819150"/>
                  </a:lnTo>
                  <a:lnTo>
                    <a:pt x="5159273" y="818692"/>
                  </a:lnTo>
                  <a:lnTo>
                    <a:pt x="5161140" y="816825"/>
                  </a:lnTo>
                  <a:lnTo>
                    <a:pt x="5161597" y="815708"/>
                  </a:lnTo>
                  <a:lnTo>
                    <a:pt x="5161597" y="813079"/>
                  </a:lnTo>
                  <a:close/>
                </a:path>
                <a:path w="6486525" h="2628900">
                  <a:moveTo>
                    <a:pt x="5161597" y="765454"/>
                  </a:moveTo>
                  <a:lnTo>
                    <a:pt x="5161140" y="764336"/>
                  </a:lnTo>
                  <a:lnTo>
                    <a:pt x="5159273" y="762469"/>
                  </a:lnTo>
                  <a:lnTo>
                    <a:pt x="5158156" y="762000"/>
                  </a:lnTo>
                  <a:lnTo>
                    <a:pt x="5155527" y="762000"/>
                  </a:lnTo>
                  <a:lnTo>
                    <a:pt x="5154409" y="762469"/>
                  </a:lnTo>
                  <a:lnTo>
                    <a:pt x="5152542" y="764336"/>
                  </a:lnTo>
                  <a:lnTo>
                    <a:pt x="5152072" y="765454"/>
                  </a:lnTo>
                  <a:lnTo>
                    <a:pt x="5152072" y="768083"/>
                  </a:lnTo>
                  <a:lnTo>
                    <a:pt x="5152542" y="769200"/>
                  </a:lnTo>
                  <a:lnTo>
                    <a:pt x="5154409" y="771067"/>
                  </a:lnTo>
                  <a:lnTo>
                    <a:pt x="5155527" y="771525"/>
                  </a:lnTo>
                  <a:lnTo>
                    <a:pt x="5158156" y="771525"/>
                  </a:lnTo>
                  <a:lnTo>
                    <a:pt x="5159273" y="771067"/>
                  </a:lnTo>
                  <a:lnTo>
                    <a:pt x="5161140" y="769200"/>
                  </a:lnTo>
                  <a:lnTo>
                    <a:pt x="5161597" y="768083"/>
                  </a:lnTo>
                  <a:lnTo>
                    <a:pt x="5161597" y="765454"/>
                  </a:lnTo>
                  <a:close/>
                </a:path>
                <a:path w="6486525" h="2628900">
                  <a:moveTo>
                    <a:pt x="5161597" y="717829"/>
                  </a:moveTo>
                  <a:lnTo>
                    <a:pt x="5161140" y="716711"/>
                  </a:lnTo>
                  <a:lnTo>
                    <a:pt x="5159273" y="714844"/>
                  </a:lnTo>
                  <a:lnTo>
                    <a:pt x="5158156" y="714375"/>
                  </a:lnTo>
                  <a:lnTo>
                    <a:pt x="5155527" y="714375"/>
                  </a:lnTo>
                  <a:lnTo>
                    <a:pt x="5154409" y="714844"/>
                  </a:lnTo>
                  <a:lnTo>
                    <a:pt x="5152542" y="716711"/>
                  </a:lnTo>
                  <a:lnTo>
                    <a:pt x="5152072" y="717829"/>
                  </a:lnTo>
                  <a:lnTo>
                    <a:pt x="5152072" y="720458"/>
                  </a:lnTo>
                  <a:lnTo>
                    <a:pt x="5152542" y="721575"/>
                  </a:lnTo>
                  <a:lnTo>
                    <a:pt x="5154409" y="723442"/>
                  </a:lnTo>
                  <a:lnTo>
                    <a:pt x="5155527" y="723900"/>
                  </a:lnTo>
                  <a:lnTo>
                    <a:pt x="5158156" y="723900"/>
                  </a:lnTo>
                  <a:lnTo>
                    <a:pt x="5159273" y="723442"/>
                  </a:lnTo>
                  <a:lnTo>
                    <a:pt x="5161140" y="721575"/>
                  </a:lnTo>
                  <a:lnTo>
                    <a:pt x="5161597" y="720458"/>
                  </a:lnTo>
                  <a:lnTo>
                    <a:pt x="5161597" y="717829"/>
                  </a:lnTo>
                  <a:close/>
                </a:path>
                <a:path w="6486525" h="2628900">
                  <a:moveTo>
                    <a:pt x="5161597" y="670204"/>
                  </a:moveTo>
                  <a:lnTo>
                    <a:pt x="5161140" y="669086"/>
                  </a:lnTo>
                  <a:lnTo>
                    <a:pt x="5159273" y="667219"/>
                  </a:lnTo>
                  <a:lnTo>
                    <a:pt x="5158156" y="666750"/>
                  </a:lnTo>
                  <a:lnTo>
                    <a:pt x="5155527" y="666750"/>
                  </a:lnTo>
                  <a:lnTo>
                    <a:pt x="5154409" y="667219"/>
                  </a:lnTo>
                  <a:lnTo>
                    <a:pt x="5152542" y="669086"/>
                  </a:lnTo>
                  <a:lnTo>
                    <a:pt x="5152072" y="670204"/>
                  </a:lnTo>
                  <a:lnTo>
                    <a:pt x="5152072" y="672833"/>
                  </a:lnTo>
                  <a:lnTo>
                    <a:pt x="5152542" y="673950"/>
                  </a:lnTo>
                  <a:lnTo>
                    <a:pt x="5154409" y="675817"/>
                  </a:lnTo>
                  <a:lnTo>
                    <a:pt x="5155527" y="676275"/>
                  </a:lnTo>
                  <a:lnTo>
                    <a:pt x="5158156" y="676275"/>
                  </a:lnTo>
                  <a:lnTo>
                    <a:pt x="5159273" y="675817"/>
                  </a:lnTo>
                  <a:lnTo>
                    <a:pt x="5161140" y="673950"/>
                  </a:lnTo>
                  <a:lnTo>
                    <a:pt x="5161597" y="672833"/>
                  </a:lnTo>
                  <a:lnTo>
                    <a:pt x="5161597" y="670204"/>
                  </a:lnTo>
                  <a:close/>
                </a:path>
                <a:path w="6486525" h="2628900">
                  <a:moveTo>
                    <a:pt x="5161597" y="622579"/>
                  </a:moveTo>
                  <a:lnTo>
                    <a:pt x="5161140" y="621461"/>
                  </a:lnTo>
                  <a:lnTo>
                    <a:pt x="5159273" y="619594"/>
                  </a:lnTo>
                  <a:lnTo>
                    <a:pt x="5158156" y="619125"/>
                  </a:lnTo>
                  <a:lnTo>
                    <a:pt x="5155527" y="619125"/>
                  </a:lnTo>
                  <a:lnTo>
                    <a:pt x="5154409" y="619594"/>
                  </a:lnTo>
                  <a:lnTo>
                    <a:pt x="5152542" y="621461"/>
                  </a:lnTo>
                  <a:lnTo>
                    <a:pt x="5152072" y="622579"/>
                  </a:lnTo>
                  <a:lnTo>
                    <a:pt x="5152072" y="625208"/>
                  </a:lnTo>
                  <a:lnTo>
                    <a:pt x="5152542" y="626325"/>
                  </a:lnTo>
                  <a:lnTo>
                    <a:pt x="5154409" y="628192"/>
                  </a:lnTo>
                  <a:lnTo>
                    <a:pt x="5155527" y="628650"/>
                  </a:lnTo>
                  <a:lnTo>
                    <a:pt x="5158156" y="628650"/>
                  </a:lnTo>
                  <a:lnTo>
                    <a:pt x="5159273" y="628192"/>
                  </a:lnTo>
                  <a:lnTo>
                    <a:pt x="5161140" y="626325"/>
                  </a:lnTo>
                  <a:lnTo>
                    <a:pt x="5161597" y="625208"/>
                  </a:lnTo>
                  <a:lnTo>
                    <a:pt x="5161597" y="622579"/>
                  </a:lnTo>
                  <a:close/>
                </a:path>
                <a:path w="6486525" h="2628900">
                  <a:moveTo>
                    <a:pt x="5161597" y="574954"/>
                  </a:moveTo>
                  <a:lnTo>
                    <a:pt x="5161140" y="573836"/>
                  </a:lnTo>
                  <a:lnTo>
                    <a:pt x="5159273" y="571969"/>
                  </a:lnTo>
                  <a:lnTo>
                    <a:pt x="5158156" y="571500"/>
                  </a:lnTo>
                  <a:lnTo>
                    <a:pt x="5155527" y="571500"/>
                  </a:lnTo>
                  <a:lnTo>
                    <a:pt x="5154409" y="571969"/>
                  </a:lnTo>
                  <a:lnTo>
                    <a:pt x="5152542" y="573836"/>
                  </a:lnTo>
                  <a:lnTo>
                    <a:pt x="5152072" y="574954"/>
                  </a:lnTo>
                  <a:lnTo>
                    <a:pt x="5152072" y="577583"/>
                  </a:lnTo>
                  <a:lnTo>
                    <a:pt x="5152542" y="578700"/>
                  </a:lnTo>
                  <a:lnTo>
                    <a:pt x="5154409" y="580567"/>
                  </a:lnTo>
                  <a:lnTo>
                    <a:pt x="5155527" y="581025"/>
                  </a:lnTo>
                  <a:lnTo>
                    <a:pt x="5158156" y="581025"/>
                  </a:lnTo>
                  <a:lnTo>
                    <a:pt x="5159273" y="580567"/>
                  </a:lnTo>
                  <a:lnTo>
                    <a:pt x="5161140" y="578700"/>
                  </a:lnTo>
                  <a:lnTo>
                    <a:pt x="5161597" y="577583"/>
                  </a:lnTo>
                  <a:lnTo>
                    <a:pt x="5161597" y="574954"/>
                  </a:lnTo>
                  <a:close/>
                </a:path>
                <a:path w="6486525" h="2628900">
                  <a:moveTo>
                    <a:pt x="5161597" y="527329"/>
                  </a:moveTo>
                  <a:lnTo>
                    <a:pt x="5161140" y="526211"/>
                  </a:lnTo>
                  <a:lnTo>
                    <a:pt x="5159273" y="524344"/>
                  </a:lnTo>
                  <a:lnTo>
                    <a:pt x="5158156" y="523875"/>
                  </a:lnTo>
                  <a:lnTo>
                    <a:pt x="5155527" y="523875"/>
                  </a:lnTo>
                  <a:lnTo>
                    <a:pt x="5154409" y="524344"/>
                  </a:lnTo>
                  <a:lnTo>
                    <a:pt x="5152542" y="526211"/>
                  </a:lnTo>
                  <a:lnTo>
                    <a:pt x="5152072" y="527329"/>
                  </a:lnTo>
                  <a:lnTo>
                    <a:pt x="5152072" y="529958"/>
                  </a:lnTo>
                  <a:lnTo>
                    <a:pt x="5152542" y="531075"/>
                  </a:lnTo>
                  <a:lnTo>
                    <a:pt x="5154409" y="532942"/>
                  </a:lnTo>
                  <a:lnTo>
                    <a:pt x="5155527" y="533400"/>
                  </a:lnTo>
                  <a:lnTo>
                    <a:pt x="5158156" y="533400"/>
                  </a:lnTo>
                  <a:lnTo>
                    <a:pt x="5159273" y="532942"/>
                  </a:lnTo>
                  <a:lnTo>
                    <a:pt x="5161140" y="531075"/>
                  </a:lnTo>
                  <a:lnTo>
                    <a:pt x="5161597" y="529958"/>
                  </a:lnTo>
                  <a:lnTo>
                    <a:pt x="5161597" y="527329"/>
                  </a:lnTo>
                  <a:close/>
                </a:path>
                <a:path w="6486525" h="2628900">
                  <a:moveTo>
                    <a:pt x="5161597" y="479704"/>
                  </a:moveTo>
                  <a:lnTo>
                    <a:pt x="5161140" y="478586"/>
                  </a:lnTo>
                  <a:lnTo>
                    <a:pt x="5159273" y="476719"/>
                  </a:lnTo>
                  <a:lnTo>
                    <a:pt x="5158156" y="476250"/>
                  </a:lnTo>
                  <a:lnTo>
                    <a:pt x="5155527" y="476250"/>
                  </a:lnTo>
                  <a:lnTo>
                    <a:pt x="5154409" y="476719"/>
                  </a:lnTo>
                  <a:lnTo>
                    <a:pt x="5152542" y="478586"/>
                  </a:lnTo>
                  <a:lnTo>
                    <a:pt x="5152072" y="479704"/>
                  </a:lnTo>
                  <a:lnTo>
                    <a:pt x="5152072" y="482333"/>
                  </a:lnTo>
                  <a:lnTo>
                    <a:pt x="5152542" y="483450"/>
                  </a:lnTo>
                  <a:lnTo>
                    <a:pt x="5154409" y="485317"/>
                  </a:lnTo>
                  <a:lnTo>
                    <a:pt x="5155527" y="485775"/>
                  </a:lnTo>
                  <a:lnTo>
                    <a:pt x="5158156" y="485775"/>
                  </a:lnTo>
                  <a:lnTo>
                    <a:pt x="5159273" y="485317"/>
                  </a:lnTo>
                  <a:lnTo>
                    <a:pt x="5161140" y="483450"/>
                  </a:lnTo>
                  <a:lnTo>
                    <a:pt x="5161597" y="482333"/>
                  </a:lnTo>
                  <a:lnTo>
                    <a:pt x="5161597" y="479704"/>
                  </a:lnTo>
                  <a:close/>
                </a:path>
                <a:path w="6486525" h="2628900">
                  <a:moveTo>
                    <a:pt x="5161597" y="432079"/>
                  </a:moveTo>
                  <a:lnTo>
                    <a:pt x="5161140" y="430961"/>
                  </a:lnTo>
                  <a:lnTo>
                    <a:pt x="5159273" y="429094"/>
                  </a:lnTo>
                  <a:lnTo>
                    <a:pt x="5158156" y="428625"/>
                  </a:lnTo>
                  <a:lnTo>
                    <a:pt x="5155527" y="428625"/>
                  </a:lnTo>
                  <a:lnTo>
                    <a:pt x="5154409" y="429094"/>
                  </a:lnTo>
                  <a:lnTo>
                    <a:pt x="5152542" y="430961"/>
                  </a:lnTo>
                  <a:lnTo>
                    <a:pt x="5152072" y="432079"/>
                  </a:lnTo>
                  <a:lnTo>
                    <a:pt x="5152072" y="434708"/>
                  </a:lnTo>
                  <a:lnTo>
                    <a:pt x="5152542" y="435825"/>
                  </a:lnTo>
                  <a:lnTo>
                    <a:pt x="5154409" y="437692"/>
                  </a:lnTo>
                  <a:lnTo>
                    <a:pt x="5155527" y="438150"/>
                  </a:lnTo>
                  <a:lnTo>
                    <a:pt x="5158156" y="438150"/>
                  </a:lnTo>
                  <a:lnTo>
                    <a:pt x="5159273" y="437692"/>
                  </a:lnTo>
                  <a:lnTo>
                    <a:pt x="5161140" y="435825"/>
                  </a:lnTo>
                  <a:lnTo>
                    <a:pt x="5161597" y="434708"/>
                  </a:lnTo>
                  <a:lnTo>
                    <a:pt x="5161597" y="432079"/>
                  </a:lnTo>
                  <a:close/>
                </a:path>
                <a:path w="6486525" h="2628900">
                  <a:moveTo>
                    <a:pt x="5161597" y="384454"/>
                  </a:moveTo>
                  <a:lnTo>
                    <a:pt x="5161140" y="383336"/>
                  </a:lnTo>
                  <a:lnTo>
                    <a:pt x="5159273" y="381469"/>
                  </a:lnTo>
                  <a:lnTo>
                    <a:pt x="5158156" y="381000"/>
                  </a:lnTo>
                  <a:lnTo>
                    <a:pt x="5155527" y="381000"/>
                  </a:lnTo>
                  <a:lnTo>
                    <a:pt x="5154409" y="381469"/>
                  </a:lnTo>
                  <a:lnTo>
                    <a:pt x="5152542" y="383336"/>
                  </a:lnTo>
                  <a:lnTo>
                    <a:pt x="5152072" y="384454"/>
                  </a:lnTo>
                  <a:lnTo>
                    <a:pt x="5152072" y="387083"/>
                  </a:lnTo>
                  <a:lnTo>
                    <a:pt x="5152542" y="388200"/>
                  </a:lnTo>
                  <a:lnTo>
                    <a:pt x="5154409" y="390067"/>
                  </a:lnTo>
                  <a:lnTo>
                    <a:pt x="5155527" y="390525"/>
                  </a:lnTo>
                  <a:lnTo>
                    <a:pt x="5158156" y="390525"/>
                  </a:lnTo>
                  <a:lnTo>
                    <a:pt x="5159273" y="390067"/>
                  </a:lnTo>
                  <a:lnTo>
                    <a:pt x="5161140" y="388200"/>
                  </a:lnTo>
                  <a:lnTo>
                    <a:pt x="5161597" y="387083"/>
                  </a:lnTo>
                  <a:lnTo>
                    <a:pt x="5161597" y="384454"/>
                  </a:lnTo>
                  <a:close/>
                </a:path>
                <a:path w="6486525" h="2628900">
                  <a:moveTo>
                    <a:pt x="5161597" y="336829"/>
                  </a:moveTo>
                  <a:lnTo>
                    <a:pt x="5161140" y="335711"/>
                  </a:lnTo>
                  <a:lnTo>
                    <a:pt x="5159273" y="333844"/>
                  </a:lnTo>
                  <a:lnTo>
                    <a:pt x="5158156" y="333375"/>
                  </a:lnTo>
                  <a:lnTo>
                    <a:pt x="5155527" y="333375"/>
                  </a:lnTo>
                  <a:lnTo>
                    <a:pt x="5154409" y="333844"/>
                  </a:lnTo>
                  <a:lnTo>
                    <a:pt x="5152542" y="335711"/>
                  </a:lnTo>
                  <a:lnTo>
                    <a:pt x="5152072" y="336829"/>
                  </a:lnTo>
                  <a:lnTo>
                    <a:pt x="5152072" y="339458"/>
                  </a:lnTo>
                  <a:lnTo>
                    <a:pt x="5152542" y="340575"/>
                  </a:lnTo>
                  <a:lnTo>
                    <a:pt x="5154409" y="342442"/>
                  </a:lnTo>
                  <a:lnTo>
                    <a:pt x="5155527" y="342900"/>
                  </a:lnTo>
                  <a:lnTo>
                    <a:pt x="5158156" y="342900"/>
                  </a:lnTo>
                  <a:lnTo>
                    <a:pt x="5159273" y="342442"/>
                  </a:lnTo>
                  <a:lnTo>
                    <a:pt x="5161140" y="340575"/>
                  </a:lnTo>
                  <a:lnTo>
                    <a:pt x="5161597" y="339458"/>
                  </a:lnTo>
                  <a:lnTo>
                    <a:pt x="5161597" y="336829"/>
                  </a:lnTo>
                  <a:close/>
                </a:path>
                <a:path w="6486525" h="2628900">
                  <a:moveTo>
                    <a:pt x="5161597" y="289204"/>
                  </a:moveTo>
                  <a:lnTo>
                    <a:pt x="5161140" y="288086"/>
                  </a:lnTo>
                  <a:lnTo>
                    <a:pt x="5159273" y="286219"/>
                  </a:lnTo>
                  <a:lnTo>
                    <a:pt x="5158156" y="285750"/>
                  </a:lnTo>
                  <a:lnTo>
                    <a:pt x="5155527" y="285750"/>
                  </a:lnTo>
                  <a:lnTo>
                    <a:pt x="5154409" y="286219"/>
                  </a:lnTo>
                  <a:lnTo>
                    <a:pt x="5152542" y="288086"/>
                  </a:lnTo>
                  <a:lnTo>
                    <a:pt x="5152072" y="289204"/>
                  </a:lnTo>
                  <a:lnTo>
                    <a:pt x="5152072" y="291833"/>
                  </a:lnTo>
                  <a:lnTo>
                    <a:pt x="5152542" y="292950"/>
                  </a:lnTo>
                  <a:lnTo>
                    <a:pt x="5154409" y="294817"/>
                  </a:lnTo>
                  <a:lnTo>
                    <a:pt x="5155527" y="295275"/>
                  </a:lnTo>
                  <a:lnTo>
                    <a:pt x="5158156" y="295275"/>
                  </a:lnTo>
                  <a:lnTo>
                    <a:pt x="5159273" y="294817"/>
                  </a:lnTo>
                  <a:lnTo>
                    <a:pt x="5161140" y="292950"/>
                  </a:lnTo>
                  <a:lnTo>
                    <a:pt x="5161597" y="291833"/>
                  </a:lnTo>
                  <a:lnTo>
                    <a:pt x="5161597" y="289204"/>
                  </a:lnTo>
                  <a:close/>
                </a:path>
                <a:path w="6486525" h="2628900">
                  <a:moveTo>
                    <a:pt x="5161597" y="241579"/>
                  </a:moveTo>
                  <a:lnTo>
                    <a:pt x="5161140" y="240461"/>
                  </a:lnTo>
                  <a:lnTo>
                    <a:pt x="5159273" y="238594"/>
                  </a:lnTo>
                  <a:lnTo>
                    <a:pt x="5158156" y="238125"/>
                  </a:lnTo>
                  <a:lnTo>
                    <a:pt x="5155527" y="238125"/>
                  </a:lnTo>
                  <a:lnTo>
                    <a:pt x="5154409" y="238594"/>
                  </a:lnTo>
                  <a:lnTo>
                    <a:pt x="5152542" y="240461"/>
                  </a:lnTo>
                  <a:lnTo>
                    <a:pt x="5152072" y="241579"/>
                  </a:lnTo>
                  <a:lnTo>
                    <a:pt x="5152072" y="244208"/>
                  </a:lnTo>
                  <a:lnTo>
                    <a:pt x="5152542" y="245325"/>
                  </a:lnTo>
                  <a:lnTo>
                    <a:pt x="5154409" y="247192"/>
                  </a:lnTo>
                  <a:lnTo>
                    <a:pt x="5155527" y="247650"/>
                  </a:lnTo>
                  <a:lnTo>
                    <a:pt x="5158156" y="247650"/>
                  </a:lnTo>
                  <a:lnTo>
                    <a:pt x="5159273" y="247192"/>
                  </a:lnTo>
                  <a:lnTo>
                    <a:pt x="5161140" y="245325"/>
                  </a:lnTo>
                  <a:lnTo>
                    <a:pt x="5161597" y="244208"/>
                  </a:lnTo>
                  <a:lnTo>
                    <a:pt x="5161597" y="241579"/>
                  </a:lnTo>
                  <a:close/>
                </a:path>
                <a:path w="6486525" h="2628900">
                  <a:moveTo>
                    <a:pt x="5161597" y="193954"/>
                  </a:moveTo>
                  <a:lnTo>
                    <a:pt x="5161140" y="192836"/>
                  </a:lnTo>
                  <a:lnTo>
                    <a:pt x="5159273" y="190969"/>
                  </a:lnTo>
                  <a:lnTo>
                    <a:pt x="5158156" y="190500"/>
                  </a:lnTo>
                  <a:lnTo>
                    <a:pt x="5155527" y="190500"/>
                  </a:lnTo>
                  <a:lnTo>
                    <a:pt x="5154409" y="190969"/>
                  </a:lnTo>
                  <a:lnTo>
                    <a:pt x="5152542" y="192836"/>
                  </a:lnTo>
                  <a:lnTo>
                    <a:pt x="5152072" y="193954"/>
                  </a:lnTo>
                  <a:lnTo>
                    <a:pt x="5152072" y="196583"/>
                  </a:lnTo>
                  <a:lnTo>
                    <a:pt x="5152542" y="197700"/>
                  </a:lnTo>
                  <a:lnTo>
                    <a:pt x="5154409" y="199567"/>
                  </a:lnTo>
                  <a:lnTo>
                    <a:pt x="5155527" y="200025"/>
                  </a:lnTo>
                  <a:lnTo>
                    <a:pt x="5158156" y="200025"/>
                  </a:lnTo>
                  <a:lnTo>
                    <a:pt x="5159273" y="199567"/>
                  </a:lnTo>
                  <a:lnTo>
                    <a:pt x="5161140" y="197700"/>
                  </a:lnTo>
                  <a:lnTo>
                    <a:pt x="5161597" y="196583"/>
                  </a:lnTo>
                  <a:lnTo>
                    <a:pt x="5161597" y="193954"/>
                  </a:lnTo>
                  <a:close/>
                </a:path>
                <a:path w="6486525" h="2628900">
                  <a:moveTo>
                    <a:pt x="5161597" y="146329"/>
                  </a:moveTo>
                  <a:lnTo>
                    <a:pt x="5161140" y="145211"/>
                  </a:lnTo>
                  <a:lnTo>
                    <a:pt x="5159273" y="143344"/>
                  </a:lnTo>
                  <a:lnTo>
                    <a:pt x="5158156" y="142875"/>
                  </a:lnTo>
                  <a:lnTo>
                    <a:pt x="5155527" y="142875"/>
                  </a:lnTo>
                  <a:lnTo>
                    <a:pt x="5154409" y="143344"/>
                  </a:lnTo>
                  <a:lnTo>
                    <a:pt x="5152542" y="145211"/>
                  </a:lnTo>
                  <a:lnTo>
                    <a:pt x="5152072" y="146329"/>
                  </a:lnTo>
                  <a:lnTo>
                    <a:pt x="5152072" y="148958"/>
                  </a:lnTo>
                  <a:lnTo>
                    <a:pt x="5152542" y="150075"/>
                  </a:lnTo>
                  <a:lnTo>
                    <a:pt x="5154409" y="151942"/>
                  </a:lnTo>
                  <a:lnTo>
                    <a:pt x="5155527" y="152400"/>
                  </a:lnTo>
                  <a:lnTo>
                    <a:pt x="5158156" y="152400"/>
                  </a:lnTo>
                  <a:lnTo>
                    <a:pt x="5159273" y="151942"/>
                  </a:lnTo>
                  <a:lnTo>
                    <a:pt x="5161140" y="150075"/>
                  </a:lnTo>
                  <a:lnTo>
                    <a:pt x="5161597" y="148958"/>
                  </a:lnTo>
                  <a:lnTo>
                    <a:pt x="5161597" y="146329"/>
                  </a:lnTo>
                  <a:close/>
                </a:path>
                <a:path w="6486525" h="2628900">
                  <a:moveTo>
                    <a:pt x="5161597" y="98704"/>
                  </a:moveTo>
                  <a:lnTo>
                    <a:pt x="5161140" y="97586"/>
                  </a:lnTo>
                  <a:lnTo>
                    <a:pt x="5159273" y="95719"/>
                  </a:lnTo>
                  <a:lnTo>
                    <a:pt x="5158156" y="95250"/>
                  </a:lnTo>
                  <a:lnTo>
                    <a:pt x="5155527" y="95250"/>
                  </a:lnTo>
                  <a:lnTo>
                    <a:pt x="5154409" y="95719"/>
                  </a:lnTo>
                  <a:lnTo>
                    <a:pt x="5152542" y="97586"/>
                  </a:lnTo>
                  <a:lnTo>
                    <a:pt x="5152072" y="98704"/>
                  </a:lnTo>
                  <a:lnTo>
                    <a:pt x="5152072" y="101333"/>
                  </a:lnTo>
                  <a:lnTo>
                    <a:pt x="5152542" y="102450"/>
                  </a:lnTo>
                  <a:lnTo>
                    <a:pt x="5154409" y="104317"/>
                  </a:lnTo>
                  <a:lnTo>
                    <a:pt x="5155527" y="104775"/>
                  </a:lnTo>
                  <a:lnTo>
                    <a:pt x="5158156" y="104775"/>
                  </a:lnTo>
                  <a:lnTo>
                    <a:pt x="5159273" y="104317"/>
                  </a:lnTo>
                  <a:lnTo>
                    <a:pt x="5161140" y="102450"/>
                  </a:lnTo>
                  <a:lnTo>
                    <a:pt x="5161597" y="101333"/>
                  </a:lnTo>
                  <a:lnTo>
                    <a:pt x="5161597" y="98704"/>
                  </a:lnTo>
                  <a:close/>
                </a:path>
                <a:path w="6486525" h="2628900">
                  <a:moveTo>
                    <a:pt x="5161597" y="51079"/>
                  </a:moveTo>
                  <a:lnTo>
                    <a:pt x="5161140" y="49961"/>
                  </a:lnTo>
                  <a:lnTo>
                    <a:pt x="5159273" y="48094"/>
                  </a:lnTo>
                  <a:lnTo>
                    <a:pt x="5158156" y="47625"/>
                  </a:lnTo>
                  <a:lnTo>
                    <a:pt x="5155527" y="47625"/>
                  </a:lnTo>
                  <a:lnTo>
                    <a:pt x="5154409" y="48094"/>
                  </a:lnTo>
                  <a:lnTo>
                    <a:pt x="5152542" y="49961"/>
                  </a:lnTo>
                  <a:lnTo>
                    <a:pt x="5152072" y="51079"/>
                  </a:lnTo>
                  <a:lnTo>
                    <a:pt x="5152072" y="53708"/>
                  </a:lnTo>
                  <a:lnTo>
                    <a:pt x="5152542" y="54825"/>
                  </a:lnTo>
                  <a:lnTo>
                    <a:pt x="5154409" y="56692"/>
                  </a:lnTo>
                  <a:lnTo>
                    <a:pt x="5155527" y="57150"/>
                  </a:lnTo>
                  <a:lnTo>
                    <a:pt x="5158156" y="57150"/>
                  </a:lnTo>
                  <a:lnTo>
                    <a:pt x="5159273" y="56692"/>
                  </a:lnTo>
                  <a:lnTo>
                    <a:pt x="5161140" y="54825"/>
                  </a:lnTo>
                  <a:lnTo>
                    <a:pt x="5161597" y="53708"/>
                  </a:lnTo>
                  <a:lnTo>
                    <a:pt x="5161597" y="51079"/>
                  </a:lnTo>
                  <a:close/>
                </a:path>
                <a:path w="6486525" h="2628900">
                  <a:moveTo>
                    <a:pt x="5161597" y="3454"/>
                  </a:moveTo>
                  <a:lnTo>
                    <a:pt x="5161140" y="2336"/>
                  </a:lnTo>
                  <a:lnTo>
                    <a:pt x="5159273" y="469"/>
                  </a:lnTo>
                  <a:lnTo>
                    <a:pt x="5158156" y="0"/>
                  </a:lnTo>
                  <a:lnTo>
                    <a:pt x="5155527" y="0"/>
                  </a:lnTo>
                  <a:lnTo>
                    <a:pt x="5154409" y="469"/>
                  </a:lnTo>
                  <a:lnTo>
                    <a:pt x="5152542" y="2336"/>
                  </a:lnTo>
                  <a:lnTo>
                    <a:pt x="5152072" y="3454"/>
                  </a:lnTo>
                  <a:lnTo>
                    <a:pt x="5152072" y="6083"/>
                  </a:lnTo>
                  <a:lnTo>
                    <a:pt x="5152542" y="7200"/>
                  </a:lnTo>
                  <a:lnTo>
                    <a:pt x="5154409" y="9067"/>
                  </a:lnTo>
                  <a:lnTo>
                    <a:pt x="5155527" y="9525"/>
                  </a:lnTo>
                  <a:lnTo>
                    <a:pt x="5158156" y="9525"/>
                  </a:lnTo>
                  <a:lnTo>
                    <a:pt x="5159273" y="9067"/>
                  </a:lnTo>
                  <a:lnTo>
                    <a:pt x="5161140" y="7200"/>
                  </a:lnTo>
                  <a:lnTo>
                    <a:pt x="5161597" y="6083"/>
                  </a:lnTo>
                  <a:lnTo>
                    <a:pt x="5161597" y="3454"/>
                  </a:lnTo>
                  <a:close/>
                </a:path>
                <a:path w="6486525" h="2628900">
                  <a:moveTo>
                    <a:pt x="5200650" y="854887"/>
                  </a:moveTo>
                  <a:lnTo>
                    <a:pt x="5200193" y="853757"/>
                  </a:lnTo>
                  <a:lnTo>
                    <a:pt x="5198326" y="851903"/>
                  </a:lnTo>
                  <a:lnTo>
                    <a:pt x="5197208" y="851433"/>
                  </a:lnTo>
                  <a:lnTo>
                    <a:pt x="5194579" y="851433"/>
                  </a:lnTo>
                  <a:lnTo>
                    <a:pt x="5193449" y="851903"/>
                  </a:lnTo>
                  <a:lnTo>
                    <a:pt x="5191595" y="853757"/>
                  </a:lnTo>
                  <a:lnTo>
                    <a:pt x="5191125" y="854887"/>
                  </a:lnTo>
                  <a:lnTo>
                    <a:pt x="5191125" y="857516"/>
                  </a:lnTo>
                  <a:lnTo>
                    <a:pt x="5191595" y="858634"/>
                  </a:lnTo>
                  <a:lnTo>
                    <a:pt x="5193449" y="860501"/>
                  </a:lnTo>
                  <a:lnTo>
                    <a:pt x="5194579" y="860958"/>
                  </a:lnTo>
                  <a:lnTo>
                    <a:pt x="5197208" y="860958"/>
                  </a:lnTo>
                  <a:lnTo>
                    <a:pt x="5198326" y="860501"/>
                  </a:lnTo>
                  <a:lnTo>
                    <a:pt x="5200193" y="858634"/>
                  </a:lnTo>
                  <a:lnTo>
                    <a:pt x="5200650" y="857516"/>
                  </a:lnTo>
                  <a:lnTo>
                    <a:pt x="5200650" y="854887"/>
                  </a:lnTo>
                  <a:close/>
                </a:path>
                <a:path w="6486525" h="2628900">
                  <a:moveTo>
                    <a:pt x="5248275" y="854887"/>
                  </a:moveTo>
                  <a:lnTo>
                    <a:pt x="5247818" y="853757"/>
                  </a:lnTo>
                  <a:lnTo>
                    <a:pt x="5245951" y="851903"/>
                  </a:lnTo>
                  <a:lnTo>
                    <a:pt x="5244833" y="851433"/>
                  </a:lnTo>
                  <a:lnTo>
                    <a:pt x="5242204" y="851433"/>
                  </a:lnTo>
                  <a:lnTo>
                    <a:pt x="5241074" y="851903"/>
                  </a:lnTo>
                  <a:lnTo>
                    <a:pt x="5239220" y="853757"/>
                  </a:lnTo>
                  <a:lnTo>
                    <a:pt x="5238750" y="854887"/>
                  </a:lnTo>
                  <a:lnTo>
                    <a:pt x="5238750" y="857516"/>
                  </a:lnTo>
                  <a:lnTo>
                    <a:pt x="5239220" y="858634"/>
                  </a:lnTo>
                  <a:lnTo>
                    <a:pt x="5241074" y="860501"/>
                  </a:lnTo>
                  <a:lnTo>
                    <a:pt x="5242204" y="860958"/>
                  </a:lnTo>
                  <a:lnTo>
                    <a:pt x="5244833" y="860958"/>
                  </a:lnTo>
                  <a:lnTo>
                    <a:pt x="5245951" y="860501"/>
                  </a:lnTo>
                  <a:lnTo>
                    <a:pt x="5247818" y="858634"/>
                  </a:lnTo>
                  <a:lnTo>
                    <a:pt x="5248275" y="857516"/>
                  </a:lnTo>
                  <a:lnTo>
                    <a:pt x="5248275" y="854887"/>
                  </a:lnTo>
                  <a:close/>
                </a:path>
                <a:path w="6486525" h="2628900">
                  <a:moveTo>
                    <a:pt x="5295900" y="854887"/>
                  </a:moveTo>
                  <a:lnTo>
                    <a:pt x="5295443" y="853757"/>
                  </a:lnTo>
                  <a:lnTo>
                    <a:pt x="5293576" y="851903"/>
                  </a:lnTo>
                  <a:lnTo>
                    <a:pt x="5292458" y="851433"/>
                  </a:lnTo>
                  <a:lnTo>
                    <a:pt x="5289829" y="851433"/>
                  </a:lnTo>
                  <a:lnTo>
                    <a:pt x="5288699" y="851903"/>
                  </a:lnTo>
                  <a:lnTo>
                    <a:pt x="5286845" y="853757"/>
                  </a:lnTo>
                  <a:lnTo>
                    <a:pt x="5286375" y="854887"/>
                  </a:lnTo>
                  <a:lnTo>
                    <a:pt x="5286375" y="857516"/>
                  </a:lnTo>
                  <a:lnTo>
                    <a:pt x="5286845" y="858634"/>
                  </a:lnTo>
                  <a:lnTo>
                    <a:pt x="5288699" y="860501"/>
                  </a:lnTo>
                  <a:lnTo>
                    <a:pt x="5289829" y="860958"/>
                  </a:lnTo>
                  <a:lnTo>
                    <a:pt x="5292458" y="860958"/>
                  </a:lnTo>
                  <a:lnTo>
                    <a:pt x="5293576" y="860501"/>
                  </a:lnTo>
                  <a:lnTo>
                    <a:pt x="5295443" y="858634"/>
                  </a:lnTo>
                  <a:lnTo>
                    <a:pt x="5295900" y="857516"/>
                  </a:lnTo>
                  <a:lnTo>
                    <a:pt x="5295900" y="854887"/>
                  </a:lnTo>
                  <a:close/>
                </a:path>
                <a:path w="6486525" h="2628900">
                  <a:moveTo>
                    <a:pt x="5343525" y="854887"/>
                  </a:moveTo>
                  <a:lnTo>
                    <a:pt x="5343068" y="853757"/>
                  </a:lnTo>
                  <a:lnTo>
                    <a:pt x="5341201" y="851903"/>
                  </a:lnTo>
                  <a:lnTo>
                    <a:pt x="5340083" y="851433"/>
                  </a:lnTo>
                  <a:lnTo>
                    <a:pt x="5337454" y="851433"/>
                  </a:lnTo>
                  <a:lnTo>
                    <a:pt x="5336324" y="851903"/>
                  </a:lnTo>
                  <a:lnTo>
                    <a:pt x="5334470" y="853757"/>
                  </a:lnTo>
                  <a:lnTo>
                    <a:pt x="5334000" y="854887"/>
                  </a:lnTo>
                  <a:lnTo>
                    <a:pt x="5334000" y="857516"/>
                  </a:lnTo>
                  <a:lnTo>
                    <a:pt x="5334470" y="858634"/>
                  </a:lnTo>
                  <a:lnTo>
                    <a:pt x="5336324" y="860501"/>
                  </a:lnTo>
                  <a:lnTo>
                    <a:pt x="5337454" y="860958"/>
                  </a:lnTo>
                  <a:lnTo>
                    <a:pt x="5340083" y="860958"/>
                  </a:lnTo>
                  <a:lnTo>
                    <a:pt x="5341201" y="860501"/>
                  </a:lnTo>
                  <a:lnTo>
                    <a:pt x="5343068" y="858634"/>
                  </a:lnTo>
                  <a:lnTo>
                    <a:pt x="5343525" y="857516"/>
                  </a:lnTo>
                  <a:lnTo>
                    <a:pt x="5343525" y="854887"/>
                  </a:lnTo>
                  <a:close/>
                </a:path>
                <a:path w="6486525" h="2628900">
                  <a:moveTo>
                    <a:pt x="5391150" y="854887"/>
                  </a:moveTo>
                  <a:lnTo>
                    <a:pt x="5390693" y="853757"/>
                  </a:lnTo>
                  <a:lnTo>
                    <a:pt x="5388826" y="851903"/>
                  </a:lnTo>
                  <a:lnTo>
                    <a:pt x="5387708" y="851433"/>
                  </a:lnTo>
                  <a:lnTo>
                    <a:pt x="5385079" y="851433"/>
                  </a:lnTo>
                  <a:lnTo>
                    <a:pt x="5383949" y="851903"/>
                  </a:lnTo>
                  <a:lnTo>
                    <a:pt x="5382095" y="853757"/>
                  </a:lnTo>
                  <a:lnTo>
                    <a:pt x="5381625" y="854887"/>
                  </a:lnTo>
                  <a:lnTo>
                    <a:pt x="5381625" y="857516"/>
                  </a:lnTo>
                  <a:lnTo>
                    <a:pt x="5382095" y="858634"/>
                  </a:lnTo>
                  <a:lnTo>
                    <a:pt x="5383949" y="860501"/>
                  </a:lnTo>
                  <a:lnTo>
                    <a:pt x="5385079" y="860958"/>
                  </a:lnTo>
                  <a:lnTo>
                    <a:pt x="5387708" y="860958"/>
                  </a:lnTo>
                  <a:lnTo>
                    <a:pt x="5388826" y="860501"/>
                  </a:lnTo>
                  <a:lnTo>
                    <a:pt x="5390693" y="858634"/>
                  </a:lnTo>
                  <a:lnTo>
                    <a:pt x="5391150" y="857516"/>
                  </a:lnTo>
                  <a:lnTo>
                    <a:pt x="5391150" y="854887"/>
                  </a:lnTo>
                  <a:close/>
                </a:path>
                <a:path w="6486525" h="2628900">
                  <a:moveTo>
                    <a:pt x="5438775" y="854887"/>
                  </a:moveTo>
                  <a:lnTo>
                    <a:pt x="5438318" y="853757"/>
                  </a:lnTo>
                  <a:lnTo>
                    <a:pt x="5436451" y="851903"/>
                  </a:lnTo>
                  <a:lnTo>
                    <a:pt x="5435333" y="851433"/>
                  </a:lnTo>
                  <a:lnTo>
                    <a:pt x="5432704" y="851433"/>
                  </a:lnTo>
                  <a:lnTo>
                    <a:pt x="5431574" y="851903"/>
                  </a:lnTo>
                  <a:lnTo>
                    <a:pt x="5429720" y="853757"/>
                  </a:lnTo>
                  <a:lnTo>
                    <a:pt x="5429250" y="854887"/>
                  </a:lnTo>
                  <a:lnTo>
                    <a:pt x="5429250" y="857516"/>
                  </a:lnTo>
                  <a:lnTo>
                    <a:pt x="5429720" y="858634"/>
                  </a:lnTo>
                  <a:lnTo>
                    <a:pt x="5431574" y="860501"/>
                  </a:lnTo>
                  <a:lnTo>
                    <a:pt x="5432704" y="860958"/>
                  </a:lnTo>
                  <a:lnTo>
                    <a:pt x="5435333" y="860958"/>
                  </a:lnTo>
                  <a:lnTo>
                    <a:pt x="5436451" y="860501"/>
                  </a:lnTo>
                  <a:lnTo>
                    <a:pt x="5438318" y="858634"/>
                  </a:lnTo>
                  <a:lnTo>
                    <a:pt x="5438775" y="857516"/>
                  </a:lnTo>
                  <a:lnTo>
                    <a:pt x="5438775" y="854887"/>
                  </a:lnTo>
                  <a:close/>
                </a:path>
                <a:path w="6486525" h="2628900">
                  <a:moveTo>
                    <a:pt x="5486400" y="854887"/>
                  </a:moveTo>
                  <a:lnTo>
                    <a:pt x="5485943" y="853757"/>
                  </a:lnTo>
                  <a:lnTo>
                    <a:pt x="5484076" y="851903"/>
                  </a:lnTo>
                  <a:lnTo>
                    <a:pt x="5482958" y="851433"/>
                  </a:lnTo>
                  <a:lnTo>
                    <a:pt x="5480329" y="851433"/>
                  </a:lnTo>
                  <a:lnTo>
                    <a:pt x="5479199" y="851903"/>
                  </a:lnTo>
                  <a:lnTo>
                    <a:pt x="5477345" y="853757"/>
                  </a:lnTo>
                  <a:lnTo>
                    <a:pt x="5476875" y="854887"/>
                  </a:lnTo>
                  <a:lnTo>
                    <a:pt x="5476875" y="857516"/>
                  </a:lnTo>
                  <a:lnTo>
                    <a:pt x="5477345" y="858634"/>
                  </a:lnTo>
                  <a:lnTo>
                    <a:pt x="5479199" y="860501"/>
                  </a:lnTo>
                  <a:lnTo>
                    <a:pt x="5480329" y="860958"/>
                  </a:lnTo>
                  <a:lnTo>
                    <a:pt x="5482958" y="860958"/>
                  </a:lnTo>
                  <a:lnTo>
                    <a:pt x="5484076" y="860501"/>
                  </a:lnTo>
                  <a:lnTo>
                    <a:pt x="5485943" y="858634"/>
                  </a:lnTo>
                  <a:lnTo>
                    <a:pt x="5486400" y="857516"/>
                  </a:lnTo>
                  <a:lnTo>
                    <a:pt x="5486400" y="854887"/>
                  </a:lnTo>
                  <a:close/>
                </a:path>
                <a:path w="6486525" h="2628900">
                  <a:moveTo>
                    <a:pt x="5534025" y="854887"/>
                  </a:moveTo>
                  <a:lnTo>
                    <a:pt x="5533568" y="853757"/>
                  </a:lnTo>
                  <a:lnTo>
                    <a:pt x="5531701" y="851903"/>
                  </a:lnTo>
                  <a:lnTo>
                    <a:pt x="5530583" y="851433"/>
                  </a:lnTo>
                  <a:lnTo>
                    <a:pt x="5527954" y="851433"/>
                  </a:lnTo>
                  <a:lnTo>
                    <a:pt x="5526824" y="851903"/>
                  </a:lnTo>
                  <a:lnTo>
                    <a:pt x="5524970" y="853757"/>
                  </a:lnTo>
                  <a:lnTo>
                    <a:pt x="5524500" y="854887"/>
                  </a:lnTo>
                  <a:lnTo>
                    <a:pt x="5524500" y="857516"/>
                  </a:lnTo>
                  <a:lnTo>
                    <a:pt x="5524970" y="858634"/>
                  </a:lnTo>
                  <a:lnTo>
                    <a:pt x="5526824" y="860501"/>
                  </a:lnTo>
                  <a:lnTo>
                    <a:pt x="5527954" y="860958"/>
                  </a:lnTo>
                  <a:lnTo>
                    <a:pt x="5530583" y="860958"/>
                  </a:lnTo>
                  <a:lnTo>
                    <a:pt x="5531701" y="860501"/>
                  </a:lnTo>
                  <a:lnTo>
                    <a:pt x="5533568" y="858634"/>
                  </a:lnTo>
                  <a:lnTo>
                    <a:pt x="5534025" y="857516"/>
                  </a:lnTo>
                  <a:lnTo>
                    <a:pt x="5534025" y="854887"/>
                  </a:lnTo>
                  <a:close/>
                </a:path>
                <a:path w="6486525" h="2628900">
                  <a:moveTo>
                    <a:pt x="5581650" y="854887"/>
                  </a:moveTo>
                  <a:lnTo>
                    <a:pt x="5581193" y="853757"/>
                  </a:lnTo>
                  <a:lnTo>
                    <a:pt x="5579326" y="851903"/>
                  </a:lnTo>
                  <a:lnTo>
                    <a:pt x="5578208" y="851433"/>
                  </a:lnTo>
                  <a:lnTo>
                    <a:pt x="5575579" y="851433"/>
                  </a:lnTo>
                  <a:lnTo>
                    <a:pt x="5574449" y="851903"/>
                  </a:lnTo>
                  <a:lnTo>
                    <a:pt x="5572595" y="853757"/>
                  </a:lnTo>
                  <a:lnTo>
                    <a:pt x="5572125" y="854887"/>
                  </a:lnTo>
                  <a:lnTo>
                    <a:pt x="5572125" y="857516"/>
                  </a:lnTo>
                  <a:lnTo>
                    <a:pt x="5572595" y="858634"/>
                  </a:lnTo>
                  <a:lnTo>
                    <a:pt x="5574449" y="860501"/>
                  </a:lnTo>
                  <a:lnTo>
                    <a:pt x="5575579" y="860958"/>
                  </a:lnTo>
                  <a:lnTo>
                    <a:pt x="5578208" y="860958"/>
                  </a:lnTo>
                  <a:lnTo>
                    <a:pt x="5579326" y="860501"/>
                  </a:lnTo>
                  <a:lnTo>
                    <a:pt x="5581193" y="858634"/>
                  </a:lnTo>
                  <a:lnTo>
                    <a:pt x="5581650" y="857516"/>
                  </a:lnTo>
                  <a:lnTo>
                    <a:pt x="5581650" y="854887"/>
                  </a:lnTo>
                  <a:close/>
                </a:path>
                <a:path w="6486525" h="2628900">
                  <a:moveTo>
                    <a:pt x="5629275" y="854887"/>
                  </a:moveTo>
                  <a:lnTo>
                    <a:pt x="5628818" y="853757"/>
                  </a:lnTo>
                  <a:lnTo>
                    <a:pt x="5626951" y="851903"/>
                  </a:lnTo>
                  <a:lnTo>
                    <a:pt x="5625833" y="851433"/>
                  </a:lnTo>
                  <a:lnTo>
                    <a:pt x="5623204" y="851433"/>
                  </a:lnTo>
                  <a:lnTo>
                    <a:pt x="5622074" y="851903"/>
                  </a:lnTo>
                  <a:lnTo>
                    <a:pt x="5620220" y="853757"/>
                  </a:lnTo>
                  <a:lnTo>
                    <a:pt x="5619750" y="854887"/>
                  </a:lnTo>
                  <a:lnTo>
                    <a:pt x="5619750" y="857516"/>
                  </a:lnTo>
                  <a:lnTo>
                    <a:pt x="5620220" y="858634"/>
                  </a:lnTo>
                  <a:lnTo>
                    <a:pt x="5622074" y="860501"/>
                  </a:lnTo>
                  <a:lnTo>
                    <a:pt x="5623204" y="860958"/>
                  </a:lnTo>
                  <a:lnTo>
                    <a:pt x="5625833" y="860958"/>
                  </a:lnTo>
                  <a:lnTo>
                    <a:pt x="5626951" y="860501"/>
                  </a:lnTo>
                  <a:lnTo>
                    <a:pt x="5628818" y="858634"/>
                  </a:lnTo>
                  <a:lnTo>
                    <a:pt x="5629275" y="857516"/>
                  </a:lnTo>
                  <a:lnTo>
                    <a:pt x="5629275" y="854887"/>
                  </a:lnTo>
                  <a:close/>
                </a:path>
                <a:path w="6486525" h="2628900">
                  <a:moveTo>
                    <a:pt x="5676900" y="854887"/>
                  </a:moveTo>
                  <a:lnTo>
                    <a:pt x="5676443" y="853757"/>
                  </a:lnTo>
                  <a:lnTo>
                    <a:pt x="5674576" y="851903"/>
                  </a:lnTo>
                  <a:lnTo>
                    <a:pt x="5673458" y="851433"/>
                  </a:lnTo>
                  <a:lnTo>
                    <a:pt x="5670829" y="851433"/>
                  </a:lnTo>
                  <a:lnTo>
                    <a:pt x="5669699" y="851903"/>
                  </a:lnTo>
                  <a:lnTo>
                    <a:pt x="5667845" y="853757"/>
                  </a:lnTo>
                  <a:lnTo>
                    <a:pt x="5667375" y="854887"/>
                  </a:lnTo>
                  <a:lnTo>
                    <a:pt x="5667375" y="857516"/>
                  </a:lnTo>
                  <a:lnTo>
                    <a:pt x="5667845" y="858634"/>
                  </a:lnTo>
                  <a:lnTo>
                    <a:pt x="5669699" y="860501"/>
                  </a:lnTo>
                  <a:lnTo>
                    <a:pt x="5670829" y="860958"/>
                  </a:lnTo>
                  <a:lnTo>
                    <a:pt x="5673458" y="860958"/>
                  </a:lnTo>
                  <a:lnTo>
                    <a:pt x="5674576" y="860501"/>
                  </a:lnTo>
                  <a:lnTo>
                    <a:pt x="5676443" y="858634"/>
                  </a:lnTo>
                  <a:lnTo>
                    <a:pt x="5676900" y="857516"/>
                  </a:lnTo>
                  <a:lnTo>
                    <a:pt x="5676900" y="854887"/>
                  </a:lnTo>
                  <a:close/>
                </a:path>
                <a:path w="6486525" h="2628900">
                  <a:moveTo>
                    <a:pt x="5724525" y="854887"/>
                  </a:moveTo>
                  <a:lnTo>
                    <a:pt x="5724068" y="853757"/>
                  </a:lnTo>
                  <a:lnTo>
                    <a:pt x="5722201" y="851903"/>
                  </a:lnTo>
                  <a:lnTo>
                    <a:pt x="5721083" y="851433"/>
                  </a:lnTo>
                  <a:lnTo>
                    <a:pt x="5718454" y="851433"/>
                  </a:lnTo>
                  <a:lnTo>
                    <a:pt x="5717324" y="851903"/>
                  </a:lnTo>
                  <a:lnTo>
                    <a:pt x="5715470" y="853757"/>
                  </a:lnTo>
                  <a:lnTo>
                    <a:pt x="5715000" y="854887"/>
                  </a:lnTo>
                  <a:lnTo>
                    <a:pt x="5715000" y="857516"/>
                  </a:lnTo>
                  <a:lnTo>
                    <a:pt x="5715470" y="858634"/>
                  </a:lnTo>
                  <a:lnTo>
                    <a:pt x="5717324" y="860501"/>
                  </a:lnTo>
                  <a:lnTo>
                    <a:pt x="5718454" y="860958"/>
                  </a:lnTo>
                  <a:lnTo>
                    <a:pt x="5721083" y="860958"/>
                  </a:lnTo>
                  <a:lnTo>
                    <a:pt x="5722201" y="860501"/>
                  </a:lnTo>
                  <a:lnTo>
                    <a:pt x="5724068" y="858634"/>
                  </a:lnTo>
                  <a:lnTo>
                    <a:pt x="5724525" y="857516"/>
                  </a:lnTo>
                  <a:lnTo>
                    <a:pt x="5724525" y="854887"/>
                  </a:lnTo>
                  <a:close/>
                </a:path>
                <a:path w="6486525" h="2628900">
                  <a:moveTo>
                    <a:pt x="5772150" y="854887"/>
                  </a:moveTo>
                  <a:lnTo>
                    <a:pt x="5771693" y="853757"/>
                  </a:lnTo>
                  <a:lnTo>
                    <a:pt x="5769826" y="851903"/>
                  </a:lnTo>
                  <a:lnTo>
                    <a:pt x="5768708" y="851433"/>
                  </a:lnTo>
                  <a:lnTo>
                    <a:pt x="5766079" y="851433"/>
                  </a:lnTo>
                  <a:lnTo>
                    <a:pt x="5764949" y="851903"/>
                  </a:lnTo>
                  <a:lnTo>
                    <a:pt x="5763095" y="853757"/>
                  </a:lnTo>
                  <a:lnTo>
                    <a:pt x="5762625" y="854887"/>
                  </a:lnTo>
                  <a:lnTo>
                    <a:pt x="5762625" y="857516"/>
                  </a:lnTo>
                  <a:lnTo>
                    <a:pt x="5763095" y="858634"/>
                  </a:lnTo>
                  <a:lnTo>
                    <a:pt x="5764949" y="860501"/>
                  </a:lnTo>
                  <a:lnTo>
                    <a:pt x="5766079" y="860958"/>
                  </a:lnTo>
                  <a:lnTo>
                    <a:pt x="5768708" y="860958"/>
                  </a:lnTo>
                  <a:lnTo>
                    <a:pt x="5769826" y="860501"/>
                  </a:lnTo>
                  <a:lnTo>
                    <a:pt x="5771693" y="858634"/>
                  </a:lnTo>
                  <a:lnTo>
                    <a:pt x="5772150" y="857516"/>
                  </a:lnTo>
                  <a:lnTo>
                    <a:pt x="5772150" y="854887"/>
                  </a:lnTo>
                  <a:close/>
                </a:path>
                <a:path w="6486525" h="2628900">
                  <a:moveTo>
                    <a:pt x="5819775" y="854887"/>
                  </a:moveTo>
                  <a:lnTo>
                    <a:pt x="5819318" y="853757"/>
                  </a:lnTo>
                  <a:lnTo>
                    <a:pt x="5817451" y="851903"/>
                  </a:lnTo>
                  <a:lnTo>
                    <a:pt x="5816333" y="851433"/>
                  </a:lnTo>
                  <a:lnTo>
                    <a:pt x="5813704" y="851433"/>
                  </a:lnTo>
                  <a:lnTo>
                    <a:pt x="5812574" y="851903"/>
                  </a:lnTo>
                  <a:lnTo>
                    <a:pt x="5810720" y="853757"/>
                  </a:lnTo>
                  <a:lnTo>
                    <a:pt x="5810250" y="854887"/>
                  </a:lnTo>
                  <a:lnTo>
                    <a:pt x="5810250" y="857516"/>
                  </a:lnTo>
                  <a:lnTo>
                    <a:pt x="5810720" y="858634"/>
                  </a:lnTo>
                  <a:lnTo>
                    <a:pt x="5812574" y="860501"/>
                  </a:lnTo>
                  <a:lnTo>
                    <a:pt x="5813704" y="860958"/>
                  </a:lnTo>
                  <a:lnTo>
                    <a:pt x="5816333" y="860958"/>
                  </a:lnTo>
                  <a:lnTo>
                    <a:pt x="5817451" y="860501"/>
                  </a:lnTo>
                  <a:lnTo>
                    <a:pt x="5819318" y="858634"/>
                  </a:lnTo>
                  <a:lnTo>
                    <a:pt x="5819775" y="857516"/>
                  </a:lnTo>
                  <a:lnTo>
                    <a:pt x="5819775" y="854887"/>
                  </a:lnTo>
                  <a:close/>
                </a:path>
                <a:path w="6486525" h="2628900">
                  <a:moveTo>
                    <a:pt x="5867400" y="854887"/>
                  </a:moveTo>
                  <a:lnTo>
                    <a:pt x="5866943" y="853757"/>
                  </a:lnTo>
                  <a:lnTo>
                    <a:pt x="5865076" y="851903"/>
                  </a:lnTo>
                  <a:lnTo>
                    <a:pt x="5863958" y="851433"/>
                  </a:lnTo>
                  <a:lnTo>
                    <a:pt x="5861329" y="851433"/>
                  </a:lnTo>
                  <a:lnTo>
                    <a:pt x="5860199" y="851903"/>
                  </a:lnTo>
                  <a:lnTo>
                    <a:pt x="5858345" y="853757"/>
                  </a:lnTo>
                  <a:lnTo>
                    <a:pt x="5857875" y="854887"/>
                  </a:lnTo>
                  <a:lnTo>
                    <a:pt x="5857875" y="857516"/>
                  </a:lnTo>
                  <a:lnTo>
                    <a:pt x="5858345" y="858634"/>
                  </a:lnTo>
                  <a:lnTo>
                    <a:pt x="5860199" y="860501"/>
                  </a:lnTo>
                  <a:lnTo>
                    <a:pt x="5861329" y="860958"/>
                  </a:lnTo>
                  <a:lnTo>
                    <a:pt x="5863958" y="860958"/>
                  </a:lnTo>
                  <a:lnTo>
                    <a:pt x="5865076" y="860501"/>
                  </a:lnTo>
                  <a:lnTo>
                    <a:pt x="5866943" y="858634"/>
                  </a:lnTo>
                  <a:lnTo>
                    <a:pt x="5867400" y="857516"/>
                  </a:lnTo>
                  <a:lnTo>
                    <a:pt x="5867400" y="854887"/>
                  </a:lnTo>
                  <a:close/>
                </a:path>
                <a:path w="6486525" h="2628900">
                  <a:moveTo>
                    <a:pt x="5915025" y="854887"/>
                  </a:moveTo>
                  <a:lnTo>
                    <a:pt x="5914568" y="853757"/>
                  </a:lnTo>
                  <a:lnTo>
                    <a:pt x="5912701" y="851903"/>
                  </a:lnTo>
                  <a:lnTo>
                    <a:pt x="5911583" y="851433"/>
                  </a:lnTo>
                  <a:lnTo>
                    <a:pt x="5908954" y="851433"/>
                  </a:lnTo>
                  <a:lnTo>
                    <a:pt x="5907824" y="851903"/>
                  </a:lnTo>
                  <a:lnTo>
                    <a:pt x="5905970" y="853757"/>
                  </a:lnTo>
                  <a:lnTo>
                    <a:pt x="5905500" y="854887"/>
                  </a:lnTo>
                  <a:lnTo>
                    <a:pt x="5905500" y="857516"/>
                  </a:lnTo>
                  <a:lnTo>
                    <a:pt x="5905970" y="858634"/>
                  </a:lnTo>
                  <a:lnTo>
                    <a:pt x="5907824" y="860501"/>
                  </a:lnTo>
                  <a:lnTo>
                    <a:pt x="5908954" y="860958"/>
                  </a:lnTo>
                  <a:lnTo>
                    <a:pt x="5911583" y="860958"/>
                  </a:lnTo>
                  <a:lnTo>
                    <a:pt x="5912701" y="860501"/>
                  </a:lnTo>
                  <a:lnTo>
                    <a:pt x="5914568" y="858634"/>
                  </a:lnTo>
                  <a:lnTo>
                    <a:pt x="5915025" y="857516"/>
                  </a:lnTo>
                  <a:lnTo>
                    <a:pt x="5915025" y="854887"/>
                  </a:lnTo>
                  <a:close/>
                </a:path>
                <a:path w="6486525" h="2628900">
                  <a:moveTo>
                    <a:pt x="5962650" y="854887"/>
                  </a:moveTo>
                  <a:lnTo>
                    <a:pt x="5962193" y="853757"/>
                  </a:lnTo>
                  <a:lnTo>
                    <a:pt x="5960326" y="851903"/>
                  </a:lnTo>
                  <a:lnTo>
                    <a:pt x="5959208" y="851433"/>
                  </a:lnTo>
                  <a:lnTo>
                    <a:pt x="5956579" y="851433"/>
                  </a:lnTo>
                  <a:lnTo>
                    <a:pt x="5955449" y="851903"/>
                  </a:lnTo>
                  <a:lnTo>
                    <a:pt x="5953595" y="853757"/>
                  </a:lnTo>
                  <a:lnTo>
                    <a:pt x="5953125" y="854887"/>
                  </a:lnTo>
                  <a:lnTo>
                    <a:pt x="5953125" y="857516"/>
                  </a:lnTo>
                  <a:lnTo>
                    <a:pt x="5953595" y="858634"/>
                  </a:lnTo>
                  <a:lnTo>
                    <a:pt x="5955449" y="860501"/>
                  </a:lnTo>
                  <a:lnTo>
                    <a:pt x="5956579" y="860958"/>
                  </a:lnTo>
                  <a:lnTo>
                    <a:pt x="5959208" y="860958"/>
                  </a:lnTo>
                  <a:lnTo>
                    <a:pt x="5960326" y="860501"/>
                  </a:lnTo>
                  <a:lnTo>
                    <a:pt x="5962193" y="858634"/>
                  </a:lnTo>
                  <a:lnTo>
                    <a:pt x="5962650" y="857516"/>
                  </a:lnTo>
                  <a:lnTo>
                    <a:pt x="5962650" y="854887"/>
                  </a:lnTo>
                  <a:close/>
                </a:path>
                <a:path w="6486525" h="2628900">
                  <a:moveTo>
                    <a:pt x="6010275" y="854887"/>
                  </a:moveTo>
                  <a:lnTo>
                    <a:pt x="6009818" y="853757"/>
                  </a:lnTo>
                  <a:lnTo>
                    <a:pt x="6007951" y="851903"/>
                  </a:lnTo>
                  <a:lnTo>
                    <a:pt x="6006833" y="851433"/>
                  </a:lnTo>
                  <a:lnTo>
                    <a:pt x="6004204" y="851433"/>
                  </a:lnTo>
                  <a:lnTo>
                    <a:pt x="6003087" y="851903"/>
                  </a:lnTo>
                  <a:lnTo>
                    <a:pt x="6001220" y="853757"/>
                  </a:lnTo>
                  <a:lnTo>
                    <a:pt x="6000750" y="854887"/>
                  </a:lnTo>
                  <a:lnTo>
                    <a:pt x="6000750" y="857516"/>
                  </a:lnTo>
                  <a:lnTo>
                    <a:pt x="6001220" y="858634"/>
                  </a:lnTo>
                  <a:lnTo>
                    <a:pt x="6003087" y="860501"/>
                  </a:lnTo>
                  <a:lnTo>
                    <a:pt x="6004204" y="860958"/>
                  </a:lnTo>
                  <a:lnTo>
                    <a:pt x="6006833" y="860958"/>
                  </a:lnTo>
                  <a:lnTo>
                    <a:pt x="6007951" y="860501"/>
                  </a:lnTo>
                  <a:lnTo>
                    <a:pt x="6009818" y="858634"/>
                  </a:lnTo>
                  <a:lnTo>
                    <a:pt x="6010275" y="857516"/>
                  </a:lnTo>
                  <a:lnTo>
                    <a:pt x="6010275" y="854887"/>
                  </a:lnTo>
                  <a:close/>
                </a:path>
                <a:path w="6486525" h="2628900">
                  <a:moveTo>
                    <a:pt x="6057900" y="854887"/>
                  </a:moveTo>
                  <a:lnTo>
                    <a:pt x="6057443" y="853757"/>
                  </a:lnTo>
                  <a:lnTo>
                    <a:pt x="6055576" y="851903"/>
                  </a:lnTo>
                  <a:lnTo>
                    <a:pt x="6054458" y="851433"/>
                  </a:lnTo>
                  <a:lnTo>
                    <a:pt x="6051829" y="851433"/>
                  </a:lnTo>
                  <a:lnTo>
                    <a:pt x="6050699" y="851903"/>
                  </a:lnTo>
                  <a:lnTo>
                    <a:pt x="6048845" y="853757"/>
                  </a:lnTo>
                  <a:lnTo>
                    <a:pt x="6048375" y="854887"/>
                  </a:lnTo>
                  <a:lnTo>
                    <a:pt x="6048375" y="857516"/>
                  </a:lnTo>
                  <a:lnTo>
                    <a:pt x="6048845" y="858634"/>
                  </a:lnTo>
                  <a:lnTo>
                    <a:pt x="6050699" y="860501"/>
                  </a:lnTo>
                  <a:lnTo>
                    <a:pt x="6051829" y="860958"/>
                  </a:lnTo>
                  <a:lnTo>
                    <a:pt x="6054458" y="860958"/>
                  </a:lnTo>
                  <a:lnTo>
                    <a:pt x="6055576" y="860501"/>
                  </a:lnTo>
                  <a:lnTo>
                    <a:pt x="6057443" y="858634"/>
                  </a:lnTo>
                  <a:lnTo>
                    <a:pt x="6057900" y="857516"/>
                  </a:lnTo>
                  <a:lnTo>
                    <a:pt x="6057900" y="854887"/>
                  </a:lnTo>
                  <a:close/>
                </a:path>
                <a:path w="6486525" h="2628900">
                  <a:moveTo>
                    <a:pt x="6105525" y="854887"/>
                  </a:moveTo>
                  <a:lnTo>
                    <a:pt x="6105068" y="853757"/>
                  </a:lnTo>
                  <a:lnTo>
                    <a:pt x="6103201" y="851903"/>
                  </a:lnTo>
                  <a:lnTo>
                    <a:pt x="6102083" y="851433"/>
                  </a:lnTo>
                  <a:lnTo>
                    <a:pt x="6099454" y="851433"/>
                  </a:lnTo>
                  <a:lnTo>
                    <a:pt x="6098324" y="851903"/>
                  </a:lnTo>
                  <a:lnTo>
                    <a:pt x="6096470" y="853757"/>
                  </a:lnTo>
                  <a:lnTo>
                    <a:pt x="6096000" y="854887"/>
                  </a:lnTo>
                  <a:lnTo>
                    <a:pt x="6096000" y="857516"/>
                  </a:lnTo>
                  <a:lnTo>
                    <a:pt x="6096470" y="858634"/>
                  </a:lnTo>
                  <a:lnTo>
                    <a:pt x="6098324" y="860501"/>
                  </a:lnTo>
                  <a:lnTo>
                    <a:pt x="6099454" y="860958"/>
                  </a:lnTo>
                  <a:lnTo>
                    <a:pt x="6102083" y="860958"/>
                  </a:lnTo>
                  <a:lnTo>
                    <a:pt x="6103201" y="860501"/>
                  </a:lnTo>
                  <a:lnTo>
                    <a:pt x="6105068" y="858634"/>
                  </a:lnTo>
                  <a:lnTo>
                    <a:pt x="6105525" y="857516"/>
                  </a:lnTo>
                  <a:lnTo>
                    <a:pt x="6105525" y="854887"/>
                  </a:lnTo>
                  <a:close/>
                </a:path>
                <a:path w="6486525" h="2628900">
                  <a:moveTo>
                    <a:pt x="6153150" y="854887"/>
                  </a:moveTo>
                  <a:lnTo>
                    <a:pt x="6152693" y="853757"/>
                  </a:lnTo>
                  <a:lnTo>
                    <a:pt x="6150826" y="851903"/>
                  </a:lnTo>
                  <a:lnTo>
                    <a:pt x="6149708" y="851433"/>
                  </a:lnTo>
                  <a:lnTo>
                    <a:pt x="6147079" y="851433"/>
                  </a:lnTo>
                  <a:lnTo>
                    <a:pt x="6145949" y="851903"/>
                  </a:lnTo>
                  <a:lnTo>
                    <a:pt x="6144095" y="853757"/>
                  </a:lnTo>
                  <a:lnTo>
                    <a:pt x="6143625" y="854887"/>
                  </a:lnTo>
                  <a:lnTo>
                    <a:pt x="6143625" y="857516"/>
                  </a:lnTo>
                  <a:lnTo>
                    <a:pt x="6144095" y="858634"/>
                  </a:lnTo>
                  <a:lnTo>
                    <a:pt x="6145949" y="860501"/>
                  </a:lnTo>
                  <a:lnTo>
                    <a:pt x="6147079" y="860958"/>
                  </a:lnTo>
                  <a:lnTo>
                    <a:pt x="6149708" y="860958"/>
                  </a:lnTo>
                  <a:lnTo>
                    <a:pt x="6150826" y="860501"/>
                  </a:lnTo>
                  <a:lnTo>
                    <a:pt x="6152693" y="858634"/>
                  </a:lnTo>
                  <a:lnTo>
                    <a:pt x="6153150" y="857516"/>
                  </a:lnTo>
                  <a:lnTo>
                    <a:pt x="6153150" y="854887"/>
                  </a:lnTo>
                  <a:close/>
                </a:path>
                <a:path w="6486525" h="2628900">
                  <a:moveTo>
                    <a:pt x="6200775" y="854887"/>
                  </a:moveTo>
                  <a:lnTo>
                    <a:pt x="6200318" y="853757"/>
                  </a:lnTo>
                  <a:lnTo>
                    <a:pt x="6198451" y="851903"/>
                  </a:lnTo>
                  <a:lnTo>
                    <a:pt x="6197333" y="851433"/>
                  </a:lnTo>
                  <a:lnTo>
                    <a:pt x="6194704" y="851433"/>
                  </a:lnTo>
                  <a:lnTo>
                    <a:pt x="6193574" y="851903"/>
                  </a:lnTo>
                  <a:lnTo>
                    <a:pt x="6191720" y="853757"/>
                  </a:lnTo>
                  <a:lnTo>
                    <a:pt x="6191250" y="854887"/>
                  </a:lnTo>
                  <a:lnTo>
                    <a:pt x="6191250" y="857516"/>
                  </a:lnTo>
                  <a:lnTo>
                    <a:pt x="6191720" y="858634"/>
                  </a:lnTo>
                  <a:lnTo>
                    <a:pt x="6193574" y="860501"/>
                  </a:lnTo>
                  <a:lnTo>
                    <a:pt x="6194704" y="860958"/>
                  </a:lnTo>
                  <a:lnTo>
                    <a:pt x="6197333" y="860958"/>
                  </a:lnTo>
                  <a:lnTo>
                    <a:pt x="6198451" y="860501"/>
                  </a:lnTo>
                  <a:lnTo>
                    <a:pt x="6200318" y="858634"/>
                  </a:lnTo>
                  <a:lnTo>
                    <a:pt x="6200775" y="857516"/>
                  </a:lnTo>
                  <a:lnTo>
                    <a:pt x="6200775" y="854887"/>
                  </a:lnTo>
                  <a:close/>
                </a:path>
                <a:path w="6486525" h="2628900">
                  <a:moveTo>
                    <a:pt x="6248400" y="854887"/>
                  </a:moveTo>
                  <a:lnTo>
                    <a:pt x="6247943" y="853757"/>
                  </a:lnTo>
                  <a:lnTo>
                    <a:pt x="6246076" y="851903"/>
                  </a:lnTo>
                  <a:lnTo>
                    <a:pt x="6244958" y="851433"/>
                  </a:lnTo>
                  <a:lnTo>
                    <a:pt x="6242329" y="851433"/>
                  </a:lnTo>
                  <a:lnTo>
                    <a:pt x="6241199" y="851903"/>
                  </a:lnTo>
                  <a:lnTo>
                    <a:pt x="6239345" y="853757"/>
                  </a:lnTo>
                  <a:lnTo>
                    <a:pt x="6238875" y="854887"/>
                  </a:lnTo>
                  <a:lnTo>
                    <a:pt x="6238875" y="857516"/>
                  </a:lnTo>
                  <a:lnTo>
                    <a:pt x="6239345" y="858634"/>
                  </a:lnTo>
                  <a:lnTo>
                    <a:pt x="6241199" y="860501"/>
                  </a:lnTo>
                  <a:lnTo>
                    <a:pt x="6242329" y="860958"/>
                  </a:lnTo>
                  <a:lnTo>
                    <a:pt x="6244958" y="860958"/>
                  </a:lnTo>
                  <a:lnTo>
                    <a:pt x="6246076" y="860501"/>
                  </a:lnTo>
                  <a:lnTo>
                    <a:pt x="6247943" y="858634"/>
                  </a:lnTo>
                  <a:lnTo>
                    <a:pt x="6248400" y="857516"/>
                  </a:lnTo>
                  <a:lnTo>
                    <a:pt x="6248400" y="854887"/>
                  </a:lnTo>
                  <a:close/>
                </a:path>
                <a:path w="6486525" h="2628900">
                  <a:moveTo>
                    <a:pt x="6296025" y="854887"/>
                  </a:moveTo>
                  <a:lnTo>
                    <a:pt x="6295568" y="853757"/>
                  </a:lnTo>
                  <a:lnTo>
                    <a:pt x="6293701" y="851903"/>
                  </a:lnTo>
                  <a:lnTo>
                    <a:pt x="6292583" y="851433"/>
                  </a:lnTo>
                  <a:lnTo>
                    <a:pt x="6289954" y="851433"/>
                  </a:lnTo>
                  <a:lnTo>
                    <a:pt x="6288824" y="851903"/>
                  </a:lnTo>
                  <a:lnTo>
                    <a:pt x="6286970" y="853757"/>
                  </a:lnTo>
                  <a:lnTo>
                    <a:pt x="6286500" y="854887"/>
                  </a:lnTo>
                  <a:lnTo>
                    <a:pt x="6286500" y="857516"/>
                  </a:lnTo>
                  <a:lnTo>
                    <a:pt x="6286970" y="858634"/>
                  </a:lnTo>
                  <a:lnTo>
                    <a:pt x="6288824" y="860501"/>
                  </a:lnTo>
                  <a:lnTo>
                    <a:pt x="6289954" y="860958"/>
                  </a:lnTo>
                  <a:lnTo>
                    <a:pt x="6292583" y="860958"/>
                  </a:lnTo>
                  <a:lnTo>
                    <a:pt x="6293701" y="860501"/>
                  </a:lnTo>
                  <a:lnTo>
                    <a:pt x="6295568" y="858634"/>
                  </a:lnTo>
                  <a:lnTo>
                    <a:pt x="6296025" y="857516"/>
                  </a:lnTo>
                  <a:lnTo>
                    <a:pt x="6296025" y="854887"/>
                  </a:lnTo>
                  <a:close/>
                </a:path>
                <a:path w="6486525" h="2628900">
                  <a:moveTo>
                    <a:pt x="6343650" y="854887"/>
                  </a:moveTo>
                  <a:lnTo>
                    <a:pt x="6343193" y="853757"/>
                  </a:lnTo>
                  <a:lnTo>
                    <a:pt x="6341326" y="851903"/>
                  </a:lnTo>
                  <a:lnTo>
                    <a:pt x="6340208" y="851433"/>
                  </a:lnTo>
                  <a:lnTo>
                    <a:pt x="6337579" y="851433"/>
                  </a:lnTo>
                  <a:lnTo>
                    <a:pt x="6336449" y="851903"/>
                  </a:lnTo>
                  <a:lnTo>
                    <a:pt x="6334595" y="853757"/>
                  </a:lnTo>
                  <a:lnTo>
                    <a:pt x="6334125" y="854887"/>
                  </a:lnTo>
                  <a:lnTo>
                    <a:pt x="6334125" y="857516"/>
                  </a:lnTo>
                  <a:lnTo>
                    <a:pt x="6334595" y="858634"/>
                  </a:lnTo>
                  <a:lnTo>
                    <a:pt x="6336449" y="860501"/>
                  </a:lnTo>
                  <a:lnTo>
                    <a:pt x="6337579" y="860958"/>
                  </a:lnTo>
                  <a:lnTo>
                    <a:pt x="6340208" y="860958"/>
                  </a:lnTo>
                  <a:lnTo>
                    <a:pt x="6341326" y="860501"/>
                  </a:lnTo>
                  <a:lnTo>
                    <a:pt x="6343193" y="858634"/>
                  </a:lnTo>
                  <a:lnTo>
                    <a:pt x="6343650" y="857516"/>
                  </a:lnTo>
                  <a:lnTo>
                    <a:pt x="6343650" y="854887"/>
                  </a:lnTo>
                  <a:close/>
                </a:path>
                <a:path w="6486525" h="2628900">
                  <a:moveTo>
                    <a:pt x="6391275" y="854887"/>
                  </a:moveTo>
                  <a:lnTo>
                    <a:pt x="6390818" y="853757"/>
                  </a:lnTo>
                  <a:lnTo>
                    <a:pt x="6388951" y="851903"/>
                  </a:lnTo>
                  <a:lnTo>
                    <a:pt x="6387833" y="851433"/>
                  </a:lnTo>
                  <a:lnTo>
                    <a:pt x="6385204" y="851433"/>
                  </a:lnTo>
                  <a:lnTo>
                    <a:pt x="6384074" y="851903"/>
                  </a:lnTo>
                  <a:lnTo>
                    <a:pt x="6382220" y="853757"/>
                  </a:lnTo>
                  <a:lnTo>
                    <a:pt x="6381750" y="854887"/>
                  </a:lnTo>
                  <a:lnTo>
                    <a:pt x="6381750" y="857516"/>
                  </a:lnTo>
                  <a:lnTo>
                    <a:pt x="6382220" y="858634"/>
                  </a:lnTo>
                  <a:lnTo>
                    <a:pt x="6384074" y="860501"/>
                  </a:lnTo>
                  <a:lnTo>
                    <a:pt x="6385204" y="860958"/>
                  </a:lnTo>
                  <a:lnTo>
                    <a:pt x="6387833" y="860958"/>
                  </a:lnTo>
                  <a:lnTo>
                    <a:pt x="6388951" y="860501"/>
                  </a:lnTo>
                  <a:lnTo>
                    <a:pt x="6390818" y="858634"/>
                  </a:lnTo>
                  <a:lnTo>
                    <a:pt x="6391275" y="857516"/>
                  </a:lnTo>
                  <a:lnTo>
                    <a:pt x="6391275" y="854887"/>
                  </a:lnTo>
                  <a:close/>
                </a:path>
                <a:path w="6486525" h="2628900">
                  <a:moveTo>
                    <a:pt x="6424612" y="2622829"/>
                  </a:moveTo>
                  <a:lnTo>
                    <a:pt x="6424155" y="2621711"/>
                  </a:lnTo>
                  <a:lnTo>
                    <a:pt x="6422288" y="2619845"/>
                  </a:lnTo>
                  <a:lnTo>
                    <a:pt x="6421171" y="2619375"/>
                  </a:lnTo>
                  <a:lnTo>
                    <a:pt x="6418542" y="2619375"/>
                  </a:lnTo>
                  <a:lnTo>
                    <a:pt x="6417424" y="2619845"/>
                  </a:lnTo>
                  <a:lnTo>
                    <a:pt x="6415557" y="2621711"/>
                  </a:lnTo>
                  <a:lnTo>
                    <a:pt x="6415087" y="2622829"/>
                  </a:lnTo>
                  <a:lnTo>
                    <a:pt x="6415087" y="2625458"/>
                  </a:lnTo>
                  <a:lnTo>
                    <a:pt x="6415557" y="2626576"/>
                  </a:lnTo>
                  <a:lnTo>
                    <a:pt x="6417424" y="2628442"/>
                  </a:lnTo>
                  <a:lnTo>
                    <a:pt x="6418542" y="2628900"/>
                  </a:lnTo>
                  <a:lnTo>
                    <a:pt x="6421171" y="2628900"/>
                  </a:lnTo>
                  <a:lnTo>
                    <a:pt x="6422288" y="2628442"/>
                  </a:lnTo>
                  <a:lnTo>
                    <a:pt x="6424155" y="2626576"/>
                  </a:lnTo>
                  <a:lnTo>
                    <a:pt x="6424612" y="2625458"/>
                  </a:lnTo>
                  <a:lnTo>
                    <a:pt x="6424612" y="2622829"/>
                  </a:lnTo>
                  <a:close/>
                </a:path>
                <a:path w="6486525" h="2628900">
                  <a:moveTo>
                    <a:pt x="6424612" y="2575204"/>
                  </a:moveTo>
                  <a:lnTo>
                    <a:pt x="6424155" y="2574086"/>
                  </a:lnTo>
                  <a:lnTo>
                    <a:pt x="6422288" y="2572220"/>
                  </a:lnTo>
                  <a:lnTo>
                    <a:pt x="6421171" y="2571750"/>
                  </a:lnTo>
                  <a:lnTo>
                    <a:pt x="6418542" y="2571750"/>
                  </a:lnTo>
                  <a:lnTo>
                    <a:pt x="6417424" y="2572220"/>
                  </a:lnTo>
                  <a:lnTo>
                    <a:pt x="6415557" y="2574086"/>
                  </a:lnTo>
                  <a:lnTo>
                    <a:pt x="6415087" y="2575204"/>
                  </a:lnTo>
                  <a:lnTo>
                    <a:pt x="6415087" y="2577833"/>
                  </a:lnTo>
                  <a:lnTo>
                    <a:pt x="6415557" y="2578951"/>
                  </a:lnTo>
                  <a:lnTo>
                    <a:pt x="6417424" y="2580817"/>
                  </a:lnTo>
                  <a:lnTo>
                    <a:pt x="6418542" y="2581275"/>
                  </a:lnTo>
                  <a:lnTo>
                    <a:pt x="6421171" y="2581275"/>
                  </a:lnTo>
                  <a:lnTo>
                    <a:pt x="6422288" y="2580817"/>
                  </a:lnTo>
                  <a:lnTo>
                    <a:pt x="6424155" y="2578951"/>
                  </a:lnTo>
                  <a:lnTo>
                    <a:pt x="6424612" y="2577833"/>
                  </a:lnTo>
                  <a:lnTo>
                    <a:pt x="6424612" y="2575204"/>
                  </a:lnTo>
                  <a:close/>
                </a:path>
                <a:path w="6486525" h="2628900">
                  <a:moveTo>
                    <a:pt x="6424612" y="2527579"/>
                  </a:moveTo>
                  <a:lnTo>
                    <a:pt x="6424155" y="2526461"/>
                  </a:lnTo>
                  <a:lnTo>
                    <a:pt x="6422288" y="2524595"/>
                  </a:lnTo>
                  <a:lnTo>
                    <a:pt x="6421171" y="2524125"/>
                  </a:lnTo>
                  <a:lnTo>
                    <a:pt x="6418542" y="2524125"/>
                  </a:lnTo>
                  <a:lnTo>
                    <a:pt x="6417424" y="2524595"/>
                  </a:lnTo>
                  <a:lnTo>
                    <a:pt x="6415557" y="2526461"/>
                  </a:lnTo>
                  <a:lnTo>
                    <a:pt x="6415087" y="2527579"/>
                  </a:lnTo>
                  <a:lnTo>
                    <a:pt x="6415087" y="2530208"/>
                  </a:lnTo>
                  <a:lnTo>
                    <a:pt x="6415557" y="2531326"/>
                  </a:lnTo>
                  <a:lnTo>
                    <a:pt x="6417424" y="2533192"/>
                  </a:lnTo>
                  <a:lnTo>
                    <a:pt x="6418542" y="2533650"/>
                  </a:lnTo>
                  <a:lnTo>
                    <a:pt x="6421171" y="2533650"/>
                  </a:lnTo>
                  <a:lnTo>
                    <a:pt x="6422288" y="2533192"/>
                  </a:lnTo>
                  <a:lnTo>
                    <a:pt x="6424155" y="2531326"/>
                  </a:lnTo>
                  <a:lnTo>
                    <a:pt x="6424612" y="2530208"/>
                  </a:lnTo>
                  <a:lnTo>
                    <a:pt x="6424612" y="2527579"/>
                  </a:lnTo>
                  <a:close/>
                </a:path>
                <a:path w="6486525" h="2628900">
                  <a:moveTo>
                    <a:pt x="6424612" y="2479954"/>
                  </a:moveTo>
                  <a:lnTo>
                    <a:pt x="6424155" y="2478836"/>
                  </a:lnTo>
                  <a:lnTo>
                    <a:pt x="6422288" y="2476970"/>
                  </a:lnTo>
                  <a:lnTo>
                    <a:pt x="6421171" y="2476500"/>
                  </a:lnTo>
                  <a:lnTo>
                    <a:pt x="6418542" y="2476500"/>
                  </a:lnTo>
                  <a:lnTo>
                    <a:pt x="6417424" y="2476970"/>
                  </a:lnTo>
                  <a:lnTo>
                    <a:pt x="6415557" y="2478836"/>
                  </a:lnTo>
                  <a:lnTo>
                    <a:pt x="6415087" y="2479954"/>
                  </a:lnTo>
                  <a:lnTo>
                    <a:pt x="6415087" y="2482583"/>
                  </a:lnTo>
                  <a:lnTo>
                    <a:pt x="6415557" y="2483701"/>
                  </a:lnTo>
                  <a:lnTo>
                    <a:pt x="6417424" y="2485567"/>
                  </a:lnTo>
                  <a:lnTo>
                    <a:pt x="6418542" y="2486025"/>
                  </a:lnTo>
                  <a:lnTo>
                    <a:pt x="6421171" y="2486025"/>
                  </a:lnTo>
                  <a:lnTo>
                    <a:pt x="6422288" y="2485567"/>
                  </a:lnTo>
                  <a:lnTo>
                    <a:pt x="6424155" y="2483701"/>
                  </a:lnTo>
                  <a:lnTo>
                    <a:pt x="6424612" y="2482583"/>
                  </a:lnTo>
                  <a:lnTo>
                    <a:pt x="6424612" y="2479954"/>
                  </a:lnTo>
                  <a:close/>
                </a:path>
                <a:path w="6486525" h="2628900">
                  <a:moveTo>
                    <a:pt x="6424612" y="2432329"/>
                  </a:moveTo>
                  <a:lnTo>
                    <a:pt x="6424155" y="2431211"/>
                  </a:lnTo>
                  <a:lnTo>
                    <a:pt x="6422288" y="2429345"/>
                  </a:lnTo>
                  <a:lnTo>
                    <a:pt x="6421171" y="2428875"/>
                  </a:lnTo>
                  <a:lnTo>
                    <a:pt x="6418542" y="2428875"/>
                  </a:lnTo>
                  <a:lnTo>
                    <a:pt x="6417424" y="2429345"/>
                  </a:lnTo>
                  <a:lnTo>
                    <a:pt x="6415557" y="2431211"/>
                  </a:lnTo>
                  <a:lnTo>
                    <a:pt x="6415087" y="2432329"/>
                  </a:lnTo>
                  <a:lnTo>
                    <a:pt x="6415087" y="2434958"/>
                  </a:lnTo>
                  <a:lnTo>
                    <a:pt x="6415557" y="2436076"/>
                  </a:lnTo>
                  <a:lnTo>
                    <a:pt x="6417424" y="2437942"/>
                  </a:lnTo>
                  <a:lnTo>
                    <a:pt x="6418542" y="2438400"/>
                  </a:lnTo>
                  <a:lnTo>
                    <a:pt x="6421171" y="2438400"/>
                  </a:lnTo>
                  <a:lnTo>
                    <a:pt x="6422288" y="2437942"/>
                  </a:lnTo>
                  <a:lnTo>
                    <a:pt x="6424155" y="2436076"/>
                  </a:lnTo>
                  <a:lnTo>
                    <a:pt x="6424612" y="2434958"/>
                  </a:lnTo>
                  <a:lnTo>
                    <a:pt x="6424612" y="2432329"/>
                  </a:lnTo>
                  <a:close/>
                </a:path>
                <a:path w="6486525" h="2628900">
                  <a:moveTo>
                    <a:pt x="6424612" y="2384704"/>
                  </a:moveTo>
                  <a:lnTo>
                    <a:pt x="6424155" y="2383586"/>
                  </a:lnTo>
                  <a:lnTo>
                    <a:pt x="6422288" y="2381720"/>
                  </a:lnTo>
                  <a:lnTo>
                    <a:pt x="6421171" y="2381250"/>
                  </a:lnTo>
                  <a:lnTo>
                    <a:pt x="6418542" y="2381250"/>
                  </a:lnTo>
                  <a:lnTo>
                    <a:pt x="6417424" y="2381720"/>
                  </a:lnTo>
                  <a:lnTo>
                    <a:pt x="6415557" y="2383586"/>
                  </a:lnTo>
                  <a:lnTo>
                    <a:pt x="6415087" y="2384704"/>
                  </a:lnTo>
                  <a:lnTo>
                    <a:pt x="6415087" y="2387333"/>
                  </a:lnTo>
                  <a:lnTo>
                    <a:pt x="6415557" y="2388451"/>
                  </a:lnTo>
                  <a:lnTo>
                    <a:pt x="6417424" y="2390317"/>
                  </a:lnTo>
                  <a:lnTo>
                    <a:pt x="6418542" y="2390775"/>
                  </a:lnTo>
                  <a:lnTo>
                    <a:pt x="6421171" y="2390775"/>
                  </a:lnTo>
                  <a:lnTo>
                    <a:pt x="6422288" y="2390317"/>
                  </a:lnTo>
                  <a:lnTo>
                    <a:pt x="6424155" y="2388451"/>
                  </a:lnTo>
                  <a:lnTo>
                    <a:pt x="6424612" y="2387333"/>
                  </a:lnTo>
                  <a:lnTo>
                    <a:pt x="6424612" y="2384704"/>
                  </a:lnTo>
                  <a:close/>
                </a:path>
                <a:path w="6486525" h="2628900">
                  <a:moveTo>
                    <a:pt x="6424612" y="2337079"/>
                  </a:moveTo>
                  <a:lnTo>
                    <a:pt x="6424155" y="2335961"/>
                  </a:lnTo>
                  <a:lnTo>
                    <a:pt x="6422288" y="2334095"/>
                  </a:lnTo>
                  <a:lnTo>
                    <a:pt x="6421171" y="2333625"/>
                  </a:lnTo>
                  <a:lnTo>
                    <a:pt x="6418542" y="2333625"/>
                  </a:lnTo>
                  <a:lnTo>
                    <a:pt x="6417424" y="2334095"/>
                  </a:lnTo>
                  <a:lnTo>
                    <a:pt x="6415557" y="2335961"/>
                  </a:lnTo>
                  <a:lnTo>
                    <a:pt x="6415087" y="2337079"/>
                  </a:lnTo>
                  <a:lnTo>
                    <a:pt x="6415087" y="2339708"/>
                  </a:lnTo>
                  <a:lnTo>
                    <a:pt x="6415557" y="2340826"/>
                  </a:lnTo>
                  <a:lnTo>
                    <a:pt x="6417424" y="2342692"/>
                  </a:lnTo>
                  <a:lnTo>
                    <a:pt x="6418542" y="2343150"/>
                  </a:lnTo>
                  <a:lnTo>
                    <a:pt x="6421171" y="2343150"/>
                  </a:lnTo>
                  <a:lnTo>
                    <a:pt x="6422288" y="2342692"/>
                  </a:lnTo>
                  <a:lnTo>
                    <a:pt x="6424155" y="2340826"/>
                  </a:lnTo>
                  <a:lnTo>
                    <a:pt x="6424612" y="2339708"/>
                  </a:lnTo>
                  <a:lnTo>
                    <a:pt x="6424612" y="2337079"/>
                  </a:lnTo>
                  <a:close/>
                </a:path>
                <a:path w="6486525" h="2628900">
                  <a:moveTo>
                    <a:pt x="6424612" y="2289454"/>
                  </a:moveTo>
                  <a:lnTo>
                    <a:pt x="6424155" y="2288336"/>
                  </a:lnTo>
                  <a:lnTo>
                    <a:pt x="6422288" y="2286470"/>
                  </a:lnTo>
                  <a:lnTo>
                    <a:pt x="6421171" y="2286000"/>
                  </a:lnTo>
                  <a:lnTo>
                    <a:pt x="6418542" y="2286000"/>
                  </a:lnTo>
                  <a:lnTo>
                    <a:pt x="6417424" y="2286470"/>
                  </a:lnTo>
                  <a:lnTo>
                    <a:pt x="6415557" y="2288336"/>
                  </a:lnTo>
                  <a:lnTo>
                    <a:pt x="6415087" y="2289454"/>
                  </a:lnTo>
                  <a:lnTo>
                    <a:pt x="6415087" y="2292083"/>
                  </a:lnTo>
                  <a:lnTo>
                    <a:pt x="6415557" y="2293201"/>
                  </a:lnTo>
                  <a:lnTo>
                    <a:pt x="6417424" y="2295067"/>
                  </a:lnTo>
                  <a:lnTo>
                    <a:pt x="6418542" y="2295525"/>
                  </a:lnTo>
                  <a:lnTo>
                    <a:pt x="6421171" y="2295525"/>
                  </a:lnTo>
                  <a:lnTo>
                    <a:pt x="6422288" y="2295067"/>
                  </a:lnTo>
                  <a:lnTo>
                    <a:pt x="6424155" y="2293201"/>
                  </a:lnTo>
                  <a:lnTo>
                    <a:pt x="6424612" y="2292083"/>
                  </a:lnTo>
                  <a:lnTo>
                    <a:pt x="6424612" y="2289454"/>
                  </a:lnTo>
                  <a:close/>
                </a:path>
                <a:path w="6486525" h="2628900">
                  <a:moveTo>
                    <a:pt x="6424612" y="2241829"/>
                  </a:moveTo>
                  <a:lnTo>
                    <a:pt x="6424155" y="2240711"/>
                  </a:lnTo>
                  <a:lnTo>
                    <a:pt x="6422288" y="2238845"/>
                  </a:lnTo>
                  <a:lnTo>
                    <a:pt x="6421171" y="2238375"/>
                  </a:lnTo>
                  <a:lnTo>
                    <a:pt x="6418542" y="2238375"/>
                  </a:lnTo>
                  <a:lnTo>
                    <a:pt x="6417424" y="2238845"/>
                  </a:lnTo>
                  <a:lnTo>
                    <a:pt x="6415557" y="2240711"/>
                  </a:lnTo>
                  <a:lnTo>
                    <a:pt x="6415087" y="2241829"/>
                  </a:lnTo>
                  <a:lnTo>
                    <a:pt x="6415087" y="2244458"/>
                  </a:lnTo>
                  <a:lnTo>
                    <a:pt x="6415557" y="2245576"/>
                  </a:lnTo>
                  <a:lnTo>
                    <a:pt x="6417424" y="2247442"/>
                  </a:lnTo>
                  <a:lnTo>
                    <a:pt x="6418542" y="2247900"/>
                  </a:lnTo>
                  <a:lnTo>
                    <a:pt x="6421171" y="2247900"/>
                  </a:lnTo>
                  <a:lnTo>
                    <a:pt x="6422288" y="2247442"/>
                  </a:lnTo>
                  <a:lnTo>
                    <a:pt x="6424155" y="2245576"/>
                  </a:lnTo>
                  <a:lnTo>
                    <a:pt x="6424612" y="2244458"/>
                  </a:lnTo>
                  <a:lnTo>
                    <a:pt x="6424612" y="2241829"/>
                  </a:lnTo>
                  <a:close/>
                </a:path>
                <a:path w="6486525" h="2628900">
                  <a:moveTo>
                    <a:pt x="6424612" y="2194204"/>
                  </a:moveTo>
                  <a:lnTo>
                    <a:pt x="6424155" y="2193086"/>
                  </a:lnTo>
                  <a:lnTo>
                    <a:pt x="6422288" y="2191220"/>
                  </a:lnTo>
                  <a:lnTo>
                    <a:pt x="6421171" y="2190750"/>
                  </a:lnTo>
                  <a:lnTo>
                    <a:pt x="6418542" y="2190750"/>
                  </a:lnTo>
                  <a:lnTo>
                    <a:pt x="6417424" y="2191220"/>
                  </a:lnTo>
                  <a:lnTo>
                    <a:pt x="6415557" y="2193086"/>
                  </a:lnTo>
                  <a:lnTo>
                    <a:pt x="6415087" y="2194204"/>
                  </a:lnTo>
                  <a:lnTo>
                    <a:pt x="6415087" y="2196833"/>
                  </a:lnTo>
                  <a:lnTo>
                    <a:pt x="6415557" y="2197951"/>
                  </a:lnTo>
                  <a:lnTo>
                    <a:pt x="6417424" y="2199817"/>
                  </a:lnTo>
                  <a:lnTo>
                    <a:pt x="6418542" y="2200275"/>
                  </a:lnTo>
                  <a:lnTo>
                    <a:pt x="6421171" y="2200275"/>
                  </a:lnTo>
                  <a:lnTo>
                    <a:pt x="6422288" y="2199817"/>
                  </a:lnTo>
                  <a:lnTo>
                    <a:pt x="6424155" y="2197951"/>
                  </a:lnTo>
                  <a:lnTo>
                    <a:pt x="6424612" y="2196833"/>
                  </a:lnTo>
                  <a:lnTo>
                    <a:pt x="6424612" y="2194204"/>
                  </a:lnTo>
                  <a:close/>
                </a:path>
                <a:path w="6486525" h="2628900">
                  <a:moveTo>
                    <a:pt x="6424612" y="2146579"/>
                  </a:moveTo>
                  <a:lnTo>
                    <a:pt x="6424155" y="2145461"/>
                  </a:lnTo>
                  <a:lnTo>
                    <a:pt x="6422288" y="2143595"/>
                  </a:lnTo>
                  <a:lnTo>
                    <a:pt x="6421171" y="2143125"/>
                  </a:lnTo>
                  <a:lnTo>
                    <a:pt x="6418542" y="2143125"/>
                  </a:lnTo>
                  <a:lnTo>
                    <a:pt x="6417424" y="2143595"/>
                  </a:lnTo>
                  <a:lnTo>
                    <a:pt x="6415557" y="2145461"/>
                  </a:lnTo>
                  <a:lnTo>
                    <a:pt x="6415087" y="2146579"/>
                  </a:lnTo>
                  <a:lnTo>
                    <a:pt x="6415087" y="2149208"/>
                  </a:lnTo>
                  <a:lnTo>
                    <a:pt x="6415557" y="2150326"/>
                  </a:lnTo>
                  <a:lnTo>
                    <a:pt x="6417424" y="2152192"/>
                  </a:lnTo>
                  <a:lnTo>
                    <a:pt x="6418542" y="2152650"/>
                  </a:lnTo>
                  <a:lnTo>
                    <a:pt x="6421171" y="2152650"/>
                  </a:lnTo>
                  <a:lnTo>
                    <a:pt x="6422288" y="2152192"/>
                  </a:lnTo>
                  <a:lnTo>
                    <a:pt x="6424155" y="2150326"/>
                  </a:lnTo>
                  <a:lnTo>
                    <a:pt x="6424612" y="2149208"/>
                  </a:lnTo>
                  <a:lnTo>
                    <a:pt x="6424612" y="2146579"/>
                  </a:lnTo>
                  <a:close/>
                </a:path>
                <a:path w="6486525" h="2628900">
                  <a:moveTo>
                    <a:pt x="6424612" y="2098954"/>
                  </a:moveTo>
                  <a:lnTo>
                    <a:pt x="6424155" y="2097836"/>
                  </a:lnTo>
                  <a:lnTo>
                    <a:pt x="6422288" y="2095969"/>
                  </a:lnTo>
                  <a:lnTo>
                    <a:pt x="6421171" y="2095500"/>
                  </a:lnTo>
                  <a:lnTo>
                    <a:pt x="6418542" y="2095500"/>
                  </a:lnTo>
                  <a:lnTo>
                    <a:pt x="6417424" y="2095969"/>
                  </a:lnTo>
                  <a:lnTo>
                    <a:pt x="6415557" y="2097836"/>
                  </a:lnTo>
                  <a:lnTo>
                    <a:pt x="6415087" y="2098954"/>
                  </a:lnTo>
                  <a:lnTo>
                    <a:pt x="6415087" y="2101583"/>
                  </a:lnTo>
                  <a:lnTo>
                    <a:pt x="6415557" y="2102700"/>
                  </a:lnTo>
                  <a:lnTo>
                    <a:pt x="6417424" y="2104567"/>
                  </a:lnTo>
                  <a:lnTo>
                    <a:pt x="6418542" y="2105025"/>
                  </a:lnTo>
                  <a:lnTo>
                    <a:pt x="6421171" y="2105025"/>
                  </a:lnTo>
                  <a:lnTo>
                    <a:pt x="6422288" y="2104567"/>
                  </a:lnTo>
                  <a:lnTo>
                    <a:pt x="6424155" y="2102700"/>
                  </a:lnTo>
                  <a:lnTo>
                    <a:pt x="6424612" y="2101583"/>
                  </a:lnTo>
                  <a:lnTo>
                    <a:pt x="6424612" y="2098954"/>
                  </a:lnTo>
                  <a:close/>
                </a:path>
                <a:path w="6486525" h="2628900">
                  <a:moveTo>
                    <a:pt x="6424612" y="2051329"/>
                  </a:moveTo>
                  <a:lnTo>
                    <a:pt x="6424155" y="2050211"/>
                  </a:lnTo>
                  <a:lnTo>
                    <a:pt x="6422288" y="2048344"/>
                  </a:lnTo>
                  <a:lnTo>
                    <a:pt x="6421171" y="2047875"/>
                  </a:lnTo>
                  <a:lnTo>
                    <a:pt x="6418542" y="2047875"/>
                  </a:lnTo>
                  <a:lnTo>
                    <a:pt x="6417424" y="2048344"/>
                  </a:lnTo>
                  <a:lnTo>
                    <a:pt x="6415557" y="2050211"/>
                  </a:lnTo>
                  <a:lnTo>
                    <a:pt x="6415087" y="2051329"/>
                  </a:lnTo>
                  <a:lnTo>
                    <a:pt x="6415087" y="2053958"/>
                  </a:lnTo>
                  <a:lnTo>
                    <a:pt x="6415557" y="2055075"/>
                  </a:lnTo>
                  <a:lnTo>
                    <a:pt x="6417424" y="2056942"/>
                  </a:lnTo>
                  <a:lnTo>
                    <a:pt x="6418542" y="2057400"/>
                  </a:lnTo>
                  <a:lnTo>
                    <a:pt x="6421171" y="2057400"/>
                  </a:lnTo>
                  <a:lnTo>
                    <a:pt x="6422288" y="2056942"/>
                  </a:lnTo>
                  <a:lnTo>
                    <a:pt x="6424155" y="2055075"/>
                  </a:lnTo>
                  <a:lnTo>
                    <a:pt x="6424612" y="2053958"/>
                  </a:lnTo>
                  <a:lnTo>
                    <a:pt x="6424612" y="2051329"/>
                  </a:lnTo>
                  <a:close/>
                </a:path>
                <a:path w="6486525" h="2628900">
                  <a:moveTo>
                    <a:pt x="6424612" y="2003704"/>
                  </a:moveTo>
                  <a:lnTo>
                    <a:pt x="6424155" y="2002586"/>
                  </a:lnTo>
                  <a:lnTo>
                    <a:pt x="6422288" y="2000719"/>
                  </a:lnTo>
                  <a:lnTo>
                    <a:pt x="6421171" y="2000250"/>
                  </a:lnTo>
                  <a:lnTo>
                    <a:pt x="6418542" y="2000250"/>
                  </a:lnTo>
                  <a:lnTo>
                    <a:pt x="6417424" y="2000719"/>
                  </a:lnTo>
                  <a:lnTo>
                    <a:pt x="6415557" y="2002586"/>
                  </a:lnTo>
                  <a:lnTo>
                    <a:pt x="6415087" y="2003704"/>
                  </a:lnTo>
                  <a:lnTo>
                    <a:pt x="6415087" y="2006333"/>
                  </a:lnTo>
                  <a:lnTo>
                    <a:pt x="6415557" y="2007450"/>
                  </a:lnTo>
                  <a:lnTo>
                    <a:pt x="6417424" y="2009317"/>
                  </a:lnTo>
                  <a:lnTo>
                    <a:pt x="6418542" y="2009775"/>
                  </a:lnTo>
                  <a:lnTo>
                    <a:pt x="6421171" y="2009775"/>
                  </a:lnTo>
                  <a:lnTo>
                    <a:pt x="6422288" y="2009317"/>
                  </a:lnTo>
                  <a:lnTo>
                    <a:pt x="6424155" y="2007450"/>
                  </a:lnTo>
                  <a:lnTo>
                    <a:pt x="6424612" y="2006333"/>
                  </a:lnTo>
                  <a:lnTo>
                    <a:pt x="6424612" y="2003704"/>
                  </a:lnTo>
                  <a:close/>
                </a:path>
                <a:path w="6486525" h="2628900">
                  <a:moveTo>
                    <a:pt x="6424612" y="1956079"/>
                  </a:moveTo>
                  <a:lnTo>
                    <a:pt x="6424155" y="1954961"/>
                  </a:lnTo>
                  <a:lnTo>
                    <a:pt x="6422288" y="1953094"/>
                  </a:lnTo>
                  <a:lnTo>
                    <a:pt x="6421171" y="1952625"/>
                  </a:lnTo>
                  <a:lnTo>
                    <a:pt x="6418542" y="1952625"/>
                  </a:lnTo>
                  <a:lnTo>
                    <a:pt x="6417424" y="1953094"/>
                  </a:lnTo>
                  <a:lnTo>
                    <a:pt x="6415557" y="1954961"/>
                  </a:lnTo>
                  <a:lnTo>
                    <a:pt x="6415087" y="1956079"/>
                  </a:lnTo>
                  <a:lnTo>
                    <a:pt x="6415087" y="1958708"/>
                  </a:lnTo>
                  <a:lnTo>
                    <a:pt x="6415557" y="1959825"/>
                  </a:lnTo>
                  <a:lnTo>
                    <a:pt x="6417424" y="1961692"/>
                  </a:lnTo>
                  <a:lnTo>
                    <a:pt x="6418542" y="1962150"/>
                  </a:lnTo>
                  <a:lnTo>
                    <a:pt x="6421171" y="1962150"/>
                  </a:lnTo>
                  <a:lnTo>
                    <a:pt x="6422288" y="1961692"/>
                  </a:lnTo>
                  <a:lnTo>
                    <a:pt x="6424155" y="1959825"/>
                  </a:lnTo>
                  <a:lnTo>
                    <a:pt x="6424612" y="1958708"/>
                  </a:lnTo>
                  <a:lnTo>
                    <a:pt x="6424612" y="1956079"/>
                  </a:lnTo>
                  <a:close/>
                </a:path>
                <a:path w="6486525" h="2628900">
                  <a:moveTo>
                    <a:pt x="6424612" y="1908454"/>
                  </a:moveTo>
                  <a:lnTo>
                    <a:pt x="6424155" y="1907336"/>
                  </a:lnTo>
                  <a:lnTo>
                    <a:pt x="6422288" y="1905469"/>
                  </a:lnTo>
                  <a:lnTo>
                    <a:pt x="6421171" y="1905000"/>
                  </a:lnTo>
                  <a:lnTo>
                    <a:pt x="6418542" y="1905000"/>
                  </a:lnTo>
                  <a:lnTo>
                    <a:pt x="6417424" y="1905469"/>
                  </a:lnTo>
                  <a:lnTo>
                    <a:pt x="6415557" y="1907336"/>
                  </a:lnTo>
                  <a:lnTo>
                    <a:pt x="6415087" y="1908454"/>
                  </a:lnTo>
                  <a:lnTo>
                    <a:pt x="6415087" y="1911083"/>
                  </a:lnTo>
                  <a:lnTo>
                    <a:pt x="6415557" y="1912200"/>
                  </a:lnTo>
                  <a:lnTo>
                    <a:pt x="6417424" y="1914067"/>
                  </a:lnTo>
                  <a:lnTo>
                    <a:pt x="6418542" y="1914525"/>
                  </a:lnTo>
                  <a:lnTo>
                    <a:pt x="6421171" y="1914525"/>
                  </a:lnTo>
                  <a:lnTo>
                    <a:pt x="6422288" y="1914067"/>
                  </a:lnTo>
                  <a:lnTo>
                    <a:pt x="6424155" y="1912200"/>
                  </a:lnTo>
                  <a:lnTo>
                    <a:pt x="6424612" y="1911083"/>
                  </a:lnTo>
                  <a:lnTo>
                    <a:pt x="6424612" y="1908454"/>
                  </a:lnTo>
                  <a:close/>
                </a:path>
                <a:path w="6486525" h="2628900">
                  <a:moveTo>
                    <a:pt x="6424612" y="1860829"/>
                  </a:moveTo>
                  <a:lnTo>
                    <a:pt x="6424155" y="1859711"/>
                  </a:lnTo>
                  <a:lnTo>
                    <a:pt x="6422288" y="1857844"/>
                  </a:lnTo>
                  <a:lnTo>
                    <a:pt x="6421171" y="1857375"/>
                  </a:lnTo>
                  <a:lnTo>
                    <a:pt x="6418542" y="1857375"/>
                  </a:lnTo>
                  <a:lnTo>
                    <a:pt x="6417424" y="1857844"/>
                  </a:lnTo>
                  <a:lnTo>
                    <a:pt x="6415557" y="1859711"/>
                  </a:lnTo>
                  <a:lnTo>
                    <a:pt x="6415087" y="1860829"/>
                  </a:lnTo>
                  <a:lnTo>
                    <a:pt x="6415087" y="1863458"/>
                  </a:lnTo>
                  <a:lnTo>
                    <a:pt x="6415557" y="1864575"/>
                  </a:lnTo>
                  <a:lnTo>
                    <a:pt x="6417424" y="1866442"/>
                  </a:lnTo>
                  <a:lnTo>
                    <a:pt x="6418542" y="1866900"/>
                  </a:lnTo>
                  <a:lnTo>
                    <a:pt x="6421171" y="1866900"/>
                  </a:lnTo>
                  <a:lnTo>
                    <a:pt x="6422288" y="1866442"/>
                  </a:lnTo>
                  <a:lnTo>
                    <a:pt x="6424155" y="1864575"/>
                  </a:lnTo>
                  <a:lnTo>
                    <a:pt x="6424612" y="1863458"/>
                  </a:lnTo>
                  <a:lnTo>
                    <a:pt x="6424612" y="1860829"/>
                  </a:lnTo>
                  <a:close/>
                </a:path>
                <a:path w="6486525" h="2628900">
                  <a:moveTo>
                    <a:pt x="6424612" y="1813204"/>
                  </a:moveTo>
                  <a:lnTo>
                    <a:pt x="6424155" y="1812086"/>
                  </a:lnTo>
                  <a:lnTo>
                    <a:pt x="6422288" y="1810219"/>
                  </a:lnTo>
                  <a:lnTo>
                    <a:pt x="6421171" y="1809750"/>
                  </a:lnTo>
                  <a:lnTo>
                    <a:pt x="6418542" y="1809750"/>
                  </a:lnTo>
                  <a:lnTo>
                    <a:pt x="6417424" y="1810219"/>
                  </a:lnTo>
                  <a:lnTo>
                    <a:pt x="6415557" y="1812086"/>
                  </a:lnTo>
                  <a:lnTo>
                    <a:pt x="6415087" y="1813204"/>
                  </a:lnTo>
                  <a:lnTo>
                    <a:pt x="6415087" y="1815833"/>
                  </a:lnTo>
                  <a:lnTo>
                    <a:pt x="6415557" y="1816950"/>
                  </a:lnTo>
                  <a:lnTo>
                    <a:pt x="6417424" y="1818817"/>
                  </a:lnTo>
                  <a:lnTo>
                    <a:pt x="6418542" y="1819275"/>
                  </a:lnTo>
                  <a:lnTo>
                    <a:pt x="6421171" y="1819275"/>
                  </a:lnTo>
                  <a:lnTo>
                    <a:pt x="6422288" y="1818817"/>
                  </a:lnTo>
                  <a:lnTo>
                    <a:pt x="6424155" y="1816950"/>
                  </a:lnTo>
                  <a:lnTo>
                    <a:pt x="6424612" y="1815833"/>
                  </a:lnTo>
                  <a:lnTo>
                    <a:pt x="6424612" y="1813204"/>
                  </a:lnTo>
                  <a:close/>
                </a:path>
                <a:path w="6486525" h="2628900">
                  <a:moveTo>
                    <a:pt x="6424612" y="1765579"/>
                  </a:moveTo>
                  <a:lnTo>
                    <a:pt x="6424155" y="1764461"/>
                  </a:lnTo>
                  <a:lnTo>
                    <a:pt x="6422288" y="1762594"/>
                  </a:lnTo>
                  <a:lnTo>
                    <a:pt x="6421171" y="1762125"/>
                  </a:lnTo>
                  <a:lnTo>
                    <a:pt x="6418542" y="1762125"/>
                  </a:lnTo>
                  <a:lnTo>
                    <a:pt x="6417424" y="1762594"/>
                  </a:lnTo>
                  <a:lnTo>
                    <a:pt x="6415557" y="1764461"/>
                  </a:lnTo>
                  <a:lnTo>
                    <a:pt x="6415087" y="1765579"/>
                  </a:lnTo>
                  <a:lnTo>
                    <a:pt x="6415087" y="1768208"/>
                  </a:lnTo>
                  <a:lnTo>
                    <a:pt x="6415557" y="1769325"/>
                  </a:lnTo>
                  <a:lnTo>
                    <a:pt x="6417424" y="1771192"/>
                  </a:lnTo>
                  <a:lnTo>
                    <a:pt x="6418542" y="1771650"/>
                  </a:lnTo>
                  <a:lnTo>
                    <a:pt x="6421171" y="1771650"/>
                  </a:lnTo>
                  <a:lnTo>
                    <a:pt x="6422288" y="1771192"/>
                  </a:lnTo>
                  <a:lnTo>
                    <a:pt x="6424155" y="1769325"/>
                  </a:lnTo>
                  <a:lnTo>
                    <a:pt x="6424612" y="1768208"/>
                  </a:lnTo>
                  <a:lnTo>
                    <a:pt x="6424612" y="1765579"/>
                  </a:lnTo>
                  <a:close/>
                </a:path>
                <a:path w="6486525" h="2628900">
                  <a:moveTo>
                    <a:pt x="6424612" y="1717954"/>
                  </a:moveTo>
                  <a:lnTo>
                    <a:pt x="6424155" y="1716836"/>
                  </a:lnTo>
                  <a:lnTo>
                    <a:pt x="6422288" y="1714969"/>
                  </a:lnTo>
                  <a:lnTo>
                    <a:pt x="6421171" y="1714500"/>
                  </a:lnTo>
                  <a:lnTo>
                    <a:pt x="6418542" y="1714500"/>
                  </a:lnTo>
                  <a:lnTo>
                    <a:pt x="6417424" y="1714969"/>
                  </a:lnTo>
                  <a:lnTo>
                    <a:pt x="6415557" y="1716836"/>
                  </a:lnTo>
                  <a:lnTo>
                    <a:pt x="6415087" y="1717954"/>
                  </a:lnTo>
                  <a:lnTo>
                    <a:pt x="6415087" y="1720583"/>
                  </a:lnTo>
                  <a:lnTo>
                    <a:pt x="6415557" y="1721700"/>
                  </a:lnTo>
                  <a:lnTo>
                    <a:pt x="6417424" y="1723567"/>
                  </a:lnTo>
                  <a:lnTo>
                    <a:pt x="6418542" y="1724025"/>
                  </a:lnTo>
                  <a:lnTo>
                    <a:pt x="6421171" y="1724025"/>
                  </a:lnTo>
                  <a:lnTo>
                    <a:pt x="6422288" y="1723567"/>
                  </a:lnTo>
                  <a:lnTo>
                    <a:pt x="6424155" y="1721700"/>
                  </a:lnTo>
                  <a:lnTo>
                    <a:pt x="6424612" y="1720583"/>
                  </a:lnTo>
                  <a:lnTo>
                    <a:pt x="6424612" y="1717954"/>
                  </a:lnTo>
                  <a:close/>
                </a:path>
                <a:path w="6486525" h="2628900">
                  <a:moveTo>
                    <a:pt x="6424612" y="1670329"/>
                  </a:moveTo>
                  <a:lnTo>
                    <a:pt x="6424155" y="1669211"/>
                  </a:lnTo>
                  <a:lnTo>
                    <a:pt x="6422288" y="1667344"/>
                  </a:lnTo>
                  <a:lnTo>
                    <a:pt x="6421171" y="1666875"/>
                  </a:lnTo>
                  <a:lnTo>
                    <a:pt x="6418542" y="1666875"/>
                  </a:lnTo>
                  <a:lnTo>
                    <a:pt x="6417424" y="1667344"/>
                  </a:lnTo>
                  <a:lnTo>
                    <a:pt x="6415557" y="1669211"/>
                  </a:lnTo>
                  <a:lnTo>
                    <a:pt x="6415087" y="1670329"/>
                  </a:lnTo>
                  <a:lnTo>
                    <a:pt x="6415087" y="1672958"/>
                  </a:lnTo>
                  <a:lnTo>
                    <a:pt x="6415557" y="1674075"/>
                  </a:lnTo>
                  <a:lnTo>
                    <a:pt x="6417424" y="1675942"/>
                  </a:lnTo>
                  <a:lnTo>
                    <a:pt x="6418542" y="1676400"/>
                  </a:lnTo>
                  <a:lnTo>
                    <a:pt x="6421171" y="1676400"/>
                  </a:lnTo>
                  <a:lnTo>
                    <a:pt x="6422288" y="1675942"/>
                  </a:lnTo>
                  <a:lnTo>
                    <a:pt x="6424155" y="1674075"/>
                  </a:lnTo>
                  <a:lnTo>
                    <a:pt x="6424612" y="1672958"/>
                  </a:lnTo>
                  <a:lnTo>
                    <a:pt x="6424612" y="1670329"/>
                  </a:lnTo>
                  <a:close/>
                </a:path>
                <a:path w="6486525" h="2628900">
                  <a:moveTo>
                    <a:pt x="6424612" y="1622704"/>
                  </a:moveTo>
                  <a:lnTo>
                    <a:pt x="6424155" y="1621586"/>
                  </a:lnTo>
                  <a:lnTo>
                    <a:pt x="6422288" y="1619719"/>
                  </a:lnTo>
                  <a:lnTo>
                    <a:pt x="6421171" y="1619250"/>
                  </a:lnTo>
                  <a:lnTo>
                    <a:pt x="6418542" y="1619250"/>
                  </a:lnTo>
                  <a:lnTo>
                    <a:pt x="6417424" y="1619719"/>
                  </a:lnTo>
                  <a:lnTo>
                    <a:pt x="6415557" y="1621586"/>
                  </a:lnTo>
                  <a:lnTo>
                    <a:pt x="6415087" y="1622704"/>
                  </a:lnTo>
                  <a:lnTo>
                    <a:pt x="6415087" y="1625333"/>
                  </a:lnTo>
                  <a:lnTo>
                    <a:pt x="6415557" y="1626450"/>
                  </a:lnTo>
                  <a:lnTo>
                    <a:pt x="6417424" y="1628317"/>
                  </a:lnTo>
                  <a:lnTo>
                    <a:pt x="6418542" y="1628775"/>
                  </a:lnTo>
                  <a:lnTo>
                    <a:pt x="6421171" y="1628775"/>
                  </a:lnTo>
                  <a:lnTo>
                    <a:pt x="6422288" y="1628317"/>
                  </a:lnTo>
                  <a:lnTo>
                    <a:pt x="6424155" y="1626450"/>
                  </a:lnTo>
                  <a:lnTo>
                    <a:pt x="6424612" y="1625333"/>
                  </a:lnTo>
                  <a:lnTo>
                    <a:pt x="6424612" y="1622704"/>
                  </a:lnTo>
                  <a:close/>
                </a:path>
                <a:path w="6486525" h="2628900">
                  <a:moveTo>
                    <a:pt x="6424612" y="1575079"/>
                  </a:moveTo>
                  <a:lnTo>
                    <a:pt x="6424155" y="1573961"/>
                  </a:lnTo>
                  <a:lnTo>
                    <a:pt x="6422288" y="1572094"/>
                  </a:lnTo>
                  <a:lnTo>
                    <a:pt x="6421171" y="1571625"/>
                  </a:lnTo>
                  <a:lnTo>
                    <a:pt x="6418542" y="1571625"/>
                  </a:lnTo>
                  <a:lnTo>
                    <a:pt x="6417424" y="1572094"/>
                  </a:lnTo>
                  <a:lnTo>
                    <a:pt x="6415557" y="1573961"/>
                  </a:lnTo>
                  <a:lnTo>
                    <a:pt x="6415087" y="1575079"/>
                  </a:lnTo>
                  <a:lnTo>
                    <a:pt x="6415087" y="1577708"/>
                  </a:lnTo>
                  <a:lnTo>
                    <a:pt x="6415557" y="1578825"/>
                  </a:lnTo>
                  <a:lnTo>
                    <a:pt x="6417424" y="1580692"/>
                  </a:lnTo>
                  <a:lnTo>
                    <a:pt x="6418542" y="1581150"/>
                  </a:lnTo>
                  <a:lnTo>
                    <a:pt x="6421171" y="1581150"/>
                  </a:lnTo>
                  <a:lnTo>
                    <a:pt x="6422288" y="1580692"/>
                  </a:lnTo>
                  <a:lnTo>
                    <a:pt x="6424155" y="1578825"/>
                  </a:lnTo>
                  <a:lnTo>
                    <a:pt x="6424612" y="1577708"/>
                  </a:lnTo>
                  <a:lnTo>
                    <a:pt x="6424612" y="1575079"/>
                  </a:lnTo>
                  <a:close/>
                </a:path>
                <a:path w="6486525" h="2628900">
                  <a:moveTo>
                    <a:pt x="6424612" y="1527454"/>
                  </a:moveTo>
                  <a:lnTo>
                    <a:pt x="6424155" y="1526336"/>
                  </a:lnTo>
                  <a:lnTo>
                    <a:pt x="6422288" y="1524469"/>
                  </a:lnTo>
                  <a:lnTo>
                    <a:pt x="6421171" y="1524000"/>
                  </a:lnTo>
                  <a:lnTo>
                    <a:pt x="6418542" y="1524000"/>
                  </a:lnTo>
                  <a:lnTo>
                    <a:pt x="6417424" y="1524469"/>
                  </a:lnTo>
                  <a:lnTo>
                    <a:pt x="6415557" y="1526336"/>
                  </a:lnTo>
                  <a:lnTo>
                    <a:pt x="6415087" y="1527454"/>
                  </a:lnTo>
                  <a:lnTo>
                    <a:pt x="6415087" y="1530083"/>
                  </a:lnTo>
                  <a:lnTo>
                    <a:pt x="6415557" y="1531200"/>
                  </a:lnTo>
                  <a:lnTo>
                    <a:pt x="6417424" y="1533067"/>
                  </a:lnTo>
                  <a:lnTo>
                    <a:pt x="6418542" y="1533525"/>
                  </a:lnTo>
                  <a:lnTo>
                    <a:pt x="6421171" y="1533525"/>
                  </a:lnTo>
                  <a:lnTo>
                    <a:pt x="6422288" y="1533067"/>
                  </a:lnTo>
                  <a:lnTo>
                    <a:pt x="6424155" y="1531200"/>
                  </a:lnTo>
                  <a:lnTo>
                    <a:pt x="6424612" y="1530083"/>
                  </a:lnTo>
                  <a:lnTo>
                    <a:pt x="6424612" y="1527454"/>
                  </a:lnTo>
                  <a:close/>
                </a:path>
                <a:path w="6486525" h="2628900">
                  <a:moveTo>
                    <a:pt x="6424612" y="1479829"/>
                  </a:moveTo>
                  <a:lnTo>
                    <a:pt x="6424155" y="1478711"/>
                  </a:lnTo>
                  <a:lnTo>
                    <a:pt x="6422288" y="1476844"/>
                  </a:lnTo>
                  <a:lnTo>
                    <a:pt x="6421171" y="1476375"/>
                  </a:lnTo>
                  <a:lnTo>
                    <a:pt x="6418542" y="1476375"/>
                  </a:lnTo>
                  <a:lnTo>
                    <a:pt x="6417424" y="1476844"/>
                  </a:lnTo>
                  <a:lnTo>
                    <a:pt x="6415557" y="1478711"/>
                  </a:lnTo>
                  <a:lnTo>
                    <a:pt x="6415087" y="1479829"/>
                  </a:lnTo>
                  <a:lnTo>
                    <a:pt x="6415087" y="1482458"/>
                  </a:lnTo>
                  <a:lnTo>
                    <a:pt x="6415557" y="1483575"/>
                  </a:lnTo>
                  <a:lnTo>
                    <a:pt x="6417424" y="1485442"/>
                  </a:lnTo>
                  <a:lnTo>
                    <a:pt x="6418542" y="1485900"/>
                  </a:lnTo>
                  <a:lnTo>
                    <a:pt x="6421171" y="1485900"/>
                  </a:lnTo>
                  <a:lnTo>
                    <a:pt x="6422288" y="1485442"/>
                  </a:lnTo>
                  <a:lnTo>
                    <a:pt x="6424155" y="1483575"/>
                  </a:lnTo>
                  <a:lnTo>
                    <a:pt x="6424612" y="1482458"/>
                  </a:lnTo>
                  <a:lnTo>
                    <a:pt x="6424612" y="1479829"/>
                  </a:lnTo>
                  <a:close/>
                </a:path>
                <a:path w="6486525" h="2628900">
                  <a:moveTo>
                    <a:pt x="6424612" y="1432204"/>
                  </a:moveTo>
                  <a:lnTo>
                    <a:pt x="6424155" y="1431086"/>
                  </a:lnTo>
                  <a:lnTo>
                    <a:pt x="6422288" y="1429219"/>
                  </a:lnTo>
                  <a:lnTo>
                    <a:pt x="6421171" y="1428750"/>
                  </a:lnTo>
                  <a:lnTo>
                    <a:pt x="6418542" y="1428750"/>
                  </a:lnTo>
                  <a:lnTo>
                    <a:pt x="6417424" y="1429219"/>
                  </a:lnTo>
                  <a:lnTo>
                    <a:pt x="6415557" y="1431086"/>
                  </a:lnTo>
                  <a:lnTo>
                    <a:pt x="6415087" y="1432204"/>
                  </a:lnTo>
                  <a:lnTo>
                    <a:pt x="6415087" y="1434833"/>
                  </a:lnTo>
                  <a:lnTo>
                    <a:pt x="6415557" y="1435950"/>
                  </a:lnTo>
                  <a:lnTo>
                    <a:pt x="6417424" y="1437817"/>
                  </a:lnTo>
                  <a:lnTo>
                    <a:pt x="6418542" y="1438275"/>
                  </a:lnTo>
                  <a:lnTo>
                    <a:pt x="6421171" y="1438275"/>
                  </a:lnTo>
                  <a:lnTo>
                    <a:pt x="6422288" y="1437817"/>
                  </a:lnTo>
                  <a:lnTo>
                    <a:pt x="6424155" y="1435950"/>
                  </a:lnTo>
                  <a:lnTo>
                    <a:pt x="6424612" y="1434833"/>
                  </a:lnTo>
                  <a:lnTo>
                    <a:pt x="6424612" y="1432204"/>
                  </a:lnTo>
                  <a:close/>
                </a:path>
                <a:path w="6486525" h="2628900">
                  <a:moveTo>
                    <a:pt x="6424612" y="1384579"/>
                  </a:moveTo>
                  <a:lnTo>
                    <a:pt x="6424155" y="1383461"/>
                  </a:lnTo>
                  <a:lnTo>
                    <a:pt x="6422288" y="1381594"/>
                  </a:lnTo>
                  <a:lnTo>
                    <a:pt x="6421171" y="1381125"/>
                  </a:lnTo>
                  <a:lnTo>
                    <a:pt x="6418542" y="1381125"/>
                  </a:lnTo>
                  <a:lnTo>
                    <a:pt x="6417424" y="1381594"/>
                  </a:lnTo>
                  <a:lnTo>
                    <a:pt x="6415557" y="1383461"/>
                  </a:lnTo>
                  <a:lnTo>
                    <a:pt x="6415087" y="1384579"/>
                  </a:lnTo>
                  <a:lnTo>
                    <a:pt x="6415087" y="1387208"/>
                  </a:lnTo>
                  <a:lnTo>
                    <a:pt x="6415557" y="1388325"/>
                  </a:lnTo>
                  <a:lnTo>
                    <a:pt x="6417424" y="1390192"/>
                  </a:lnTo>
                  <a:lnTo>
                    <a:pt x="6418542" y="1390650"/>
                  </a:lnTo>
                  <a:lnTo>
                    <a:pt x="6421171" y="1390650"/>
                  </a:lnTo>
                  <a:lnTo>
                    <a:pt x="6422288" y="1390192"/>
                  </a:lnTo>
                  <a:lnTo>
                    <a:pt x="6424155" y="1388325"/>
                  </a:lnTo>
                  <a:lnTo>
                    <a:pt x="6424612" y="1387208"/>
                  </a:lnTo>
                  <a:lnTo>
                    <a:pt x="6424612" y="1384579"/>
                  </a:lnTo>
                  <a:close/>
                </a:path>
                <a:path w="6486525" h="2628900">
                  <a:moveTo>
                    <a:pt x="6424612" y="1336954"/>
                  </a:moveTo>
                  <a:lnTo>
                    <a:pt x="6424155" y="1335836"/>
                  </a:lnTo>
                  <a:lnTo>
                    <a:pt x="6422288" y="1333969"/>
                  </a:lnTo>
                  <a:lnTo>
                    <a:pt x="6421171" y="1333500"/>
                  </a:lnTo>
                  <a:lnTo>
                    <a:pt x="6418542" y="1333500"/>
                  </a:lnTo>
                  <a:lnTo>
                    <a:pt x="6417424" y="1333969"/>
                  </a:lnTo>
                  <a:lnTo>
                    <a:pt x="6415557" y="1335836"/>
                  </a:lnTo>
                  <a:lnTo>
                    <a:pt x="6415087" y="1336954"/>
                  </a:lnTo>
                  <a:lnTo>
                    <a:pt x="6415087" y="1339583"/>
                  </a:lnTo>
                  <a:lnTo>
                    <a:pt x="6415557" y="1340700"/>
                  </a:lnTo>
                  <a:lnTo>
                    <a:pt x="6417424" y="1342567"/>
                  </a:lnTo>
                  <a:lnTo>
                    <a:pt x="6418542" y="1343025"/>
                  </a:lnTo>
                  <a:lnTo>
                    <a:pt x="6421171" y="1343025"/>
                  </a:lnTo>
                  <a:lnTo>
                    <a:pt x="6422288" y="1342567"/>
                  </a:lnTo>
                  <a:lnTo>
                    <a:pt x="6424155" y="1340700"/>
                  </a:lnTo>
                  <a:lnTo>
                    <a:pt x="6424612" y="1339583"/>
                  </a:lnTo>
                  <a:lnTo>
                    <a:pt x="6424612" y="1336954"/>
                  </a:lnTo>
                  <a:close/>
                </a:path>
                <a:path w="6486525" h="2628900">
                  <a:moveTo>
                    <a:pt x="6424612" y="1289329"/>
                  </a:moveTo>
                  <a:lnTo>
                    <a:pt x="6424155" y="1288211"/>
                  </a:lnTo>
                  <a:lnTo>
                    <a:pt x="6422288" y="1286344"/>
                  </a:lnTo>
                  <a:lnTo>
                    <a:pt x="6421171" y="1285875"/>
                  </a:lnTo>
                  <a:lnTo>
                    <a:pt x="6418542" y="1285875"/>
                  </a:lnTo>
                  <a:lnTo>
                    <a:pt x="6417424" y="1286344"/>
                  </a:lnTo>
                  <a:lnTo>
                    <a:pt x="6415557" y="1288211"/>
                  </a:lnTo>
                  <a:lnTo>
                    <a:pt x="6415087" y="1289329"/>
                  </a:lnTo>
                  <a:lnTo>
                    <a:pt x="6415087" y="1291958"/>
                  </a:lnTo>
                  <a:lnTo>
                    <a:pt x="6415557" y="1293075"/>
                  </a:lnTo>
                  <a:lnTo>
                    <a:pt x="6417424" y="1294942"/>
                  </a:lnTo>
                  <a:lnTo>
                    <a:pt x="6418542" y="1295400"/>
                  </a:lnTo>
                  <a:lnTo>
                    <a:pt x="6421171" y="1295400"/>
                  </a:lnTo>
                  <a:lnTo>
                    <a:pt x="6422288" y="1294942"/>
                  </a:lnTo>
                  <a:lnTo>
                    <a:pt x="6424155" y="1293075"/>
                  </a:lnTo>
                  <a:lnTo>
                    <a:pt x="6424612" y="1291958"/>
                  </a:lnTo>
                  <a:lnTo>
                    <a:pt x="6424612" y="1289329"/>
                  </a:lnTo>
                  <a:close/>
                </a:path>
                <a:path w="6486525" h="2628900">
                  <a:moveTo>
                    <a:pt x="6424612" y="1241704"/>
                  </a:moveTo>
                  <a:lnTo>
                    <a:pt x="6424155" y="1240586"/>
                  </a:lnTo>
                  <a:lnTo>
                    <a:pt x="6422288" y="1238719"/>
                  </a:lnTo>
                  <a:lnTo>
                    <a:pt x="6421171" y="1238250"/>
                  </a:lnTo>
                  <a:lnTo>
                    <a:pt x="6418542" y="1238250"/>
                  </a:lnTo>
                  <a:lnTo>
                    <a:pt x="6417424" y="1238719"/>
                  </a:lnTo>
                  <a:lnTo>
                    <a:pt x="6415557" y="1240586"/>
                  </a:lnTo>
                  <a:lnTo>
                    <a:pt x="6415087" y="1241704"/>
                  </a:lnTo>
                  <a:lnTo>
                    <a:pt x="6415087" y="1244333"/>
                  </a:lnTo>
                  <a:lnTo>
                    <a:pt x="6415557" y="1245450"/>
                  </a:lnTo>
                  <a:lnTo>
                    <a:pt x="6417424" y="1247317"/>
                  </a:lnTo>
                  <a:lnTo>
                    <a:pt x="6418542" y="1247775"/>
                  </a:lnTo>
                  <a:lnTo>
                    <a:pt x="6421171" y="1247775"/>
                  </a:lnTo>
                  <a:lnTo>
                    <a:pt x="6422288" y="1247317"/>
                  </a:lnTo>
                  <a:lnTo>
                    <a:pt x="6424155" y="1245450"/>
                  </a:lnTo>
                  <a:lnTo>
                    <a:pt x="6424612" y="1244333"/>
                  </a:lnTo>
                  <a:lnTo>
                    <a:pt x="6424612" y="1241704"/>
                  </a:lnTo>
                  <a:close/>
                </a:path>
                <a:path w="6486525" h="2628900">
                  <a:moveTo>
                    <a:pt x="6424612" y="1194079"/>
                  </a:moveTo>
                  <a:lnTo>
                    <a:pt x="6424155" y="1192961"/>
                  </a:lnTo>
                  <a:lnTo>
                    <a:pt x="6422288" y="1191094"/>
                  </a:lnTo>
                  <a:lnTo>
                    <a:pt x="6421171" y="1190625"/>
                  </a:lnTo>
                  <a:lnTo>
                    <a:pt x="6418542" y="1190625"/>
                  </a:lnTo>
                  <a:lnTo>
                    <a:pt x="6417424" y="1191094"/>
                  </a:lnTo>
                  <a:lnTo>
                    <a:pt x="6415557" y="1192961"/>
                  </a:lnTo>
                  <a:lnTo>
                    <a:pt x="6415087" y="1194079"/>
                  </a:lnTo>
                  <a:lnTo>
                    <a:pt x="6415087" y="1196708"/>
                  </a:lnTo>
                  <a:lnTo>
                    <a:pt x="6415557" y="1197825"/>
                  </a:lnTo>
                  <a:lnTo>
                    <a:pt x="6417424" y="1199692"/>
                  </a:lnTo>
                  <a:lnTo>
                    <a:pt x="6418542" y="1200150"/>
                  </a:lnTo>
                  <a:lnTo>
                    <a:pt x="6421171" y="1200150"/>
                  </a:lnTo>
                  <a:lnTo>
                    <a:pt x="6422288" y="1199692"/>
                  </a:lnTo>
                  <a:lnTo>
                    <a:pt x="6424155" y="1197825"/>
                  </a:lnTo>
                  <a:lnTo>
                    <a:pt x="6424612" y="1196708"/>
                  </a:lnTo>
                  <a:lnTo>
                    <a:pt x="6424612" y="1194079"/>
                  </a:lnTo>
                  <a:close/>
                </a:path>
                <a:path w="6486525" h="2628900">
                  <a:moveTo>
                    <a:pt x="6424612" y="1146454"/>
                  </a:moveTo>
                  <a:lnTo>
                    <a:pt x="6424155" y="1145336"/>
                  </a:lnTo>
                  <a:lnTo>
                    <a:pt x="6422288" y="1143469"/>
                  </a:lnTo>
                  <a:lnTo>
                    <a:pt x="6421171" y="1143000"/>
                  </a:lnTo>
                  <a:lnTo>
                    <a:pt x="6418542" y="1143000"/>
                  </a:lnTo>
                  <a:lnTo>
                    <a:pt x="6417424" y="1143469"/>
                  </a:lnTo>
                  <a:lnTo>
                    <a:pt x="6415557" y="1145336"/>
                  </a:lnTo>
                  <a:lnTo>
                    <a:pt x="6415087" y="1146454"/>
                  </a:lnTo>
                  <a:lnTo>
                    <a:pt x="6415087" y="1149083"/>
                  </a:lnTo>
                  <a:lnTo>
                    <a:pt x="6415557" y="1150200"/>
                  </a:lnTo>
                  <a:lnTo>
                    <a:pt x="6417424" y="1152067"/>
                  </a:lnTo>
                  <a:lnTo>
                    <a:pt x="6418542" y="1152525"/>
                  </a:lnTo>
                  <a:lnTo>
                    <a:pt x="6421171" y="1152525"/>
                  </a:lnTo>
                  <a:lnTo>
                    <a:pt x="6422288" y="1152067"/>
                  </a:lnTo>
                  <a:lnTo>
                    <a:pt x="6424155" y="1150200"/>
                  </a:lnTo>
                  <a:lnTo>
                    <a:pt x="6424612" y="1149083"/>
                  </a:lnTo>
                  <a:lnTo>
                    <a:pt x="6424612" y="1146454"/>
                  </a:lnTo>
                  <a:close/>
                </a:path>
                <a:path w="6486525" h="2628900">
                  <a:moveTo>
                    <a:pt x="6424612" y="1098829"/>
                  </a:moveTo>
                  <a:lnTo>
                    <a:pt x="6424155" y="1097711"/>
                  </a:lnTo>
                  <a:lnTo>
                    <a:pt x="6422288" y="1095844"/>
                  </a:lnTo>
                  <a:lnTo>
                    <a:pt x="6421171" y="1095375"/>
                  </a:lnTo>
                  <a:lnTo>
                    <a:pt x="6418542" y="1095375"/>
                  </a:lnTo>
                  <a:lnTo>
                    <a:pt x="6417424" y="1095844"/>
                  </a:lnTo>
                  <a:lnTo>
                    <a:pt x="6415557" y="1097711"/>
                  </a:lnTo>
                  <a:lnTo>
                    <a:pt x="6415087" y="1098829"/>
                  </a:lnTo>
                  <a:lnTo>
                    <a:pt x="6415087" y="1101458"/>
                  </a:lnTo>
                  <a:lnTo>
                    <a:pt x="6415557" y="1102575"/>
                  </a:lnTo>
                  <a:lnTo>
                    <a:pt x="6417424" y="1104442"/>
                  </a:lnTo>
                  <a:lnTo>
                    <a:pt x="6418542" y="1104900"/>
                  </a:lnTo>
                  <a:lnTo>
                    <a:pt x="6421171" y="1104900"/>
                  </a:lnTo>
                  <a:lnTo>
                    <a:pt x="6422288" y="1104442"/>
                  </a:lnTo>
                  <a:lnTo>
                    <a:pt x="6424155" y="1102575"/>
                  </a:lnTo>
                  <a:lnTo>
                    <a:pt x="6424612" y="1101458"/>
                  </a:lnTo>
                  <a:lnTo>
                    <a:pt x="6424612" y="1098829"/>
                  </a:lnTo>
                  <a:close/>
                </a:path>
                <a:path w="6486525" h="2628900">
                  <a:moveTo>
                    <a:pt x="6424612" y="1051204"/>
                  </a:moveTo>
                  <a:lnTo>
                    <a:pt x="6424155" y="1050086"/>
                  </a:lnTo>
                  <a:lnTo>
                    <a:pt x="6422288" y="1048219"/>
                  </a:lnTo>
                  <a:lnTo>
                    <a:pt x="6421171" y="1047750"/>
                  </a:lnTo>
                  <a:lnTo>
                    <a:pt x="6418542" y="1047750"/>
                  </a:lnTo>
                  <a:lnTo>
                    <a:pt x="6417424" y="1048219"/>
                  </a:lnTo>
                  <a:lnTo>
                    <a:pt x="6415557" y="1050086"/>
                  </a:lnTo>
                  <a:lnTo>
                    <a:pt x="6415087" y="1051204"/>
                  </a:lnTo>
                  <a:lnTo>
                    <a:pt x="6415087" y="1053833"/>
                  </a:lnTo>
                  <a:lnTo>
                    <a:pt x="6415557" y="1054950"/>
                  </a:lnTo>
                  <a:lnTo>
                    <a:pt x="6417424" y="1056817"/>
                  </a:lnTo>
                  <a:lnTo>
                    <a:pt x="6418542" y="1057275"/>
                  </a:lnTo>
                  <a:lnTo>
                    <a:pt x="6421171" y="1057275"/>
                  </a:lnTo>
                  <a:lnTo>
                    <a:pt x="6422288" y="1056817"/>
                  </a:lnTo>
                  <a:lnTo>
                    <a:pt x="6424155" y="1054950"/>
                  </a:lnTo>
                  <a:lnTo>
                    <a:pt x="6424612" y="1053833"/>
                  </a:lnTo>
                  <a:lnTo>
                    <a:pt x="6424612" y="1051204"/>
                  </a:lnTo>
                  <a:close/>
                </a:path>
                <a:path w="6486525" h="2628900">
                  <a:moveTo>
                    <a:pt x="6424612" y="1003579"/>
                  </a:moveTo>
                  <a:lnTo>
                    <a:pt x="6424155" y="1002461"/>
                  </a:lnTo>
                  <a:lnTo>
                    <a:pt x="6422288" y="1000594"/>
                  </a:lnTo>
                  <a:lnTo>
                    <a:pt x="6421171" y="1000125"/>
                  </a:lnTo>
                  <a:lnTo>
                    <a:pt x="6418542" y="1000125"/>
                  </a:lnTo>
                  <a:lnTo>
                    <a:pt x="6417424" y="1000594"/>
                  </a:lnTo>
                  <a:lnTo>
                    <a:pt x="6415557" y="1002461"/>
                  </a:lnTo>
                  <a:lnTo>
                    <a:pt x="6415087" y="1003579"/>
                  </a:lnTo>
                  <a:lnTo>
                    <a:pt x="6415087" y="1006208"/>
                  </a:lnTo>
                  <a:lnTo>
                    <a:pt x="6415557" y="1007325"/>
                  </a:lnTo>
                  <a:lnTo>
                    <a:pt x="6417424" y="1009192"/>
                  </a:lnTo>
                  <a:lnTo>
                    <a:pt x="6418542" y="1009650"/>
                  </a:lnTo>
                  <a:lnTo>
                    <a:pt x="6421171" y="1009650"/>
                  </a:lnTo>
                  <a:lnTo>
                    <a:pt x="6422288" y="1009192"/>
                  </a:lnTo>
                  <a:lnTo>
                    <a:pt x="6424155" y="1007325"/>
                  </a:lnTo>
                  <a:lnTo>
                    <a:pt x="6424612" y="1006208"/>
                  </a:lnTo>
                  <a:lnTo>
                    <a:pt x="6424612" y="1003579"/>
                  </a:lnTo>
                  <a:close/>
                </a:path>
                <a:path w="6486525" h="2628900">
                  <a:moveTo>
                    <a:pt x="6424612" y="955954"/>
                  </a:moveTo>
                  <a:lnTo>
                    <a:pt x="6424155" y="954836"/>
                  </a:lnTo>
                  <a:lnTo>
                    <a:pt x="6422288" y="952969"/>
                  </a:lnTo>
                  <a:lnTo>
                    <a:pt x="6421171" y="952500"/>
                  </a:lnTo>
                  <a:lnTo>
                    <a:pt x="6418542" y="952500"/>
                  </a:lnTo>
                  <a:lnTo>
                    <a:pt x="6417424" y="952969"/>
                  </a:lnTo>
                  <a:lnTo>
                    <a:pt x="6415557" y="954836"/>
                  </a:lnTo>
                  <a:lnTo>
                    <a:pt x="6415087" y="955954"/>
                  </a:lnTo>
                  <a:lnTo>
                    <a:pt x="6415087" y="958583"/>
                  </a:lnTo>
                  <a:lnTo>
                    <a:pt x="6415557" y="959700"/>
                  </a:lnTo>
                  <a:lnTo>
                    <a:pt x="6417424" y="961567"/>
                  </a:lnTo>
                  <a:lnTo>
                    <a:pt x="6418542" y="962025"/>
                  </a:lnTo>
                  <a:lnTo>
                    <a:pt x="6421171" y="962025"/>
                  </a:lnTo>
                  <a:lnTo>
                    <a:pt x="6422288" y="961567"/>
                  </a:lnTo>
                  <a:lnTo>
                    <a:pt x="6424155" y="959700"/>
                  </a:lnTo>
                  <a:lnTo>
                    <a:pt x="6424612" y="958583"/>
                  </a:lnTo>
                  <a:lnTo>
                    <a:pt x="6424612" y="955954"/>
                  </a:lnTo>
                  <a:close/>
                </a:path>
                <a:path w="6486525" h="2628900">
                  <a:moveTo>
                    <a:pt x="6424612" y="908329"/>
                  </a:moveTo>
                  <a:lnTo>
                    <a:pt x="6424155" y="907211"/>
                  </a:lnTo>
                  <a:lnTo>
                    <a:pt x="6422288" y="905344"/>
                  </a:lnTo>
                  <a:lnTo>
                    <a:pt x="6421171" y="904875"/>
                  </a:lnTo>
                  <a:lnTo>
                    <a:pt x="6418542" y="904875"/>
                  </a:lnTo>
                  <a:lnTo>
                    <a:pt x="6417424" y="905344"/>
                  </a:lnTo>
                  <a:lnTo>
                    <a:pt x="6415557" y="907211"/>
                  </a:lnTo>
                  <a:lnTo>
                    <a:pt x="6415087" y="908329"/>
                  </a:lnTo>
                  <a:lnTo>
                    <a:pt x="6415087" y="910958"/>
                  </a:lnTo>
                  <a:lnTo>
                    <a:pt x="6415557" y="912075"/>
                  </a:lnTo>
                  <a:lnTo>
                    <a:pt x="6417424" y="913942"/>
                  </a:lnTo>
                  <a:lnTo>
                    <a:pt x="6418542" y="914400"/>
                  </a:lnTo>
                  <a:lnTo>
                    <a:pt x="6421171" y="914400"/>
                  </a:lnTo>
                  <a:lnTo>
                    <a:pt x="6422288" y="913942"/>
                  </a:lnTo>
                  <a:lnTo>
                    <a:pt x="6424155" y="912075"/>
                  </a:lnTo>
                  <a:lnTo>
                    <a:pt x="6424612" y="910958"/>
                  </a:lnTo>
                  <a:lnTo>
                    <a:pt x="6424612" y="908329"/>
                  </a:lnTo>
                  <a:close/>
                </a:path>
                <a:path w="6486525" h="2628900">
                  <a:moveTo>
                    <a:pt x="6424612" y="860704"/>
                  </a:moveTo>
                  <a:lnTo>
                    <a:pt x="6424155" y="859586"/>
                  </a:lnTo>
                  <a:lnTo>
                    <a:pt x="6422288" y="857719"/>
                  </a:lnTo>
                  <a:lnTo>
                    <a:pt x="6421171" y="857250"/>
                  </a:lnTo>
                  <a:lnTo>
                    <a:pt x="6418542" y="857250"/>
                  </a:lnTo>
                  <a:lnTo>
                    <a:pt x="6417424" y="857719"/>
                  </a:lnTo>
                  <a:lnTo>
                    <a:pt x="6415557" y="859586"/>
                  </a:lnTo>
                  <a:lnTo>
                    <a:pt x="6415087" y="860704"/>
                  </a:lnTo>
                  <a:lnTo>
                    <a:pt x="6415087" y="863333"/>
                  </a:lnTo>
                  <a:lnTo>
                    <a:pt x="6415557" y="864450"/>
                  </a:lnTo>
                  <a:lnTo>
                    <a:pt x="6417424" y="866317"/>
                  </a:lnTo>
                  <a:lnTo>
                    <a:pt x="6418542" y="866775"/>
                  </a:lnTo>
                  <a:lnTo>
                    <a:pt x="6421171" y="866775"/>
                  </a:lnTo>
                  <a:lnTo>
                    <a:pt x="6422288" y="866317"/>
                  </a:lnTo>
                  <a:lnTo>
                    <a:pt x="6424155" y="864450"/>
                  </a:lnTo>
                  <a:lnTo>
                    <a:pt x="6424612" y="863333"/>
                  </a:lnTo>
                  <a:lnTo>
                    <a:pt x="6424612" y="860704"/>
                  </a:lnTo>
                  <a:close/>
                </a:path>
                <a:path w="6486525" h="2628900">
                  <a:moveTo>
                    <a:pt x="6424612" y="813079"/>
                  </a:moveTo>
                  <a:lnTo>
                    <a:pt x="6424155" y="811961"/>
                  </a:lnTo>
                  <a:lnTo>
                    <a:pt x="6422288" y="810094"/>
                  </a:lnTo>
                  <a:lnTo>
                    <a:pt x="6421171" y="809625"/>
                  </a:lnTo>
                  <a:lnTo>
                    <a:pt x="6418542" y="809625"/>
                  </a:lnTo>
                  <a:lnTo>
                    <a:pt x="6417424" y="810094"/>
                  </a:lnTo>
                  <a:lnTo>
                    <a:pt x="6415557" y="811961"/>
                  </a:lnTo>
                  <a:lnTo>
                    <a:pt x="6415087" y="813079"/>
                  </a:lnTo>
                  <a:lnTo>
                    <a:pt x="6415087" y="815708"/>
                  </a:lnTo>
                  <a:lnTo>
                    <a:pt x="6415557" y="816825"/>
                  </a:lnTo>
                  <a:lnTo>
                    <a:pt x="6417424" y="818692"/>
                  </a:lnTo>
                  <a:lnTo>
                    <a:pt x="6418542" y="819150"/>
                  </a:lnTo>
                  <a:lnTo>
                    <a:pt x="6421171" y="819150"/>
                  </a:lnTo>
                  <a:lnTo>
                    <a:pt x="6422288" y="818692"/>
                  </a:lnTo>
                  <a:lnTo>
                    <a:pt x="6424155" y="816825"/>
                  </a:lnTo>
                  <a:lnTo>
                    <a:pt x="6424612" y="815708"/>
                  </a:lnTo>
                  <a:lnTo>
                    <a:pt x="6424612" y="813079"/>
                  </a:lnTo>
                  <a:close/>
                </a:path>
                <a:path w="6486525" h="2628900">
                  <a:moveTo>
                    <a:pt x="6424612" y="765454"/>
                  </a:moveTo>
                  <a:lnTo>
                    <a:pt x="6424155" y="764336"/>
                  </a:lnTo>
                  <a:lnTo>
                    <a:pt x="6422288" y="762469"/>
                  </a:lnTo>
                  <a:lnTo>
                    <a:pt x="6421171" y="762000"/>
                  </a:lnTo>
                  <a:lnTo>
                    <a:pt x="6418542" y="762000"/>
                  </a:lnTo>
                  <a:lnTo>
                    <a:pt x="6417424" y="762469"/>
                  </a:lnTo>
                  <a:lnTo>
                    <a:pt x="6415557" y="764336"/>
                  </a:lnTo>
                  <a:lnTo>
                    <a:pt x="6415087" y="765454"/>
                  </a:lnTo>
                  <a:lnTo>
                    <a:pt x="6415087" y="768083"/>
                  </a:lnTo>
                  <a:lnTo>
                    <a:pt x="6415557" y="769200"/>
                  </a:lnTo>
                  <a:lnTo>
                    <a:pt x="6417424" y="771067"/>
                  </a:lnTo>
                  <a:lnTo>
                    <a:pt x="6418542" y="771525"/>
                  </a:lnTo>
                  <a:lnTo>
                    <a:pt x="6421171" y="771525"/>
                  </a:lnTo>
                  <a:lnTo>
                    <a:pt x="6422288" y="771067"/>
                  </a:lnTo>
                  <a:lnTo>
                    <a:pt x="6424155" y="769200"/>
                  </a:lnTo>
                  <a:lnTo>
                    <a:pt x="6424612" y="768083"/>
                  </a:lnTo>
                  <a:lnTo>
                    <a:pt x="6424612" y="765454"/>
                  </a:lnTo>
                  <a:close/>
                </a:path>
                <a:path w="6486525" h="2628900">
                  <a:moveTo>
                    <a:pt x="6424612" y="717829"/>
                  </a:moveTo>
                  <a:lnTo>
                    <a:pt x="6424155" y="716711"/>
                  </a:lnTo>
                  <a:lnTo>
                    <a:pt x="6422288" y="714844"/>
                  </a:lnTo>
                  <a:lnTo>
                    <a:pt x="6421171" y="714375"/>
                  </a:lnTo>
                  <a:lnTo>
                    <a:pt x="6418542" y="714375"/>
                  </a:lnTo>
                  <a:lnTo>
                    <a:pt x="6417424" y="714844"/>
                  </a:lnTo>
                  <a:lnTo>
                    <a:pt x="6415557" y="716711"/>
                  </a:lnTo>
                  <a:lnTo>
                    <a:pt x="6415087" y="717829"/>
                  </a:lnTo>
                  <a:lnTo>
                    <a:pt x="6415087" y="720458"/>
                  </a:lnTo>
                  <a:lnTo>
                    <a:pt x="6415557" y="721575"/>
                  </a:lnTo>
                  <a:lnTo>
                    <a:pt x="6417424" y="723442"/>
                  </a:lnTo>
                  <a:lnTo>
                    <a:pt x="6418542" y="723900"/>
                  </a:lnTo>
                  <a:lnTo>
                    <a:pt x="6421171" y="723900"/>
                  </a:lnTo>
                  <a:lnTo>
                    <a:pt x="6422288" y="723442"/>
                  </a:lnTo>
                  <a:lnTo>
                    <a:pt x="6424155" y="721575"/>
                  </a:lnTo>
                  <a:lnTo>
                    <a:pt x="6424612" y="720458"/>
                  </a:lnTo>
                  <a:lnTo>
                    <a:pt x="6424612" y="717829"/>
                  </a:lnTo>
                  <a:close/>
                </a:path>
                <a:path w="6486525" h="2628900">
                  <a:moveTo>
                    <a:pt x="6424612" y="670204"/>
                  </a:moveTo>
                  <a:lnTo>
                    <a:pt x="6424155" y="669086"/>
                  </a:lnTo>
                  <a:lnTo>
                    <a:pt x="6422288" y="667219"/>
                  </a:lnTo>
                  <a:lnTo>
                    <a:pt x="6421171" y="666750"/>
                  </a:lnTo>
                  <a:lnTo>
                    <a:pt x="6418542" y="666750"/>
                  </a:lnTo>
                  <a:lnTo>
                    <a:pt x="6417424" y="667219"/>
                  </a:lnTo>
                  <a:lnTo>
                    <a:pt x="6415557" y="669086"/>
                  </a:lnTo>
                  <a:lnTo>
                    <a:pt x="6415087" y="670204"/>
                  </a:lnTo>
                  <a:lnTo>
                    <a:pt x="6415087" y="672833"/>
                  </a:lnTo>
                  <a:lnTo>
                    <a:pt x="6415557" y="673950"/>
                  </a:lnTo>
                  <a:lnTo>
                    <a:pt x="6417424" y="675817"/>
                  </a:lnTo>
                  <a:lnTo>
                    <a:pt x="6418542" y="676275"/>
                  </a:lnTo>
                  <a:lnTo>
                    <a:pt x="6421171" y="676275"/>
                  </a:lnTo>
                  <a:lnTo>
                    <a:pt x="6422288" y="675817"/>
                  </a:lnTo>
                  <a:lnTo>
                    <a:pt x="6424155" y="673950"/>
                  </a:lnTo>
                  <a:lnTo>
                    <a:pt x="6424612" y="672833"/>
                  </a:lnTo>
                  <a:lnTo>
                    <a:pt x="6424612" y="670204"/>
                  </a:lnTo>
                  <a:close/>
                </a:path>
                <a:path w="6486525" h="2628900">
                  <a:moveTo>
                    <a:pt x="6424612" y="622579"/>
                  </a:moveTo>
                  <a:lnTo>
                    <a:pt x="6424155" y="621461"/>
                  </a:lnTo>
                  <a:lnTo>
                    <a:pt x="6422288" y="619594"/>
                  </a:lnTo>
                  <a:lnTo>
                    <a:pt x="6421171" y="619125"/>
                  </a:lnTo>
                  <a:lnTo>
                    <a:pt x="6418542" y="619125"/>
                  </a:lnTo>
                  <a:lnTo>
                    <a:pt x="6417424" y="619594"/>
                  </a:lnTo>
                  <a:lnTo>
                    <a:pt x="6415557" y="621461"/>
                  </a:lnTo>
                  <a:lnTo>
                    <a:pt x="6415087" y="622579"/>
                  </a:lnTo>
                  <a:lnTo>
                    <a:pt x="6415087" y="625208"/>
                  </a:lnTo>
                  <a:lnTo>
                    <a:pt x="6415557" y="626325"/>
                  </a:lnTo>
                  <a:lnTo>
                    <a:pt x="6417424" y="628192"/>
                  </a:lnTo>
                  <a:lnTo>
                    <a:pt x="6418542" y="628650"/>
                  </a:lnTo>
                  <a:lnTo>
                    <a:pt x="6421171" y="628650"/>
                  </a:lnTo>
                  <a:lnTo>
                    <a:pt x="6422288" y="628192"/>
                  </a:lnTo>
                  <a:lnTo>
                    <a:pt x="6424155" y="626325"/>
                  </a:lnTo>
                  <a:lnTo>
                    <a:pt x="6424612" y="625208"/>
                  </a:lnTo>
                  <a:lnTo>
                    <a:pt x="6424612" y="622579"/>
                  </a:lnTo>
                  <a:close/>
                </a:path>
                <a:path w="6486525" h="2628900">
                  <a:moveTo>
                    <a:pt x="6424612" y="574954"/>
                  </a:moveTo>
                  <a:lnTo>
                    <a:pt x="6424155" y="573836"/>
                  </a:lnTo>
                  <a:lnTo>
                    <a:pt x="6422288" y="571969"/>
                  </a:lnTo>
                  <a:lnTo>
                    <a:pt x="6421171" y="571500"/>
                  </a:lnTo>
                  <a:lnTo>
                    <a:pt x="6418542" y="571500"/>
                  </a:lnTo>
                  <a:lnTo>
                    <a:pt x="6417424" y="571969"/>
                  </a:lnTo>
                  <a:lnTo>
                    <a:pt x="6415557" y="573836"/>
                  </a:lnTo>
                  <a:lnTo>
                    <a:pt x="6415087" y="574954"/>
                  </a:lnTo>
                  <a:lnTo>
                    <a:pt x="6415087" y="577583"/>
                  </a:lnTo>
                  <a:lnTo>
                    <a:pt x="6415557" y="578700"/>
                  </a:lnTo>
                  <a:lnTo>
                    <a:pt x="6417424" y="580567"/>
                  </a:lnTo>
                  <a:lnTo>
                    <a:pt x="6418542" y="581025"/>
                  </a:lnTo>
                  <a:lnTo>
                    <a:pt x="6421171" y="581025"/>
                  </a:lnTo>
                  <a:lnTo>
                    <a:pt x="6422288" y="580567"/>
                  </a:lnTo>
                  <a:lnTo>
                    <a:pt x="6424155" y="578700"/>
                  </a:lnTo>
                  <a:lnTo>
                    <a:pt x="6424612" y="577583"/>
                  </a:lnTo>
                  <a:lnTo>
                    <a:pt x="6424612" y="574954"/>
                  </a:lnTo>
                  <a:close/>
                </a:path>
                <a:path w="6486525" h="2628900">
                  <a:moveTo>
                    <a:pt x="6424612" y="527329"/>
                  </a:moveTo>
                  <a:lnTo>
                    <a:pt x="6424155" y="526211"/>
                  </a:lnTo>
                  <a:lnTo>
                    <a:pt x="6422288" y="524344"/>
                  </a:lnTo>
                  <a:lnTo>
                    <a:pt x="6421171" y="523875"/>
                  </a:lnTo>
                  <a:lnTo>
                    <a:pt x="6418542" y="523875"/>
                  </a:lnTo>
                  <a:lnTo>
                    <a:pt x="6417424" y="524344"/>
                  </a:lnTo>
                  <a:lnTo>
                    <a:pt x="6415557" y="526211"/>
                  </a:lnTo>
                  <a:lnTo>
                    <a:pt x="6415087" y="527329"/>
                  </a:lnTo>
                  <a:lnTo>
                    <a:pt x="6415087" y="529958"/>
                  </a:lnTo>
                  <a:lnTo>
                    <a:pt x="6415557" y="531075"/>
                  </a:lnTo>
                  <a:lnTo>
                    <a:pt x="6417424" y="532942"/>
                  </a:lnTo>
                  <a:lnTo>
                    <a:pt x="6418542" y="533400"/>
                  </a:lnTo>
                  <a:lnTo>
                    <a:pt x="6421171" y="533400"/>
                  </a:lnTo>
                  <a:lnTo>
                    <a:pt x="6422288" y="532942"/>
                  </a:lnTo>
                  <a:lnTo>
                    <a:pt x="6424155" y="531075"/>
                  </a:lnTo>
                  <a:lnTo>
                    <a:pt x="6424612" y="529958"/>
                  </a:lnTo>
                  <a:lnTo>
                    <a:pt x="6424612" y="527329"/>
                  </a:lnTo>
                  <a:close/>
                </a:path>
                <a:path w="6486525" h="2628900">
                  <a:moveTo>
                    <a:pt x="6424612" y="479704"/>
                  </a:moveTo>
                  <a:lnTo>
                    <a:pt x="6424155" y="478586"/>
                  </a:lnTo>
                  <a:lnTo>
                    <a:pt x="6422288" y="476719"/>
                  </a:lnTo>
                  <a:lnTo>
                    <a:pt x="6421171" y="476250"/>
                  </a:lnTo>
                  <a:lnTo>
                    <a:pt x="6418542" y="476250"/>
                  </a:lnTo>
                  <a:lnTo>
                    <a:pt x="6417424" y="476719"/>
                  </a:lnTo>
                  <a:lnTo>
                    <a:pt x="6415557" y="478586"/>
                  </a:lnTo>
                  <a:lnTo>
                    <a:pt x="6415087" y="479704"/>
                  </a:lnTo>
                  <a:lnTo>
                    <a:pt x="6415087" y="482333"/>
                  </a:lnTo>
                  <a:lnTo>
                    <a:pt x="6415557" y="483450"/>
                  </a:lnTo>
                  <a:lnTo>
                    <a:pt x="6417424" y="485317"/>
                  </a:lnTo>
                  <a:lnTo>
                    <a:pt x="6418542" y="485775"/>
                  </a:lnTo>
                  <a:lnTo>
                    <a:pt x="6421171" y="485775"/>
                  </a:lnTo>
                  <a:lnTo>
                    <a:pt x="6422288" y="485317"/>
                  </a:lnTo>
                  <a:lnTo>
                    <a:pt x="6424155" y="483450"/>
                  </a:lnTo>
                  <a:lnTo>
                    <a:pt x="6424612" y="482333"/>
                  </a:lnTo>
                  <a:lnTo>
                    <a:pt x="6424612" y="479704"/>
                  </a:lnTo>
                  <a:close/>
                </a:path>
                <a:path w="6486525" h="2628900">
                  <a:moveTo>
                    <a:pt x="6424612" y="432079"/>
                  </a:moveTo>
                  <a:lnTo>
                    <a:pt x="6424155" y="430961"/>
                  </a:lnTo>
                  <a:lnTo>
                    <a:pt x="6422288" y="429094"/>
                  </a:lnTo>
                  <a:lnTo>
                    <a:pt x="6421171" y="428625"/>
                  </a:lnTo>
                  <a:lnTo>
                    <a:pt x="6418542" y="428625"/>
                  </a:lnTo>
                  <a:lnTo>
                    <a:pt x="6417424" y="429094"/>
                  </a:lnTo>
                  <a:lnTo>
                    <a:pt x="6415557" y="430961"/>
                  </a:lnTo>
                  <a:lnTo>
                    <a:pt x="6415087" y="432079"/>
                  </a:lnTo>
                  <a:lnTo>
                    <a:pt x="6415087" y="434708"/>
                  </a:lnTo>
                  <a:lnTo>
                    <a:pt x="6415557" y="435825"/>
                  </a:lnTo>
                  <a:lnTo>
                    <a:pt x="6417424" y="437692"/>
                  </a:lnTo>
                  <a:lnTo>
                    <a:pt x="6418542" y="438150"/>
                  </a:lnTo>
                  <a:lnTo>
                    <a:pt x="6421171" y="438150"/>
                  </a:lnTo>
                  <a:lnTo>
                    <a:pt x="6422288" y="437692"/>
                  </a:lnTo>
                  <a:lnTo>
                    <a:pt x="6424155" y="435825"/>
                  </a:lnTo>
                  <a:lnTo>
                    <a:pt x="6424612" y="434708"/>
                  </a:lnTo>
                  <a:lnTo>
                    <a:pt x="6424612" y="432079"/>
                  </a:lnTo>
                  <a:close/>
                </a:path>
                <a:path w="6486525" h="2628900">
                  <a:moveTo>
                    <a:pt x="6424612" y="384454"/>
                  </a:moveTo>
                  <a:lnTo>
                    <a:pt x="6424155" y="383336"/>
                  </a:lnTo>
                  <a:lnTo>
                    <a:pt x="6422288" y="381469"/>
                  </a:lnTo>
                  <a:lnTo>
                    <a:pt x="6421171" y="381000"/>
                  </a:lnTo>
                  <a:lnTo>
                    <a:pt x="6418542" y="381000"/>
                  </a:lnTo>
                  <a:lnTo>
                    <a:pt x="6417424" y="381469"/>
                  </a:lnTo>
                  <a:lnTo>
                    <a:pt x="6415557" y="383336"/>
                  </a:lnTo>
                  <a:lnTo>
                    <a:pt x="6415087" y="384454"/>
                  </a:lnTo>
                  <a:lnTo>
                    <a:pt x="6415087" y="387083"/>
                  </a:lnTo>
                  <a:lnTo>
                    <a:pt x="6415557" y="388200"/>
                  </a:lnTo>
                  <a:lnTo>
                    <a:pt x="6417424" y="390067"/>
                  </a:lnTo>
                  <a:lnTo>
                    <a:pt x="6418542" y="390525"/>
                  </a:lnTo>
                  <a:lnTo>
                    <a:pt x="6421171" y="390525"/>
                  </a:lnTo>
                  <a:lnTo>
                    <a:pt x="6422288" y="390067"/>
                  </a:lnTo>
                  <a:lnTo>
                    <a:pt x="6424155" y="388200"/>
                  </a:lnTo>
                  <a:lnTo>
                    <a:pt x="6424612" y="387083"/>
                  </a:lnTo>
                  <a:lnTo>
                    <a:pt x="6424612" y="384454"/>
                  </a:lnTo>
                  <a:close/>
                </a:path>
                <a:path w="6486525" h="2628900">
                  <a:moveTo>
                    <a:pt x="6424612" y="336829"/>
                  </a:moveTo>
                  <a:lnTo>
                    <a:pt x="6424155" y="335711"/>
                  </a:lnTo>
                  <a:lnTo>
                    <a:pt x="6422288" y="333844"/>
                  </a:lnTo>
                  <a:lnTo>
                    <a:pt x="6421171" y="333375"/>
                  </a:lnTo>
                  <a:lnTo>
                    <a:pt x="6418542" y="333375"/>
                  </a:lnTo>
                  <a:lnTo>
                    <a:pt x="6417424" y="333844"/>
                  </a:lnTo>
                  <a:lnTo>
                    <a:pt x="6415557" y="335711"/>
                  </a:lnTo>
                  <a:lnTo>
                    <a:pt x="6415087" y="336829"/>
                  </a:lnTo>
                  <a:lnTo>
                    <a:pt x="6415087" y="339458"/>
                  </a:lnTo>
                  <a:lnTo>
                    <a:pt x="6415557" y="340575"/>
                  </a:lnTo>
                  <a:lnTo>
                    <a:pt x="6417424" y="342442"/>
                  </a:lnTo>
                  <a:lnTo>
                    <a:pt x="6418542" y="342900"/>
                  </a:lnTo>
                  <a:lnTo>
                    <a:pt x="6421171" y="342900"/>
                  </a:lnTo>
                  <a:lnTo>
                    <a:pt x="6422288" y="342442"/>
                  </a:lnTo>
                  <a:lnTo>
                    <a:pt x="6424155" y="340575"/>
                  </a:lnTo>
                  <a:lnTo>
                    <a:pt x="6424612" y="339458"/>
                  </a:lnTo>
                  <a:lnTo>
                    <a:pt x="6424612" y="336829"/>
                  </a:lnTo>
                  <a:close/>
                </a:path>
                <a:path w="6486525" h="2628900">
                  <a:moveTo>
                    <a:pt x="6424612" y="289204"/>
                  </a:moveTo>
                  <a:lnTo>
                    <a:pt x="6424155" y="288086"/>
                  </a:lnTo>
                  <a:lnTo>
                    <a:pt x="6422288" y="286219"/>
                  </a:lnTo>
                  <a:lnTo>
                    <a:pt x="6421171" y="285750"/>
                  </a:lnTo>
                  <a:lnTo>
                    <a:pt x="6418542" y="285750"/>
                  </a:lnTo>
                  <a:lnTo>
                    <a:pt x="6417424" y="286219"/>
                  </a:lnTo>
                  <a:lnTo>
                    <a:pt x="6415557" y="288086"/>
                  </a:lnTo>
                  <a:lnTo>
                    <a:pt x="6415087" y="289204"/>
                  </a:lnTo>
                  <a:lnTo>
                    <a:pt x="6415087" y="291833"/>
                  </a:lnTo>
                  <a:lnTo>
                    <a:pt x="6415557" y="292950"/>
                  </a:lnTo>
                  <a:lnTo>
                    <a:pt x="6417424" y="294817"/>
                  </a:lnTo>
                  <a:lnTo>
                    <a:pt x="6418542" y="295275"/>
                  </a:lnTo>
                  <a:lnTo>
                    <a:pt x="6421171" y="295275"/>
                  </a:lnTo>
                  <a:lnTo>
                    <a:pt x="6422288" y="294817"/>
                  </a:lnTo>
                  <a:lnTo>
                    <a:pt x="6424155" y="292950"/>
                  </a:lnTo>
                  <a:lnTo>
                    <a:pt x="6424612" y="291833"/>
                  </a:lnTo>
                  <a:lnTo>
                    <a:pt x="6424612" y="289204"/>
                  </a:lnTo>
                  <a:close/>
                </a:path>
                <a:path w="6486525" h="2628900">
                  <a:moveTo>
                    <a:pt x="6424612" y="241579"/>
                  </a:moveTo>
                  <a:lnTo>
                    <a:pt x="6424155" y="240461"/>
                  </a:lnTo>
                  <a:lnTo>
                    <a:pt x="6422288" y="238594"/>
                  </a:lnTo>
                  <a:lnTo>
                    <a:pt x="6421171" y="238125"/>
                  </a:lnTo>
                  <a:lnTo>
                    <a:pt x="6418542" y="238125"/>
                  </a:lnTo>
                  <a:lnTo>
                    <a:pt x="6417424" y="238594"/>
                  </a:lnTo>
                  <a:lnTo>
                    <a:pt x="6415557" y="240461"/>
                  </a:lnTo>
                  <a:lnTo>
                    <a:pt x="6415087" y="241579"/>
                  </a:lnTo>
                  <a:lnTo>
                    <a:pt x="6415087" y="244208"/>
                  </a:lnTo>
                  <a:lnTo>
                    <a:pt x="6415557" y="245325"/>
                  </a:lnTo>
                  <a:lnTo>
                    <a:pt x="6417424" y="247192"/>
                  </a:lnTo>
                  <a:lnTo>
                    <a:pt x="6418542" y="247650"/>
                  </a:lnTo>
                  <a:lnTo>
                    <a:pt x="6421171" y="247650"/>
                  </a:lnTo>
                  <a:lnTo>
                    <a:pt x="6422288" y="247192"/>
                  </a:lnTo>
                  <a:lnTo>
                    <a:pt x="6424155" y="245325"/>
                  </a:lnTo>
                  <a:lnTo>
                    <a:pt x="6424612" y="244208"/>
                  </a:lnTo>
                  <a:lnTo>
                    <a:pt x="6424612" y="241579"/>
                  </a:lnTo>
                  <a:close/>
                </a:path>
                <a:path w="6486525" h="2628900">
                  <a:moveTo>
                    <a:pt x="6424612" y="193954"/>
                  </a:moveTo>
                  <a:lnTo>
                    <a:pt x="6424155" y="192836"/>
                  </a:lnTo>
                  <a:lnTo>
                    <a:pt x="6422288" y="190969"/>
                  </a:lnTo>
                  <a:lnTo>
                    <a:pt x="6421171" y="190500"/>
                  </a:lnTo>
                  <a:lnTo>
                    <a:pt x="6418542" y="190500"/>
                  </a:lnTo>
                  <a:lnTo>
                    <a:pt x="6417424" y="190969"/>
                  </a:lnTo>
                  <a:lnTo>
                    <a:pt x="6415557" y="192836"/>
                  </a:lnTo>
                  <a:lnTo>
                    <a:pt x="6415087" y="193954"/>
                  </a:lnTo>
                  <a:lnTo>
                    <a:pt x="6415087" y="196583"/>
                  </a:lnTo>
                  <a:lnTo>
                    <a:pt x="6415557" y="197700"/>
                  </a:lnTo>
                  <a:lnTo>
                    <a:pt x="6417424" y="199567"/>
                  </a:lnTo>
                  <a:lnTo>
                    <a:pt x="6418542" y="200025"/>
                  </a:lnTo>
                  <a:lnTo>
                    <a:pt x="6421171" y="200025"/>
                  </a:lnTo>
                  <a:lnTo>
                    <a:pt x="6422288" y="199567"/>
                  </a:lnTo>
                  <a:lnTo>
                    <a:pt x="6424155" y="197700"/>
                  </a:lnTo>
                  <a:lnTo>
                    <a:pt x="6424612" y="196583"/>
                  </a:lnTo>
                  <a:lnTo>
                    <a:pt x="6424612" y="193954"/>
                  </a:lnTo>
                  <a:close/>
                </a:path>
                <a:path w="6486525" h="2628900">
                  <a:moveTo>
                    <a:pt x="6424612" y="146329"/>
                  </a:moveTo>
                  <a:lnTo>
                    <a:pt x="6424155" y="145211"/>
                  </a:lnTo>
                  <a:lnTo>
                    <a:pt x="6422288" y="143344"/>
                  </a:lnTo>
                  <a:lnTo>
                    <a:pt x="6421171" y="142875"/>
                  </a:lnTo>
                  <a:lnTo>
                    <a:pt x="6418542" y="142875"/>
                  </a:lnTo>
                  <a:lnTo>
                    <a:pt x="6417424" y="143344"/>
                  </a:lnTo>
                  <a:lnTo>
                    <a:pt x="6415557" y="145211"/>
                  </a:lnTo>
                  <a:lnTo>
                    <a:pt x="6415087" y="146329"/>
                  </a:lnTo>
                  <a:lnTo>
                    <a:pt x="6415087" y="148958"/>
                  </a:lnTo>
                  <a:lnTo>
                    <a:pt x="6415557" y="150075"/>
                  </a:lnTo>
                  <a:lnTo>
                    <a:pt x="6417424" y="151942"/>
                  </a:lnTo>
                  <a:lnTo>
                    <a:pt x="6418542" y="152400"/>
                  </a:lnTo>
                  <a:lnTo>
                    <a:pt x="6421171" y="152400"/>
                  </a:lnTo>
                  <a:lnTo>
                    <a:pt x="6422288" y="151942"/>
                  </a:lnTo>
                  <a:lnTo>
                    <a:pt x="6424155" y="150075"/>
                  </a:lnTo>
                  <a:lnTo>
                    <a:pt x="6424612" y="148958"/>
                  </a:lnTo>
                  <a:lnTo>
                    <a:pt x="6424612" y="146329"/>
                  </a:lnTo>
                  <a:close/>
                </a:path>
                <a:path w="6486525" h="2628900">
                  <a:moveTo>
                    <a:pt x="6424612" y="98704"/>
                  </a:moveTo>
                  <a:lnTo>
                    <a:pt x="6424155" y="97586"/>
                  </a:lnTo>
                  <a:lnTo>
                    <a:pt x="6422288" y="95719"/>
                  </a:lnTo>
                  <a:lnTo>
                    <a:pt x="6421171" y="95250"/>
                  </a:lnTo>
                  <a:lnTo>
                    <a:pt x="6418542" y="95250"/>
                  </a:lnTo>
                  <a:lnTo>
                    <a:pt x="6417424" y="95719"/>
                  </a:lnTo>
                  <a:lnTo>
                    <a:pt x="6415557" y="97586"/>
                  </a:lnTo>
                  <a:lnTo>
                    <a:pt x="6415087" y="98704"/>
                  </a:lnTo>
                  <a:lnTo>
                    <a:pt x="6415087" y="101333"/>
                  </a:lnTo>
                  <a:lnTo>
                    <a:pt x="6415557" y="102450"/>
                  </a:lnTo>
                  <a:lnTo>
                    <a:pt x="6417424" y="104317"/>
                  </a:lnTo>
                  <a:lnTo>
                    <a:pt x="6418542" y="104775"/>
                  </a:lnTo>
                  <a:lnTo>
                    <a:pt x="6421171" y="104775"/>
                  </a:lnTo>
                  <a:lnTo>
                    <a:pt x="6422288" y="104317"/>
                  </a:lnTo>
                  <a:lnTo>
                    <a:pt x="6424155" y="102450"/>
                  </a:lnTo>
                  <a:lnTo>
                    <a:pt x="6424612" y="101333"/>
                  </a:lnTo>
                  <a:lnTo>
                    <a:pt x="6424612" y="98704"/>
                  </a:lnTo>
                  <a:close/>
                </a:path>
                <a:path w="6486525" h="2628900">
                  <a:moveTo>
                    <a:pt x="6424612" y="51079"/>
                  </a:moveTo>
                  <a:lnTo>
                    <a:pt x="6424155" y="49961"/>
                  </a:lnTo>
                  <a:lnTo>
                    <a:pt x="6422288" y="48094"/>
                  </a:lnTo>
                  <a:lnTo>
                    <a:pt x="6421171" y="47625"/>
                  </a:lnTo>
                  <a:lnTo>
                    <a:pt x="6418542" y="47625"/>
                  </a:lnTo>
                  <a:lnTo>
                    <a:pt x="6417424" y="48094"/>
                  </a:lnTo>
                  <a:lnTo>
                    <a:pt x="6415557" y="49961"/>
                  </a:lnTo>
                  <a:lnTo>
                    <a:pt x="6415087" y="51079"/>
                  </a:lnTo>
                  <a:lnTo>
                    <a:pt x="6415087" y="53708"/>
                  </a:lnTo>
                  <a:lnTo>
                    <a:pt x="6415557" y="54825"/>
                  </a:lnTo>
                  <a:lnTo>
                    <a:pt x="6417424" y="56692"/>
                  </a:lnTo>
                  <a:lnTo>
                    <a:pt x="6418542" y="57150"/>
                  </a:lnTo>
                  <a:lnTo>
                    <a:pt x="6421171" y="57150"/>
                  </a:lnTo>
                  <a:lnTo>
                    <a:pt x="6422288" y="56692"/>
                  </a:lnTo>
                  <a:lnTo>
                    <a:pt x="6424155" y="54825"/>
                  </a:lnTo>
                  <a:lnTo>
                    <a:pt x="6424612" y="53708"/>
                  </a:lnTo>
                  <a:lnTo>
                    <a:pt x="6424612" y="51079"/>
                  </a:lnTo>
                  <a:close/>
                </a:path>
                <a:path w="6486525" h="2628900">
                  <a:moveTo>
                    <a:pt x="6424612" y="3454"/>
                  </a:moveTo>
                  <a:lnTo>
                    <a:pt x="6424155" y="2336"/>
                  </a:lnTo>
                  <a:lnTo>
                    <a:pt x="6422288" y="469"/>
                  </a:lnTo>
                  <a:lnTo>
                    <a:pt x="6421171" y="0"/>
                  </a:lnTo>
                  <a:lnTo>
                    <a:pt x="6418542" y="0"/>
                  </a:lnTo>
                  <a:lnTo>
                    <a:pt x="6417424" y="469"/>
                  </a:lnTo>
                  <a:lnTo>
                    <a:pt x="6415557" y="2336"/>
                  </a:lnTo>
                  <a:lnTo>
                    <a:pt x="6415087" y="3454"/>
                  </a:lnTo>
                  <a:lnTo>
                    <a:pt x="6415087" y="6083"/>
                  </a:lnTo>
                  <a:lnTo>
                    <a:pt x="6415557" y="7200"/>
                  </a:lnTo>
                  <a:lnTo>
                    <a:pt x="6417424" y="9067"/>
                  </a:lnTo>
                  <a:lnTo>
                    <a:pt x="6418542" y="9525"/>
                  </a:lnTo>
                  <a:lnTo>
                    <a:pt x="6421171" y="9525"/>
                  </a:lnTo>
                  <a:lnTo>
                    <a:pt x="6422288" y="9067"/>
                  </a:lnTo>
                  <a:lnTo>
                    <a:pt x="6424155" y="7200"/>
                  </a:lnTo>
                  <a:lnTo>
                    <a:pt x="6424612" y="6083"/>
                  </a:lnTo>
                  <a:lnTo>
                    <a:pt x="6424612" y="3454"/>
                  </a:lnTo>
                  <a:close/>
                </a:path>
                <a:path w="6486525" h="2628900">
                  <a:moveTo>
                    <a:pt x="6438900" y="854887"/>
                  </a:moveTo>
                  <a:lnTo>
                    <a:pt x="6438443" y="853757"/>
                  </a:lnTo>
                  <a:lnTo>
                    <a:pt x="6436576" y="851903"/>
                  </a:lnTo>
                  <a:lnTo>
                    <a:pt x="6435458" y="851433"/>
                  </a:lnTo>
                  <a:lnTo>
                    <a:pt x="6432829" y="851433"/>
                  </a:lnTo>
                  <a:lnTo>
                    <a:pt x="6431699" y="851903"/>
                  </a:lnTo>
                  <a:lnTo>
                    <a:pt x="6429845" y="853757"/>
                  </a:lnTo>
                  <a:lnTo>
                    <a:pt x="6429375" y="854887"/>
                  </a:lnTo>
                  <a:lnTo>
                    <a:pt x="6429375" y="857516"/>
                  </a:lnTo>
                  <a:lnTo>
                    <a:pt x="6429845" y="858634"/>
                  </a:lnTo>
                  <a:lnTo>
                    <a:pt x="6431699" y="860501"/>
                  </a:lnTo>
                  <a:lnTo>
                    <a:pt x="6432829" y="860958"/>
                  </a:lnTo>
                  <a:lnTo>
                    <a:pt x="6435458" y="860958"/>
                  </a:lnTo>
                  <a:lnTo>
                    <a:pt x="6436576" y="860501"/>
                  </a:lnTo>
                  <a:lnTo>
                    <a:pt x="6438443" y="858634"/>
                  </a:lnTo>
                  <a:lnTo>
                    <a:pt x="6438900" y="857516"/>
                  </a:lnTo>
                  <a:lnTo>
                    <a:pt x="6438900" y="854887"/>
                  </a:lnTo>
                  <a:close/>
                </a:path>
                <a:path w="6486525" h="2628900">
                  <a:moveTo>
                    <a:pt x="6486525" y="854887"/>
                  </a:moveTo>
                  <a:lnTo>
                    <a:pt x="6486068" y="853757"/>
                  </a:lnTo>
                  <a:lnTo>
                    <a:pt x="6484201" y="851903"/>
                  </a:lnTo>
                  <a:lnTo>
                    <a:pt x="6483083" y="851433"/>
                  </a:lnTo>
                  <a:lnTo>
                    <a:pt x="6480454" y="851433"/>
                  </a:lnTo>
                  <a:lnTo>
                    <a:pt x="6479324" y="851903"/>
                  </a:lnTo>
                  <a:lnTo>
                    <a:pt x="6477470" y="853757"/>
                  </a:lnTo>
                  <a:lnTo>
                    <a:pt x="6477000" y="854887"/>
                  </a:lnTo>
                  <a:lnTo>
                    <a:pt x="6477000" y="857516"/>
                  </a:lnTo>
                  <a:lnTo>
                    <a:pt x="6477470" y="858634"/>
                  </a:lnTo>
                  <a:lnTo>
                    <a:pt x="6479324" y="860501"/>
                  </a:lnTo>
                  <a:lnTo>
                    <a:pt x="6480454" y="860958"/>
                  </a:lnTo>
                  <a:lnTo>
                    <a:pt x="6483083" y="860958"/>
                  </a:lnTo>
                  <a:lnTo>
                    <a:pt x="6484201" y="860501"/>
                  </a:lnTo>
                  <a:lnTo>
                    <a:pt x="6486068" y="858634"/>
                  </a:lnTo>
                  <a:lnTo>
                    <a:pt x="6486525" y="857516"/>
                  </a:lnTo>
                  <a:lnTo>
                    <a:pt x="6486525" y="854887"/>
                  </a:lnTo>
                  <a:close/>
                </a:path>
              </a:pathLst>
            </a:custGeom>
            <a:solidFill>
              <a:srgbClr val="605d5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0" name="object 10"/>
            <p:cNvSpPr/>
            <p:nvPr/>
          </p:nvSpPr>
          <p:spPr>
            <a:xfrm>
              <a:off x="2943360" y="3752640"/>
              <a:ext cx="6314760" cy="1036080"/>
            </a:xfrm>
            <a:custGeom>
              <a:avLst/>
              <a:gdLst>
                <a:gd name="textAreaLeft" fmla="*/ 0 w 6314760"/>
                <a:gd name="textAreaRight" fmla="*/ 6315120 w 6314760"/>
                <a:gd name="textAreaTop" fmla="*/ 0 h 1036080"/>
                <a:gd name="textAreaBottom" fmla="*/ 1036440 h 1036080"/>
              </a:gdLst>
              <a:ahLst/>
              <a:rect l="textAreaLeft" t="textAreaTop" r="textAreaRight" b="textAreaBottom"/>
              <a:pathLst>
                <a:path w="6315075" h="1036320">
                  <a:moveTo>
                    <a:pt x="0" y="44079"/>
                  </a:moveTo>
                  <a:lnTo>
                    <a:pt x="1263014" y="1035870"/>
                  </a:lnTo>
                  <a:lnTo>
                    <a:pt x="2526029" y="0"/>
                  </a:lnTo>
                  <a:lnTo>
                    <a:pt x="3789044" y="0"/>
                  </a:lnTo>
                  <a:lnTo>
                    <a:pt x="5052059" y="330596"/>
                  </a:lnTo>
                  <a:lnTo>
                    <a:pt x="6315074" y="0"/>
                  </a:lnTo>
                </a:path>
              </a:pathLst>
            </a:custGeom>
            <a:noFill/>
            <a:ln w="28574">
              <a:solidFill>
                <a:srgbClr val="6fb0d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1" name="object 11"/>
            <p:cNvSpPr/>
            <p:nvPr/>
          </p:nvSpPr>
          <p:spPr>
            <a:xfrm>
              <a:off x="2943360" y="2628720"/>
              <a:ext cx="6314760" cy="1476720"/>
            </a:xfrm>
            <a:custGeom>
              <a:avLst/>
              <a:gdLst>
                <a:gd name="textAreaLeft" fmla="*/ 0 w 6314760"/>
                <a:gd name="textAreaRight" fmla="*/ 6315120 w 6314760"/>
                <a:gd name="textAreaTop" fmla="*/ 0 h 1476720"/>
                <a:gd name="textAreaBottom" fmla="*/ 1477080 h 1476720"/>
              </a:gdLst>
              <a:ahLst/>
              <a:rect l="textAreaLeft" t="textAreaTop" r="textAreaRight" b="textAreaBottom"/>
              <a:pathLst>
                <a:path w="6315075" h="1477010">
                  <a:moveTo>
                    <a:pt x="0" y="1234228"/>
                  </a:moveTo>
                  <a:lnTo>
                    <a:pt x="1263014" y="1476665"/>
                  </a:lnTo>
                  <a:lnTo>
                    <a:pt x="2526029" y="1300347"/>
                  </a:lnTo>
                  <a:lnTo>
                    <a:pt x="3789044" y="0"/>
                  </a:lnTo>
                  <a:lnTo>
                    <a:pt x="5052059" y="484875"/>
                  </a:lnTo>
                  <a:lnTo>
                    <a:pt x="6315074" y="110198"/>
                  </a:lnTo>
                </a:path>
              </a:pathLst>
            </a:custGeom>
            <a:noFill/>
            <a:ln w="28574">
              <a:solidFill>
                <a:srgbClr val="fbb61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ro-RO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pic>
          <p:nvPicPr>
            <p:cNvPr id="422" name="object 12" descr=""/>
            <p:cNvPicPr/>
            <p:nvPr/>
          </p:nvPicPr>
          <p:blipFill>
            <a:blip r:embed="rId1"/>
            <a:stretch/>
          </p:blipFill>
          <p:spPr>
            <a:xfrm>
              <a:off x="2562840" y="1944360"/>
              <a:ext cx="93960" cy="9396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423" name="object 13" descr=""/>
            <p:cNvPicPr/>
            <p:nvPr/>
          </p:nvPicPr>
          <p:blipFill>
            <a:blip r:embed="rId2"/>
            <a:stretch/>
          </p:blipFill>
          <p:spPr>
            <a:xfrm>
              <a:off x="3439080" y="1944360"/>
              <a:ext cx="93960" cy="93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424" name="object 14"/>
          <p:cNvSpPr/>
          <p:nvPr/>
        </p:nvSpPr>
        <p:spPr>
          <a:xfrm>
            <a:off x="2549160" y="3005640"/>
            <a:ext cx="216000" cy="14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900" spc="-26" strike="noStrike">
                <a:solidFill>
                  <a:srgbClr val="d1d0cd"/>
                </a:solidFill>
                <a:latin typeface="Arial MT"/>
              </a:rPr>
              <a:t>100</a:t>
            </a:r>
            <a:endParaRPr b="0" lang="ro-RO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object 15"/>
          <p:cNvSpPr/>
          <p:nvPr/>
        </p:nvSpPr>
        <p:spPr>
          <a:xfrm>
            <a:off x="2540160" y="1562040"/>
            <a:ext cx="2634840" cy="4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Netflix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users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vs.</a:t>
            </a:r>
            <a:r>
              <a:rPr b="0" lang="ro-RO" sz="1400" spc="-1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Cinema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1" strike="noStrike">
                <a:solidFill>
                  <a:srgbClr val="ffffff"/>
                </a:solidFill>
                <a:latin typeface="Segoe UI Light"/>
              </a:rPr>
              <a:t>tickets</a:t>
            </a:r>
            <a:r>
              <a:rPr b="0" lang="ro-RO" sz="1400" spc="-15" strike="noStrike">
                <a:solidFill>
                  <a:srgbClr val="ffffff"/>
                </a:solidFill>
                <a:latin typeface="Segoe UI Light"/>
              </a:rPr>
              <a:t> </a:t>
            </a:r>
            <a:r>
              <a:rPr b="0" lang="ro-RO" sz="1400" spc="-21" strike="noStrike">
                <a:solidFill>
                  <a:srgbClr val="ffffff"/>
                </a:solidFill>
                <a:latin typeface="Segoe UI Light"/>
              </a:rPr>
              <a:t>sold</a:t>
            </a:r>
            <a:endParaRPr b="0" lang="ro-RO" sz="1400" spc="-1" strike="noStrike">
              <a:solidFill>
                <a:srgbClr val="000000"/>
              </a:solidFill>
              <a:latin typeface="Arial"/>
            </a:endParaRPr>
          </a:p>
          <a:p>
            <a:pPr marL="137160">
              <a:lnSpc>
                <a:spcPct val="100000"/>
              </a:lnSpc>
              <a:spcBef>
                <a:spcPts val="896"/>
              </a:spcBef>
              <a:tabLst>
                <a:tab algn="l" pos="1009080"/>
              </a:tabLst>
            </a:pP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Netflix</a:t>
            </a:r>
            <a:r>
              <a:rPr b="0" lang="ro-RO" sz="1000" spc="-15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2" strike="noStrike">
                <a:solidFill>
                  <a:srgbClr val="d1d0cd"/>
                </a:solidFill>
                <a:latin typeface="Arial MT"/>
              </a:rPr>
              <a:t>users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	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Cinema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1" strike="noStrike">
                <a:solidFill>
                  <a:srgbClr val="d1d0cd"/>
                </a:solidFill>
                <a:latin typeface="Arial MT"/>
              </a:rPr>
              <a:t>tickets</a:t>
            </a:r>
            <a:r>
              <a:rPr b="0" lang="ro-RO" sz="1000" spc="-7" strike="noStrike">
                <a:solidFill>
                  <a:srgbClr val="d1d0cd"/>
                </a:solidFill>
                <a:latin typeface="Arial MT"/>
              </a:rPr>
              <a:t> </a:t>
            </a:r>
            <a:r>
              <a:rPr b="0" lang="ro-RO" sz="1000" spc="-21" strike="noStrike">
                <a:solidFill>
                  <a:srgbClr val="d1d0cd"/>
                </a:solidFill>
                <a:latin typeface="Arial MT"/>
              </a:rPr>
              <a:t>sold</a:t>
            </a:r>
            <a:endParaRPr b="0" lang="ro-RO" sz="10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426" name="object 16"/>
          <p:cNvGraphicFramePr/>
          <p:nvPr/>
        </p:nvGraphicFramePr>
        <p:xfrm>
          <a:off x="2409840" y="4903560"/>
          <a:ext cx="7210080" cy="1845720"/>
        </p:xfrm>
        <a:graphic>
          <a:graphicData uri="http://schemas.openxmlformats.org/drawingml/2006/table">
            <a:tbl>
              <a:tblPr/>
              <a:tblGrid>
                <a:gridCol w="799920"/>
                <a:gridCol w="855720"/>
                <a:gridCol w="1058400"/>
                <a:gridCol w="1209600"/>
                <a:gridCol w="1034280"/>
                <a:gridCol w="785880"/>
                <a:gridCol w="1465560"/>
              </a:tblGrid>
              <a:tr h="127440"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ts val="904"/>
                        </a:lnSpc>
                      </a:pPr>
                      <a:r>
                        <a:rPr b="0" lang="ro-RO" sz="900" spc="-21" strike="noStrike">
                          <a:solidFill>
                            <a:srgbClr val="d1d0cd"/>
                          </a:solidFill>
                          <a:latin typeface="Arial MT"/>
                        </a:rPr>
                        <a:t>2019</a:t>
                      </a:r>
                      <a:endParaRPr b="0" lang="ro-RO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3a3a"/>
                    </a:solidFill>
                  </a:tcPr>
                </a:tc>
                <a:tc gridSpan="2">
                  <a:txBody>
                    <a:bodyPr lIns="0" rIns="0" tIns="0" bIns="0" anchor="t">
                      <a:noAutofit/>
                    </a:bodyPr>
                    <a:p>
                      <a:pPr marL="87480" algn="ctr">
                        <a:lnSpc>
                          <a:spcPts val="904"/>
                        </a:lnSpc>
                      </a:pPr>
                      <a:r>
                        <a:rPr b="0" lang="ro-RO" sz="900" spc="-21" strike="noStrike">
                          <a:solidFill>
                            <a:srgbClr val="d1d0cd"/>
                          </a:solidFill>
                          <a:latin typeface="Arial MT"/>
                        </a:rPr>
                        <a:t>2020</a:t>
                      </a:r>
                      <a:endParaRPr b="0" lang="ro-RO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3a3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22120">
                        <a:lnSpc>
                          <a:spcPts val="904"/>
                        </a:lnSpc>
                      </a:pPr>
                      <a:r>
                        <a:rPr b="0" lang="ro-RO" sz="900" spc="-21" strike="noStrike">
                          <a:solidFill>
                            <a:srgbClr val="d1d0cd"/>
                          </a:solidFill>
                          <a:latin typeface="Arial MT"/>
                        </a:rPr>
                        <a:t>2021</a:t>
                      </a:r>
                      <a:endParaRPr b="0" lang="ro-RO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275760">
                        <a:lnSpc>
                          <a:spcPts val="904"/>
                        </a:lnSpc>
                      </a:pPr>
                      <a:r>
                        <a:rPr b="0" lang="ro-RO" sz="900" spc="-21" strike="noStrike">
                          <a:solidFill>
                            <a:srgbClr val="d1d0cd"/>
                          </a:solidFill>
                          <a:latin typeface="Arial MT"/>
                        </a:rPr>
                        <a:t>2022</a:t>
                      </a:r>
                      <a:endParaRPr b="0" lang="ro-RO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marL="504360">
                        <a:lnSpc>
                          <a:spcPts val="904"/>
                        </a:lnSpc>
                      </a:pPr>
                      <a:r>
                        <a:rPr b="0" lang="ro-RO" sz="900" spc="-21" strike="noStrike">
                          <a:solidFill>
                            <a:srgbClr val="d1d0cd"/>
                          </a:solidFill>
                          <a:latin typeface="Arial MT"/>
                        </a:rPr>
                        <a:t>2023</a:t>
                      </a:r>
                      <a:endParaRPr b="0" lang="ro-RO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ts val="904"/>
                        </a:lnSpc>
                      </a:pPr>
                      <a:r>
                        <a:rPr b="0" lang="ro-RO" sz="900" spc="-21" strike="noStrike">
                          <a:solidFill>
                            <a:srgbClr val="d1d0cd"/>
                          </a:solidFill>
                          <a:latin typeface="Arial MT"/>
                        </a:rPr>
                        <a:t>2024</a:t>
                      </a:r>
                      <a:endParaRPr b="0" lang="ro-RO" sz="9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3a3a3a"/>
                    </a:solidFill>
                  </a:tcPr>
                </a:tc>
              </a:tr>
              <a:tr h="697680"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"/>
                        </a:spcBef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o-RO" sz="1000" spc="-1" strike="noStrike">
                          <a:solidFill>
                            <a:srgbClr val="ffffff"/>
                          </a:solidFill>
                          <a:latin typeface="Arial MT"/>
                        </a:rPr>
                        <a:t>Netflix</a:t>
                      </a:r>
                      <a:r>
                        <a:rPr b="0" lang="ro-RO" sz="1000" spc="-15" strike="noStrike">
                          <a:solidFill>
                            <a:srgbClr val="ffffff"/>
                          </a:solidFill>
                          <a:latin typeface="Arial MT"/>
                        </a:rPr>
                        <a:t> </a:t>
                      </a: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users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2878bd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"/>
                        </a:spcBef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Population_M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2878bd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"/>
                        </a:spcBef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o-RO" sz="1000" spc="-1" strike="noStrike">
                          <a:solidFill>
                            <a:srgbClr val="ffffff"/>
                          </a:solidFill>
                          <a:latin typeface="Arial MT"/>
                        </a:rPr>
                        <a:t>Book</a:t>
                      </a:r>
                      <a:r>
                        <a:rPr b="0" lang="ro-RO" sz="1000" spc="4" strike="noStrike">
                          <a:solidFill>
                            <a:srgbClr val="ffffff"/>
                          </a:solidFill>
                          <a:latin typeface="Arial MT"/>
                        </a:rPr>
                        <a:t> </a:t>
                      </a: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readership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2878bd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 algn="r">
                        <a:lnSpc>
                          <a:spcPts val="1324"/>
                        </a:lnSpc>
                      </a:pPr>
                      <a:r>
                        <a:rPr b="0" lang="ro-RO" sz="1200" spc="-21" strike="noStrike">
                          <a:solidFill>
                            <a:srgbClr val="ffffff"/>
                          </a:solidFill>
                          <a:latin typeface="Arial MT"/>
                        </a:rPr>
                        <a:t>Year</a:t>
                      </a:r>
                      <a:endParaRPr b="0" lang="ro-RO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780"/>
                        </a:spcBef>
                      </a:pPr>
                      <a:endParaRPr b="0" lang="ro-RO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47520">
                        <a:lnSpc>
                          <a:spcPct val="100000"/>
                        </a:lnSpc>
                      </a:pPr>
                      <a:r>
                        <a:rPr b="0" lang="ro-RO" sz="1000" spc="-1" strike="noStrike">
                          <a:solidFill>
                            <a:srgbClr val="ffffff"/>
                          </a:solidFill>
                          <a:latin typeface="Arial MT"/>
                        </a:rPr>
                        <a:t>Cinema</a:t>
                      </a:r>
                      <a:r>
                        <a:rPr b="0" lang="ro-RO" sz="1000" spc="-7" strike="noStrike">
                          <a:solidFill>
                            <a:srgbClr val="ffffff"/>
                          </a:solidFill>
                          <a:latin typeface="Arial MT"/>
                        </a:rPr>
                        <a:t> </a:t>
                      </a:r>
                      <a:r>
                        <a:rPr b="0" lang="ro-RO" sz="1000" spc="-1" strike="noStrike">
                          <a:solidFill>
                            <a:srgbClr val="ffffff"/>
                          </a:solidFill>
                          <a:latin typeface="Arial MT"/>
                        </a:rPr>
                        <a:t>tickets</a:t>
                      </a:r>
                      <a:r>
                        <a:rPr b="0" lang="ro-RO" sz="1000" spc="-7" strike="noStrike">
                          <a:solidFill>
                            <a:srgbClr val="ffffff"/>
                          </a:solidFill>
                          <a:latin typeface="Arial MT"/>
                        </a:rPr>
                        <a:t> </a:t>
                      </a:r>
                      <a:r>
                        <a:rPr b="0" lang="ro-RO" sz="1000" spc="-21" strike="noStrike">
                          <a:solidFill>
                            <a:srgbClr val="ffffff"/>
                          </a:solidFill>
                          <a:latin typeface="Arial MT"/>
                        </a:rPr>
                        <a:t>sold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2878bd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gridSpan="2"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"/>
                        </a:spcBef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marL="47520">
                        <a:lnSpc>
                          <a:spcPct val="100000"/>
                        </a:lnSpc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Electricity_kWh_per_Capita_x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2878bd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0" bIns="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"/>
                        </a:spcBef>
                      </a:pP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  <a:p>
                      <a:pPr algn="r">
                        <a:lnSpc>
                          <a:spcPct val="100000"/>
                        </a:lnSpc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Internet_GB_per_Capita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360">
                      <a:solidFill>
                        <a:srgbClr val="2878bd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</a:tr>
              <a:tr h="170640"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23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2878bd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1.380,00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2878bd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75,48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2878bd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54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2878bd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gridSpan="2"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5.816,27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2878bd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247,84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2878bd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</a:tr>
              <a:tr h="170640"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55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1.417,00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70,01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99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 gridSpan="2"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6.952,22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301,58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</a:tr>
              <a:tr h="170640"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68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1.366,00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65,75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65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gridSpan="2"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5.118,20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119,71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</a:tr>
              <a:tr h="170640"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70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1.393,00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54,66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62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 gridSpan="2"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7.767,52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267,54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4a4a4a"/>
                    </a:solidFill>
                  </a:tcPr>
                </a:tc>
              </a:tr>
              <a:tr h="170640"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70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1.405,00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57,37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121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gridSpan="2"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6.754,18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221,49</a:t>
                      </a:r>
                      <a:endParaRPr b="0" lang="ro-RO" sz="10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 w="9360">
                      <a:solidFill>
                        <a:srgbClr val="525252"/>
                      </a:solidFill>
                      <a:prstDash val="solid"/>
                    </a:lnB>
                    <a:solidFill>
                      <a:srgbClr val="3a3a3a"/>
                    </a:solidFill>
                  </a:tcPr>
                </a:tc>
              </a:tr>
              <a:tr h="166320"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70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1.428,00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74,40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4a4a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26" strike="noStrike">
                          <a:solidFill>
                            <a:srgbClr val="ffffff"/>
                          </a:solidFill>
                          <a:latin typeface="Arial MT"/>
                        </a:rPr>
                        <a:t>116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4a4a"/>
                    </a:solidFill>
                  </a:tcPr>
                </a:tc>
                <a:tc gridSpan="2">
                  <a:txBody>
                    <a:bodyPr lIns="0" rIns="0" tIns="1080" bIns="0" anchor="t">
                      <a:noAutofit/>
                    </a:bodyPr>
                    <a:p>
                      <a:pPr marL="1187280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10.997,92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4a4a"/>
                    </a:solidFill>
                  </a:tcPr>
                </a:tc>
                <a:tc hMerge="1">
                  <a:txBody>
                    <a:bodyPr lIns="90000" rIns="90000" tIns="45000" bIns="45000" anchor="t">
                      <a:noAutofit/>
                    </a:bodyPr>
                    <a:p>
                      <a:endParaRPr b="0" lang="ro-RO" sz="18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>
                  <a:txBody>
                    <a:bodyPr lIns="0" rIns="0" tIns="1080" bIns="0" anchor="t">
                      <a:noAutofit/>
                    </a:bodyPr>
                    <a:p>
                      <a:pPr algn="r">
                        <a:lnSpc>
                          <a:spcPct val="100000"/>
                        </a:lnSpc>
                        <a:spcBef>
                          <a:spcPts val="11"/>
                        </a:spcBef>
                      </a:pPr>
                      <a:r>
                        <a:rPr b="0" lang="ro-RO" sz="1000" spc="-12" strike="noStrike">
                          <a:solidFill>
                            <a:srgbClr val="ffffff"/>
                          </a:solidFill>
                          <a:latin typeface="Arial MT"/>
                        </a:rPr>
                        <a:t>232,77</a:t>
                      </a:r>
                      <a:endParaRPr b="0" lang="ro-RO" sz="10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t">
                    <a:lnL>
                      <a:noFill/>
                    </a:lnL>
                    <a:lnR>
                      <a:noFill/>
                    </a:lnR>
                    <a:lnT w="9360">
                      <a:solidFill>
                        <a:srgbClr val="525252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4a4a4a"/>
                    </a:solidFill>
                  </a:tcPr>
                </a:tc>
              </a:tr>
            </a:tbl>
          </a:graphicData>
        </a:graphic>
      </p:graphicFrame>
      <p:sp>
        <p:nvSpPr>
          <p:cNvPr id="427" name="PlaceHolder 1"/>
          <p:cNvSpPr>
            <a:spLocks noGrp="1"/>
          </p:cNvSpPr>
          <p:nvPr>
            <p:ph type="title"/>
          </p:nvPr>
        </p:nvSpPr>
        <p:spPr>
          <a:xfrm>
            <a:off x="1216080" y="492120"/>
            <a:ext cx="4249080" cy="123408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  <a:tabLst>
                <a:tab algn="l" pos="1968480"/>
              </a:tabLst>
            </a:pPr>
            <a:r>
              <a:rPr b="0" lang="ro-RO" sz="4200" spc="-12" strike="noStrike">
                <a:solidFill>
                  <a:schemeClr val="lt1"/>
                </a:solidFill>
                <a:latin typeface="Segoe UI Light"/>
              </a:rPr>
              <a:t>Country</a:t>
            </a:r>
            <a:r>
              <a:rPr b="0" lang="ro-RO" sz="4200" spc="-1" strike="noStrike">
                <a:solidFill>
                  <a:schemeClr val="lt1"/>
                </a:solidFill>
                <a:latin typeface="Segoe UI Light"/>
              </a:rPr>
              <a:t>	</a:t>
            </a:r>
            <a:r>
              <a:rPr b="0" lang="ro-RO" sz="4200" spc="-32" strike="noStrike">
                <a:solidFill>
                  <a:schemeClr val="lt1"/>
                </a:solidFill>
                <a:latin typeface="Segoe UI Light"/>
              </a:rPr>
              <a:t>deep-</a:t>
            </a:r>
            <a:r>
              <a:rPr b="0" lang="ro-RO" sz="4200" spc="-21" strike="noStrike">
                <a:solidFill>
                  <a:schemeClr val="lt1"/>
                </a:solidFill>
                <a:latin typeface="Segoe UI Light"/>
              </a:rPr>
              <a:t>dive</a:t>
            </a:r>
            <a:endParaRPr b="0" lang="ro-RO" sz="4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LibreOffice/7.6.2.1$Windows_X86_64 LibreOffice_project/56f7684011345957bbf33a7ee678afaf4d2ba333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2025-06-04T16:04:03Z</dcterms:created>
  <dc:creator/>
  <dc:description/>
  <dc:language>ro-RO</dc:language>
  <cp:lastModifiedBy/>
  <dcterms:modified xsi:type="dcterms:W3CDTF">2026-03-12T18:02:32Z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2025-06-04T00:00:00Z</vt:filetime>
  </property>
  <property fmtid="{D5CDD505-2E9C-101B-9397-08002B2CF9AE}" pid="3" name="Creator">
    <vt:lpwstr>PDFium</vt:lpwstr>
  </property>
  <property fmtid="{D5CDD505-2E9C-101B-9397-08002B2CF9AE}" pid="4" name="LastSaved">
    <vt:filetime>2025-06-04T00:00:00Z</vt:filetime>
  </property>
  <property fmtid="{D5CDD505-2E9C-101B-9397-08002B2CF9AE}" pid="5" name="PresentationFormat">
    <vt:lpwstr>Custom</vt:lpwstr>
  </property>
  <property fmtid="{D5CDD505-2E9C-101B-9397-08002B2CF9AE}" pid="6" name="Producer">
    <vt:lpwstr>PDFium</vt:lpwstr>
  </property>
  <property fmtid="{D5CDD505-2E9C-101B-9397-08002B2CF9AE}" pid="7" name="Slides">
    <vt:i4>12</vt:i4>
  </property>
</Properties>
</file>